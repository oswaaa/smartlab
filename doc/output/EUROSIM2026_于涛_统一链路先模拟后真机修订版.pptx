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8ef25312174cea" /><Relationship Type="http://schemas.openxmlformats.org/officeDocument/2006/relationships/extended-properties" Target="/docProps/app.xml" Id="R37c9e5523f144862" /><Relationship Type="http://schemas.openxmlformats.org/officeDocument/2006/relationships/officeDocument" Target="/ppt/presentation.xml" Id="R8eeacf42e802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611cfefdd4ace"/>
  </p:sldMasterIdLst>
  <p:notesMasterIdLst>
    <p:notesMasterId xmlns:r="http://schemas.openxmlformats.org/officeDocument/2006/relationships" r:id="R2584f5bcd7ef42fe"/>
  </p:notesMasterIdLst>
  <p:sldIdLst>
    <p:sldId xmlns:r="http://schemas.openxmlformats.org/officeDocument/2006/relationships" id="256" r:id="R16111b5eea7d464d"/>
    <p:sldId xmlns:r="http://schemas.openxmlformats.org/officeDocument/2006/relationships" id="257" r:id="Rce92338b894544a8"/>
    <p:sldId xmlns:r="http://schemas.openxmlformats.org/officeDocument/2006/relationships" id="258" r:id="R72ee60e8e141407f"/>
    <p:sldId xmlns:r="http://schemas.openxmlformats.org/officeDocument/2006/relationships" id="259" r:id="Rce6cba200c6d447e"/>
    <p:sldId xmlns:r="http://schemas.openxmlformats.org/officeDocument/2006/relationships" id="260" r:id="Rd09da14e91104199"/>
    <p:sldId xmlns:r="http://schemas.openxmlformats.org/officeDocument/2006/relationships" id="261" r:id="Ra2219fa2a9aa4b3b"/>
    <p:sldId xmlns:r="http://schemas.openxmlformats.org/officeDocument/2006/relationships" id="262" r:id="R5f537ee048b54db7"/>
    <p:sldId xmlns:r="http://schemas.openxmlformats.org/officeDocument/2006/relationships" id="263" r:id="R42586f8cb4ae40ea"/>
    <p:sldId xmlns:r="http://schemas.openxmlformats.org/officeDocument/2006/relationships" id="264" r:id="R4c53d7478f5d4c7b"/>
    <p:sldId xmlns:r="http://schemas.openxmlformats.org/officeDocument/2006/relationships" id="265" r:id="R929c5817ca204f0b"/>
    <p:sldId xmlns:r="http://schemas.openxmlformats.org/officeDocument/2006/relationships" id="266" r:id="R68b18cc3603c4b11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84ed04f28a428a" /><Relationship Type="http://schemas.openxmlformats.org/officeDocument/2006/relationships/slideMaster" Target="/ppt/slideMasters/slideMaster1.xml" Id="Rdc0611cfefdd4ace" /><Relationship Type="http://schemas.openxmlformats.org/officeDocument/2006/relationships/notesMaster" Target="/ppt/notesMasters/notesMaster1.xml" Id="R2584f5bcd7ef42fe" /><Relationship Type="http://schemas.openxmlformats.org/officeDocument/2006/relationships/presProps" Target="/ppt/presProps.xml" Id="R396f3e4f7201485a" /><Relationship Type="http://schemas.openxmlformats.org/officeDocument/2006/relationships/viewProps" Target="/ppt/viewProps.xml" Id="R8cf844cc176f48d2" /><Relationship Type="http://schemas.openxmlformats.org/officeDocument/2006/relationships/tableStyles" Target="/ppt/tableStyles.xml" Id="Rd1256fffc0194f81" /><Relationship Type="http://schemas.openxmlformats.org/officeDocument/2006/relationships/slide" Target="/ppt/slides/slide1.xml" Id="R16111b5eea7d464d" /><Relationship Type="http://schemas.openxmlformats.org/officeDocument/2006/relationships/slide" Target="/ppt/slides/slide2.xml" Id="Rce92338b894544a8" /><Relationship Type="http://schemas.openxmlformats.org/officeDocument/2006/relationships/slide" Target="/ppt/slides/slide3.xml" Id="R72ee60e8e141407f" /><Relationship Type="http://schemas.openxmlformats.org/officeDocument/2006/relationships/slide" Target="/ppt/slides/slide4.xml" Id="Rce6cba200c6d447e" /><Relationship Type="http://schemas.openxmlformats.org/officeDocument/2006/relationships/slide" Target="/ppt/slides/slide5.xml" Id="Rd09da14e91104199" /><Relationship Type="http://schemas.openxmlformats.org/officeDocument/2006/relationships/slide" Target="/ppt/slides/slide6.xml" Id="Ra2219fa2a9aa4b3b" /><Relationship Type="http://schemas.openxmlformats.org/officeDocument/2006/relationships/slide" Target="/ppt/slides/slide7.xml" Id="R5f537ee048b54db7" /><Relationship Type="http://schemas.openxmlformats.org/officeDocument/2006/relationships/slide" Target="/ppt/slides/slide8.xml" Id="R42586f8cb4ae40ea" /><Relationship Type="http://schemas.openxmlformats.org/officeDocument/2006/relationships/slide" Target="/ppt/slides/slide9.xml" Id="R4c53d7478f5d4c7b" /><Relationship Type="http://schemas.openxmlformats.org/officeDocument/2006/relationships/slide" Target="/ppt/slides/slide10.xml" Id="R929c5817ca204f0b" /><Relationship Type="http://schemas.openxmlformats.org/officeDocument/2006/relationships/slide" Target="/ppt/slides/slide11.xml" Id="R68b18cc3603c4b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12415e81e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a1ddc06a1d4d80" /><Relationship Type="http://schemas.openxmlformats.org/officeDocument/2006/relationships/notesMaster" Target="/ppt/notesMasters/notesMaster1.xml" Id="Rf14b2b6a28b6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f18eb8dc74e23" /><Relationship Type="http://schemas.openxmlformats.org/officeDocument/2006/relationships/notesMaster" Target="/ppt/notesMasters/notesMaster1.xml" Id="Rb97cdb51b7f842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68a0b1c8b486f" /><Relationship Type="http://schemas.openxmlformats.org/officeDocument/2006/relationships/notesMaster" Target="/ppt/notesMasters/notesMaster1.xml" Id="Rb02359862a0642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1086f726da42c8" /><Relationship Type="http://schemas.openxmlformats.org/officeDocument/2006/relationships/notesMaster" Target="/ppt/notesMasters/notesMaster1.xml" Id="R3c2461506e5b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abd7ebb3345e5" /><Relationship Type="http://schemas.openxmlformats.org/officeDocument/2006/relationships/notesMaster" Target="/ppt/notesMasters/notesMaster1.xml" Id="Racd03764f359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7cfd725fc40ad" /><Relationship Type="http://schemas.openxmlformats.org/officeDocument/2006/relationships/notesMaster" Target="/ppt/notesMasters/notesMaster1.xml" Id="Rde17cd88180e47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d49b3c1ab64b5a" /><Relationship Type="http://schemas.openxmlformats.org/officeDocument/2006/relationships/notesMaster" Target="/ppt/notesMasters/notesMaster1.xml" Id="R996b19abc4ed4c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9cb3cf8a84fa6" /><Relationship Type="http://schemas.openxmlformats.org/officeDocument/2006/relationships/notesMaster" Target="/ppt/notesMasters/notesMaster1.xml" Id="R43fe7d01e03f43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7c6b0edc83408b" /><Relationship Type="http://schemas.openxmlformats.org/officeDocument/2006/relationships/notesMaster" Target="/ppt/notesMasters/notesMaster1.xml" Id="R8d0436b57f3649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24521f6d5e49ec" /><Relationship Type="http://schemas.openxmlformats.org/officeDocument/2006/relationships/notesMaster" Target="/ppt/notesMasters/notesMaster1.xml" Id="R7940d3a8697747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ab1ce74a264374" /><Relationship Type="http://schemas.openxmlformats.org/officeDocument/2006/relationships/notesMaster" Target="/ppt/notesMasters/notesMaster1.xml" Id="R61847d4738d0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实际执行的过程：我们怎样用模型明确表达设备、任务逻辑和执行规则，并让这些模型按一套共同的机制运行。大模型开始参与实验室决策和控制后，这个问题也直接关系到它的控制请求应该怎样进入设备执行。下面我按背景、建模、执行和案例这条主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今天的汇报分为六个部分。首先说明大模型参与后，为什么需要更加明确的执行边界；然后从一次任务的执行需求出发，介绍资源、工作流、约束及跨层协议构成的统一框架。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在框架部分，我会先给出整体组织方式，再分别介绍各层。接着用统一执行链路说明这些模型如何协同运行，并回到人工、流程和大模型共用执行机制这一问题。最后通过 SmartLab 2.0 中的反应釜加热案例说明实现，介绍仿真反馈闭环的扩展方向，并总结这项工作的贡献。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多个步骤，要说明步骤顺序、数据依赖和推进条件，这些任务过程形成工作流模型。第三，执行必须遵守运行规则，需要结合设备状态和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图中不是把四个问题机械地分成四层，而是按建模职责组织为资源、工作流与约束。请先看整体：左侧工作流层组织任务，右侧资源层描述设备，底部约束同时观察两者，并将处理动作返回相应模型。上方的跨层协议 Π 统一约定控制信号、数据类型、端口关系和执行反馈，连接各层的交互。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对应页面下方的概括：资源层承载能力与状态，工作流层组织步骤与数据，约束层界定执行边界。它们共同回应背景中的四个执行问题。状态和数据贯穿各层交互，由协议统一约定表达与交互方式。这样就形成了由 R、F、C 和 Π 构成的统一可执行框架。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这套框架具有明确的建模语言和执行语义。具体实验室的设备与任务逻辑写在模型中，通用机制根据模型解释运行。图中每个模块的内部组成会在后面分别放大说明，最后再把它们连接成完整的执行链路。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先看资源层。图中放大了总览中的设备对象模型，它由能力模型与状态机共同构成。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操作、参数要求以及相关接口和内禀约束。例如，反应釜提供加热能力，具有温度属性，加热操作接收目标温度等参数。这样，任务使用的是明确的设备能力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状态机回答操作怎样执行。它接收控制请求，结合能力定义和当前状态判断能否执行，然后按状态转移规则推进操作，通过输出接口发令，并依据反馈更新设备状态和属性。具体设备通信由 Adapter 完成，这一部分稍后在执行链路中展开。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资源模型既描述设备的结构，也描述操作过程。人工、工作流和大模型提出的请求，都从设备模型的共同入口进入，遵守相同的能力要求和状态规则。这为统一执行提供了基础。接下来再看，怎样把多个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工作流层首先组织整个任务的步骤及数据依赖。请先看图上方，前序节点、当前节点与后续节点通过接口建立执行关系。设备执行节点绑定具体设备能力，分支、同步和等待等组织逻辑由相应的功能节点承担。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下方展开的当前节点。变量空间保存目标值、当前值和业务标志，生命周期描述节点所处的执行阶段，控制接口传递执行信号，数据端口表达输入和输出。触发器将这些组成部分联系起来：读取变量、接口值与生命周期，判断条件是否成立，再更新变量或状态、发出请求，或者推进后续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部分共同构成一个具有明确语义的节点。例如，加热节点收到前序激活信号，在前置条件成立后向设备模型提出加热请求。温度反馈到达后更新节点变量，触发器再判断是否满足任务的完成条件。反馈到达并不直接等于节点完成，后续步骤由节点规定的条件和动作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任务逻辑因此能够通过变量空间、生命周期、接口和触发规则在模型中表达，执行机制按照这些语义运行。下一步还需要说明：运行过程中，如何共同观察资源与任务，确保执行遵守边界。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约束层关心执行是否处于允许范围。请看图的上半部分：资源侧提供设备状态、属性和测量数据，工作流侧提供当前步骤、任务变量以及执行上下文。绿色箭头表示这些可观察信息进入约束判断。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结合观察结果判断条件。条件触发后，系统可以采取警告、报警、停止或中止等相应动作。橙色箭头表示处理动作通过接口返回资源模型或工作流模型，使设备操作和任务推进按照统一语义得到处理。约束是对执行过程的跨层观察与处理，不是控制请求依次通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统一考虑三类规则。内禀约束与设备自身能力和状态相关，由设备状态机本地处理；实验室基线约束持续监督实验室运行；任务约束在具体任务期间生效。例如，同一温度数值可以结合当前任务阶段，判断是否触发相应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至此，执行对象、任务过程和运行规则都已经说明。下面把这些模型合起来，展示一次设备请求怎样下发、反馈怎样返回，以及各层如何协同运行。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这一页把前面的模型组成转成实际运行的链路。先抓住图下方的第一句话：控制请求经设备状态机与 Adapter 执行，反馈返回模型并驱动任务推进。再看图的左侧，横向由工作流组织多个任务步骤，纵向由工作流节点、设备模型、Adapter 和物理设备完成一次设备执行。向下是控制请求与指令，向上是状态和数据反馈。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右侧展开了各单元。工作流节点的触发器读取变量、接口值与生命周期，在条件成立时发出控制请求。设备状态机结合能力定义和当前状态处理请求，按照状态转移规则推进操作，再通过输出接口发令。Adapter 将标准指令映射为设备协议，由物理设备执行。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反馈沿相同结构返回：Adapter 转换设备事件和测量数据，状态机更新设备状态与属性，再将执行状态和相关数据提供给节点。节点根据更新后的信息判断完成条件，并决定是否推进后续步骤。约束同时观察资源与任务上下文，必要时通过相应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大模型问题。人工、任务流程和大模型可以提出不同来源的意图，但对设备的请求都进入共同的设备模型与状态机，遵守相同的能力、状态和约束规则。人工或大模型可以直接调用设备模型的共同入口，并不需要先变成某个工作流节点；图中以工作流发起的一次执行展示这套共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这条链路说明，框架不仅定义了各类模型，也明确了模型之间如何交互和执行。大模型能够提出请求和调整方案，其设备控制始终在这套机制内完成。接下来用反应釜加热任务说明具体实现。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这一页先说明实现，再看一次任务执行。在 SmartLab 2.0 原型中，工作流与状态机引擎解释执行模型，MQTT Adapter 完成设备通信。我们以反应釜加热任务实例化这些模型。资源模型给出反应釜的加热能力、属性与状态机；加热节点绑定该能力，保存任务参数，并定义触发和完成条件；约束模型给出运行期间需要检查的规则。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图中的时序从上到下阅读。加热节点首先提出请求，状态机结合当前状态和能力要求处理请求，再通过 Adapter 发出加热指令，反应釜执行操作。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中间的循环表示持续反馈。反应釜返回温度和运行状态，Adapter 转换反馈，状态机与节点更新各自的模型信息；约束同时观察设备状态和任务上下文。这里的重点是，收到反馈并不等于任务已经完成，节点还需要判断完成条件。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分开展示两种情况。正常执行满足完成条件时，节点完成并激活后续步骤。如果温度越界或设备异常触发了停止、中止类规则，则由约束通过相应接口采取动作，设备状态与任务状态随处理结果更新；这条异常分支不会直接接入正常的后续激活。警告、报警等其他规则则按各自定义的处理语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因此，这个案例把能力绑定、请求处理、设备执行、持续反馈、完成判断和异常处理连接起来，说明模型怎样参与实际任务运行。沿用相同的执行机制，还可以进一步扩展到仿真执行。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这一页介绍怎样沿用同一套执行机制，先进行模拟执行，再进行真机执行。图中上下两行表示同一条链路在不同模式下的两次运行。状态机与 Adapter 的连接始终保持一致，Adapter 采用哪种执行模式，由上位机指定。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先看第一行。上位机安排一次模拟执行，并指定 Adapter 使用模拟模式。大模型提出请求，可以按任务需要组织工作流，设备模型与状态机按照已有规则处理请求，再向 Adapter 发令。Adapter 在模拟模式下返回模拟的设备状态与数据。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对于上位机而言，Adapter 就是设备的接口，它返回的信息按设备数据处理。系统照常更新设备模型与状态机，推进工作流并进行约束判断，再将执行结果反馈给大模型。大模型据此判断是否需要调整方案；需要调整时，再经同一链路运行。到这里，已经形成完整的模拟执行闭环，并不需要再增加独立的模拟反馈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中间的橙色说明属于上位机的运行安排。系统完成模拟执行并确认没有问题后，再发起下一次真机执行。对模拟结果的判断和执行阶段的安排在上位机侧完成，Adapter 仅按上位机指定的模式响应指令、返回数据，不负责检查模拟是否通过，也不自行决定从模拟切换到真机。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再看第二行。请求仍然由大模型经相同的执行机制和状态机到达 Adapter。这次上位机指定真机模式，Adapter 将指令作用于物理设备，并把实际设备状态与数据沿原接口返回。模型更新、任务推进、约束处理与结果反馈，都继续使用第一行相同的机制。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先模拟后真机是一种由上位机安排的运行方式。我们让大模型的方案先在完整的模拟执行闭环中运行、反馈和调整，再安排真机执行；大模型在这两个阶段都使用同一套设备接口、状态机和约束规则，从而将设备控制行为纳入统一的执行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。我们从实验室任务执行出发，用资源、工作流和约束描述执行对象、任务过程与运行规则，并由跨层协议连接它们。第二，明确语义。变量空间、生命周期、接口、触发器和状态机，让任务如何推进、数据如何传递以及设备如何响应，都能在模型层面得到明确解释。第三，共同链路。人工、流程和大模型的设备请求使用同一套执行机制，仿真反馈闭环也可以在此基础上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这套框架的整体意义，是用模型表达具体实验室和任务，用统一的规则驱动执行。具体任务的结构与逻辑写在模型中，框架按照共同的执行语义运行，因此具有清晰的结构、可解释的过程和可复用的机制。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这也回应了汇报开头的问题：大模型可以参与决策与控制，而它对设备的作用始终落在统一的模型、状态和约束机制之内。我的汇报到这里，谢谢各位，欢迎提问。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e0e64df2643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20f0fabfa41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ed39497ec4e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fc2e51c304d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d5b9b2b5e4a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334fe7b884e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a73908ced48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f2b1ebc0e41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afcc84e5647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962a9a73c43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fc272f9a94fe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82A73-1D70-4EA8-B93C-4C4DA159F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A93EEB-B661-4EDD-81D5-CD799419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D339E-F950-46F5-BF6F-5069A745B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F6EAA-DDD5-456F-B57A-B7B86E8E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73E7E-25EF-4DCC-8651-C5E4CEEAE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3F83F-B096-4AA8-94BA-0C0568D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333838-3396-43BE-9F42-A8D03D4946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8A12-2E43-4AB3-A6DC-77B3B55165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2FA5B-5668-4AAF-8475-37807D104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D351C-81E3-4C1B-B0B0-296F108C2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9B0F8-B95A-4ACB-94C6-06B35CB1A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9ECAF2-A793-4572-85A7-DA55A135E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5FC47D-6F2F-4D20-A61B-A32852B63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77E56-7047-4B96-B584-12C11DFB8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2185A-71BD-420C-B580-029083234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B21B1-C7D9-4C9E-BFF6-A855C7177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6E9FA0-CEE1-4AFA-98EE-58459C4C94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85E740-79A7-4E92-90E3-F9EE06A11F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2B17DA-9425-4661-A437-E26B78C6E6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E4D5D-2A07-4EA0-875D-B004B14AB4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64D447-37E0-4EB7-94C8-24D9BFFCF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471DB-CF5A-4F38-9F86-5658B198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C87918-F7F1-44FC-B171-C7B93D144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6ED8FC-E8C9-43BE-88E7-3A7D48CC7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E484A0-5A81-40E2-8531-5A18960691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F006B6-5490-4DFA-9D41-16DF82267C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BA0EE3-F332-4412-88A9-48A7BB22F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D620C5-D97E-4765-B444-8FE87531D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93A624-3AF3-4455-83C8-A0883AF95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A2B114-C293-4650-825A-4CCD13AD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848FA8-5BB7-43F5-875F-2768C517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EE4697-08AE-4402-BB0A-2770670EC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EC5564-C025-46DC-B099-91C66DC7D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7790DA-FFD3-4337-AB7E-FB2DCEEF2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10259B-37DB-41C3-8C74-582F564F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C81C5-E923-4EE5-8A63-7CF1D00AD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00DAA-F612-43C2-8FCD-8A39B019F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1D15C4-CF18-4C14-A2B0-EEA3606923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BFE94-066A-4C6E-B06A-69115A1E54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6328C5-4290-4CC1-B83F-7A39D37A8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A8E06A-F85A-4B72-B74A-E20470DDA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EA1F7-CCB5-4C99-85A2-E7E40BC73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62B44-1DF9-4335-9ADD-3FC41D53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3E2F39-AB12-4EAA-9FBF-214698AA2A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BFD044-FCCC-4D65-A16C-F037BBB2C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AC53E7-AF3F-4BC6-B0D4-44E726412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33047-B9A2-4F56-AAE1-2F562482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09FB-96A3-485D-B3AA-274A99177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DAF44-C155-487F-A52F-AE7F6E52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D67D7A-2552-4441-90F9-78C6B0DD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485F7-9D44-4737-9232-3DC5BD15C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3AC8C-0A97-4473-819D-E66423850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5A5AC-3D5B-4F0D-BE5A-38BB0ED933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3751E5-614A-4362-948F-BA8852668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CDCB4-13A1-4CA0-BD64-611522CDE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1F701-4F53-4D05-BA25-C5D9CB33B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471F97-2BFA-4C80-950B-39721BADE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C0C98-B2C0-403A-9644-35DDBC5EC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857b632124d0c" /><Relationship Type="http://schemas.openxmlformats.org/officeDocument/2006/relationships/slideLayout" Target="/ppt/slideLayouts/slideLayout1.xml" Id="R7fe5699eb27d4ed9" /><Relationship Type="http://schemas.openxmlformats.org/officeDocument/2006/relationships/slideLayout" Target="/ppt/slideLayouts/slideLayout2.xml" Id="R0037befb3c574399" /><Relationship Type="http://schemas.openxmlformats.org/officeDocument/2006/relationships/slideLayout" Target="/ppt/slideLayouts/slideLayout3.xml" Id="Rf69ddb062be94cd6" /><Relationship Type="http://schemas.openxmlformats.org/officeDocument/2006/relationships/slideLayout" Target="/ppt/slideLayouts/slideLayout4.xml" Id="Ree9e3099b5c446c9" /><Relationship Type="http://schemas.openxmlformats.org/officeDocument/2006/relationships/slideLayout" Target="/ppt/slideLayouts/slideLayout5.xml" Id="R6e1eb26d2dbf45b5" /><Relationship Type="http://schemas.openxmlformats.org/officeDocument/2006/relationships/slideLayout" Target="/ppt/slideLayouts/slideLayout6.xml" Id="R78f04387532d4705" /><Relationship Type="http://schemas.openxmlformats.org/officeDocument/2006/relationships/slideLayout" Target="/ppt/slideLayouts/slideLayout7.xml" Id="R7ff324c6fb7141df" /><Relationship Type="http://schemas.openxmlformats.org/officeDocument/2006/relationships/slideLayout" Target="/ppt/slideLayouts/slideLayout8.xml" Id="R2a7e2b375d3b47b3" /><Relationship Type="http://schemas.openxmlformats.org/officeDocument/2006/relationships/slideLayout" Target="/ppt/slideLayouts/slideLayout9.xml" Id="R78511b7ed3e04af5" /><Relationship Type="http://schemas.openxmlformats.org/officeDocument/2006/relationships/slideLayout" Target="/ppt/slideLayouts/slideLayout10.xml" Id="R16e6fe46b9004612" /><Relationship Type="http://schemas.openxmlformats.org/officeDocument/2006/relationships/slideLayout" Target="/ppt/slideLayouts/slideLayout11.xml" Id="R7669798f6f32485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F67D8-486A-42CC-A570-A2DB79F9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8B5FE-789D-414D-BC22-FEAF6A43F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27A10E-1D71-4174-A46D-A1402E39C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62946-A2F8-4032-A9B1-2A7216007B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23899D-105E-4CA7-A1A9-F5B6A2813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e5699eb27d4ed9"/>
    <p:sldLayoutId xmlns:r="http://schemas.openxmlformats.org/officeDocument/2006/relationships" id="2147483650" r:id="R0037befb3c574399"/>
    <p:sldLayoutId xmlns:r="http://schemas.openxmlformats.org/officeDocument/2006/relationships" id="2147483651" r:id="Rf69ddb062be94cd6"/>
    <p:sldLayoutId xmlns:r="http://schemas.openxmlformats.org/officeDocument/2006/relationships" id="2147483652" r:id="Ree9e3099b5c446c9"/>
    <p:sldLayoutId xmlns:r="http://schemas.openxmlformats.org/officeDocument/2006/relationships" id="2147483653" r:id="R6e1eb26d2dbf45b5"/>
    <p:sldLayoutId xmlns:r="http://schemas.openxmlformats.org/officeDocument/2006/relationships" id="2147483654" r:id="R78f04387532d4705"/>
    <p:sldLayoutId xmlns:r="http://schemas.openxmlformats.org/officeDocument/2006/relationships" id="2147483655" r:id="R7ff324c6fb7141df"/>
    <p:sldLayoutId xmlns:r="http://schemas.openxmlformats.org/officeDocument/2006/relationships" id="2147483656" r:id="R2a7e2b375d3b47b3"/>
    <p:sldLayoutId xmlns:r="http://schemas.openxmlformats.org/officeDocument/2006/relationships" id="2147483657" r:id="R78511b7ed3e04af5"/>
    <p:sldLayoutId xmlns:r="http://schemas.openxmlformats.org/officeDocument/2006/relationships" id="2147483658" r:id="R16e6fe46b9004612"/>
    <p:sldLayoutId xmlns:r="http://schemas.openxmlformats.org/officeDocument/2006/relationships" id="2147483659" r:id="R7669798f6f32485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cb479fde0848ba" /><Relationship Type="http://schemas.openxmlformats.org/officeDocument/2006/relationships/notesSlide" Target="/ppt/notesSlides/notesSlide1.xml" Id="R7cf4c100555c42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e7a4583f4470a" /><Relationship Type="http://schemas.openxmlformats.org/officeDocument/2006/relationships/notesSlide" Target="/ppt/notesSlides/notesSlide2.xml" Id="R523252bad232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75eac81601494f" /><Relationship Type="http://schemas.openxmlformats.org/officeDocument/2006/relationships/notesSlide" Target="/ppt/notesSlides/notesSlide3.xml" Id="R124a277ab39a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c64d28eea14191" /><Relationship Type="http://schemas.openxmlformats.org/officeDocument/2006/relationships/image" Target="/ppt/media/image.png" Id="R113e286c27e74a3c" /><Relationship Type="http://schemas.openxmlformats.org/officeDocument/2006/relationships/notesSlide" Target="/ppt/notesSlides/notesSlide4.xml" Id="R46253b2e9580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92513ae9ba4370" /><Relationship Type="http://schemas.openxmlformats.org/officeDocument/2006/relationships/image" Target="/ppt/media/image2.png" Id="R277a298d72254c76" /><Relationship Type="http://schemas.openxmlformats.org/officeDocument/2006/relationships/notesSlide" Target="/ppt/notesSlides/notesSlide5.xml" Id="R5ecf8c7b9d5c45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c03f77ad2f458e" /><Relationship Type="http://schemas.openxmlformats.org/officeDocument/2006/relationships/image" Target="/ppt/media/image3.png" Id="Rd3c68127b0c54f9e" /><Relationship Type="http://schemas.openxmlformats.org/officeDocument/2006/relationships/notesSlide" Target="/ppt/notesSlides/notesSlide6.xml" Id="R57576606171747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e4c81baef043a1" /><Relationship Type="http://schemas.openxmlformats.org/officeDocument/2006/relationships/image" Target="/ppt/media/image4.png" Id="R5a895b5a0932493c" /><Relationship Type="http://schemas.openxmlformats.org/officeDocument/2006/relationships/notesSlide" Target="/ppt/notesSlides/notesSlide7.xml" Id="R2d28e8ef286b4a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af1fb907494386" /><Relationship Type="http://schemas.openxmlformats.org/officeDocument/2006/relationships/image" Target="/ppt/media/image5.png" Id="Rbc7bb763cc82424f" /><Relationship Type="http://schemas.openxmlformats.org/officeDocument/2006/relationships/notesSlide" Target="/ppt/notesSlides/notesSlide8.xml" Id="R244d90805d4547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9279fe0b964509" /><Relationship Type="http://schemas.openxmlformats.org/officeDocument/2006/relationships/image" Target="/ppt/media/image6.png" Id="Rac6eb7a43ca6422e" /><Relationship Type="http://schemas.openxmlformats.org/officeDocument/2006/relationships/notesSlide" Target="/ppt/notesSlides/notesSlide9.xml" Id="Rece7c727c1734f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c24fc67cbe49df" /><Relationship Type="http://schemas.openxmlformats.org/officeDocument/2006/relationships/notesSlide" Target="/ppt/notesSlides/notesSlide10.xml" Id="Rf87b76ed5def46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eda6396c834a2d" /><Relationship Type="http://schemas.openxmlformats.org/officeDocument/2006/relationships/notesSlide" Target="/ppt/notesSlides/notesSlide11.xml" Id="Red9a63a3cb2c49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5C5DCD-87BC-43E2-BBDB-AEF72E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C1B83E-440C-4F71-94C4-A4D4661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CDD001-6585-48CE-9344-6C57380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448AEF-2B2E-4CD7-8133-E4336C0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0AFD4-E5C9-46ED-9D9C-63C16E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08B65-5010-4543-A0D8-DD5A0AC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4581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6B1B75-1C5E-46B7-9361-F9B830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AD1AC5-2B50-4084-AEAF-C916833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5A4DF6-BF5E-43B3-84E0-0F2A2BE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E6B226-3550-4006-BB09-A240DC9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D3F77-3321-45FE-B1EA-D64722A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ABCC67-3F6A-4719-BA6E-3532B2F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0886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094F74-2AE9-4D16-9669-CCBCA51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53B72A-C167-46EE-B5FC-1168B26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4227A1-CC57-411C-85F7-2A0EF9F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D2C09-1D21-45B6-B56A-3F1795D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D48E652-FF36-4A77-8DE3-2C66887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ADDF087-E004-4D39-9CCC-5CAB5B1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8AB6B2EF-3B20-4108-B497-90B9B2E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7ED547A8-CB11-4269-834D-A4E1667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00DE64D7-618C-4772-B9F5-7D67869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53F00F1F-C86F-4020-884E-5D95C2C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56E4F23E-9CD7-4F62-B568-578FE49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88C522B4-35FA-465F-BFCD-8B799D8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DC9EB49-BD8E-48C0-9EC0-FC6347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0B29A7E1-6B07-4AAA-9A1C-AF5431E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3311CE27-D4D4-4060-8090-B6185E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BCB02C0D-BDDC-4A66-B8DB-7A06536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3DBB4F6-523B-4BBE-979E-6A3BEA0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E698F993-B339-4050-8689-D54C26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44EC7FE7-2EC4-4B9F-BA54-FE8DE89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5F25DE97-76BE-4ECB-BA29-90ABC1E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A90D8CF9-049C-4304-A405-06D914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88B48C4-314D-4B59-A62F-5FFA87D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02F1D17F-43DB-4EB0-A3F9-0A238E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80434F56-51A4-4BB2-833F-E87FB4F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7E533E-7ED3-4F50-9CDC-2D5B920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F345A4C0-A3CD-4DBA-A01D-9685BAB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3601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86AE-5201-491D-A278-E39FC6D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20172E-F608-485F-8486-A8F3DA5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0FC69A-8BE7-4707-BB04-E85B809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E421F-8037-42B5-AE25-F9E7C2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286c27e74a3c"/>
          <a:stretch xmlns:a="http://schemas.openxmlformats.org/drawingml/2006/main"/>
        </p:blipFill>
        <p:spPr>
          <a:xfrm xmlns:a="http://schemas.openxmlformats.org/drawingml/2006/main">
            <a:off x="952500" y="1438275"/>
            <a:ext cx="10287000" cy="4665890"/>
          </a:xfrm>
          <a:prstGeom xmlns:a="http://schemas.openxmlformats.org/drawingml/2006/main" prst="rect">
            <a:avLst/>
          </a:prstGeom>
        </p:spPr>
      </p:pic>
      <p:sp>
        <p:nvSpPr>
          <p:cNvPr id="20" name="balance-text-1">
            <a:extLst xmlns:a="http://schemas.openxmlformats.org/drawingml/2006/main">
              <a:ext uri="{FF2B5EF4-FFF2-40B4-BE49-F238E27FC236}">
                <a16:creationId xmlns:a16="http://schemas.microsoft.com/office/drawing/2014/main" id="{C0771CE1-8126-4CDF-9774-258FD0A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21" name="balance-text-2">
            <a:extLst xmlns:a="http://schemas.openxmlformats.org/drawingml/2006/main">
              <a:ext uri="{FF2B5EF4-FFF2-40B4-BE49-F238E27FC236}">
                <a16:creationId xmlns:a16="http://schemas.microsoft.com/office/drawing/2014/main" id="{20791451-5E50-4339-9053-580D78B6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106401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D9BDE3-8A13-44E2-AC20-925D79A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8539E-42AB-4026-96CE-D0090B9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53BA0-9F53-4003-84BD-923E5FA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461FD1-D3BF-4AC2-9330-93483A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2">
            <a:extLst xmlns:a="http://schemas.openxmlformats.org/drawingml/2006/main">
              <a:ext uri="{FF2B5EF4-FFF2-40B4-BE49-F238E27FC236}">
                <a16:creationId xmlns:a16="http://schemas.microsoft.com/office/drawing/2014/main" id="{CAC247B7-F753-44FA-B11F-AE3BD23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final-text-3">
            <a:extLst xmlns:a="http://schemas.openxmlformats.org/drawingml/2006/main">
              <a:ext uri="{FF2B5EF4-FFF2-40B4-BE49-F238E27FC236}">
                <a16:creationId xmlns:a16="http://schemas.microsoft.com/office/drawing/2014/main" id="{C0F57144-89C3-4B09-AF87-004B018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final-text-4">
            <a:extLst xmlns:a="http://schemas.openxmlformats.org/drawingml/2006/main">
              <a:ext uri="{FF2B5EF4-FFF2-40B4-BE49-F238E27FC236}">
                <a16:creationId xmlns:a16="http://schemas.microsoft.com/office/drawing/2014/main" id="{126F5D4C-A716-4EA4-9B83-637080F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定义设备能力、属性及操作要求。</a:t>
            </a:r>
          </a:p>
        </p:txBody>
      </p:sp>
      <p:sp>
        <p:nvSpPr>
          <p:cNvPr id="11" name="final-text-5">
            <a:extLst xmlns:a="http://schemas.openxmlformats.org/drawingml/2006/main">
              <a:ext uri="{FF2B5EF4-FFF2-40B4-BE49-F238E27FC236}">
                <a16:creationId xmlns:a16="http://schemas.microsoft.com/office/drawing/2014/main" id="{842E2CCB-68C8-47B0-9AAE-D2AE431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final-text-6">
            <a:extLst xmlns:a="http://schemas.openxmlformats.org/drawingml/2006/main">
              <a:ext uri="{FF2B5EF4-FFF2-40B4-BE49-F238E27FC236}">
                <a16:creationId xmlns:a16="http://schemas.microsoft.com/office/drawing/2014/main" id="{36C280EC-1862-4932-A6F9-707A5B0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发出指令并接收执行反馈。</a:t>
            </a:r>
          </a:p>
        </p:txBody>
      </p:sp>
      <p:sp>
        <p:nvSpPr>
          <p:cNvPr id="13" name="final-text-7">
            <a:extLst xmlns:a="http://schemas.openxmlformats.org/drawingml/2006/main">
              <a:ext uri="{FF2B5EF4-FFF2-40B4-BE49-F238E27FC236}">
                <a16:creationId xmlns:a16="http://schemas.microsoft.com/office/drawing/2014/main" id="{A60AF2CC-BF94-4B75-976A-EF00312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final-text-8">
            <a:extLst xmlns:a="http://schemas.openxmlformats.org/drawingml/2006/main">
              <a:ext uri="{FF2B5EF4-FFF2-40B4-BE49-F238E27FC236}">
                <a16:creationId xmlns:a16="http://schemas.microsoft.com/office/drawing/2014/main" id="{E495A9C7-E297-45CA-BA38-5284F73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人工、流程与大模型的请求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遵守相同的状态规则。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a298d72254c76"/>
          <a:stretch xmlns:a="http://schemas.openxmlformats.org/drawingml/2006/main"/>
        </p:blipFill>
        <p:spPr>
          <a:xfrm xmlns:a="http://schemas.openxmlformats.org/drawingml/2006/main">
            <a:off x="4810125" y="1752600"/>
            <a:ext cx="6953250" cy="3916704"/>
          </a:xfrm>
          <a:prstGeom xmlns:a="http://schemas.openxmlformats.org/drawingml/2006/main" prst="rect">
            <a:avLst/>
          </a:prstGeom>
        </p:spPr>
      </p:pic>
      <p:sp>
        <p:nvSpPr>
          <p:cNvPr id="16" name="final-text-9">
            <a:extLst xmlns:a="http://schemas.openxmlformats.org/drawingml/2006/main">
              <a:ext uri="{FF2B5EF4-FFF2-40B4-BE49-F238E27FC236}">
                <a16:creationId xmlns:a16="http://schemas.microsoft.com/office/drawing/2014/main" id="{7280C4AD-BE16-440D-973F-2A6473D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837775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5248F6-CDBF-4A61-9D16-94411E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9CE25A-15EB-4BFA-8C46-77C8DD0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6914BB-DEFE-495A-BC44-B82AFB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530816-1304-4C93-91A2-7DAEFD2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final-text-10">
            <a:extLst xmlns:a="http://schemas.openxmlformats.org/drawingml/2006/main">
              <a:ext uri="{FF2B5EF4-FFF2-40B4-BE49-F238E27FC236}">
                <a16:creationId xmlns:a16="http://schemas.microsoft.com/office/drawing/2014/main" id="{CE858742-BD36-4E9D-BE05-7FD7475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68127b0c54f9e"/>
          <a:stretch xmlns:a="http://schemas.openxmlformats.org/drawingml/2006/main"/>
        </p:blipFill>
        <p:spPr>
          <a:xfrm xmlns:a="http://schemas.openxmlformats.org/drawingml/2006/main">
            <a:off x="1409700" y="1514475"/>
            <a:ext cx="9372600" cy="4662451"/>
          </a:xfrm>
          <a:prstGeom xmlns:a="http://schemas.openxmlformats.org/drawingml/2006/main" prst="rect">
            <a:avLst/>
          </a:prstGeom>
        </p:spPr>
      </p:pic>
      <p:sp>
        <p:nvSpPr>
          <p:cNvPr id="9" name="final-text-11">
            <a:extLst xmlns:a="http://schemas.openxmlformats.org/drawingml/2006/main">
              <a:ext uri="{FF2B5EF4-FFF2-40B4-BE49-F238E27FC236}">
                <a16:creationId xmlns:a16="http://schemas.microsoft.com/office/drawing/2014/main" id="{00FB2D06-DCA7-4B7B-A1A4-46BF171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120821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B1C6A2-9964-4B27-B63C-DC3220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63012E-0EBE-49EA-BCC5-DB7071E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5386A-3E7C-42AD-9DD2-914F5B9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1B731-590D-4F28-8D1B-BB4B1C5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12">
            <a:extLst xmlns:a="http://schemas.openxmlformats.org/drawingml/2006/main">
              <a:ext uri="{FF2B5EF4-FFF2-40B4-BE49-F238E27FC236}">
                <a16:creationId xmlns:a16="http://schemas.microsoft.com/office/drawing/2014/main" id="{AD4E297C-5D1C-4324-9AE1-FF89B58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95b5a0932493c"/>
          <a:stretch xmlns:a="http://schemas.openxmlformats.org/drawingml/2006/main"/>
        </p:blipFill>
        <p:spPr>
          <a:xfrm xmlns:a="http://schemas.openxmlformats.org/drawingml/2006/main">
            <a:off x="457200" y="1609725"/>
            <a:ext cx="11277600" cy="3412958"/>
          </a:xfrm>
          <a:prstGeom xmlns:a="http://schemas.openxmlformats.org/drawingml/2006/main" prst="rect">
            <a:avLst/>
          </a:prstGeom>
        </p:spPr>
      </p:pic>
      <p:sp>
        <p:nvSpPr>
          <p:cNvPr id="10" name="final-text-13">
            <a:extLst xmlns:a="http://schemas.openxmlformats.org/drawingml/2006/main">
              <a:ext uri="{FF2B5EF4-FFF2-40B4-BE49-F238E27FC236}">
                <a16:creationId xmlns:a16="http://schemas.microsoft.com/office/drawing/2014/main" id="{ECED4413-2219-4058-93AC-55EEB2C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11" name="final-text-14">
            <a:extLst xmlns:a="http://schemas.openxmlformats.org/drawingml/2006/main">
              <a:ext uri="{FF2B5EF4-FFF2-40B4-BE49-F238E27FC236}">
                <a16:creationId xmlns:a16="http://schemas.microsoft.com/office/drawing/2014/main" id="{896675DB-BE98-4B64-A633-892D981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12" name="final-text-15">
            <a:extLst xmlns:a="http://schemas.openxmlformats.org/drawingml/2006/main">
              <a:ext uri="{FF2B5EF4-FFF2-40B4-BE49-F238E27FC236}">
                <a16:creationId xmlns:a16="http://schemas.microsoft.com/office/drawing/2014/main" id="{A018588F-75B9-4337-BDF8-7A0F9E5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13" name="final-text-16">
            <a:extLst xmlns:a="http://schemas.openxmlformats.org/drawingml/2006/main">
              <a:ext uri="{FF2B5EF4-FFF2-40B4-BE49-F238E27FC236}">
                <a16:creationId xmlns:a16="http://schemas.microsoft.com/office/drawing/2014/main" id="{2A62C820-D4EE-4DFA-86A7-B4E85C3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14" name="final-text-17">
            <a:extLst xmlns:a="http://schemas.openxmlformats.org/drawingml/2006/main">
              <a:ext uri="{FF2B5EF4-FFF2-40B4-BE49-F238E27FC236}">
                <a16:creationId xmlns:a16="http://schemas.microsoft.com/office/drawing/2014/main" id="{CE7DCD56-8B64-421E-B0FE-C90F4F3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15" name="final-text-18">
            <a:extLst xmlns:a="http://schemas.openxmlformats.org/drawingml/2006/main">
              <a:ext uri="{FF2B5EF4-FFF2-40B4-BE49-F238E27FC236}">
                <a16:creationId xmlns:a16="http://schemas.microsoft.com/office/drawing/2014/main" id="{57D1ED2D-9A09-4D22-AF63-D1ED739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1596454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D4CE8-8646-4D4E-8FA6-C1AFD6D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FB768B-1BCB-4E9E-8BFC-04BD7F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DF0FA4-693B-4362-8C15-43CED57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E7C17B-1DAB-4E2C-BE62-A8E0511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bb763cc82424f"/>
          <a:stretch xmlns:a="http://schemas.openxmlformats.org/drawingml/2006/main"/>
        </p:blipFill>
        <p:spPr>
          <a:xfrm xmlns:a="http://schemas.openxmlformats.org/drawingml/2006/main">
            <a:off x="1438275" y="1028700"/>
            <a:ext cx="9315450" cy="4768394"/>
          </a:xfrm>
          <a:prstGeom xmlns:a="http://schemas.openxmlformats.org/drawingml/2006/main" prst="rect">
            <a:avLst/>
          </a:prstGeom>
        </p:spPr>
      </p:pic>
      <p:sp>
        <p:nvSpPr>
          <p:cNvPr id="16" name="standalone-caption-mask">
            <a:extLst xmlns:a="http://schemas.openxmlformats.org/drawingml/2006/main">
              <a:ext uri="{FF2B5EF4-FFF2-40B4-BE49-F238E27FC236}">
                <a16:creationId xmlns:a16="http://schemas.microsoft.com/office/drawing/2014/main" id="{F2B3B324-A100-4A25-A8C6-C8B90AB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390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balance-text-3">
            <a:extLst xmlns:a="http://schemas.openxmlformats.org/drawingml/2006/main">
              <a:ext uri="{FF2B5EF4-FFF2-40B4-BE49-F238E27FC236}">
                <a16:creationId xmlns:a16="http://schemas.microsoft.com/office/drawing/2014/main" id="{E198EDB9-85D1-43A2-8857-3122DB7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控制请求经设备状态机与 Adapter 执行，反馈返回模型并驱动任务推进。</a:t>
            </a:r>
          </a:p>
        </p:txBody>
      </p:sp>
      <p:sp>
        <p:nvSpPr>
          <p:cNvPr id="18" name="balance-text-4">
            <a:extLst xmlns:a="http://schemas.openxmlformats.org/drawingml/2006/main">
              <a:ext uri="{FF2B5EF4-FFF2-40B4-BE49-F238E27FC236}">
                <a16:creationId xmlns:a16="http://schemas.microsoft.com/office/drawing/2014/main" id="{A353A946-6BB8-4DB1-8D36-29DB94B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200337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173D-788A-4254-A27F-326AFCD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755AA-B9CC-425C-8D9B-C6AB820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FFE68-576C-49EF-AAFA-EA01C1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55AEF-C84B-4B49-9972-B13531F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eb7a43ca6422e"/>
          <a:stretch xmlns:a="http://schemas.openxmlformats.org/drawingml/2006/main"/>
        </p:blipFill>
        <p:spPr>
          <a:xfrm xmlns:a="http://schemas.openxmlformats.org/drawingml/2006/main">
            <a:off x="1676400" y="1457325"/>
            <a:ext cx="8839200" cy="4573634"/>
          </a:xfrm>
          <a:prstGeom xmlns:a="http://schemas.openxmlformats.org/drawingml/2006/main" prst="rect">
            <a:avLst/>
          </a:prstGeom>
        </p:spPr>
      </p:pic>
      <p:sp>
        <p:nvSpPr>
          <p:cNvPr id="11" name="balance-text-5">
            <a:extLst xmlns:a="http://schemas.openxmlformats.org/drawingml/2006/main">
              <a:ext uri="{FF2B5EF4-FFF2-40B4-BE49-F238E27FC236}">
                <a16:creationId xmlns:a16="http://schemas.microsoft.com/office/drawing/2014/main" id="{201C3010-8F89-485A-83AB-77A9EDD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2" name="balance-text-6">
            <a:extLst xmlns:a="http://schemas.openxmlformats.org/drawingml/2006/main">
              <a:ext uri="{FF2B5EF4-FFF2-40B4-BE49-F238E27FC236}">
                <a16:creationId xmlns:a16="http://schemas.microsoft.com/office/drawing/2014/main" id="{BFCF84B7-E4F8-4996-83ED-EAA15F27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25067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2EAF-7527-46E2-9F8F-7C4DDBF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5C650-05CF-496F-94D7-2FF08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E13634-CBED-478A-A5B6-0A091E0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3FD1DE-4213-4DD4-BB35-350FC59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dapter-text-1">
            <a:extLst xmlns:a="http://schemas.openxmlformats.org/drawingml/2006/main">
              <a:ext uri="{FF2B5EF4-FFF2-40B4-BE49-F238E27FC236}">
                <a16:creationId xmlns:a16="http://schemas.microsoft.com/office/drawing/2014/main" id="{4E558515-0574-4BAE-AB30-AD0DAF9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状态机与 Adapter 的链路保持一致，执行模式由上位机指定。</a:t>
            </a:r>
          </a:p>
        </p:txBody>
      </p:sp>
      <p:sp>
        <p:nvSpPr>
          <p:cNvPr id="13" name="adapter-text-2">
            <a:extLst xmlns:a="http://schemas.openxmlformats.org/drawingml/2006/main">
              <a:ext uri="{FF2B5EF4-FFF2-40B4-BE49-F238E27FC236}">
                <a16:creationId xmlns:a16="http://schemas.microsoft.com/office/drawing/2014/main" id="{6D1176C2-D4A8-4873-9A16-E048945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上位机安排先模拟、后真机执行，大模型始终使用相同的执行链路。</a:t>
            </a:r>
          </a:p>
        </p:txBody>
      </p:sp>
      <p:sp>
        <p:nvSpPr>
          <p:cNvPr id="14" name="adapter-text-3">
            <a:extLst xmlns:a="http://schemas.openxmlformats.org/drawingml/2006/main">
              <a:ext uri="{FF2B5EF4-FFF2-40B4-BE49-F238E27FC236}">
                <a16:creationId xmlns:a16="http://schemas.microsoft.com/office/drawing/2014/main" id="{23A8508D-F75B-49C2-B745-51791E22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516228"/>
            <a:ext cx="544830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485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第一次运行：模拟执行</a:t>
            </a:r>
          </a:p>
        </p:txBody>
      </p:sp>
      <p:sp>
        <p:nvSpPr>
          <p:cNvPr id="15" name="adapter-diagram-box-4">
            <a:extLst xmlns:a="http://schemas.openxmlformats.org/drawingml/2006/main">
              <a:ext uri="{FF2B5EF4-FFF2-40B4-BE49-F238E27FC236}">
                <a16:creationId xmlns:a16="http://schemas.microsoft.com/office/drawing/2014/main" id="{C38F9589-C287-42DF-9844-9683CF7F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35956"/>
            <a:ext cx="188595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16" name="adapter-diagram-box-5">
            <a:extLst xmlns:a="http://schemas.openxmlformats.org/drawingml/2006/main">
              <a:ext uri="{FF2B5EF4-FFF2-40B4-BE49-F238E27FC236}">
                <a16:creationId xmlns:a16="http://schemas.microsoft.com/office/drawing/2014/main" id="{0A09B6BA-E561-48F1-A9C1-A1DAAFC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35956"/>
            <a:ext cx="18859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17" name="adapter-text-6">
            <a:extLst xmlns:a="http://schemas.openxmlformats.org/drawingml/2006/main">
              <a:ext uri="{FF2B5EF4-FFF2-40B4-BE49-F238E27FC236}">
                <a16:creationId xmlns:a16="http://schemas.microsoft.com/office/drawing/2014/main" id="{68E6EA23-7504-4DF6-A354-0C00834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1959845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8" name="adapter-text-7">
            <a:extLst xmlns:a="http://schemas.openxmlformats.org/drawingml/2006/main">
              <a:ext uri="{FF2B5EF4-FFF2-40B4-BE49-F238E27FC236}">
                <a16:creationId xmlns:a16="http://schemas.microsoft.com/office/drawing/2014/main" id="{6844D108-7363-43E2-937E-DB5A6919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6080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决策与调整</a:t>
            </a:r>
          </a:p>
        </p:txBody>
      </p:sp>
      <p:sp>
        <p:nvSpPr>
          <p:cNvPr id="19" name="adapter-text-8">
            <a:extLst xmlns:a="http://schemas.openxmlformats.org/drawingml/2006/main">
              <a:ext uri="{FF2B5EF4-FFF2-40B4-BE49-F238E27FC236}">
                <a16:creationId xmlns:a16="http://schemas.microsoft.com/office/drawing/2014/main" id="{BD2FBE8B-D706-4947-A970-B26A165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256" y="2523115"/>
            <a:ext cx="1728788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根据执行反馈调整</a:t>
            </a:r>
          </a:p>
        </p:txBody>
      </p:sp>
      <p:sp>
        <p:nvSpPr>
          <p:cNvPr id="20" name="adapter-diagram-box-9">
            <a:extLst xmlns:a="http://schemas.openxmlformats.org/drawingml/2006/main">
              <a:ext uri="{FF2B5EF4-FFF2-40B4-BE49-F238E27FC236}">
                <a16:creationId xmlns:a16="http://schemas.microsoft.com/office/drawing/2014/main" id="{6E7AAEC5-4572-4AB2-9534-D847E740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35956"/>
            <a:ext cx="293370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EB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1" name="adapter-diagram-box-10">
            <a:extLst xmlns:a="http://schemas.openxmlformats.org/drawingml/2006/main">
              <a:ext uri="{FF2B5EF4-FFF2-40B4-BE49-F238E27FC236}">
                <a16:creationId xmlns:a16="http://schemas.microsoft.com/office/drawing/2014/main" id="{1DD01D31-4A2A-419B-AEA8-B54E44C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35956"/>
            <a:ext cx="293370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2" name="adapter-text-11">
            <a:extLst xmlns:a="http://schemas.openxmlformats.org/drawingml/2006/main">
              <a:ext uri="{FF2B5EF4-FFF2-40B4-BE49-F238E27FC236}">
                <a16:creationId xmlns:a16="http://schemas.microsoft.com/office/drawing/2014/main" id="{F41DD7A9-85C2-452D-8AC0-FA6270A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403" y="1959845"/>
            <a:ext cx="272415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统一执行机制</a:t>
            </a:r>
          </a:p>
        </p:txBody>
      </p:sp>
      <p:sp>
        <p:nvSpPr>
          <p:cNvPr id="23" name="adapter-text-12">
            <a:extLst xmlns:a="http://schemas.openxmlformats.org/drawingml/2006/main">
              <a:ext uri="{FF2B5EF4-FFF2-40B4-BE49-F238E27FC236}">
                <a16:creationId xmlns:a16="http://schemas.microsoft.com/office/drawing/2014/main" id="{3DB8B772-0A8E-4EFD-AFD9-B9986CE1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10841"/>
            <a:ext cx="272415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设备模型 / 状态机</a:t>
            </a:r>
          </a:p>
        </p:txBody>
      </p:sp>
      <p:sp>
        <p:nvSpPr>
          <p:cNvPr id="24" name="adapter-text-13">
            <a:extLst xmlns:a="http://schemas.openxmlformats.org/drawingml/2006/main">
              <a:ext uri="{FF2B5EF4-FFF2-40B4-BE49-F238E27FC236}">
                <a16:creationId xmlns:a16="http://schemas.microsoft.com/office/drawing/2014/main" id="{A3FD03A8-FFE4-4D92-9371-6B783ED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2523115"/>
            <a:ext cx="2750344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工作流按需参与，约束照常生效</a:t>
            </a:r>
          </a:p>
        </p:txBody>
      </p:sp>
      <p:sp>
        <p:nvSpPr>
          <p:cNvPr id="25" name="adapter-diagram-box-14">
            <a:extLst xmlns:a="http://schemas.openxmlformats.org/drawingml/2006/main">
              <a:ext uri="{FF2B5EF4-FFF2-40B4-BE49-F238E27FC236}">
                <a16:creationId xmlns:a16="http://schemas.microsoft.com/office/drawing/2014/main" id="{CC6ABCC0-FB96-4C65-9FCF-55B98A48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35956"/>
            <a:ext cx="188595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6" name="adapter-diagram-box-15">
            <a:extLst xmlns:a="http://schemas.openxmlformats.org/drawingml/2006/main">
              <a:ext uri="{FF2B5EF4-FFF2-40B4-BE49-F238E27FC236}">
                <a16:creationId xmlns:a16="http://schemas.microsoft.com/office/drawing/2014/main" id="{E24901AB-D70A-4305-8F55-E044C6C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35956"/>
            <a:ext cx="18859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B0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27" name="adapter-text-16">
            <a:extLst xmlns:a="http://schemas.openxmlformats.org/drawingml/2006/main">
              <a:ext uri="{FF2B5EF4-FFF2-40B4-BE49-F238E27FC236}">
                <a16:creationId xmlns:a16="http://schemas.microsoft.com/office/drawing/2014/main" id="{ED962F9F-F0E7-4D4D-9854-C4B81449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403" y="1959845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8" name="adapter-text-17">
            <a:extLst xmlns:a="http://schemas.openxmlformats.org/drawingml/2006/main">
              <a:ext uri="{FF2B5EF4-FFF2-40B4-BE49-F238E27FC236}">
                <a16:creationId xmlns:a16="http://schemas.microsoft.com/office/drawing/2014/main" id="{AAB29DA1-770C-4937-97E2-F9269C5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10841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模拟模式</a:t>
            </a:r>
          </a:p>
        </p:txBody>
      </p:sp>
      <p:sp>
        <p:nvSpPr>
          <p:cNvPr id="29" name="adapter-text-18">
            <a:extLst xmlns:a="http://schemas.openxmlformats.org/drawingml/2006/main">
              <a:ext uri="{FF2B5EF4-FFF2-40B4-BE49-F238E27FC236}">
                <a16:creationId xmlns:a16="http://schemas.microsoft.com/office/drawing/2014/main" id="{940C75A5-37CC-4AD4-AF6D-D8B1D795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527935"/>
            <a:ext cx="1781175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返回模拟的设备状态与数据</a:t>
            </a:r>
          </a:p>
        </p:txBody>
      </p:sp>
      <p:sp>
        <p:nvSpPr>
          <p:cNvPr id="30" name="adapter-diagram-line-19">
            <a:extLst xmlns:a="http://schemas.openxmlformats.org/drawingml/2006/main">
              <a:ext uri="{FF2B5EF4-FFF2-40B4-BE49-F238E27FC236}">
                <a16:creationId xmlns:a16="http://schemas.microsoft.com/office/drawing/2014/main" id="{EA3B3DAF-E052-4453-B6B2-2D171B1B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53425"/>
            <a:ext cx="1152525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1" name="adapter-diagram-arrow-20">
            <a:extLst xmlns:a="http://schemas.openxmlformats.org/drawingml/2006/main">
              <a:ext uri="{FF2B5EF4-FFF2-40B4-BE49-F238E27FC236}">
                <a16:creationId xmlns:a16="http://schemas.microsoft.com/office/drawing/2014/main" id="{CCE69457-DEA9-48B4-928D-25D3187A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97718" y="222932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2" name="adapter-text-21">
            <a:extLst xmlns:a="http://schemas.openxmlformats.org/drawingml/2006/main">
              <a:ext uri="{FF2B5EF4-FFF2-40B4-BE49-F238E27FC236}">
                <a16:creationId xmlns:a16="http://schemas.microsoft.com/office/drawing/2014/main" id="{3ED9A991-3504-4209-AB56-B6D5042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19" y="2036331"/>
            <a:ext cx="11001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控制请求</a:t>
            </a:r>
          </a:p>
        </p:txBody>
      </p:sp>
      <p:sp>
        <p:nvSpPr>
          <p:cNvPr id="33" name="adapter-diagram-line-22">
            <a:extLst xmlns:a="http://schemas.openxmlformats.org/drawingml/2006/main">
              <a:ext uri="{FF2B5EF4-FFF2-40B4-BE49-F238E27FC236}">
                <a16:creationId xmlns:a16="http://schemas.microsoft.com/office/drawing/2014/main" id="{2AE3A8ED-AD1C-492E-A223-B1FFE707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53425"/>
            <a:ext cx="125730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4" name="adapter-diagram-arrow-23">
            <a:extLst xmlns:a="http://schemas.openxmlformats.org/drawingml/2006/main">
              <a:ext uri="{FF2B5EF4-FFF2-40B4-BE49-F238E27FC236}">
                <a16:creationId xmlns:a16="http://schemas.microsoft.com/office/drawing/2014/main" id="{418716D7-B8E0-4931-9B61-248E09F6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88718" y="2229326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35" name="adapter-text-24">
            <a:extLst xmlns:a="http://schemas.openxmlformats.org/drawingml/2006/main">
              <a:ext uri="{FF2B5EF4-FFF2-40B4-BE49-F238E27FC236}">
                <a16:creationId xmlns:a16="http://schemas.microsoft.com/office/drawing/2014/main" id="{938B4824-EE1A-4378-A46B-A8FEACF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2036331"/>
            <a:ext cx="1204913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状态机发令</a:t>
            </a:r>
          </a:p>
        </p:txBody>
      </p:sp>
      <p:sp>
        <p:nvSpPr>
          <p:cNvPr id="36" name="adapter-diagram-line-25">
            <a:extLst xmlns:a="http://schemas.openxmlformats.org/drawingml/2006/main">
              <a:ext uri="{FF2B5EF4-FFF2-40B4-BE49-F238E27FC236}">
                <a16:creationId xmlns:a16="http://schemas.microsoft.com/office/drawing/2014/main" id="{28FD5F9E-F022-4977-86D5-F39EA37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41556"/>
            <a:ext cx="125730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7" name="adapter-diagram-arrow-26">
            <a:extLst xmlns:a="http://schemas.openxmlformats.org/drawingml/2006/main">
              <a:ext uri="{FF2B5EF4-FFF2-40B4-BE49-F238E27FC236}">
                <a16:creationId xmlns:a16="http://schemas.microsoft.com/office/drawing/2014/main" id="{2D7A2F0B-1FE5-449D-9A70-454D586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31418" y="2517458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38" name="adapter-text-27">
            <a:extLst xmlns:a="http://schemas.openxmlformats.org/drawingml/2006/main">
              <a:ext uri="{FF2B5EF4-FFF2-40B4-BE49-F238E27FC236}">
                <a16:creationId xmlns:a16="http://schemas.microsoft.com/office/drawing/2014/main" id="{B8BDCF32-1238-4357-A2D3-37E8310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08" y="2590800"/>
            <a:ext cx="1241584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设备状态 / 数据</a:t>
            </a:r>
          </a:p>
        </p:txBody>
      </p:sp>
      <p:sp>
        <p:nvSpPr>
          <p:cNvPr id="39" name="adapter-diagram-line-28">
            <a:extLst xmlns:a="http://schemas.openxmlformats.org/drawingml/2006/main">
              <a:ext uri="{FF2B5EF4-FFF2-40B4-BE49-F238E27FC236}">
                <a16:creationId xmlns:a16="http://schemas.microsoft.com/office/drawing/2014/main" id="{CC9BB2C4-C543-4F29-A338-C8B4FBC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41556"/>
            <a:ext cx="1152525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40" name="adapter-diagram-arrow-29">
            <a:extLst xmlns:a="http://schemas.openxmlformats.org/drawingml/2006/main">
              <a:ext uri="{FF2B5EF4-FFF2-40B4-BE49-F238E27FC236}">
                <a16:creationId xmlns:a16="http://schemas.microsoft.com/office/drawing/2014/main" id="{69439BAB-2F19-407A-A546-73D1F29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445193" y="2517458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41" name="adapter-text-30">
            <a:extLst xmlns:a="http://schemas.openxmlformats.org/drawingml/2006/main">
              <a:ext uri="{FF2B5EF4-FFF2-40B4-BE49-F238E27FC236}">
                <a16:creationId xmlns:a16="http://schemas.microsoft.com/office/drawing/2014/main" id="{6B9C729C-DB61-4620-89BC-B6FF326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19" y="2581161"/>
            <a:ext cx="11001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执行反馈</a:t>
            </a:r>
          </a:p>
        </p:txBody>
      </p:sp>
      <p:sp>
        <p:nvSpPr>
          <p:cNvPr id="42" name="adapter-text-31">
            <a:extLst xmlns:a="http://schemas.openxmlformats.org/drawingml/2006/main">
              <a:ext uri="{FF2B5EF4-FFF2-40B4-BE49-F238E27FC236}">
                <a16:creationId xmlns:a16="http://schemas.microsoft.com/office/drawing/2014/main" id="{A46CB079-8970-4E7D-B0B6-31B1E85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2870130"/>
            <a:ext cx="9324975" cy="212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上位机按设备数据处理模拟反馈，照常推进状态机、工作流与约束判断。</a:t>
            </a:r>
          </a:p>
        </p:txBody>
      </p:sp>
      <p:sp>
        <p:nvSpPr>
          <p:cNvPr id="43" name="adapter-diagram-box-32">
            <a:extLst xmlns:a="http://schemas.openxmlformats.org/drawingml/2006/main">
              <a:ext uri="{FF2B5EF4-FFF2-40B4-BE49-F238E27FC236}">
                <a16:creationId xmlns:a16="http://schemas.microsoft.com/office/drawing/2014/main" id="{AE2FBDC6-1263-4F9C-B7AA-5D0BE61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45644"/>
            <a:ext cx="9115425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9430">
            <a:solidFill>
              <a:srgbClr val="B86626"/>
            </a:solidFill>
          </a:ln>
        </p:spPr>
      </p:sp>
      <p:sp>
        <p:nvSpPr>
          <p:cNvPr id="44" name="adapter-text-33">
            <a:extLst xmlns:a="http://schemas.openxmlformats.org/drawingml/2006/main">
              <a:ext uri="{FF2B5EF4-FFF2-40B4-BE49-F238E27FC236}">
                <a16:creationId xmlns:a16="http://schemas.microsoft.com/office/drawing/2014/main" id="{9C1E20EC-2445-4081-AF9C-EB86EDC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8" y="3327159"/>
            <a:ext cx="88011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B86626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B86626"/>
                </a:solidFill>
                <a:latin typeface="微软雅黑"/>
                <a:ea typeface="微软雅黑"/>
                <a:cs typeface="微软雅黑"/>
              </a:rPr>
              <a:t>上位机确认模拟执行无问题后，安排下一次真机执行</a:t>
            </a:r>
          </a:p>
        </p:txBody>
      </p:sp>
      <p:sp>
        <p:nvSpPr>
          <p:cNvPr id="45" name="adapter-diagram-line-34">
            <a:extLst xmlns:a="http://schemas.openxmlformats.org/drawingml/2006/main">
              <a:ext uri="{FF2B5EF4-FFF2-40B4-BE49-F238E27FC236}">
                <a16:creationId xmlns:a16="http://schemas.microsoft.com/office/drawing/2014/main" id="{B44782EA-B360-420B-8D8E-F241C4E8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2947035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46" name="adapter-diagram-line-35">
            <a:extLst xmlns:a="http://schemas.openxmlformats.org/drawingml/2006/main">
              <a:ext uri="{FF2B5EF4-FFF2-40B4-BE49-F238E27FC236}">
                <a16:creationId xmlns:a16="http://schemas.microsoft.com/office/drawing/2014/main" id="{D93EE162-76AD-42BD-8854-55E169A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025616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47" name="adapter-diagram-line-36">
            <a:extLst xmlns:a="http://schemas.openxmlformats.org/drawingml/2006/main">
              <a:ext uri="{FF2B5EF4-FFF2-40B4-BE49-F238E27FC236}">
                <a16:creationId xmlns:a16="http://schemas.microsoft.com/office/drawing/2014/main" id="{F2AF6530-002C-43EA-8E8B-6226894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104198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48" name="adapter-diagram-line-37">
            <a:extLst xmlns:a="http://schemas.openxmlformats.org/drawingml/2006/main">
              <a:ext uri="{FF2B5EF4-FFF2-40B4-BE49-F238E27FC236}">
                <a16:creationId xmlns:a16="http://schemas.microsoft.com/office/drawing/2014/main" id="{022D6DE4-614B-49B1-A848-6EA4EDD4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182779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49" name="adapter-diagram-line-38">
            <a:extLst xmlns:a="http://schemas.openxmlformats.org/drawingml/2006/main">
              <a:ext uri="{FF2B5EF4-FFF2-40B4-BE49-F238E27FC236}">
                <a16:creationId xmlns:a16="http://schemas.microsoft.com/office/drawing/2014/main" id="{89CB7414-7318-478A-85AA-4859590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261360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0" name="adapter-diagram-line-39">
            <a:extLst xmlns:a="http://schemas.openxmlformats.org/drawingml/2006/main">
              <a:ext uri="{FF2B5EF4-FFF2-40B4-BE49-F238E27FC236}">
                <a16:creationId xmlns:a16="http://schemas.microsoft.com/office/drawing/2014/main" id="{EDF78023-976D-4E8B-9857-75898BE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339941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1" name="adapter-diagram-line-40">
            <a:extLst xmlns:a="http://schemas.openxmlformats.org/drawingml/2006/main">
              <a:ext uri="{FF2B5EF4-FFF2-40B4-BE49-F238E27FC236}">
                <a16:creationId xmlns:a16="http://schemas.microsoft.com/office/drawing/2014/main" id="{0557A0AA-55A3-40F7-853F-DEFCBAE2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418523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2" name="adapter-diagram-line-41">
            <a:extLst xmlns:a="http://schemas.openxmlformats.org/drawingml/2006/main">
              <a:ext uri="{FF2B5EF4-FFF2-40B4-BE49-F238E27FC236}">
                <a16:creationId xmlns:a16="http://schemas.microsoft.com/office/drawing/2014/main" id="{C50265C5-F7A6-4AC2-BE13-5C4BB46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497104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3" name="adapter-diagram-line-42">
            <a:extLst xmlns:a="http://schemas.openxmlformats.org/drawingml/2006/main">
              <a:ext uri="{FF2B5EF4-FFF2-40B4-BE49-F238E27FC236}">
                <a16:creationId xmlns:a16="http://schemas.microsoft.com/office/drawing/2014/main" id="{005D74F0-B87E-4012-9B6F-33A51608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22" y="3575685"/>
            <a:ext cx="14669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4" name="adapter-diagram-arrow-43">
            <a:extLst xmlns:a="http://schemas.openxmlformats.org/drawingml/2006/main">
              <a:ext uri="{FF2B5EF4-FFF2-40B4-BE49-F238E27FC236}">
                <a16:creationId xmlns:a16="http://schemas.microsoft.com/office/drawing/2014/main" id="{9C37748C-DE16-44A2-86D8-C8428BC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18724" y="3596640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6626"/>
          </a:solidFill>
          <a:ln xmlns:a="http://schemas.openxmlformats.org/drawingml/2006/main" w="0">
            <a:noFill/>
          </a:ln>
        </p:spPr>
      </p:sp>
      <p:sp>
        <p:nvSpPr>
          <p:cNvPr id="55" name="adapter-text-44">
            <a:extLst xmlns:a="http://schemas.openxmlformats.org/drawingml/2006/main">
              <a:ext uri="{FF2B5EF4-FFF2-40B4-BE49-F238E27FC236}">
                <a16:creationId xmlns:a16="http://schemas.microsoft.com/office/drawing/2014/main" id="{A53BE5D2-9AF6-4F61-A7BD-BB1B56CD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16503"/>
            <a:ext cx="5448300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5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485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第二次运行：真机执行</a:t>
            </a:r>
          </a:p>
        </p:txBody>
      </p:sp>
      <p:sp>
        <p:nvSpPr>
          <p:cNvPr id="56" name="adapter-diagram-box-45">
            <a:extLst xmlns:a="http://schemas.openxmlformats.org/drawingml/2006/main">
              <a:ext uri="{FF2B5EF4-FFF2-40B4-BE49-F238E27FC236}">
                <a16:creationId xmlns:a16="http://schemas.microsoft.com/office/drawing/2014/main" id="{E3D99202-D955-492C-9D96-F86A2C7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36231"/>
            <a:ext cx="188595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A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57" name="adapter-diagram-box-46">
            <a:extLst xmlns:a="http://schemas.openxmlformats.org/drawingml/2006/main">
              <a:ext uri="{FF2B5EF4-FFF2-40B4-BE49-F238E27FC236}">
                <a16:creationId xmlns:a16="http://schemas.microsoft.com/office/drawing/2014/main" id="{DD3BC8AD-A560-435C-B243-538083AB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36231"/>
            <a:ext cx="18859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58" name="adapter-text-47">
            <a:extLst xmlns:a="http://schemas.openxmlformats.org/drawingml/2006/main">
              <a:ext uri="{FF2B5EF4-FFF2-40B4-BE49-F238E27FC236}">
                <a16:creationId xmlns:a16="http://schemas.microsoft.com/office/drawing/2014/main" id="{14FA09E4-212B-436B-BD4A-838BB665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4160120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59" name="adapter-text-48">
            <a:extLst xmlns:a="http://schemas.openxmlformats.org/drawingml/2006/main">
              <a:ext uri="{FF2B5EF4-FFF2-40B4-BE49-F238E27FC236}">
                <a16:creationId xmlns:a16="http://schemas.microsoft.com/office/drawing/2014/main" id="{6E1724EF-E557-434E-9115-7672FE55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6355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决策与调整</a:t>
            </a:r>
          </a:p>
        </p:txBody>
      </p:sp>
      <p:sp>
        <p:nvSpPr>
          <p:cNvPr id="60" name="adapter-text-49">
            <a:extLst xmlns:a="http://schemas.openxmlformats.org/drawingml/2006/main">
              <a:ext uri="{FF2B5EF4-FFF2-40B4-BE49-F238E27FC236}">
                <a16:creationId xmlns:a16="http://schemas.microsoft.com/office/drawing/2014/main" id="{7336D50B-3EA7-4C90-8294-5D7F551F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256" y="4723390"/>
            <a:ext cx="1728788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根据执行反馈调整</a:t>
            </a:r>
          </a:p>
        </p:txBody>
      </p:sp>
      <p:sp>
        <p:nvSpPr>
          <p:cNvPr id="61" name="adapter-diagram-box-50">
            <a:extLst xmlns:a="http://schemas.openxmlformats.org/drawingml/2006/main">
              <a:ext uri="{FF2B5EF4-FFF2-40B4-BE49-F238E27FC236}">
                <a16:creationId xmlns:a16="http://schemas.microsoft.com/office/drawing/2014/main" id="{1D80D52F-1C55-4A61-A80E-FF5A1011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36231"/>
            <a:ext cx="293370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EB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62" name="adapter-diagram-box-51">
            <a:extLst xmlns:a="http://schemas.openxmlformats.org/drawingml/2006/main">
              <a:ext uri="{FF2B5EF4-FFF2-40B4-BE49-F238E27FC236}">
                <a16:creationId xmlns:a16="http://schemas.microsoft.com/office/drawing/2014/main" id="{84977518-F7EC-4AAB-BAAB-2F51C87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36231"/>
            <a:ext cx="293370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EEF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63" name="adapter-text-52">
            <a:extLst xmlns:a="http://schemas.openxmlformats.org/drawingml/2006/main">
              <a:ext uri="{FF2B5EF4-FFF2-40B4-BE49-F238E27FC236}">
                <a16:creationId xmlns:a16="http://schemas.microsoft.com/office/drawing/2014/main" id="{90A03155-2491-4DEE-ACD1-CD5E447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403" y="4160120"/>
            <a:ext cx="272415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统一执行机制</a:t>
            </a:r>
          </a:p>
        </p:txBody>
      </p:sp>
      <p:sp>
        <p:nvSpPr>
          <p:cNvPr id="64" name="adapter-text-53">
            <a:extLst xmlns:a="http://schemas.openxmlformats.org/drawingml/2006/main">
              <a:ext uri="{FF2B5EF4-FFF2-40B4-BE49-F238E27FC236}">
                <a16:creationId xmlns:a16="http://schemas.microsoft.com/office/drawing/2014/main" id="{A7A6397F-0610-4B17-8F82-E1A3B79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511116"/>
            <a:ext cx="272415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设备模型 / 状态机</a:t>
            </a:r>
          </a:p>
        </p:txBody>
      </p:sp>
      <p:sp>
        <p:nvSpPr>
          <p:cNvPr id="65" name="adapter-text-54">
            <a:extLst xmlns:a="http://schemas.openxmlformats.org/drawingml/2006/main">
              <a:ext uri="{FF2B5EF4-FFF2-40B4-BE49-F238E27FC236}">
                <a16:creationId xmlns:a16="http://schemas.microsoft.com/office/drawing/2014/main" id="{0D6FC340-7AE4-46AC-AA35-A9BD422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723390"/>
            <a:ext cx="2750344" cy="19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73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工作流按需参与，约束照常生效</a:t>
            </a:r>
          </a:p>
        </p:txBody>
      </p:sp>
      <p:sp>
        <p:nvSpPr>
          <p:cNvPr id="66" name="adapter-diagram-box-55">
            <a:extLst xmlns:a="http://schemas.openxmlformats.org/drawingml/2006/main">
              <a:ext uri="{FF2B5EF4-FFF2-40B4-BE49-F238E27FC236}">
                <a16:creationId xmlns:a16="http://schemas.microsoft.com/office/drawing/2014/main" id="{5E4BEFAA-A733-4166-9909-93569E8E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6231"/>
            <a:ext cx="1885950" cy="812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5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67" name="adapter-diagram-box-56">
            <a:extLst xmlns:a="http://schemas.openxmlformats.org/drawingml/2006/main">
              <a:ext uri="{FF2B5EF4-FFF2-40B4-BE49-F238E27FC236}">
                <a16:creationId xmlns:a16="http://schemas.microsoft.com/office/drawing/2014/main" id="{D588DC71-F765-4707-B6CD-B1B0C364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36231"/>
            <a:ext cx="1885950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B0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68" name="adapter-text-57">
            <a:extLst xmlns:a="http://schemas.openxmlformats.org/drawingml/2006/main">
              <a:ext uri="{FF2B5EF4-FFF2-40B4-BE49-F238E27FC236}">
                <a16:creationId xmlns:a16="http://schemas.microsoft.com/office/drawing/2014/main" id="{576FDC48-4D50-4EDB-9EF0-364644E8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403" y="4160120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69" name="adapter-text-58">
            <a:extLst xmlns:a="http://schemas.openxmlformats.org/drawingml/2006/main">
              <a:ext uri="{FF2B5EF4-FFF2-40B4-BE49-F238E27FC236}">
                <a16:creationId xmlns:a16="http://schemas.microsoft.com/office/drawing/2014/main" id="{7F5AA341-0338-4F9A-BCF7-C697FC7C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511116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70" name="adapter-text-59">
            <a:extLst xmlns:a="http://schemas.openxmlformats.org/drawingml/2006/main">
              <a:ext uri="{FF2B5EF4-FFF2-40B4-BE49-F238E27FC236}">
                <a16:creationId xmlns:a16="http://schemas.microsoft.com/office/drawing/2014/main" id="{DCC08DF6-19B5-4738-8300-6C531FE3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4728210"/>
            <a:ext cx="1781175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收发真实设备指令与数据</a:t>
            </a:r>
          </a:p>
        </p:txBody>
      </p:sp>
      <p:sp>
        <p:nvSpPr>
          <p:cNvPr id="71" name="adapter-diagram-line-60">
            <a:extLst xmlns:a="http://schemas.openxmlformats.org/drawingml/2006/main">
              <a:ext uri="{FF2B5EF4-FFF2-40B4-BE49-F238E27FC236}">
                <a16:creationId xmlns:a16="http://schemas.microsoft.com/office/drawing/2014/main" id="{70FEA562-1D37-4EC6-AB44-7AFFC67A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53700"/>
            <a:ext cx="1152525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72" name="adapter-diagram-arrow-61">
            <a:extLst xmlns:a="http://schemas.openxmlformats.org/drawingml/2006/main">
              <a:ext uri="{FF2B5EF4-FFF2-40B4-BE49-F238E27FC236}">
                <a16:creationId xmlns:a16="http://schemas.microsoft.com/office/drawing/2014/main" id="{88B03BDA-3030-4483-B3A7-B27E00F5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97718" y="4429601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73" name="adapter-text-62">
            <a:extLst xmlns:a="http://schemas.openxmlformats.org/drawingml/2006/main">
              <a:ext uri="{FF2B5EF4-FFF2-40B4-BE49-F238E27FC236}">
                <a16:creationId xmlns:a16="http://schemas.microsoft.com/office/drawing/2014/main" id="{372CD186-3DE3-442E-AB0F-4D51363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19" y="4236606"/>
            <a:ext cx="11001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控制请求</a:t>
            </a:r>
          </a:p>
        </p:txBody>
      </p:sp>
      <p:sp>
        <p:nvSpPr>
          <p:cNvPr id="74" name="adapter-diagram-line-63">
            <a:extLst xmlns:a="http://schemas.openxmlformats.org/drawingml/2006/main">
              <a:ext uri="{FF2B5EF4-FFF2-40B4-BE49-F238E27FC236}">
                <a16:creationId xmlns:a16="http://schemas.microsoft.com/office/drawing/2014/main" id="{0A0CB4F9-65BC-4F29-8DE8-1BCBD464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3700"/>
            <a:ext cx="125730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75" name="adapter-diagram-arrow-64">
            <a:extLst xmlns:a="http://schemas.openxmlformats.org/drawingml/2006/main">
              <a:ext uri="{FF2B5EF4-FFF2-40B4-BE49-F238E27FC236}">
                <a16:creationId xmlns:a16="http://schemas.microsoft.com/office/drawing/2014/main" id="{D88A83A2-1D4D-4FBD-A97B-85197CB6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88718" y="4429601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76" name="adapter-text-65">
            <a:extLst xmlns:a="http://schemas.openxmlformats.org/drawingml/2006/main">
              <a:ext uri="{FF2B5EF4-FFF2-40B4-BE49-F238E27FC236}">
                <a16:creationId xmlns:a16="http://schemas.microsoft.com/office/drawing/2014/main" id="{BCA74C55-C272-46BB-9E77-261D3087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4236606"/>
            <a:ext cx="1204913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状态机发令</a:t>
            </a:r>
          </a:p>
        </p:txBody>
      </p:sp>
      <p:sp>
        <p:nvSpPr>
          <p:cNvPr id="77" name="adapter-diagram-line-66">
            <a:extLst xmlns:a="http://schemas.openxmlformats.org/drawingml/2006/main">
              <a:ext uri="{FF2B5EF4-FFF2-40B4-BE49-F238E27FC236}">
                <a16:creationId xmlns:a16="http://schemas.microsoft.com/office/drawing/2014/main" id="{702840D3-E139-459A-8533-1CAB5F5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1831"/>
            <a:ext cx="1257300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78" name="adapter-diagram-arrow-67">
            <a:extLst xmlns:a="http://schemas.openxmlformats.org/drawingml/2006/main">
              <a:ext uri="{FF2B5EF4-FFF2-40B4-BE49-F238E27FC236}">
                <a16:creationId xmlns:a16="http://schemas.microsoft.com/office/drawing/2014/main" id="{6D3CCFDB-EC9F-4B68-9B0B-E4739DA1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31418" y="4717733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79" name="adapter-text-68">
            <a:extLst xmlns:a="http://schemas.openxmlformats.org/drawingml/2006/main">
              <a:ext uri="{FF2B5EF4-FFF2-40B4-BE49-F238E27FC236}">
                <a16:creationId xmlns:a16="http://schemas.microsoft.com/office/drawing/2014/main" id="{6189337A-2F35-49C7-B681-0C73826B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708" y="4791075"/>
            <a:ext cx="1241584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设备状态 / 数据</a:t>
            </a:r>
          </a:p>
        </p:txBody>
      </p:sp>
      <p:sp>
        <p:nvSpPr>
          <p:cNvPr id="80" name="adapter-diagram-line-69">
            <a:extLst xmlns:a="http://schemas.openxmlformats.org/drawingml/2006/main">
              <a:ext uri="{FF2B5EF4-FFF2-40B4-BE49-F238E27FC236}">
                <a16:creationId xmlns:a16="http://schemas.microsoft.com/office/drawing/2014/main" id="{B81F0912-699D-4044-A3CD-19D87CBA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41831"/>
            <a:ext cx="1152525" cy="146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81" name="adapter-diagram-arrow-70">
            <a:extLst xmlns:a="http://schemas.openxmlformats.org/drawingml/2006/main">
              <a:ext uri="{FF2B5EF4-FFF2-40B4-BE49-F238E27FC236}">
                <a16:creationId xmlns:a16="http://schemas.microsoft.com/office/drawing/2014/main" id="{EC6EBDAD-BFD5-4A04-9CF1-314F3210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445193" y="4717733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82" name="adapter-text-71">
            <a:extLst xmlns:a="http://schemas.openxmlformats.org/drawingml/2006/main">
              <a:ext uri="{FF2B5EF4-FFF2-40B4-BE49-F238E27FC236}">
                <a16:creationId xmlns:a16="http://schemas.microsoft.com/office/drawing/2014/main" id="{A33C8F65-03FA-40AA-B4CE-E2A76BD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819" y="4781436"/>
            <a:ext cx="1100138" cy="198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114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执行反馈</a:t>
            </a:r>
          </a:p>
        </p:txBody>
      </p:sp>
      <p:sp>
        <p:nvSpPr>
          <p:cNvPr id="83" name="adapter-text-72">
            <a:extLst xmlns:a="http://schemas.openxmlformats.org/drawingml/2006/main">
              <a:ext uri="{FF2B5EF4-FFF2-40B4-BE49-F238E27FC236}">
                <a16:creationId xmlns:a16="http://schemas.microsoft.com/office/drawing/2014/main" id="{161FC303-FD14-4988-ADCC-D39C07C1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80838"/>
            <a:ext cx="7177088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38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同一执行链路、同一数据接口、同一套状态与约束规则</a:t>
            </a:r>
          </a:p>
        </p:txBody>
      </p:sp>
      <p:sp>
        <p:nvSpPr>
          <p:cNvPr id="84" name="adapter-diagram-box-73">
            <a:extLst xmlns:a="http://schemas.openxmlformats.org/drawingml/2006/main">
              <a:ext uri="{FF2B5EF4-FFF2-40B4-BE49-F238E27FC236}">
                <a16:creationId xmlns:a16="http://schemas.microsoft.com/office/drawing/2014/main" id="{65D4FE0D-5BD4-4419-8859-E3B77EC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09248"/>
            <a:ext cx="1885950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430">
            <a:solidFill>
              <a:srgbClr val="586D7D"/>
            </a:solidFill>
          </a:ln>
        </p:spPr>
      </p:sp>
      <p:sp>
        <p:nvSpPr>
          <p:cNvPr id="85" name="adapter-text-74">
            <a:extLst xmlns:a="http://schemas.openxmlformats.org/drawingml/2006/main">
              <a:ext uri="{FF2B5EF4-FFF2-40B4-BE49-F238E27FC236}">
                <a16:creationId xmlns:a16="http://schemas.microsoft.com/office/drawing/2014/main" id="{CEF20845-8B37-4DE9-83B5-7EFC098B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48852"/>
            <a:ext cx="167640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320" b="1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86" name="adapter-text-75">
            <a:extLst xmlns:a="http://schemas.openxmlformats.org/drawingml/2006/main">
              <a:ext uri="{FF2B5EF4-FFF2-40B4-BE49-F238E27FC236}">
                <a16:creationId xmlns:a16="http://schemas.microsoft.com/office/drawing/2014/main" id="{423FE6B4-067C-47A1-99A9-6BF48259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634" y="5676424"/>
            <a:ext cx="1754981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93B58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87" name="adapter-diagram-line-76">
            <a:extLst xmlns:a="http://schemas.openxmlformats.org/drawingml/2006/main">
              <a:ext uri="{FF2B5EF4-FFF2-40B4-BE49-F238E27FC236}">
                <a16:creationId xmlns:a16="http://schemas.microsoft.com/office/drawing/2014/main" id="{2983D572-5089-42CA-9BB5-B78BD768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303" y="4948238"/>
            <a:ext cx="14669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88" name="adapter-diagram-arrow-77">
            <a:extLst xmlns:a="http://schemas.openxmlformats.org/drawingml/2006/main">
              <a:ext uri="{FF2B5EF4-FFF2-40B4-BE49-F238E27FC236}">
                <a16:creationId xmlns:a16="http://schemas.microsoft.com/office/drawing/2014/main" id="{1FF99F87-154F-4773-8735-C9C4421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0205" y="537781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5F9A"/>
          </a:solidFill>
          <a:ln xmlns:a="http://schemas.openxmlformats.org/drawingml/2006/main" w="0">
            <a:noFill/>
          </a:ln>
        </p:spPr>
      </p:sp>
      <p:sp>
        <p:nvSpPr>
          <p:cNvPr id="89" name="adapter-text-78">
            <a:extLst xmlns:a="http://schemas.openxmlformats.org/drawingml/2006/main">
              <a:ext uri="{FF2B5EF4-FFF2-40B4-BE49-F238E27FC236}">
                <a16:creationId xmlns:a16="http://schemas.microsoft.com/office/drawing/2014/main" id="{7A5C0808-ACCD-40D9-B5B9-7E0F39D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569" y="5105400"/>
            <a:ext cx="471488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235F9A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235F9A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90" name="adapter-diagram-line-79">
            <a:extLst xmlns:a="http://schemas.openxmlformats.org/drawingml/2006/main">
              <a:ext uri="{FF2B5EF4-FFF2-40B4-BE49-F238E27FC236}">
                <a16:creationId xmlns:a16="http://schemas.microsoft.com/office/drawing/2014/main" id="{A3F8EF2A-90EB-418C-830A-0E8FF64D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278" y="4948238"/>
            <a:ext cx="14669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91" name="adapter-diagram-arrow-80">
            <a:extLst xmlns:a="http://schemas.openxmlformats.org/drawingml/2006/main">
              <a:ext uri="{FF2B5EF4-FFF2-40B4-BE49-F238E27FC236}">
                <a16:creationId xmlns:a16="http://schemas.microsoft.com/office/drawing/2014/main" id="{E3C90FAE-866B-4E9B-BDF0-C6DC3234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3180" y="4916805"/>
            <a:ext cx="62865" cy="628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8270"/>
          </a:solidFill>
          <a:ln xmlns:a="http://schemas.openxmlformats.org/drawingml/2006/main" w="0">
            <a:noFill/>
          </a:ln>
        </p:spPr>
      </p:sp>
      <p:sp>
        <p:nvSpPr>
          <p:cNvPr id="92" name="adapter-text-81">
            <a:extLst xmlns:a="http://schemas.openxmlformats.org/drawingml/2006/main">
              <a:ext uri="{FF2B5EF4-FFF2-40B4-BE49-F238E27FC236}">
                <a16:creationId xmlns:a16="http://schemas.microsoft.com/office/drawing/2014/main" id="{1E45D0A7-0ED1-4FEC-9BCF-B2222EF6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194" y="5105400"/>
            <a:ext cx="471488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defRPr>
            </a:pPr>
            <a:r>
              <a:rPr sz="1031" b="0">
                <a:solidFill>
                  <a:srgbClr val="168270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</p:spTree>
    <p:extLst>
      <p:ext uri="{BB962C8B-B14F-4D97-AF65-F5344CB8AC3E}">
        <p14:creationId xmlns:p14="http://schemas.microsoft.com/office/powerpoint/2010/main" val="210315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A4E4D-6B0B-4223-B737-0188B20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A489E6-2D27-4B1A-8642-F3CEB5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70110A-2066-4F5A-93CE-490047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761A17-F8FB-4B5B-92A6-4C5658D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B04C9E-3875-411E-B39A-A85ED4D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075022-5A85-4E19-8396-2E47667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7EC31C0A-743F-4FFA-91FC-ED6A9CC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CDAE211F-9A04-445B-9104-2E9A3C4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FCE1130A-2221-4051-886F-2266AE8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BA502BB1-5EDA-4A8E-9E45-D8A9DA4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变量空间、接口、触发器与状态机组织模型运行。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0A7D212-B7AA-49B7-9DFA-C1E5AD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85254E97-D705-47FC-9FD8-22A60D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724DB0A6-9FA4-4FCF-8CED-0A7A035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</a:p>
        </p:txBody>
      </p:sp>
    </p:spTree>
    <p:extLst>
      <p:ext uri="{BB962C8B-B14F-4D97-AF65-F5344CB8AC3E}">
        <p14:creationId xmlns:p14="http://schemas.microsoft.com/office/powerpoint/2010/main" val="17446272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2026-09-10T07:46:21.6900000Z</dcterms:created>
  <dcterms:modified xsi:type="dcterms:W3CDTF">2026-09-10T07:46:21.6900000Z</dcterms:modified>
</coreProperties>
</file>