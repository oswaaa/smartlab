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9fc170ae034d52" /><Relationship Type="http://schemas.openxmlformats.org/officeDocument/2006/relationships/extended-properties" Target="/docProps/app.xml" Id="R3742ae899ed646b0" /><Relationship Type="http://schemas.openxmlformats.org/officeDocument/2006/relationships/officeDocument" Target="/ppt/presentation.xml" Id="R5abaa6ef98e74c9f" /></Relationships>
</file>

<file path=ppt/presentation.xml><?xml version="1.0" encoding="utf-8"?>
<p:presentation xmlns:p="http://schemas.openxmlformats.org/presentationml/2006/main">
  <p:sldMasterIdLst>
    <p:sldMasterId xmlns:r="http://schemas.openxmlformats.org/officeDocument/2006/relationships" id="2147483648" r:id="Rfafc1f1f0b06495a"/>
  </p:sldMasterIdLst>
  <p:notesMasterIdLst>
    <p:notesMasterId xmlns:r="http://schemas.openxmlformats.org/officeDocument/2006/relationships" r:id="Rcacaf19d973d4a31"/>
  </p:notesMasterIdLst>
  <p:sldIdLst>
    <p:sldId xmlns:r="http://schemas.openxmlformats.org/officeDocument/2006/relationships" id="256" r:id="R05189c2050a146c6"/>
    <p:sldId xmlns:r="http://schemas.openxmlformats.org/officeDocument/2006/relationships" id="257" r:id="R85d4853f17ce42e4"/>
    <p:sldId xmlns:r="http://schemas.openxmlformats.org/officeDocument/2006/relationships" id="258" r:id="Rfbd7e32ea7f14c83"/>
    <p:sldId xmlns:r="http://schemas.openxmlformats.org/officeDocument/2006/relationships" id="259" r:id="Rdef529ce4e674b03"/>
    <p:sldId xmlns:r="http://schemas.openxmlformats.org/officeDocument/2006/relationships" id="260" r:id="R7aa69db83f984416"/>
    <p:sldId xmlns:r="http://schemas.openxmlformats.org/officeDocument/2006/relationships" id="261" r:id="R60a23b93ede24197"/>
    <p:sldId xmlns:r="http://schemas.openxmlformats.org/officeDocument/2006/relationships" id="262" r:id="R807ae3b601da4137"/>
    <p:sldId xmlns:r="http://schemas.openxmlformats.org/officeDocument/2006/relationships" id="263" r:id="R0b0a87ec40c348d0"/>
    <p:sldId xmlns:r="http://schemas.openxmlformats.org/officeDocument/2006/relationships" id="264" r:id="Rf01c6e21e68a4cbe"/>
    <p:sldId xmlns:r="http://schemas.openxmlformats.org/officeDocument/2006/relationships" id="265" r:id="R5d49ec3134524862"/>
    <p:sldId xmlns:r="http://schemas.openxmlformats.org/officeDocument/2006/relationships" id="266" r:id="R49106e1a2a3d4dd9"/>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92467f42df242da" /><Relationship Type="http://schemas.openxmlformats.org/officeDocument/2006/relationships/slideMaster" Target="/ppt/slideMasters/slideMaster1.xml" Id="Rfafc1f1f0b06495a" /><Relationship Type="http://schemas.openxmlformats.org/officeDocument/2006/relationships/notesMaster" Target="/ppt/notesMasters/notesMaster1.xml" Id="Rcacaf19d973d4a31" /><Relationship Type="http://schemas.openxmlformats.org/officeDocument/2006/relationships/presProps" Target="/ppt/presProps.xml" Id="Reefbd1b771eb452c" /><Relationship Type="http://schemas.openxmlformats.org/officeDocument/2006/relationships/viewProps" Target="/ppt/viewProps.xml" Id="R5a541c17edf5446f" /><Relationship Type="http://schemas.openxmlformats.org/officeDocument/2006/relationships/tableStyles" Target="/ppt/tableStyles.xml" Id="R63fe934815f44614" /><Relationship Type="http://schemas.openxmlformats.org/officeDocument/2006/relationships/slide" Target="/ppt/slides/slide1.xml" Id="R05189c2050a146c6" /><Relationship Type="http://schemas.openxmlformats.org/officeDocument/2006/relationships/slide" Target="/ppt/slides/slide2.xml" Id="R85d4853f17ce42e4" /><Relationship Type="http://schemas.openxmlformats.org/officeDocument/2006/relationships/slide" Target="/ppt/slides/slide3.xml" Id="Rfbd7e32ea7f14c83" /><Relationship Type="http://schemas.openxmlformats.org/officeDocument/2006/relationships/slide" Target="/ppt/slides/slide4.xml" Id="Rdef529ce4e674b03" /><Relationship Type="http://schemas.openxmlformats.org/officeDocument/2006/relationships/slide" Target="/ppt/slides/slide5.xml" Id="R7aa69db83f984416" /><Relationship Type="http://schemas.openxmlformats.org/officeDocument/2006/relationships/slide" Target="/ppt/slides/slide6.xml" Id="R60a23b93ede24197" /><Relationship Type="http://schemas.openxmlformats.org/officeDocument/2006/relationships/slide" Target="/ppt/slides/slide7.xml" Id="R807ae3b601da4137" /><Relationship Type="http://schemas.openxmlformats.org/officeDocument/2006/relationships/slide" Target="/ppt/slides/slide8.xml" Id="R0b0a87ec40c348d0" /><Relationship Type="http://schemas.openxmlformats.org/officeDocument/2006/relationships/slide" Target="/ppt/slides/slide9.xml" Id="Rf01c6e21e68a4cbe" /><Relationship Type="http://schemas.openxmlformats.org/officeDocument/2006/relationships/slide" Target="/ppt/slides/slide10.xml" Id="R5d49ec3134524862" /><Relationship Type="http://schemas.openxmlformats.org/officeDocument/2006/relationships/slide" Target="/ppt/slides/slide11.xml" Id="R49106e1a2a3d4d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ef18797b5e46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b4750d9a6f4ca0" /><Relationship Type="http://schemas.openxmlformats.org/officeDocument/2006/relationships/notesMaster" Target="/ppt/notesMasters/notesMaster1.xml" Id="Rd8d7a018ad2645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0d33614bb14dbb" /><Relationship Type="http://schemas.openxmlformats.org/officeDocument/2006/relationships/notesMaster" Target="/ppt/notesMasters/notesMaster1.xml" Id="Rbfbd0650a4464e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554b80d1f84f0f" /><Relationship Type="http://schemas.openxmlformats.org/officeDocument/2006/relationships/notesMaster" Target="/ppt/notesMasters/notesMaster1.xml" Id="Rc48dd0a0f49b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6b0fd543744078" /><Relationship Type="http://schemas.openxmlformats.org/officeDocument/2006/relationships/notesMaster" Target="/ppt/notesMasters/notesMaster1.xml" Id="R947879f617f44f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e9e626e77246d4" /><Relationship Type="http://schemas.openxmlformats.org/officeDocument/2006/relationships/notesMaster" Target="/ppt/notesMasters/notesMaster1.xml" Id="R3730bd3cdca944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ece111fcb34b9e" /><Relationship Type="http://schemas.openxmlformats.org/officeDocument/2006/relationships/notesMaster" Target="/ppt/notesMasters/notesMaster1.xml" Id="R88ad317d80f74d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515df2a0d417a" /><Relationship Type="http://schemas.openxmlformats.org/officeDocument/2006/relationships/notesMaster" Target="/ppt/notesMasters/notesMaster1.xml" Id="R3dac3507b77744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ce5d51f355484b" /><Relationship Type="http://schemas.openxmlformats.org/officeDocument/2006/relationships/notesMaster" Target="/ppt/notesMasters/notesMaster1.xml" Id="R0b6e45da2c164c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5e3da2227349ad" /><Relationship Type="http://schemas.openxmlformats.org/officeDocument/2006/relationships/notesMaster" Target="/ppt/notesMasters/notesMaster1.xml" Id="R0dc277d44b3148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c021d80f8947ce" /><Relationship Type="http://schemas.openxmlformats.org/officeDocument/2006/relationships/notesMaster" Target="/ppt/notesMasters/notesMaster1.xml" Id="R86438aebe29a40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231e94c88a4283" /><Relationship Type="http://schemas.openxmlformats.org/officeDocument/2006/relationships/notesMaster" Target="/ppt/notesMasters/notesMaster1.xml" Id="R4640fb23099d4b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Hello, everyone. My name is Tao Yu. Today I will present our work, “A Task-Oriented Executable Modeling Framework for Smart Chemical Laboratories.”</a:t>
            </a:r>
          </a:p>
          <a:p>
            <a:r>
              <a:rPr lang="en-US"/>
              <a:t/>
            </a:r>
          </a:p>
          <a:p>
            <a:r>
              <a:rPr lang="en-US"/>
              <a:t>This work concerns the process from proposing a laboratory task to executing it. We ask how to represent devices, task logic, and operating rules as models, and how to run them according to explicitly defined execution semantics. As large language models begin to participate in laboratory decision-making and control, we also need to explain how their requests enter device execution. I will introduce the background, the modeling framework, the execution mechanism, and a concrete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The presentation has six parts. First, I will explain why execution boundaries become a more pressing issue when large language models are involved. Then, starting from what a task execution needs to describe, I will introduce a framework consisting of resources, workflows, constraints, and a cross-layer protocol.</a:t>
            </a:r>
          </a:p>
          <a:p>
            <a:r>
              <a:rPr lang="en-US"/>
              <a:t/>
            </a:r>
          </a:p>
          <a:p>
            <a:r>
              <a:rPr lang="en-US"/>
              <a:t>I will first show the overall framework, then explain the components and responsibilities of each layer. Next, I will connect these layers through the execution path and explain how people, workflows, and LLMs share the device execution mechanism. Finally, I will use a reactor-heating task in the SmartLab 2.0 prototype to illustrate the implementation, discuss the simulation feedback loop as an extension, and summarize the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As large language models, or LLMs, advance, smart chemical laboratories are gradually moving from automated workflow execution toward LLM involvement in decision-making and control.</a:t>
            </a:r>
          </a:p>
          <a:p>
            <a:r>
              <a:rPr lang="en-US"/>
              <a:t/>
            </a:r>
          </a:p>
          <a:p>
            <a:r>
              <a:rPr lang="en-US"/>
              <a:t>Regardless of whether the execution intent comes from a person, a workflow, or an LLM, every task execution must clarify four aspects. How are resources organized and accessed? How does device state evolve? How is data generated and transferred? And does execution stay within the allowed limits? These questions arise from task execution itself.</a:t>
            </a:r>
          </a:p>
          <a:p>
            <a:r>
              <a:rPr lang="en-US"/>
              <a:t/>
            </a:r>
          </a:p>
          <a:p>
            <a:r>
              <a:rPr lang="en-US"/>
              <a:t>LLM involvement makes execution boundaries a more pressing issue. What control requests may an LLM make, and under what conditions can those requests be executed? Our principle is that LLMs must not have a privileged bypass or a separate route directly to the physical device. All control requests must use the same execution mechanism.</a:t>
            </a:r>
          </a:p>
          <a:p>
            <a:r>
              <a:rPr lang="en-US"/>
              <a:t/>
            </a:r>
          </a:p>
          <a:p>
            <a:r>
              <a:rPr lang="en-US"/>
              <a:t>We therefore need to model task execution in a unified way, so that resources, state, data, and execution boundaries can be described and handled within a shared mechanism. The next question is how to organize these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We start with a laboratory task and identify what needs to be modeled. First, a task uses devices. We need to describe what each device can do, its attributes, and its current state. These execution objects are represented by resource models. Second, a task contains steps. We need to describe their order, data dependencies, and conditions for progression. These task processes are represented by workflows. Third, execution must follow operating rules. These rules evaluate execution boundaries using device state and task context, and are represented by constraints.</a:t>
            </a:r>
          </a:p>
          <a:p>
            <a:r>
              <a:rPr lang="en-US"/>
              <a:t/>
            </a:r>
          </a:p>
          <a:p>
            <a:r>
              <a:rPr lang="en-US"/>
              <a:t>The framework is therefore organized by modeling responsibility into resources, workflows, and constraints. The four execution questions do not correspond mechanically to four separate layers. The resource layer represents device capabilities and state. The workflow layer organizes task steps, node states, and data relationships. The constraint layer defines execution boundaries. State and data run across these layers. The cross-layer protocol, Pi, provides shared definitions for control signals, data types, port connections, and execution feedback.</a:t>
            </a:r>
          </a:p>
          <a:p>
            <a:r>
              <a:rPr lang="en-US"/>
              <a:t/>
            </a:r>
          </a:p>
          <a:p>
            <a:r>
              <a:rPr lang="en-US"/>
              <a:t>In the diagram, the workflow is on the left, device resources are on the right, and constraints are at the bottom. A workflow node is first bound to a resource capability. During execution, it sends a request, and the resource model returns state and data. Capability binding and execution requests are shown separately to distinguish a relationship established in the model from an interaction that occurs at runtime. Constraints observe both node context and device state and return response actions through the model interfaces.</a:t>
            </a:r>
          </a:p>
          <a:p>
            <a:r>
              <a:rPr lang="en-US"/>
              <a:t/>
            </a:r>
          </a:p>
          <a:p>
            <a:r>
              <a:rPr lang="en-US"/>
              <a:t>The framework defines both the objects used to represent a laboratory and the interactions between those objects. The devices and task logic of a specific laboratory are expressed in models, and the common mechanism executes them according to these semantics. I will now expand the resource layer to show how a device object represents both its capabilities and its operating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The resource layer represents devices as device object models. The stacked outlines indicate that multiple device objects can be organized in this layer. One object is expanded to show its two components: a capability model and a state machine.</a:t>
            </a:r>
          </a:p>
          <a:p>
            <a:r>
              <a:rPr lang="en-US"/>
              <a:t/>
            </a:r>
          </a:p>
          <a:p>
            <a:r>
              <a:rPr lang="en-US"/>
              <a:t>The capability model describes what the device can do. It defines device attributes, available capabilities, operation parameters and interfaces, the Adapter mapping contract, and intrinsic constraints. For example, a reactor provides a heating capability. Temperature is one of its attributes, and a heating request specifies a target temperature. The capability model supplies the operation definitions and the mapping contract to the state machine. The state machine uses that contract to generate a command in the format agreed with the Adapter. The Adapter then maps the received command to instructions in the physical device's protocol.</a:t>
            </a:r>
          </a:p>
          <a:p>
            <a:r>
              <a:rPr lang="en-US"/>
              <a:t/>
            </a:r>
          </a:p>
          <a:p>
            <a:r>
              <a:rPr lang="en-US"/>
              <a:t>The state machine describes how a request is executed. It receives control signals and checks the capability requirements and current state to determine whether an operation is allowed. It applies the relevant state transitions and actions, then sends a command through its output interface. During execution, device events and measurements return through the interfaces and update the model's state and attributes. Intrinsic constraints are handled locally through the device capability definitions and state rules.</a:t>
            </a:r>
          </a:p>
          <a:p>
            <a:r>
              <a:rPr lang="en-US"/>
              <a:t/>
            </a:r>
          </a:p>
          <a:p>
            <a:r>
              <a:rPr lang="en-US"/>
              <a:t>The device model therefore describes both device capabilities and the control process. Requests from people, workflows, and LLMs all enter through the device model and follow the same rules. Next, I will explain how these device operations are organized into a complete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A workflow first organizes the steps and data dependencies of the entire task. At the top of the diagram, the preceding node, the current node, and the subsequent node are connected through interfaces that govern task progression. One execution node is expanded below. It can bind to a device capability and send operation requests to the device model.</a:t>
            </a:r>
          </a:p>
          <a:p>
            <a:r>
              <a:rPr lang="en-US"/>
              <a:t/>
            </a:r>
          </a:p>
          <a:p>
            <a:r>
              <a:rPr lang="en-US"/>
              <a:t>The components within a node work together as one unit. The variable space stores task variables and links the required device data through attribute mappings. The node lifecycle describes its current execution stage and result. Control interfaces carry signals such as activation, execution, and termination. Data ports define input and output data relationships. Triggers read variables, interface signals, and lifecycle state. When their conditions hold, they update variables or state and send the appropriate signals.</a:t>
            </a:r>
          </a:p>
          <a:p>
            <a:r>
              <a:rPr lang="en-US"/>
              <a:t/>
            </a:r>
          </a:p>
          <a:p>
            <a:r>
              <a:rPr lang="en-US"/>
              <a:t>Together, these components express task logic. For example, a heating node receives an activation signal from its predecessor and issues a heating request when its preconditions are satisfied. As temperature feedback enters the variable space, triggers evaluate the completion conditions. The node completes and sends an activation signal to the next step only when these conditions hold and continued execution is allowed. Receiving feedback does not by itself mean that the node has completed.</a:t>
            </a:r>
          </a:p>
          <a:p>
            <a:r>
              <a:rPr lang="en-US"/>
              <a:t/>
            </a:r>
          </a:p>
          <a:p>
            <a:r>
              <a:rPr lang="en-US"/>
              <a:t>Task logic is thus expressed in the model through variable spaces, lifecycles, interfaces, and trigger rules. The execution mechanism runs according to those definitions. The next slide shows how resources and tasks are observed together during execution and how violations are handled.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The constraint layer concerns whether execution stays within the allowed limits. The workflow provides node lifecycle information, task variables, and execution context. The resource layer provides device state, attributes, and measurements. Information from both sides enters the observation space for evaluation by the constraint rules.</a:t>
            </a:r>
          </a:p>
          <a:p>
            <a:r>
              <a:rPr lang="en-US"/>
              <a:t/>
            </a:r>
          </a:p>
          <a:p>
            <a:r>
              <a:rPr lang="en-US"/>
              <a:t>The bottom of the diagram shows the observation space, constraint rules, and response actions. Rules evaluate conditions using the current device state and task stage. When a rule is triggered, the response may be a device action, a warning, an alarm, or a task abort. The return arrows connect to workflow or resource-model interfaces, showing that these actions are executed within the existing model mechanism. Device-related actions are issued by the state machine through the Adapter. Task-related actions are handled by the node mechanism.</a:t>
            </a:r>
          </a:p>
          <a:p>
            <a:r>
              <a:rPr lang="en-US"/>
              <a:t/>
            </a:r>
          </a:p>
          <a:p>
            <a:r>
              <a:rPr lang="en-US"/>
              <a:t>We distinguish three types of constraints. Intrinsic constraints belong to device capabilities and state rules and are handled locally by the device state machine. Laboratory-wide constraints provide baseline rules that continuously monitor laboratory operation. Task constraints apply during execution of a specific task. The constraint layer shown here focuses on cross-layer observation and response for the latter two types.</a:t>
            </a:r>
          </a:p>
          <a:p>
            <a:r>
              <a:rPr lang="en-US"/>
              <a:t/>
            </a:r>
          </a:p>
          <a:p>
            <a:r>
              <a:rPr lang="en-US"/>
              <a:t>The constraint layer is not a serial forwarding stage for requests. It continuously observes execution and returns response actions when needed. We have now described execution objects, task processes, and boundary rules. Next, I will connect these models through a concrete execution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This slide explains how the models work together to execute a device operation. On the left, the workflow organizes task steps horizontally. A device operation proceeds vertically through the device model, the Adapter, and the physical device. Execution signals and control commands travel downward. Device state and data travel upward.</a:t>
            </a:r>
          </a:p>
          <a:p>
            <a:r>
              <a:rPr lang="en-US"/>
              <a:t/>
            </a:r>
          </a:p>
          <a:p>
            <a:r>
              <a:rPr lang="en-US"/>
              <a:t>On the right, one workflow node and its corresponding device execution unit are expanded. The node's triggers read variables, interface signals, and lifecycle state. When the conditions hold, the node sends a control request with operation parameters. The capability model provides operation definitions and the Adapter mapping contract to the device state machine. The state machine handles the request using the current state, performs the state transition and its actions, and uses the contract to generate an upper-level control command in the agreed format. It then sends that command to the Adapter through its output interface. The Adapter maps the received upper-level command to instructions in the device protocol, which the physical device executes.</a:t>
            </a:r>
          </a:p>
          <a:p>
            <a:r>
              <a:rPr lang="en-US"/>
              <a:t/>
            </a:r>
          </a:p>
          <a:p>
            <a:r>
              <a:rPr lang="en-US"/>
              <a:t>Feedback returns through the corresponding interfaces. The Adapter converts device data into events or telemetry. The device model updates its state and attributes, and the node receives execution status and the data it needs. Whether the node completes or activates the next step is still determined by its trigger conditions and actions. Constraints observe resource state and task context and act through node or state-machine interfaces when required.</a:t>
            </a:r>
          </a:p>
          <a:p>
            <a:r>
              <a:rPr lang="en-US"/>
              <a:t/>
            </a:r>
          </a:p>
          <a:p>
            <a:r>
              <a:rPr lang="en-US"/>
              <a:t>This brings us back to the background question. The diagram shows a request initiated by a workflow. A person or an LLM can also request a device capability directly, without first using a workflow node. However, every such request must enter the device model and reach the Adapter through its state machine. Different sources of intent share capability definitions, state rules, feedback interfaces, and constraint responses. They cannot bypass the model to control the physical device directly.</a:t>
            </a:r>
          </a:p>
          <a:p>
            <a:r>
              <a:rPr lang="en-US"/>
              <a:t/>
            </a:r>
          </a:p>
          <a:p>
            <a:r>
              <a:rPr lang="en-US"/>
              <a:t>This connects the framework's modeling structure with its execution semantics. Next, I will illustrate a complete execution using a reactor-heating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This slide first identifies the implementation and then shows the task sequence. In the SmartLab 2.0 prototype, workflow and state machine engines execute the models, and an MQTT Adapter handles device communication. The reactor resource model defines its heating capability, device attributes, and state machine. The heating node binds to that capability, stores task parameters, and defines its start and completion conditions. The constraint model specifies the rules that apply during execution.</a:t>
            </a:r>
          </a:p>
          <a:p>
            <a:r>
              <a:rPr lang="en-US"/>
              <a:t/>
            </a:r>
          </a:p>
          <a:p>
            <a:r>
              <a:rPr lang="en-US"/>
              <a:t>Read the sequence from top to bottom. First, the heating node sends a request with parameters. The device state machine checks the request and its current state. It handles the request according to the model rules and generates a heating command in the format defined by the Adapter mapping contract. The Adapter then maps that command to a device instruction and sends it to the reactor.</a:t>
            </a:r>
          </a:p>
          <a:p>
            <a:r>
              <a:rPr lang="en-US"/>
              <a:t/>
            </a:r>
          </a:p>
          <a:p>
            <a:r>
              <a:rPr lang="en-US"/>
              <a:t>The loop represents continuous feedback. The reactor returns temperature and operating status. After conversion by the Adapter, this feedback updates the device model and provides execution status and relevant data to the node. At the same time, resource state and node execution context are observed by the constraint layer. Feedback may arrive repeatedly, and each update can update the model and trigger condition evaluation.</a:t>
            </a:r>
          </a:p>
          <a:p>
            <a:r>
              <a:rPr lang="en-US"/>
              <a:t/>
            </a:r>
          </a:p>
          <a:p>
            <a:r>
              <a:rPr lang="en-US"/>
              <a:t>The lower branches distinguish normal progression from an exception example. When completion conditions are met and continued execution is allowed, the node completes and sends a signal to activate the next step. If a temperature violation or device fault triggers a stop or abort rule, the device is handled through the state-machine interface, and the task is handled through the node interface. This exception branch illustrates stop and abort rules. Other actions, including warnings and alarms, follow their respective rule definitions.</a:t>
            </a:r>
          </a:p>
          <a:p>
            <a:r>
              <a:rPr lang="en-US"/>
              <a:t/>
            </a:r>
          </a:p>
          <a:p>
            <a:r>
              <a:rPr lang="en-US"/>
              <a:t>Requests, execution, feedback, completion checks, and exception handling all follow interactions defined in the models. We can now consider how the same path supports a simulation feedback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The focus of this slide is using simulation feedback to revise an experimental plan while keeping the device execution path consistent. On the left, the LLM may generate a workflow model that organizes the steps, or it may directly issue a control request for a device. Both routes enter the device model and reach the Adapter through the state machine. The workflow participates when needed. The device model is the shared entry point.</a:t>
            </a:r>
          </a:p>
          <a:p>
            <a:r>
              <a:rPr lang="en-US"/>
              <a:t/>
            </a:r>
          </a:p>
          <a:p>
            <a:r>
              <a:rPr lang="en-US"/>
              <a:t>Simulation takes place inside the Adapter. At the start of a simulation, the Adapter creates a virtual device instance corresponding to the physical device instance. The same virtual instance is used throughout that simulation run. It receives commands, evolves its simulated state, and returns simulated measurements and operating status. It therefore supports successive operations and the state changes that connect them.</a:t>
            </a:r>
          </a:p>
          <a:p>
            <a:r>
              <a:rPr lang="en-US"/>
              <a:t/>
            </a:r>
          </a:p>
          <a:p>
            <a:r>
              <a:rPr lang="en-US"/>
              <a:t>The upper-level system processes these returns as device data. The device model updates its state and attributes. If the task includes a workflow, the nodes receive data, evaluate trigger conditions, and advance as usual. Constraints also evaluate resource state and task context in the usual way. State, data, and constraint results form the execution feedback returned to the LLM. The arrow back to the LLM and the loop within it represent the LLM using this feedback to revise steps, parameters, or control requests, then simulating again through the same path. This is the simulation feedback loop for optimizing experimental plans.</a:t>
            </a:r>
          </a:p>
          <a:p>
            <a:r>
              <a:rPr lang="en-US"/>
              <a:t/>
            </a:r>
          </a:p>
          <a:p>
            <a:r>
              <a:rPr lang="en-US"/>
              <a:t>After simulation has been completed and the results have been confirmed acceptable, the host system initiates hardware execution and selects the Adapter's hardware mode. The Adapter follows the selected mode. It does not decide whether the simulation has passed, and it does not initiate hardware execution on its own. Only hardware mode connects to the physical device. It maps commands, sends device instructions, and converts real feedback.</a:t>
            </a:r>
          </a:p>
          <a:p>
            <a:r>
              <a:rPr lang="en-US"/>
              <a:t/>
            </a:r>
          </a:p>
          <a:p>
            <a:r>
              <a:rPr lang="en-US"/>
              <a:t>Simulation and hardware execution share the upper-level models, state rules, and feedback interfaces. The difference is whether commands act on the virtual instance inside the Adapter or reach the physical device through hardware mode. First optimizing the plan through simulation and then initiating hardware execution keeps LLM device control within the shared execution rules and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xmlns:p="http://schemas.openxmlformats.org/presentationml/2006/main" xmlns:a="http://schemas.openxmlformats.org/drawingml/2006/main">
          <a:bodyPr xmlns:a="http://schemas.openxmlformats.org/drawingml/2006/main"/>
          <a:lstStyle xmlns:a="http://schemas.openxmlformats.org/drawingml/2006/main"/>
          <a:p>
            <a:r>
              <a:rPr lang="en-US"/>
              <a:t>There are three main points. First, unified modeling: resources, workflows, and constraints describe the laboratory's execution objects, task processes, and operating rules, with interactions connected through a cross-layer protocol. Second, explicit semantics: variable spaces, lifecycles, interfaces, triggers, and state machines explain at the model level how tasks progress, how data is linked, and how devices respond. Third, a shared execution path: device requests from people, workflows, and LLMs use the same device models and Adapter mechanism, which also provides the basis for the simulation feedback loop.</a:t>
            </a:r>
          </a:p>
          <a:p>
            <a:r>
              <a:rPr lang="en-US"/>
              <a:t/>
            </a:r>
          </a:p>
          <a:p>
            <a:r>
              <a:rPr lang="en-US"/>
              <a:t>The system has an explicit modeling language and execution semantics. The devices and task logic of a specific laboratory are expressed in models. A common execution mechanism runs according to the structures, states, and rules defined in those models. This explains both which objects make up the system and, through their interactions, why an operation occurs, how far it has progressed, and what determines its next step.</a:t>
            </a:r>
          </a:p>
          <a:p>
            <a:r>
              <a:rPr lang="en-US"/>
              <a:t/>
            </a:r>
          </a:p>
          <a:p>
            <a:r>
              <a:rPr lang="en-US"/>
              <a:t>This answers the execution-boundary question raised at the beginning. An LLM may propose plans and control requests, while their execution is always handled by the shared model, state, and constraint mechanisms.</a:t>
            </a:r>
          </a:p>
          <a:p>
            <a:r>
              <a:rPr lang="en-US"/>
              <a:t/>
            </a:r>
          </a:p>
          <a:p>
            <a:r>
              <a:rPr lang="en-US"/>
              <a:t>Thank you for your attention. Questions are welcome.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fdeaa905f644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7f312995344b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5046b38d7a4e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a0c1cb453c4f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f089930e3f4b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61915fdcea45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ad685b182c14e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59ce4c344ee4bf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f60c7a9a8444f0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5ce93b4dfdf4a3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cbeb594b82c442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2142A7-5F84-4862-B277-3DEC3706324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C89FCA4-E027-4A4D-AB6E-A9118AB6070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A5D13F1-D4EC-47FB-B750-A85CDE5C9C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CA7D6CC-BF3E-4421-A508-C7131BF9C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CD8E456-27C4-4BE2-B670-28B73F9EA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794914-4DFC-4C3F-8B6D-D3E49E096C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C590AE-1910-4C30-8DFC-7A2D97998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A607F8-7806-43CB-8145-793DC2B292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F4EDF4F0-2926-42B6-AD2A-965F803D00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C22AC8-B416-4BBC-8264-A0B9504E5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9F2719-2181-4391-BB41-8C745B3220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BE65AD8-AE07-4933-B126-3F64732C467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422BBA-7F99-4DE1-A703-019E600EB9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E27E9BA-95EB-4BB6-B0A8-1B8B9A4BF2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92EDAF-74AC-47BC-A17C-FC5C22992D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7DD261-6377-4822-9264-DA70A4DC13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24EF40-F8F7-47CE-AF7E-E062EA053CA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A82B276-1A73-44BC-86F6-5F15B7E4484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F57C6E9-DE1D-4C9B-B0E6-72716EEC52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17B66CFE-1FF7-4434-B08E-9E4313FE56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CE49325-0FCE-406F-9120-A8DDA45456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B607AD-6807-4FA7-A6F6-D5DFCAB495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654C6F-7B2D-4BFA-ABB4-B8CCA104A25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BB0BF7-1360-40E4-A1A4-A1C5B1AE8B9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229D0BC-3143-45B5-A257-BBD6303BA31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2A6B88B-15FE-483C-92A5-C757B558C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E2E7DC-EB32-4415-A251-6D08A2CA68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F3F8E3A4-9467-4ABD-B084-1637287816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21DF7-2964-4C0C-94BE-95B54BCCE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C30B3-13AA-4ED2-87BC-89CD915B56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A0A9B4B-EF90-4B91-B46B-C0F68011A7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61F4B927-286D-4149-9C35-CFE2C0973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ADC26339-A3BE-4369-A799-10550A4675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FC525CD-D021-4583-B967-624DD280C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C2A8DF7B-735A-4F5A-8FEE-CF3FDAA33A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A4B8E07-B916-4A4F-8433-2D8F3237F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263CA-5555-4617-8127-AC9944B51F3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F3EE63-2471-4918-AC84-FA171229B34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C7DB03B-2F6C-4D43-89EF-86EA548D77D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682DC5-3B16-4F10-8078-11B2D1D14C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B2D3B9B2-0F3F-4D97-BE53-106651098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546E0BA-0A37-4253-B96D-6A2F3BEA68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AB3B70-FB2D-482E-8591-F37B0BFCD8E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45A7933-A8B5-4B0C-AA17-B684A4C37B1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FBB7A50-0CB4-437B-8FB6-317F17C84AC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AF6104-F8AF-42C2-8F61-326EBF90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C271AB00-41DB-4785-947E-A40948D95D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24C1B58-9AE0-4949-AF91-527EA2BD1A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A6647E-7959-4D74-9042-A3D82E84E4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187F3B4-E59B-4EE5-8A64-1DDCB78EB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99857DB-81ED-4EDE-8321-48AF502FB8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A05CABE-FDA7-4F2F-934E-37B502BB24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32367C2-BF96-4856-8B5D-6C1D4A2BD7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6301357-13F5-4611-B368-149F6A59D6D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06F334-5DC8-4A1A-B680-34AE8C718A6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6F9847-16BE-44EF-B234-5F95BB514B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B99FC7F5-5131-4CB3-92F6-9BD7DAAF07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C34443C-F02C-42A6-BE8A-14B9C6D443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7af2bf4d8748a5" /><Relationship Type="http://schemas.openxmlformats.org/officeDocument/2006/relationships/slideLayout" Target="/ppt/slideLayouts/slideLayout1.xml" Id="R4d5674bee0cd4537" /><Relationship Type="http://schemas.openxmlformats.org/officeDocument/2006/relationships/slideLayout" Target="/ppt/slideLayouts/slideLayout2.xml" Id="Re3834919827b4109" /><Relationship Type="http://schemas.openxmlformats.org/officeDocument/2006/relationships/slideLayout" Target="/ppt/slideLayouts/slideLayout3.xml" Id="R9ba9396dc19f4308" /><Relationship Type="http://schemas.openxmlformats.org/officeDocument/2006/relationships/slideLayout" Target="/ppt/slideLayouts/slideLayout4.xml" Id="Ra5e235bf5b544cbf" /><Relationship Type="http://schemas.openxmlformats.org/officeDocument/2006/relationships/slideLayout" Target="/ppt/slideLayouts/slideLayout5.xml" Id="R385f91bcc81e4f4a" /><Relationship Type="http://schemas.openxmlformats.org/officeDocument/2006/relationships/slideLayout" Target="/ppt/slideLayouts/slideLayout6.xml" Id="R6c62a23aa7f24c33" /><Relationship Type="http://schemas.openxmlformats.org/officeDocument/2006/relationships/slideLayout" Target="/ppt/slideLayouts/slideLayout7.xml" Id="Rf6b8ce3adf8e41b8" /><Relationship Type="http://schemas.openxmlformats.org/officeDocument/2006/relationships/slideLayout" Target="/ppt/slideLayouts/slideLayout8.xml" Id="R1e567764f7624e51" /><Relationship Type="http://schemas.openxmlformats.org/officeDocument/2006/relationships/slideLayout" Target="/ppt/slideLayouts/slideLayout9.xml" Id="Rb749acd4d8e44b58" /><Relationship Type="http://schemas.openxmlformats.org/officeDocument/2006/relationships/slideLayout" Target="/ppt/slideLayouts/slideLayout10.xml" Id="Rf8901d389a424071" /><Relationship Type="http://schemas.openxmlformats.org/officeDocument/2006/relationships/slideLayout" Target="/ppt/slideLayouts/slideLayout11.xml" Id="R1eafc402689c43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E93813-9FCD-4F97-BA18-C5AAE6B8BBD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9D70CD-6A3F-4A2A-A693-484DB88342A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010621A-ECF9-4D5D-82E2-F3B892C2ECD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ABCD272-ED74-4E8B-89D3-35F041918D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A3C692-281D-4D4E-818F-1E592C23A34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674bee0cd4537"/>
    <p:sldLayoutId xmlns:r="http://schemas.openxmlformats.org/officeDocument/2006/relationships" id="2147483650" r:id="Re3834919827b4109"/>
    <p:sldLayoutId xmlns:r="http://schemas.openxmlformats.org/officeDocument/2006/relationships" id="2147483651" r:id="R9ba9396dc19f4308"/>
    <p:sldLayoutId xmlns:r="http://schemas.openxmlformats.org/officeDocument/2006/relationships" id="2147483652" r:id="Ra5e235bf5b544cbf"/>
    <p:sldLayoutId xmlns:r="http://schemas.openxmlformats.org/officeDocument/2006/relationships" id="2147483653" r:id="R385f91bcc81e4f4a"/>
    <p:sldLayoutId xmlns:r="http://schemas.openxmlformats.org/officeDocument/2006/relationships" id="2147483654" r:id="R6c62a23aa7f24c33"/>
    <p:sldLayoutId xmlns:r="http://schemas.openxmlformats.org/officeDocument/2006/relationships" id="2147483655" r:id="Rf6b8ce3adf8e41b8"/>
    <p:sldLayoutId xmlns:r="http://schemas.openxmlformats.org/officeDocument/2006/relationships" id="2147483656" r:id="R1e567764f7624e51"/>
    <p:sldLayoutId xmlns:r="http://schemas.openxmlformats.org/officeDocument/2006/relationships" id="2147483657" r:id="Rb749acd4d8e44b58"/>
    <p:sldLayoutId xmlns:r="http://schemas.openxmlformats.org/officeDocument/2006/relationships" id="2147483658" r:id="Rf8901d389a424071"/>
    <p:sldLayoutId xmlns:r="http://schemas.openxmlformats.org/officeDocument/2006/relationships" id="2147483659" r:id="R1eafc402689c4365"/>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2904edacf92430f" /><Relationship Type="http://schemas.openxmlformats.org/officeDocument/2006/relationships/notesSlide" Target="/ppt/notesSlides/notesSlide1.xml" Id="R40d1a57804ad4f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601c880c7b5467f" /><Relationship Type="http://schemas.openxmlformats.org/officeDocument/2006/relationships/notesSlide" Target="/ppt/notesSlides/notesSlide2.xml" Id="R4a5051c5cc6f4f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c3e991213274aaa" /><Relationship Type="http://schemas.openxmlformats.org/officeDocument/2006/relationships/notesSlide" Target="/ppt/notesSlides/notesSlide3.xml" Id="R9d84eba966e143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3035afe7951497a" /><Relationship Type="http://schemas.openxmlformats.org/officeDocument/2006/relationships/notesSlide" Target="/ppt/notesSlides/notesSlide4.xml" Id="R26577538b96242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ec6a9b0459a49be" /><Relationship Type="http://schemas.openxmlformats.org/officeDocument/2006/relationships/notesSlide" Target="/ppt/notesSlides/notesSlide5.xml" Id="R8057b1b9da5e4b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eac113b025c421d" /><Relationship Type="http://schemas.openxmlformats.org/officeDocument/2006/relationships/notesSlide" Target="/ppt/notesSlides/notesSlide6.xml" Id="Rf338f093c9cc4d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73f06cc366146da" /><Relationship Type="http://schemas.openxmlformats.org/officeDocument/2006/relationships/notesSlide" Target="/ppt/notesSlides/notesSlide7.xml" Id="R75fbadfff3c741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62a75c7fbdc43fb" /><Relationship Type="http://schemas.openxmlformats.org/officeDocument/2006/relationships/notesSlide" Target="/ppt/notesSlides/notesSlide8.xml" Id="Rcf7e372542024c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8d8bdc71b094d9b" /><Relationship Type="http://schemas.openxmlformats.org/officeDocument/2006/relationships/notesSlide" Target="/ppt/notesSlides/notesSlide9.xml" Id="R1ae248a0db1448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849927f2367d4dc7" /><Relationship Type="http://schemas.openxmlformats.org/officeDocument/2006/relationships/notesSlide" Target="/ppt/notesSlides/notesSlide10.xml" Id="Rf7d14c40cf0947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c75114aa13f4922" /><Relationship Type="http://schemas.openxmlformats.org/officeDocument/2006/relationships/notesSlide" Target="/ppt/notesSlides/notesSlide11.xml" Id="R4ac77de899c1456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126B61-7F67-4F38-99FD-DEA9981782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6044A0D-DF0D-4EAA-8111-55C67E7679E9}"/>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6F4465B-16B1-40D1-B29C-23383576B1EA}"/>
              </a:ext>
            </a:extLst>
          </p:cNvPr>
          <p:cNvSpPr>
            <a:spLocks xmlns:a="http://schemas.openxmlformats.org/drawingml/2006/main" noGrp="1"/>
          </p:cNvSpPr>
          <p:nvPr/>
        </p:nvSpPr>
        <p:spPr>
          <a:xfrm xmlns:a="http://schemas.openxmlformats.org/drawingml/2006/main">
            <a:off x="762000" y="1743075"/>
            <a:ext cx="10668000" cy="138112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A Task-Oriented Executable Modeling</a:t>
            </a:r>
          </a:p>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Framework for Smart Chemical Laboratories</a:t>
            </a:r>
          </a:p>
        </p:txBody>
      </p:sp>
      <p:sp>
        <p:nvSpPr>
          <p:cNvPr id="5" name="TextBox 4">
            <a:extLst xmlns:a="http://schemas.openxmlformats.org/drawingml/2006/main">
              <a:ext uri="{FF2B5EF4-FFF2-40B4-BE49-F238E27FC236}">
                <a16:creationId xmlns:a16="http://schemas.microsoft.com/office/drawing/2014/main" id="{12078455-79B5-479E-B9B5-F7DDCEE0A628}"/>
              </a:ext>
            </a:extLst>
          </p:cNvPr>
          <p:cNvSpPr>
            <a:spLocks xmlns:a="http://schemas.openxmlformats.org/drawingml/2006/main" noGrp="1"/>
          </p:cNvSpPr>
          <p:nvPr/>
        </p:nvSpPr>
        <p:spPr>
          <a:xfrm xmlns:a="http://schemas.openxmlformats.org/drawingml/2006/main">
            <a:off x="762000" y="3476625"/>
            <a:ext cx="10668000" cy="381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B4CCE4"/>
                </a:solidFill>
                <a:latin typeface="微软雅黑"/>
                <a:ea typeface="微软雅黑"/>
                <a:cs typeface="微软雅黑"/>
              </a:defRPr>
            </a:pPr>
            <a:r>
              <a:rPr sz="1725" b="0">
                <a:solidFill>
                  <a:srgbClr val="B4CCE4"/>
                </a:solidFill>
                <a:latin typeface="微软雅黑"/>
                <a:ea typeface="微软雅黑"/>
                <a:cs typeface="微软雅黑"/>
              </a:rPr>
              <a:t>Beijing Information Science and Technology University</a:t>
            </a:r>
          </a:p>
        </p:txBody>
      </p:sp>
      <p:sp>
        <p:nvSpPr>
          <p:cNvPr id="6" name="TextBox 5">
            <a:extLst xmlns:a="http://schemas.openxmlformats.org/drawingml/2006/main">
              <a:ext uri="{FF2B5EF4-FFF2-40B4-BE49-F238E27FC236}">
                <a16:creationId xmlns:a16="http://schemas.microsoft.com/office/drawing/2014/main" id="{DDBA3378-982A-4B4C-A3F4-F8FBB3FBB17E}"/>
              </a:ext>
            </a:extLst>
          </p:cNvPr>
          <p:cNvSpPr>
            <a:spLocks xmlns:a="http://schemas.openxmlformats.org/drawingml/2006/main" noGrp="1"/>
          </p:cNvSpPr>
          <p:nvPr/>
        </p:nvSpPr>
        <p:spPr>
          <a:xfrm xmlns:a="http://schemas.openxmlformats.org/drawingml/2006/main">
            <a:off x="762000" y="4238625"/>
            <a:ext cx="10668000" cy="371475"/>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725" b="0">
                <a:solidFill>
                  <a:srgbClr val="FFFFFF"/>
                </a:solidFill>
                <a:latin typeface="微软雅黑"/>
                <a:ea typeface="微软雅黑"/>
                <a:cs typeface="微软雅黑"/>
              </a:defRPr>
            </a:pPr>
            <a:r>
              <a:rPr sz="1725" b="0">
                <a:solidFill>
                  <a:srgbClr val="FFFFFF"/>
                </a:solidFill>
                <a:latin typeface="微软雅黑"/>
                <a:ea typeface="微软雅黑"/>
                <a:cs typeface="微软雅黑"/>
              </a:rPr>
              <a:t>Presenter: Tao Yu    Corresponding author: Chun Zhao</a:t>
            </a:r>
          </a:p>
        </p:txBody>
      </p:sp>
      <p:sp>
        <p:nvSpPr>
          <p:cNvPr id="7" name="TextBox 6">
            <a:extLst xmlns:a="http://schemas.openxmlformats.org/drawingml/2006/main">
              <a:ext uri="{FF2B5EF4-FFF2-40B4-BE49-F238E27FC236}">
                <a16:creationId xmlns:a16="http://schemas.microsoft.com/office/drawing/2014/main" id="{81B53B6C-55F0-4AD3-92A1-606B766A3258}"/>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600" b="0">
                <a:solidFill>
                  <a:srgbClr val="B8D0E8"/>
                </a:solidFill>
                <a:latin typeface="微软雅黑"/>
                <a:ea typeface="微软雅黑"/>
                <a:cs typeface="微软雅黑"/>
              </a:defRPr>
            </a:pPr>
            <a:r>
              <a:rPr sz="1600" b="0">
                <a:solidFill>
                  <a:srgbClr val="B8D0E8"/>
                </a:solidFill>
                <a:latin typeface="微软雅黑"/>
                <a:ea typeface="微软雅黑"/>
                <a:cs typeface="微软雅黑"/>
              </a:rPr>
              <a:t>EUROSIM 2026, Genoa, Italy</a:t>
            </a:r>
          </a:p>
        </p:txBody>
      </p:sp>
    </p:spTree>
    <p:extLst>
      <p:ext uri="{BB962C8B-B14F-4D97-AF65-F5344CB8AC3E}">
        <p14:creationId xmlns:p14="http://schemas.microsoft.com/office/powerpoint/2010/main" val="14302347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962FA-CCCE-4529-921E-D905A1A131D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B1D9B3-BB0B-4F9C-A93A-E0787A6EF48F}"/>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  Outline</a:t>
            </a:r>
          </a:p>
        </p:txBody>
      </p:sp>
      <p:sp>
        <p:nvSpPr>
          <p:cNvPr id="4" name="TextBox 3">
            <a:extLst xmlns:a="http://schemas.openxmlformats.org/drawingml/2006/main">
              <a:ext uri="{FF2B5EF4-FFF2-40B4-BE49-F238E27FC236}">
                <a16:creationId xmlns:a16="http://schemas.microsoft.com/office/drawing/2014/main" id="{E227453A-8EF3-4DB8-8B1D-BFC99D9684FF}"/>
              </a:ext>
            </a:extLst>
          </p:cNvPr>
          <p:cNvSpPr>
            <a:spLocks xmlns:a="http://schemas.openxmlformats.org/drawingml/2006/main" noGrp="1"/>
          </p:cNvSpPr>
          <p:nvPr/>
        </p:nvSpPr>
        <p:spPr>
          <a:xfrm xmlns:a="http://schemas.openxmlformats.org/drawingml/2006/main">
            <a:off x="731520" y="1280160"/>
            <a:ext cx="10515600" cy="302006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lang="en-US">
                <a:solidFill>
                  <a:srgbClr val="2D2D2D"/>
                </a:solidFill>
                <a:latin typeface="微软雅黑"/>
                <a:ea typeface="微软雅黑"/>
                <a:cs typeface="微软雅黑"/>
              </a:rPr>
              <a:t>• Background and problem</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lang="en-US">
                <a:solidFill>
                  <a:srgbClr val="2D2D2D"/>
                </a:solidFill>
                <a:latin typeface="微软雅黑"/>
                <a:ea typeface="微软雅黑"/>
                <a:cs typeface="微软雅黑"/>
              </a:rPr>
              <a:t>• Unified modeling framework</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lang="en-US">
                <a:solidFill>
                  <a:srgbClr val="2D2D2D"/>
                </a:solidFill>
                <a:latin typeface="微软雅黑"/>
                <a:ea typeface="微软雅黑"/>
                <a:cs typeface="微软雅黑"/>
              </a:rPr>
              <a:t>• Key execution mechanism</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lang="en-US">
                <a:solidFill>
                  <a:srgbClr val="2D2D2D"/>
                </a:solidFill>
                <a:latin typeface="微软雅黑"/>
                <a:ea typeface="微软雅黑"/>
                <a:cs typeface="微软雅黑"/>
              </a:rPr>
              <a:t>• Implementation and case study</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lang="en-US">
                <a:solidFill>
                  <a:srgbClr val="2D2D2D"/>
                </a:solidFill>
                <a:latin typeface="微软雅黑"/>
                <a:ea typeface="微软雅黑"/>
                <a:cs typeface="微软雅黑"/>
              </a:rPr>
              <a:t>• Extension and outlook</a:t>
            </a:r>
          </a:p>
          <a:p>
            <a:pPr algn="l">
              <a:lnSpc>
                <a:spcPct val="104000"/>
              </a:lnSpc>
              <a:spcBef>
                <a:spcPts val="0"/>
              </a:spcBef>
              <a:spcAft>
                <a:spcPts val="0"/>
              </a:spcAft>
              <a:buNone/>
              <a:defRPr sz="2200" b="0">
                <a:solidFill>
                  <a:srgbClr val="2D2D2D"/>
                </a:solidFill>
                <a:latin typeface="微软雅黑"/>
                <a:ea typeface="微软雅黑"/>
                <a:cs typeface="微软雅黑"/>
              </a:defRPr>
            </a:pPr>
            <a:r>
              <a:rPr sz="2200" b="0" lang="en-US">
                <a:solidFill>
                  <a:srgbClr val="2D2D2D"/>
                </a:solidFill>
                <a:latin typeface="微软雅黑"/>
                <a:ea typeface="微软雅黑"/>
                <a:cs typeface="微软雅黑"/>
              </a:rPr>
              <a:t>• Conclusions</a:t>
            </a:r>
          </a:p>
        </p:txBody>
      </p:sp>
      <p:sp>
        <p:nvSpPr>
          <p:cNvPr id="5" name="TextBox 4">
            <a:extLst xmlns:a="http://schemas.openxmlformats.org/drawingml/2006/main">
              <a:ext uri="{FF2B5EF4-FFF2-40B4-BE49-F238E27FC236}">
                <a16:creationId xmlns:a16="http://schemas.microsoft.com/office/drawing/2014/main" id="{CBF16ABE-79AA-4FE7-AE2D-5C35F45FD980}"/>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725" b="1">
                <a:solidFill>
                  <a:srgbClr val="1C3C5D"/>
                </a:solidFill>
                <a:latin typeface="微软雅黑"/>
                <a:ea typeface="微软雅黑"/>
                <a:cs typeface="微软雅黑"/>
              </a:defRPr>
            </a:pPr>
            <a:r>
              <a:rPr sz="1725" b="1" lang="en-US">
                <a:solidFill>
                  <a:srgbClr val="1C3C5D"/>
                </a:solidFill>
                <a:latin typeface="微软雅黑"/>
                <a:ea typeface="微软雅黑"/>
                <a:cs typeface="微软雅黑"/>
              </a:rPr>
              <a:t>Why unified modeling is needed, and how the models run along a shared execution path.</a:t>
            </a:r>
          </a:p>
        </p:txBody>
      </p:sp>
      <p:sp>
        <p:nvSpPr>
          <p:cNvPr id="6" name="TextBox 5">
            <a:extLst xmlns:a="http://schemas.openxmlformats.org/drawingml/2006/main">
              <a:ext uri="{FF2B5EF4-FFF2-40B4-BE49-F238E27FC236}">
                <a16:creationId xmlns:a16="http://schemas.microsoft.com/office/drawing/2014/main" id="{7613995F-F4E4-49D1-BA3C-6003C607767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1AAAA85E-C96F-42D8-B680-C64A06FAB7C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1/10</a:t>
            </a:r>
          </a:p>
        </p:txBody>
      </p:sp>
    </p:spTree>
    <p:extLst>
      <p:ext uri="{BB962C8B-B14F-4D97-AF65-F5344CB8AC3E}">
        <p14:creationId xmlns:p14="http://schemas.microsoft.com/office/powerpoint/2010/main" val="476864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D2D7CE7-37DA-426D-9D04-EB4888EFB27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B629209-1CA3-4A87-95E6-2EFFF62574B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850" b="1">
                <a:solidFill>
                  <a:srgbClr val="FFFFFF"/>
                </a:solidFill>
                <a:latin typeface="微软雅黑"/>
                <a:ea typeface="微软雅黑"/>
                <a:cs typeface="微软雅黑"/>
              </a:defRPr>
            </a:pPr>
            <a:r>
              <a:rPr sz="2850" b="1" lang="en-US">
                <a:solidFill>
                  <a:srgbClr val="FFFFFF"/>
                </a:solidFill>
                <a:latin typeface="微软雅黑"/>
                <a:ea typeface="微软雅黑"/>
                <a:cs typeface="微软雅黑"/>
              </a:rPr>
              <a:t>2  Background: execution boundaries with LLMs</a:t>
            </a:r>
          </a:p>
        </p:txBody>
      </p:sp>
      <p:sp>
        <p:nvSpPr>
          <p:cNvPr id="5" name="TextBox 4">
            <a:extLst xmlns:a="http://schemas.openxmlformats.org/drawingml/2006/main">
              <a:ext uri="{FF2B5EF4-FFF2-40B4-BE49-F238E27FC236}">
                <a16:creationId xmlns:a16="http://schemas.microsoft.com/office/drawing/2014/main" id="{AD237B42-3AD0-428A-852B-4E8501ADA86A}"/>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EDF3467E-12E0-41A5-9475-98AA51BA363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2/10</a:t>
            </a:r>
          </a:p>
        </p:txBody>
      </p:sp>
      <p:sp>
        <p:nvSpPr>
          <p:cNvPr id="7" name="text-27">
            <a:extLst xmlns:a="http://schemas.openxmlformats.org/drawingml/2006/main">
              <a:ext uri="{FF2B5EF4-FFF2-40B4-BE49-F238E27FC236}">
                <a16:creationId xmlns:a16="http://schemas.microsoft.com/office/drawing/2014/main" id="{D150D801-6EAD-4CA2-AA35-24B766D886FD}"/>
              </a:ext>
            </a:extLst>
          </p:cNvPr>
          <p:cNvSpPr>
            <a:spLocks xmlns:a="http://schemas.openxmlformats.org/drawingml/2006/main" noGrp="1"/>
          </p:cNvSpPr>
          <p:nvPr/>
        </p:nvSpPr>
        <p:spPr>
          <a:xfrm xmlns:a="http://schemas.openxmlformats.org/drawingml/2006/main">
            <a:off x="685800" y="1311275"/>
            <a:ext cx="10620375" cy="76708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00" b="0">
                <a:solidFill>
                  <a:srgbClr val="303030"/>
                </a:solidFill>
                <a:latin typeface="微软雅黑"/>
                <a:ea typeface="微软雅黑"/>
                <a:cs typeface="微软雅黑"/>
              </a:defRPr>
            </a:pPr>
            <a:r>
              <a:rPr sz="1800" b="0" lang="en-US">
                <a:solidFill>
                  <a:srgbClr val="303030"/>
                </a:solidFill>
                <a:latin typeface="微软雅黑"/>
                <a:ea typeface="微软雅黑"/>
                <a:cs typeface="微软雅黑"/>
              </a:rPr>
              <a:t>As large language models (LLMs) advance, smart chemical laboratories are gradually moving</a:t>
            </a:r>
          </a:p>
          <a:p>
            <a:pPr algn="l">
              <a:lnSpc>
                <a:spcPct val="104000"/>
              </a:lnSpc>
              <a:spcBef>
                <a:spcPts val="0"/>
              </a:spcBef>
              <a:spcAft>
                <a:spcPts val="0"/>
              </a:spcAft>
              <a:buNone/>
              <a:defRPr sz="1800" b="0">
                <a:solidFill>
                  <a:srgbClr val="303030"/>
                </a:solidFill>
                <a:latin typeface="微软雅黑"/>
                <a:ea typeface="微软雅黑"/>
                <a:cs typeface="微软雅黑"/>
              </a:defRPr>
            </a:pPr>
            <a:r>
              <a:rPr sz="1800" b="0" lang="en-US">
                <a:solidFill>
                  <a:srgbClr val="303030"/>
                </a:solidFill>
                <a:latin typeface="微软雅黑"/>
                <a:ea typeface="微软雅黑"/>
                <a:cs typeface="微软雅黑"/>
              </a:rPr>
              <a:t>from automated workflow execution toward LLM involvement in decision-making and control.</a:t>
            </a:r>
          </a:p>
        </p:txBody>
      </p:sp>
      <p:sp>
        <p:nvSpPr>
          <p:cNvPr id="8" name="text-28">
            <a:extLst xmlns:a="http://schemas.openxmlformats.org/drawingml/2006/main">
              <a:ext uri="{FF2B5EF4-FFF2-40B4-BE49-F238E27FC236}">
                <a16:creationId xmlns:a16="http://schemas.microsoft.com/office/drawing/2014/main" id="{D14E1904-2677-440E-A382-616244CBC9C3}"/>
              </a:ext>
            </a:extLst>
          </p:cNvPr>
          <p:cNvSpPr>
            <a:spLocks xmlns:a="http://schemas.openxmlformats.org/drawingml/2006/main" noGrp="1"/>
          </p:cNvSpPr>
          <p:nvPr/>
        </p:nvSpPr>
        <p:spPr>
          <a:xfrm xmlns:a="http://schemas.openxmlformats.org/drawingml/2006/main">
            <a:off x="685800" y="2256155"/>
            <a:ext cx="1062037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025" b="1">
                <a:solidFill>
                  <a:srgbClr val="1C3C5D"/>
                </a:solidFill>
                <a:latin typeface="微软雅黑"/>
                <a:ea typeface="微软雅黑"/>
                <a:cs typeface="微软雅黑"/>
              </a:defRPr>
            </a:pPr>
            <a:r>
              <a:rPr sz="2025" b="1" lang="en-US">
                <a:solidFill>
                  <a:srgbClr val="1C3C5D"/>
                </a:solidFill>
                <a:latin typeface="微软雅黑"/>
                <a:ea typeface="微软雅黑"/>
                <a:cs typeface="微软雅黑"/>
              </a:rPr>
              <a:t>Four aspects must be explicit in every task execution:</a:t>
            </a:r>
          </a:p>
        </p:txBody>
      </p:sp>
      <p:sp>
        <p:nvSpPr>
          <p:cNvPr id="9" name="text-29">
            <a:extLst xmlns:a="http://schemas.openxmlformats.org/drawingml/2006/main">
              <a:ext uri="{FF2B5EF4-FFF2-40B4-BE49-F238E27FC236}">
                <a16:creationId xmlns:a16="http://schemas.microsoft.com/office/drawing/2014/main" id="{FCA54B7A-E15B-4727-B00F-40ECA49DD1C4}"/>
              </a:ext>
            </a:extLst>
          </p:cNvPr>
          <p:cNvSpPr>
            <a:spLocks xmlns:a="http://schemas.openxmlformats.org/drawingml/2006/main" noGrp="1"/>
          </p:cNvSpPr>
          <p:nvPr/>
        </p:nvSpPr>
        <p:spPr>
          <a:xfrm xmlns:a="http://schemas.openxmlformats.org/drawingml/2006/main">
            <a:off x="6953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Resources</a:t>
            </a:r>
          </a:p>
        </p:txBody>
      </p:sp>
      <p:sp>
        <p:nvSpPr>
          <p:cNvPr id="10" name="text-30">
            <a:extLst xmlns:a="http://schemas.openxmlformats.org/drawingml/2006/main">
              <a:ext uri="{FF2B5EF4-FFF2-40B4-BE49-F238E27FC236}">
                <a16:creationId xmlns:a16="http://schemas.microsoft.com/office/drawing/2014/main" id="{98106484-035A-4192-BB80-20DEC5378114}"/>
              </a:ext>
            </a:extLst>
          </p:cNvPr>
          <p:cNvSpPr>
            <a:spLocks xmlns:a="http://schemas.openxmlformats.org/drawingml/2006/main" noGrp="1"/>
          </p:cNvSpPr>
          <p:nvPr/>
        </p:nvSpPr>
        <p:spPr>
          <a:xfrm xmlns:a="http://schemas.openxmlformats.org/drawingml/2006/main">
            <a:off x="69532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125" b="0">
                <a:solidFill>
                  <a:srgbClr val="243746"/>
                </a:solidFill>
                <a:latin typeface="微软雅黑"/>
                <a:ea typeface="微软雅黑"/>
                <a:cs typeface="微软雅黑"/>
              </a:defRPr>
            </a:pPr>
            <a:r>
              <a:rPr sz="1125" b="0" lang="en-US">
                <a:solidFill>
                  <a:srgbClr val="243746"/>
                </a:solidFill>
                <a:latin typeface="微软雅黑"/>
                <a:ea typeface="微软雅黑"/>
                <a:cs typeface="微软雅黑"/>
              </a:rPr>
              <a:t>How resources are organized</a:t>
            </a:r>
          </a:p>
          <a:p>
            <a:pPr algn="l">
              <a:lnSpc>
                <a:spcPct val="104000"/>
              </a:lnSpc>
              <a:spcBef>
                <a:spcPts val="0"/>
              </a:spcBef>
              <a:spcAft>
                <a:spcPts val="0"/>
              </a:spcAft>
              <a:buNone/>
              <a:defRPr sz="1125" b="0">
                <a:solidFill>
                  <a:srgbClr val="243746"/>
                </a:solidFill>
                <a:latin typeface="微软雅黑"/>
                <a:ea typeface="微软雅黑"/>
                <a:cs typeface="微软雅黑"/>
              </a:defRPr>
            </a:pPr>
            <a:r>
              <a:rPr sz="1125" b="0" lang="en-US">
                <a:solidFill>
                  <a:srgbClr val="243746"/>
                </a:solidFill>
                <a:latin typeface="微软雅黑"/>
                <a:ea typeface="微软雅黑"/>
                <a:cs typeface="微软雅黑"/>
              </a:rPr>
              <a:t>and accessed</a:t>
            </a:r>
          </a:p>
        </p:txBody>
      </p:sp>
      <p:sp>
        <p:nvSpPr>
          <p:cNvPr id="11" name="anchor-31">
            <a:extLst xmlns:a="http://schemas.openxmlformats.org/drawingml/2006/main">
              <a:ext uri="{FF2B5EF4-FFF2-40B4-BE49-F238E27FC236}">
                <a16:creationId xmlns:a16="http://schemas.microsoft.com/office/drawing/2014/main" id="{45A37CCE-DAE4-4DCB-8526-E7660661E6C6}"/>
              </a:ext>
            </a:extLst>
          </p:cNvPr>
          <p:cNvSpPr>
            <a:spLocks xmlns:a="http://schemas.openxmlformats.org/drawingml/2006/main" noGrp="1"/>
          </p:cNvSpPr>
          <p:nvPr/>
        </p:nvSpPr>
        <p:spPr>
          <a:xfrm xmlns:a="http://schemas.openxmlformats.org/drawingml/2006/main">
            <a:off x="31623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anchor-32">
            <a:extLst xmlns:a="http://schemas.openxmlformats.org/drawingml/2006/main">
              <a:ext uri="{FF2B5EF4-FFF2-40B4-BE49-F238E27FC236}">
                <a16:creationId xmlns:a16="http://schemas.microsoft.com/office/drawing/2014/main" id="{2C74C2CF-98C6-4A0A-95BF-A5583889D7B8}"/>
              </a:ext>
            </a:extLst>
          </p:cNvPr>
          <p:cNvSpPr>
            <a:spLocks xmlns:a="http://schemas.openxmlformats.org/drawingml/2006/main" noGrp="1"/>
          </p:cNvSpPr>
          <p:nvPr/>
        </p:nvSpPr>
        <p:spPr>
          <a:xfrm xmlns:a="http://schemas.openxmlformats.org/drawingml/2006/main">
            <a:off x="31623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6" name="直接箭头连接符 42"/>
          <p:cNvCxnSpPr>
            <a:stCxn xmlns:a="http://schemas.openxmlformats.org/drawingml/2006/main" id="11" idx="2"/>
            <a:endCxn xmlns:a="http://schemas.openxmlformats.org/drawingml/2006/main" id="12" idx="0"/>
          </p:cNvCxnSpPr>
          <p:nvPr/>
        </p:nvCxnSpPr>
        <p:spPr>
          <a:xfrm xmlns:a="http://schemas.openxmlformats.org/drawingml/2006/main">
            <a:off x="31718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4" name="text-33">
            <a:extLst xmlns:a="http://schemas.openxmlformats.org/drawingml/2006/main">
              <a:ext uri="{FF2B5EF4-FFF2-40B4-BE49-F238E27FC236}">
                <a16:creationId xmlns:a16="http://schemas.microsoft.com/office/drawing/2014/main" id="{0417A36F-3EA0-4F46-8B04-70DB05390E84}"/>
              </a:ext>
            </a:extLst>
          </p:cNvPr>
          <p:cNvSpPr>
            <a:spLocks xmlns:a="http://schemas.openxmlformats.org/drawingml/2006/main" noGrp="1"/>
          </p:cNvSpPr>
          <p:nvPr/>
        </p:nvSpPr>
        <p:spPr>
          <a:xfrm xmlns:a="http://schemas.openxmlformats.org/drawingml/2006/main">
            <a:off x="34194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4000"/>
              </ns0:lnSpc>
              <ns0:spcBef>
                <ns0:spcPts val="0"/>
              </ns0:spcBef>
              <ns0:spcAft>
                <ns0:spcPts val="0"/>
              </ns0:spcAft>
              <ns0:buNone/>
              <ns0:defRPr sz="2100" b="1">
                <ns0:solidFill>
                  <ns0:srgbClr val="2774AC"/>
                </ns0:solidFill>
                <ns0:latin typeface="微软雅黑"/>
                <ns0:ea typeface="微软雅黑"/>
                <ns0:cs typeface="微软雅黑"/>
              </ns0:defRPr>
            </ns0:pPr>
            <ns0:r>
              <ns0:rPr sz="2085" b="1" lang="en-US">
                <ns0:solidFill>
                  <ns0:srgbClr val="2774AC"/>
                </ns0:solidFill>
                <ns0:latin typeface="微软雅黑"/>
                <ns0:ea typeface="微软雅黑"/>
                <ns0:cs typeface="微软雅黑"/>
              </ns0:rPr>
              <ns0:t>State</ns0:t>
            </ns0:r>
          </ns0:p>
        </p:txBody>
      </p:sp>
      <p:sp>
        <p:nvSpPr>
          <p:cNvPr id="15" name="text-34">
            <a:extLst xmlns:a="http://schemas.openxmlformats.org/drawingml/2006/main">
              <a:ext uri="{FF2B5EF4-FFF2-40B4-BE49-F238E27FC236}">
                <a16:creationId xmlns:a16="http://schemas.microsoft.com/office/drawing/2014/main" id="{3FD969BB-9D68-4CFA-8E82-B1E26E388E39}"/>
              </a:ext>
            </a:extLst>
          </p:cNvPr>
          <p:cNvSpPr>
            <a:spLocks xmlns:a="http://schemas.openxmlformats.org/drawingml/2006/main" noGrp="1"/>
          </p:cNvSpPr>
          <p:nvPr/>
        </p:nvSpPr>
        <p:spPr>
          <a:xfrm xmlns:a="http://schemas.openxmlformats.org/drawingml/2006/main">
            <a:off x="341947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110" b="0">
                <a:solidFill>
                  <a:srgbClr val="243746"/>
                </a:solidFill>
                <a:latin typeface="微软雅黑"/>
                <a:ea typeface="微软雅黑"/>
                <a:cs typeface="微软雅黑"/>
              </a:defRPr>
            </a:pPr>
            <a:r>
              <a:rPr sz="1110" b="0" lang="en-US">
                <a:solidFill>
                  <a:srgbClr val="243746"/>
                </a:solidFill>
                <a:latin typeface="微软雅黑"/>
                <a:ea typeface="微软雅黑"/>
                <a:cs typeface="微软雅黑"/>
              </a:rPr>
              <a:t>How state evolves during</a:t>
            </a:r>
          </a:p>
          <a:p>
            <a:pPr algn="l">
              <a:lnSpc>
                <a:spcPct val="104000"/>
              </a:lnSpc>
              <a:spcBef>
                <a:spcPts val="0"/>
              </a:spcBef>
              <a:spcAft>
                <a:spcPts val="0"/>
              </a:spcAft>
              <a:buNone/>
              <a:defRPr sz="1110" b="0">
                <a:solidFill>
                  <a:srgbClr val="243746"/>
                </a:solidFill>
                <a:latin typeface="微软雅黑"/>
                <a:ea typeface="微软雅黑"/>
                <a:cs typeface="微软雅黑"/>
              </a:defRPr>
            </a:pPr>
            <a:r>
              <a:rPr sz="1110" b="0" lang="en-US">
                <a:solidFill>
                  <a:srgbClr val="243746"/>
                </a:solidFill>
                <a:latin typeface="微软雅黑"/>
                <a:ea typeface="微软雅黑"/>
                <a:cs typeface="微软雅黑"/>
              </a:rPr>
              <a:t>execution</a:t>
            </a:r>
          </a:p>
        </p:txBody>
      </p:sp>
      <p:sp>
        <p:nvSpPr>
          <p:cNvPr id="16" name="anchor-35">
            <a:extLst xmlns:a="http://schemas.openxmlformats.org/drawingml/2006/main">
              <a:ext uri="{FF2B5EF4-FFF2-40B4-BE49-F238E27FC236}">
                <a16:creationId xmlns:a16="http://schemas.microsoft.com/office/drawing/2014/main" id="{AC9C3D03-22A1-4365-A609-A8419392F777}"/>
              </a:ext>
            </a:extLst>
          </p:cNvPr>
          <p:cNvSpPr>
            <a:spLocks xmlns:a="http://schemas.openxmlformats.org/drawingml/2006/main" noGrp="1"/>
          </p:cNvSpPr>
          <p:nvPr/>
        </p:nvSpPr>
        <p:spPr>
          <a:xfrm xmlns:a="http://schemas.openxmlformats.org/drawingml/2006/main">
            <a:off x="588645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7" name="anchor-36">
            <a:extLst xmlns:a="http://schemas.openxmlformats.org/drawingml/2006/main">
              <a:ext uri="{FF2B5EF4-FFF2-40B4-BE49-F238E27FC236}">
                <a16:creationId xmlns:a16="http://schemas.microsoft.com/office/drawing/2014/main" id="{112A6AD5-258C-4CB5-909E-A24905690641}"/>
              </a:ext>
            </a:extLst>
          </p:cNvPr>
          <p:cNvSpPr>
            <a:spLocks xmlns:a="http://schemas.openxmlformats.org/drawingml/2006/main" noGrp="1"/>
          </p:cNvSpPr>
          <p:nvPr/>
        </p:nvSpPr>
        <p:spPr>
          <a:xfrm xmlns:a="http://schemas.openxmlformats.org/drawingml/2006/main">
            <a:off x="588645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1" name="直接箭头连接符 47"/>
          <p:cNvCxnSpPr>
            <a:stCxn xmlns:a="http://schemas.openxmlformats.org/drawingml/2006/main" id="16" idx="2"/>
            <a:endCxn xmlns:a="http://schemas.openxmlformats.org/drawingml/2006/main" id="17" idx="0"/>
          </p:cNvCxnSpPr>
          <p:nvPr/>
        </p:nvCxnSpPr>
        <p:spPr>
          <a:xfrm xmlns:a="http://schemas.openxmlformats.org/drawingml/2006/main">
            <a:off x="589597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9" name="text-37">
            <a:extLst xmlns:a="http://schemas.openxmlformats.org/drawingml/2006/main">
              <a:ext uri="{FF2B5EF4-FFF2-40B4-BE49-F238E27FC236}">
                <a16:creationId xmlns:a16="http://schemas.microsoft.com/office/drawing/2014/main" id="{A55DAAC3-DC31-4038-8DC3-142C85794568}"/>
              </a:ext>
            </a:extLst>
          </p:cNvPr>
          <p:cNvSpPr>
            <a:spLocks xmlns:a="http://schemas.openxmlformats.org/drawingml/2006/main" noGrp="1"/>
          </p:cNvSpPr>
          <p:nvPr/>
        </p:nvSpPr>
        <p:spPr>
          <a:xfrm xmlns:a="http://schemas.openxmlformats.org/drawingml/2006/main">
            <a:off x="61436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Data</a:t>
            </a:r>
          </a:p>
        </p:txBody>
      </p:sp>
      <p:sp>
        <p:nvSpPr>
          <p:cNvPr id="20" name="text-38">
            <a:extLst xmlns:a="http://schemas.openxmlformats.org/drawingml/2006/main">
              <a:ext uri="{FF2B5EF4-FFF2-40B4-BE49-F238E27FC236}">
                <a16:creationId xmlns:a16="http://schemas.microsoft.com/office/drawing/2014/main" id="{DEB0AB6F-554A-4BDC-A9B6-2FD13647492F}"/>
              </a:ext>
            </a:extLst>
          </p:cNvPr>
          <p:cNvSpPr>
            <a:spLocks xmlns:a="http://schemas.openxmlformats.org/drawingml/2006/main" noGrp="1"/>
          </p:cNvSpPr>
          <p:nvPr/>
        </p:nvSpPr>
        <p:spPr>
          <a:xfrm xmlns:a="http://schemas.openxmlformats.org/drawingml/2006/main">
            <a:off x="614362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050" b="0">
                <a:solidFill>
                  <a:srgbClr val="243746"/>
                </a:solidFill>
                <a:latin typeface="微软雅黑"/>
                <a:ea typeface="微软雅黑"/>
                <a:cs typeface="微软雅黑"/>
              </a:defRPr>
            </a:pPr>
            <a:r>
              <a:rPr sz="1050" b="0" lang="en-US">
                <a:solidFill>
                  <a:srgbClr val="243746"/>
                </a:solidFill>
                <a:latin typeface="微软雅黑"/>
                <a:ea typeface="微软雅黑"/>
                <a:cs typeface="微软雅黑"/>
              </a:rPr>
              <a:t>How data is generated and</a:t>
            </a:r>
          </a:p>
          <a:p>
            <a:pPr algn="l">
              <a:lnSpc>
                <a:spcPct val="104000"/>
              </a:lnSpc>
              <a:spcBef>
                <a:spcPts val="0"/>
              </a:spcBef>
              <a:spcAft>
                <a:spcPts val="0"/>
              </a:spcAft>
              <a:buNone/>
              <a:defRPr sz="1050" b="0">
                <a:solidFill>
                  <a:srgbClr val="243746"/>
                </a:solidFill>
                <a:latin typeface="微软雅黑"/>
                <a:ea typeface="微软雅黑"/>
                <a:cs typeface="微软雅黑"/>
              </a:defRPr>
            </a:pPr>
            <a:r>
              <a:rPr sz="1050" b="0" lang="en-US">
                <a:solidFill>
                  <a:srgbClr val="243746"/>
                </a:solidFill>
                <a:latin typeface="微软雅黑"/>
                <a:ea typeface="微软雅黑"/>
                <a:cs typeface="微软雅黑"/>
              </a:rPr>
              <a:t>transferred</a:t>
            </a:r>
          </a:p>
        </p:txBody>
      </p:sp>
      <p:sp>
        <p:nvSpPr>
          <p:cNvPr id="21" name="anchor-39">
            <a:extLst xmlns:a="http://schemas.openxmlformats.org/drawingml/2006/main">
              <a:ext uri="{FF2B5EF4-FFF2-40B4-BE49-F238E27FC236}">
                <a16:creationId xmlns:a16="http://schemas.microsoft.com/office/drawing/2014/main" id="{807E8450-9076-42BE-8DF0-88E40210F391}"/>
              </a:ext>
            </a:extLst>
          </p:cNvPr>
          <p:cNvSpPr>
            <a:spLocks xmlns:a="http://schemas.openxmlformats.org/drawingml/2006/main" noGrp="1"/>
          </p:cNvSpPr>
          <p:nvPr/>
        </p:nvSpPr>
        <p:spPr>
          <a:xfrm xmlns:a="http://schemas.openxmlformats.org/drawingml/2006/main">
            <a:off x="86106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40">
            <a:extLst xmlns:a="http://schemas.openxmlformats.org/drawingml/2006/main">
              <a:ext uri="{FF2B5EF4-FFF2-40B4-BE49-F238E27FC236}">
                <a16:creationId xmlns:a16="http://schemas.microsoft.com/office/drawing/2014/main" id="{9F11B51C-2E80-4810-AEF9-977B4630A353}"/>
              </a:ext>
            </a:extLst>
          </p:cNvPr>
          <p:cNvSpPr>
            <a:spLocks xmlns:a="http://schemas.openxmlformats.org/drawingml/2006/main" noGrp="1"/>
          </p:cNvSpPr>
          <p:nvPr/>
        </p:nvSpPr>
        <p:spPr>
          <a:xfrm xmlns:a="http://schemas.openxmlformats.org/drawingml/2006/main">
            <a:off x="86106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6" name="直接箭头连接符 52"/>
          <p:cNvCxnSpPr>
            <a:stCxn xmlns:a="http://schemas.openxmlformats.org/drawingml/2006/main" id="21" idx="2"/>
            <a:endCxn xmlns:a="http://schemas.openxmlformats.org/drawingml/2006/main" id="22" idx="0"/>
          </p:cNvCxnSpPr>
          <p:nvPr/>
        </p:nvCxnSpPr>
        <p:spPr>
          <a:xfrm xmlns:a="http://schemas.openxmlformats.org/drawingml/2006/main">
            <a:off x="86201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4" name="text-41">
            <a:extLst xmlns:a="http://schemas.openxmlformats.org/drawingml/2006/main">
              <a:ext uri="{FF2B5EF4-FFF2-40B4-BE49-F238E27FC236}">
                <a16:creationId xmlns:a16="http://schemas.microsoft.com/office/drawing/2014/main" id="{03620E64-B38D-428D-BEC1-AD449B52C08D}"/>
              </a:ext>
            </a:extLst>
          </p:cNvPr>
          <p:cNvSpPr>
            <a:spLocks xmlns:a="http://schemas.openxmlformats.org/drawingml/2006/main" noGrp="1"/>
          </p:cNvSpPr>
          <p:nvPr/>
        </p:nvSpPr>
        <p:spPr>
          <a:xfrm xmlns:a="http://schemas.openxmlformats.org/drawingml/2006/main">
            <a:off x="88677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Boundaries</a:t>
            </a:r>
          </a:p>
        </p:txBody>
      </p:sp>
      <p:sp>
        <p:nvSpPr>
          <p:cNvPr id="25" name="text-42">
            <a:extLst xmlns:a="http://schemas.openxmlformats.org/drawingml/2006/main">
              <a:ext uri="{FF2B5EF4-FFF2-40B4-BE49-F238E27FC236}">
                <a16:creationId xmlns:a16="http://schemas.microsoft.com/office/drawing/2014/main" id="{1C883917-B0BB-4AD5-93D8-42B5AF5FBE58}"/>
              </a:ext>
            </a:extLst>
          </p:cNvPr>
          <p:cNvSpPr>
            <a:spLocks xmlns:a="http://schemas.openxmlformats.org/drawingml/2006/main" noGrp="1"/>
          </p:cNvSpPr>
          <p:nvPr/>
        </p:nvSpPr>
        <p:spPr>
          <a:xfrm xmlns:a="http://schemas.openxmlformats.org/drawingml/2006/main">
            <a:off x="8867775" y="3216275"/>
            <a:ext cx="2333625"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058" b="0">
                <a:solidFill>
                  <a:srgbClr val="243746"/>
                </a:solidFill>
                <a:latin typeface="微软雅黑"/>
                <a:ea typeface="微软雅黑"/>
                <a:cs typeface="微软雅黑"/>
              </a:defRPr>
            </a:pPr>
            <a:r>
              <a:rPr sz="1058" b="0" lang="en-US">
                <a:solidFill>
                  <a:srgbClr val="243746"/>
                </a:solidFill>
                <a:latin typeface="微软雅黑"/>
                <a:ea typeface="微软雅黑"/>
                <a:cs typeface="微软雅黑"/>
              </a:rPr>
              <a:t>Whether execution stays within</a:t>
            </a:r>
          </a:p>
          <a:p>
            <a:pPr algn="l">
              <a:lnSpc>
                <a:spcPct val="104000"/>
              </a:lnSpc>
              <a:spcBef>
                <a:spcPts val="0"/>
              </a:spcBef>
              <a:spcAft>
                <a:spcPts val="0"/>
              </a:spcAft>
              <a:buNone/>
              <a:defRPr sz="1058" b="0">
                <a:solidFill>
                  <a:srgbClr val="243746"/>
                </a:solidFill>
                <a:latin typeface="微软雅黑"/>
                <a:ea typeface="微软雅黑"/>
                <a:cs typeface="微软雅黑"/>
              </a:defRPr>
            </a:pPr>
            <a:r>
              <a:rPr sz="1058" b="0" lang="en-US">
                <a:solidFill>
                  <a:srgbClr val="243746"/>
                </a:solidFill>
                <a:latin typeface="微软雅黑"/>
                <a:ea typeface="微软雅黑"/>
                <a:cs typeface="微软雅黑"/>
              </a:rPr>
              <a:t>allowed limits</a:t>
            </a:r>
          </a:p>
        </p:txBody>
      </p:sp>
      <p:sp>
        <p:nvSpPr>
          <p:cNvPr id="26" name="text-43">
            <a:extLst xmlns:a="http://schemas.openxmlformats.org/drawingml/2006/main">
              <a:ext uri="{FF2B5EF4-FFF2-40B4-BE49-F238E27FC236}">
                <a16:creationId xmlns:a16="http://schemas.microsoft.com/office/drawing/2014/main" id="{8B4B12EC-168B-44C1-BB11-34FBCD86A362}"/>
              </a:ext>
            </a:extLst>
          </p:cNvPr>
          <p:cNvSpPr>
            <a:spLocks xmlns:a="http://schemas.openxmlformats.org/drawingml/2006/main" noGrp="1"/>
          </p:cNvSpPr>
          <p:nvPr/>
        </p:nvSpPr>
        <p:spPr>
          <a:xfrm xmlns:a="http://schemas.openxmlformats.org/drawingml/2006/main">
            <a:off x="685800" y="4026535"/>
            <a:ext cx="10648950" cy="71882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950" b="1">
                <a:solidFill>
                  <a:srgbClr val="1C3C5D"/>
                </a:solidFill>
                <a:latin typeface="微软雅黑"/>
                <a:ea typeface="微软雅黑"/>
                <a:cs typeface="微软雅黑"/>
              </a:defRPr>
            </a:pPr>
            <a:r>
              <a:rPr sz="1890" b="1" lang="en-US">
                <a:solidFill>
                  <a:srgbClr val="1C3C5D"/>
                </a:solidFill>
                <a:latin typeface="微软雅黑"/>
                <a:ea typeface="微软雅黑"/>
                <a:cs typeface="微软雅黑"/>
              </a:rPr>
              <a:t>LLM involvement makes execution boundaries a more pressing issue:</a:t>
            </a:r>
          </a:p>
          <a:p>
            <a:pPr algn="l">
              <a:lnSpc>
                <a:spcPct val="104000"/>
              </a:lnSpc>
              <a:spcBef>
                <a:spcPts val="0"/>
              </a:spcBef>
              <a:spcAft>
                <a:spcPts val="0"/>
              </a:spcAft>
              <a:buNone/>
              <a:defRPr sz="1950" b="1">
                <a:solidFill>
                  <a:srgbClr val="1C3C5D"/>
                </a:solidFill>
                <a:latin typeface="微软雅黑"/>
                <a:ea typeface="微软雅黑"/>
                <a:cs typeface="微软雅黑"/>
              </a:defRPr>
            </a:pPr>
            <a:r>
              <a:rPr sz="1890" b="1" lang="en-US">
                <a:solidFill>
                  <a:srgbClr val="1C3C5D"/>
                </a:solidFill>
                <a:latin typeface="微软雅黑"/>
                <a:ea typeface="微软雅黑"/>
                <a:cs typeface="微软雅黑"/>
              </a:rPr>
              <a:t>What may an LLM request, and under what conditions can those requests be executed?</a:t>
            </a:r>
          </a:p>
        </p:txBody>
      </p:sp>
      <p:sp>
        <p:nvSpPr>
          <p:cNvPr id="27" name="text-44">
            <a:extLst xmlns:a="http://schemas.openxmlformats.org/drawingml/2006/main">
              <a:ext uri="{FF2B5EF4-FFF2-40B4-BE49-F238E27FC236}">
                <a16:creationId xmlns:a16="http://schemas.microsoft.com/office/drawing/2014/main" id="{D104F17B-4D9E-41A0-8BD0-F50C09460BA1}"/>
              </a:ext>
            </a:extLst>
          </p:cNvPr>
          <p:cNvSpPr>
            <a:spLocks xmlns:a="http://schemas.openxmlformats.org/drawingml/2006/main" noGrp="1"/>
          </p:cNvSpPr>
          <p:nvPr/>
        </p:nvSpPr>
        <p:spPr>
          <a:xfrm xmlns:a="http://schemas.openxmlformats.org/drawingml/2006/main">
            <a:off x="685800" y="4768215"/>
            <a:ext cx="10648950" cy="361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950" b="1">
                <a:solidFill>
                  <a:srgbClr val="1C3C5D"/>
                </a:solidFill>
                <a:latin typeface="微软雅黑"/>
                <a:ea typeface="微软雅黑"/>
                <a:cs typeface="微软雅黑"/>
              </a:defRPr>
            </a:pPr>
            <a:r>
              <a:rPr sz="1950" b="1" lang="en-US">
                <a:solidFill>
                  <a:srgbClr val="1C3C5D"/>
                </a:solidFill>
                <a:latin typeface="微软雅黑"/>
                <a:ea typeface="微软雅黑"/>
                <a:cs typeface="微软雅黑"/>
              </a:rPr>
              <a:t>No privileged bypass for LLMs: all control requests follow the same execution path.</a:t>
            </a:r>
          </a:p>
        </p:txBody>
      </p:sp>
      <p:sp>
        <p:nvSpPr>
          <p:cNvPr id="28" name="text-45">
            <a:extLst xmlns:a="http://schemas.openxmlformats.org/drawingml/2006/main">
              <a:ext uri="{FF2B5EF4-FFF2-40B4-BE49-F238E27FC236}">
                <a16:creationId xmlns:a16="http://schemas.microsoft.com/office/drawing/2014/main" id="{617F4521-B078-432E-AE19-4C096BFB463B}"/>
              </a:ext>
            </a:extLst>
          </p:cNvPr>
          <p:cNvSpPr>
            <a:spLocks xmlns:a="http://schemas.openxmlformats.org/drawingml/2006/main" noGrp="1"/>
          </p:cNvSpPr>
          <p:nvPr/>
        </p:nvSpPr>
        <p:spPr>
          <a:xfrm xmlns:a="http://schemas.openxmlformats.org/drawingml/2006/main">
            <a:off x="685800" y="5213985"/>
            <a:ext cx="10648950" cy="5429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15" b="0">
                <a:solidFill>
                  <a:srgbClr val="243746"/>
                </a:solidFill>
                <a:latin typeface="微软雅黑"/>
                <a:ea typeface="微软雅黑"/>
                <a:cs typeface="微软雅黑"/>
              </a:defRPr>
            </a:pPr>
            <a:r>
              <a:rPr sz="1740" b="0" lang="en-US">
                <a:solidFill>
                  <a:srgbClr val="243746"/>
                </a:solidFill>
                <a:latin typeface="微软雅黑"/>
                <a:ea typeface="微软雅黑"/>
                <a:cs typeface="微软雅黑"/>
              </a:rPr>
              <a:t>We therefore need one executable framework to model resource organization, state evolution, data</a:t>
            </a:r>
          </a:p>
          <a:p>
            <a:pPr algn="l">
              <a:lnSpc>
                <a:spcPct val="104000"/>
              </a:lnSpc>
              <a:spcBef>
                <a:spcPts val="0"/>
              </a:spcBef>
              <a:spcAft>
                <a:spcPts val="0"/>
              </a:spcAft>
              <a:buNone/>
              <a:defRPr sz="1815" b="0">
                <a:solidFill>
                  <a:srgbClr val="243746"/>
                </a:solidFill>
                <a:latin typeface="微软雅黑"/>
                <a:ea typeface="微软雅黑"/>
                <a:cs typeface="微软雅黑"/>
              </a:defRPr>
            </a:pPr>
            <a:r>
              <a:rPr sz="1740" b="0" lang="en-US">
                <a:solidFill>
                  <a:srgbClr val="243746"/>
                </a:solidFill>
                <a:latin typeface="微软雅黑"/>
                <a:ea typeface="微软雅黑"/>
                <a:cs typeface="微软雅黑"/>
              </a:rPr>
              <a:t>transfer, and boundary checks.</a:t>
            </a:r>
          </a:p>
        </p:txBody>
      </p:sp>
      <p:sp>
        <p:nvSpPr>
          <p:cNvPr id="29" name="anchor-46">
            <a:extLst xmlns:a="http://schemas.openxmlformats.org/drawingml/2006/main">
              <a:ext uri="{FF2B5EF4-FFF2-40B4-BE49-F238E27FC236}">
                <a16:creationId xmlns:a16="http://schemas.microsoft.com/office/drawing/2014/main" id="{7E659B3E-4CA5-402A-B735-42DA23FED27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47">
            <a:extLst xmlns:a="http://schemas.openxmlformats.org/drawingml/2006/main">
              <a:ext uri="{FF2B5EF4-FFF2-40B4-BE49-F238E27FC236}">
                <a16:creationId xmlns:a16="http://schemas.microsoft.com/office/drawing/2014/main" id="{AE688422-91F5-4B04-BF73-CF6E6563CA8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64" name="直接箭头连接符 60"/>
          <p:cNvCxnSpPr>
            <a:stCxn xmlns:a="http://schemas.openxmlformats.org/drawingml/2006/main" id="29" idx="3"/>
            <a:endCxn xmlns:a="http://schemas.openxmlformats.org/drawingml/2006/main" id="30"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2" name="text-48">
            <a:extLst xmlns:a="http://schemas.openxmlformats.org/drawingml/2006/main">
              <a:ext uri="{FF2B5EF4-FFF2-40B4-BE49-F238E27FC236}">
                <a16:creationId xmlns:a16="http://schemas.microsoft.com/office/drawing/2014/main" id="{2F8FCE36-D50E-4ECE-B46F-22F533B7125F}"/>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D"/>
                </a:solidFill>
                <a:latin typeface="微软雅黑"/>
                <a:ea typeface="微软雅黑"/>
                <a:cs typeface="微软雅黑"/>
              </a:defRPr>
            </a:pPr>
            <a:r>
              <a:rPr sz="1650" b="1" lang="en-US">
                <a:solidFill>
                  <a:srgbClr val="1C3C5D"/>
                </a:solidFill>
                <a:latin typeface="微软雅黑"/>
                <a:ea typeface="微软雅黑"/>
                <a:cs typeface="微软雅黑"/>
              </a:rPr>
              <a:t>LLM involvement increases the need for shared execution boundaries.</a:t>
            </a:r>
          </a:p>
        </p:txBody>
      </p:sp>
    </p:spTree>
    <p:extLst>
      <p:ext uri="{BB962C8B-B14F-4D97-AF65-F5344CB8AC3E}">
        <p14:creationId xmlns:p14="http://schemas.microsoft.com/office/powerpoint/2010/main" val="2218676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D6F081-784A-4991-BCBF-2133F78E6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67ECD3C-6193-4117-AE84-4BF50FBF9195}"/>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4000"/>
              </ns0:lnSpc>
              <ns0:spcBef>
                <ns0:spcPts val="0"/>
              </ns0:spcBef>
              <ns0:spcAft>
                <ns0:spcPts val="0"/>
              </ns0:spcAft>
              <ns0:buNone/>
              <ns0:defRPr sz="2850" b="1">
                <ns0:solidFill>
                  <ns0:srgbClr val="FFFFFF"/>
                </ns0:solidFill>
                <ns0:latin typeface="微软雅黑"/>
                <ns0:ea typeface="微软雅黑"/>
                <ns0:cs typeface="微软雅黑"/>
              </ns0:defRPr>
            </ns0:pPr>
            <ns0:r>
              <ns0:rPr sz="2850" b="1" lang="en-US">
                <ns0:solidFill>
                  <ns0:srgbClr val="FFFFFF"/>
                </ns0:solidFill>
                <ns0:latin typeface="微软雅黑"/>
                <ns0:ea typeface="微软雅黑"/>
                <ns0:cs typeface="微软雅黑"/>
              </ns0:rPr>
              <ns0:t>3  Unified framework: organizing task execution models</ns0:t>
            </ns0:r>
          </ns0:p>
        </p:txBody>
      </p:sp>
      <p:sp>
        <p:nvSpPr>
          <p:cNvPr id="16" name="TextBox 15">
            <a:extLst xmlns:a="http://schemas.openxmlformats.org/drawingml/2006/main">
              <a:ext uri="{FF2B5EF4-FFF2-40B4-BE49-F238E27FC236}">
                <a16:creationId xmlns:a16="http://schemas.microsoft.com/office/drawing/2014/main" id="{A3278A7F-6256-4525-85B9-6FE459A6C7B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7" name="TextBox 16">
            <a:extLst xmlns:a="http://schemas.openxmlformats.org/drawingml/2006/main">
              <a:ext uri="{FF2B5EF4-FFF2-40B4-BE49-F238E27FC236}">
                <a16:creationId xmlns:a16="http://schemas.microsoft.com/office/drawing/2014/main" id="{181B37D9-51F1-426D-9521-4576BC43F37B}"/>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3/10</a:t>
            </a:r>
          </a:p>
        </p:txBody>
      </p:sp>
      <p:sp>
        <p:nvSpPr>
          <p:cNvPr id="18" name="revision-text-1">
            <a:extLst xmlns:a="http://schemas.openxmlformats.org/drawingml/2006/main">
              <a:ext uri="{FF2B5EF4-FFF2-40B4-BE49-F238E27FC236}">
                <a16:creationId xmlns:a16="http://schemas.microsoft.com/office/drawing/2014/main" id="{77EF01E7-ED36-4940-9D7A-C874BCAC58F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73" b="0">
                <a:solidFill>
                  <a:srgbClr val="152C40"/>
                </a:solidFill>
                <a:latin typeface="微软雅黑"/>
                <a:ea typeface="微软雅黑"/>
                <a:cs typeface="微软雅黑"/>
              </a:defRPr>
            </a:pPr>
            <a:r>
              <a:rPr sz="1673" b="0" lang="en-US">
                <a:solidFill>
                  <a:srgbClr val="152C40"/>
                </a:solidFill>
                <a:latin typeface="微软雅黑"/>
                <a:ea typeface="微软雅黑"/>
                <a:cs typeface="微软雅黑"/>
              </a:rPr>
              <a:t>Execution objects → resource models. Task processes → workflows. Operating rules → constraints.</a:t>
            </a:r>
          </a:p>
        </p:txBody>
      </p:sp>
      <p:sp>
        <p:nvSpPr>
          <p:cNvPr id="19" name="diagram-box-2">
            <a:extLst xmlns:a="http://schemas.openxmlformats.org/drawingml/2006/main">
              <a:ext uri="{FF2B5EF4-FFF2-40B4-BE49-F238E27FC236}">
                <a16:creationId xmlns:a16="http://schemas.microsoft.com/office/drawing/2014/main" id="{1897B3F5-9565-4629-86A9-799FE42F9E34}"/>
              </a:ext>
            </a:extLst>
          </p:cNvPr>
          <p:cNvSpPr>
            <a:spLocks xmlns:a="http://schemas.openxmlformats.org/drawingml/2006/main" noGrp="1"/>
          </p:cNvSpPr>
          <p:nvPr/>
        </p:nvSpPr>
        <p:spPr>
          <a:xfrm xmlns:a="http://schemas.openxmlformats.org/drawingml/2006/main">
            <a:off x="571500" y="1495425"/>
            <a:ext cx="11049000" cy="304800"/>
          </a:xfrm>
          <a:prstGeom xmlns:a="http://schemas.openxmlformats.org/drawingml/2006/main" prst="rect">
            <a:avLst/>
          </a:prstGeom>
          <a:solidFill xmlns:a="http://schemas.openxmlformats.org/drawingml/2006/main">
            <a:srgbClr val="F8F9FA"/>
          </a:solidFill>
          <a:ln xmlns:a="http://schemas.openxmlformats.org/drawingml/2006/main" w="9525">
            <a:solidFill>
              <a:srgbClr val="6F7B83"/>
            </a:solidFill>
          </a:ln>
        </p:spPr>
      </p:sp>
      <p:sp>
        <p:nvSpPr>
          <p:cNvPr id="20" name="revision-text-3">
            <a:extLst xmlns:a="http://schemas.openxmlformats.org/drawingml/2006/main">
              <a:ext uri="{FF2B5EF4-FFF2-40B4-BE49-F238E27FC236}">
                <a16:creationId xmlns:a16="http://schemas.microsoft.com/office/drawing/2014/main" id="{51617FA3-D3CA-4D18-9FB0-C756AB016DDF}"/>
              </a:ext>
            </a:extLst>
          </p:cNvPr>
          <p:cNvSpPr>
            <a:spLocks xmlns:a="http://schemas.openxmlformats.org/drawingml/2006/main" noGrp="1"/>
          </p:cNvSpPr>
          <p:nvPr/>
        </p:nvSpPr>
        <p:spPr>
          <a:xfrm xmlns:a="http://schemas.openxmlformats.org/drawingml/2006/main">
            <a:off x="609600" y="1533525"/>
            <a:ext cx="10972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lang="en-US">
                <a:solidFill>
                  <a:srgbClr val="152C40"/>
                </a:solidFill>
                <a:latin typeface="微软雅黑"/>
                <a:ea typeface="微软雅黑"/>
                <a:cs typeface="微软雅黑"/>
              </a:rPr>
              <a:t>Cross-layer protocol Π defines shared control signals, data types, port connections, and execution feedback</a:t>
            </a:r>
          </a:p>
        </p:txBody>
      </p:sp>
      <p:sp>
        <p:nvSpPr>
          <p:cNvPr id="21" name="diagram-box-4">
            <a:extLst xmlns:a="http://schemas.openxmlformats.org/drawingml/2006/main">
              <a:ext uri="{FF2B5EF4-FFF2-40B4-BE49-F238E27FC236}">
                <a16:creationId xmlns:a16="http://schemas.microsoft.com/office/drawing/2014/main" id="{3F6C38F4-B19A-4EE7-B4D0-AB2F1CFEA384}"/>
              </a:ext>
            </a:extLst>
          </p:cNvPr>
          <p:cNvSpPr>
            <a:spLocks xmlns:a="http://schemas.openxmlformats.org/drawingml/2006/main" noGrp="1"/>
          </p:cNvSpPr>
          <p:nvPr/>
        </p:nvSpPr>
        <p:spPr>
          <a:xfrm xmlns:a="http://schemas.openxmlformats.org/drawingml/2006/main">
            <a:off x="571500" y="1952625"/>
            <a:ext cx="4238625" cy="2381250"/>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22" name="diagram-box-5">
            <a:extLst xmlns:a="http://schemas.openxmlformats.org/drawingml/2006/main">
              <a:ext uri="{FF2B5EF4-FFF2-40B4-BE49-F238E27FC236}">
                <a16:creationId xmlns:a16="http://schemas.microsoft.com/office/drawing/2014/main" id="{8854C93C-5EBD-4800-B68C-F11F8B487B1E}"/>
              </a:ext>
            </a:extLst>
          </p:cNvPr>
          <p:cNvSpPr>
            <a:spLocks xmlns:a="http://schemas.openxmlformats.org/drawingml/2006/main" noGrp="1"/>
          </p:cNvSpPr>
          <p:nvPr/>
        </p:nvSpPr>
        <p:spPr>
          <a:xfrm xmlns:a="http://schemas.openxmlformats.org/drawingml/2006/main">
            <a:off x="571500" y="1952625"/>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23" name="revision-text-6">
            <a:extLst xmlns:a="http://schemas.openxmlformats.org/drawingml/2006/main">
              <a:ext uri="{FF2B5EF4-FFF2-40B4-BE49-F238E27FC236}">
                <a16:creationId xmlns:a16="http://schemas.microsoft.com/office/drawing/2014/main" id="{3028F264-A5C4-4506-BF01-285E0132691E}"/>
              </a:ext>
            </a:extLst>
          </p:cNvPr>
          <p:cNvSpPr>
            <a:spLocks xmlns:a="http://schemas.openxmlformats.org/drawingml/2006/main" noGrp="1"/>
          </p:cNvSpPr>
          <p:nvPr/>
        </p:nvSpPr>
        <p:spPr>
          <a:xfrm xmlns:a="http://schemas.openxmlformats.org/drawingml/2006/main">
            <a:off x="647700"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24" name="diagram-box-7">
            <a:extLst xmlns:a="http://schemas.openxmlformats.org/drawingml/2006/main">
              <a:ext uri="{FF2B5EF4-FFF2-40B4-BE49-F238E27FC236}">
                <a16:creationId xmlns:a16="http://schemas.microsoft.com/office/drawing/2014/main" id="{6724538C-1CB2-4049-A1FE-E09059ACF746}"/>
              </a:ext>
            </a:extLst>
          </p:cNvPr>
          <p:cNvSpPr>
            <a:spLocks xmlns:a="http://schemas.openxmlformats.org/drawingml/2006/main" noGrp="1"/>
          </p:cNvSpPr>
          <p:nvPr/>
        </p:nvSpPr>
        <p:spPr>
          <a:xfrm xmlns:a="http://schemas.openxmlformats.org/drawingml/2006/main">
            <a:off x="76200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5" name="revision-text-8">
            <a:extLst xmlns:a="http://schemas.openxmlformats.org/drawingml/2006/main">
              <a:ext uri="{FF2B5EF4-FFF2-40B4-BE49-F238E27FC236}">
                <a16:creationId xmlns:a16="http://schemas.microsoft.com/office/drawing/2014/main" id="{38BC8601-AA30-4FB2-B943-AAEB597D952B}"/>
              </a:ext>
            </a:extLst>
          </p:cNvPr>
          <p:cNvSpPr>
            <a:spLocks xmlns:a="http://schemas.openxmlformats.org/drawingml/2006/main" noGrp="1"/>
          </p:cNvSpPr>
          <p:nvPr/>
        </p:nvSpPr>
        <p:spPr>
          <a:xfrm xmlns:a="http://schemas.openxmlformats.org/drawingml/2006/main">
            <a:off x="76200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95" b="0">
                <a:solidFill>
                  <a:srgbClr val="111111"/>
                </a:solidFill>
                <a:latin typeface="微软雅黑"/>
                <a:ea typeface="微软雅黑"/>
                <a:cs typeface="微软雅黑"/>
              </a:defRPr>
            </a:pPr>
            <a:r>
              <a:rPr sz="1095" b="0">
                <a:solidFill>
                  <a:srgbClr val="111111"/>
                </a:solidFill>
                <a:latin typeface="微软雅黑"/>
                <a:ea typeface="微软雅黑"/>
                <a:cs typeface="微软雅黑"/>
              </a:rPr>
              <a:t>Previous node</a:t>
            </a:r>
          </a:p>
        </p:txBody>
      </p:sp>
      <p:sp>
        <p:nvSpPr>
          <p:cNvPr id="26" name="diagram-box-9">
            <a:extLst xmlns:a="http://schemas.openxmlformats.org/drawingml/2006/main">
              <a:ext uri="{FF2B5EF4-FFF2-40B4-BE49-F238E27FC236}">
                <a16:creationId xmlns:a16="http://schemas.microsoft.com/office/drawing/2014/main" id="{E2A5F9CA-F2D5-4868-BA8A-233192621EFB}"/>
              </a:ext>
            </a:extLst>
          </p:cNvPr>
          <p:cNvSpPr>
            <a:spLocks xmlns:a="http://schemas.openxmlformats.org/drawingml/2006/main" noGrp="1"/>
          </p:cNvSpPr>
          <p:nvPr/>
        </p:nvSpPr>
        <p:spPr>
          <a:xfrm xmlns:a="http://schemas.openxmlformats.org/drawingml/2006/main">
            <a:off x="2200275"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7" name="revision-text-10">
            <a:extLst xmlns:a="http://schemas.openxmlformats.org/drawingml/2006/main">
              <a:ext uri="{FF2B5EF4-FFF2-40B4-BE49-F238E27FC236}">
                <a16:creationId xmlns:a16="http://schemas.microsoft.com/office/drawing/2014/main" id="{37963C01-6DF7-4C57-A391-4B9CB9C0DC1D}"/>
              </a:ext>
            </a:extLst>
          </p:cNvPr>
          <p:cNvSpPr>
            <a:spLocks xmlns:a="http://schemas.openxmlformats.org/drawingml/2006/main" noGrp="1"/>
          </p:cNvSpPr>
          <p:nvPr/>
        </p:nvSpPr>
        <p:spPr>
          <a:xfrm xmlns:a="http://schemas.openxmlformats.org/drawingml/2006/main">
            <a:off x="2200275" y="2476500"/>
            <a:ext cx="98107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68" b="1">
                <a:solidFill>
                  <a:srgbClr val="111111"/>
                </a:solidFill>
                <a:latin typeface="微软雅黑"/>
                <a:ea typeface="微软雅黑"/>
                <a:cs typeface="微软雅黑"/>
              </a:defRPr>
            </a:pPr>
            <a:r>
              <a:rPr sz="968" b="1">
                <a:solidFill>
                  <a:srgbClr val="111111"/>
                </a:solidFill>
                <a:latin typeface="微软雅黑"/>
                <a:ea typeface="微软雅黑"/>
                <a:cs typeface="微软雅黑"/>
              </a:rPr>
              <a:t>Current node</a:t>
            </a:r>
          </a:p>
        </p:txBody>
      </p:sp>
      <p:sp>
        <p:nvSpPr>
          <p:cNvPr id="28" name="diagram-box-11">
            <a:extLst xmlns:a="http://schemas.openxmlformats.org/drawingml/2006/main">
              <a:ext uri="{FF2B5EF4-FFF2-40B4-BE49-F238E27FC236}">
                <a16:creationId xmlns:a16="http://schemas.microsoft.com/office/drawing/2014/main" id="{E9CFB603-5ED8-4796-BAD8-A36185E4EF5C}"/>
              </a:ext>
            </a:extLst>
          </p:cNvPr>
          <p:cNvSpPr>
            <a:spLocks xmlns:a="http://schemas.openxmlformats.org/drawingml/2006/main" noGrp="1"/>
          </p:cNvSpPr>
          <p:nvPr/>
        </p:nvSpPr>
        <p:spPr>
          <a:xfrm xmlns:a="http://schemas.openxmlformats.org/drawingml/2006/main">
            <a:off x="363855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9" name="revision-text-12">
            <a:extLst xmlns:a="http://schemas.openxmlformats.org/drawingml/2006/main">
              <a:ext uri="{FF2B5EF4-FFF2-40B4-BE49-F238E27FC236}">
                <a16:creationId xmlns:a16="http://schemas.microsoft.com/office/drawing/2014/main" id="{780951D3-90AE-45EB-A732-9A58E82C4333}"/>
              </a:ext>
            </a:extLst>
          </p:cNvPr>
          <p:cNvSpPr>
            <a:spLocks xmlns:a="http://schemas.openxmlformats.org/drawingml/2006/main" noGrp="1"/>
          </p:cNvSpPr>
          <p:nvPr/>
        </p:nvSpPr>
        <p:spPr>
          <a:xfrm xmlns:a="http://schemas.openxmlformats.org/drawingml/2006/main">
            <a:off x="363855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111111"/>
                </a:solidFill>
                <a:latin typeface="微软雅黑"/>
                <a:ea typeface="微软雅黑"/>
                <a:cs typeface="微软雅黑"/>
              </a:defRPr>
            </a:pPr>
            <a:r>
              <a:rPr sz="1200" b="0">
                <a:solidFill>
                  <a:srgbClr val="111111"/>
                </a:solidFill>
                <a:latin typeface="微软雅黑"/>
                <a:ea typeface="微软雅黑"/>
                <a:cs typeface="微软雅黑"/>
              </a:rPr>
              <a:t>Next node</a:t>
            </a:r>
          </a:p>
        </p:txBody>
      </p:sp>
      <p:sp>
        <p:nvSpPr>
          <p:cNvPr id="30" name="diagram-line-13">
            <a:extLst xmlns:a="http://schemas.openxmlformats.org/drawingml/2006/main">
              <a:ext uri="{FF2B5EF4-FFF2-40B4-BE49-F238E27FC236}">
                <a16:creationId xmlns:a16="http://schemas.microsoft.com/office/drawing/2014/main" id="{10F0A25E-402E-4101-9147-874290E15259}"/>
              </a:ext>
            </a:extLst>
          </p:cNvPr>
          <p:cNvSpPr>
            <a:spLocks xmlns:a="http://schemas.openxmlformats.org/drawingml/2006/main" noGrp="1"/>
          </p:cNvSpPr>
          <p:nvPr/>
        </p:nvSpPr>
        <p:spPr>
          <a:xfrm xmlns:a="http://schemas.openxmlformats.org/drawingml/2006/main">
            <a:off x="1743075"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1" name="diagram-poly-14">
            <a:extLst xmlns:a="http://schemas.openxmlformats.org/drawingml/2006/main">
              <a:ext uri="{FF2B5EF4-FFF2-40B4-BE49-F238E27FC236}">
                <a16:creationId xmlns:a16="http://schemas.microsoft.com/office/drawing/2014/main" id="{138CB8B0-5D7B-4100-B33D-89737E8BEA8F}"/>
              </a:ext>
            </a:extLst>
          </p:cNvPr>
          <p:cNvSpPr>
            <a:spLocks xmlns:a="http://schemas.openxmlformats.org/drawingml/2006/main" noGrp="1"/>
          </p:cNvSpPr>
          <p:nvPr/>
        </p:nvSpPr>
        <p:spPr>
          <a:xfrm xmlns:a="http://schemas.openxmlformats.org/drawingml/2006/main">
            <a:off x="2133600"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2" name="diagram-line-15">
            <a:extLst xmlns:a="http://schemas.openxmlformats.org/drawingml/2006/main">
              <a:ext uri="{FF2B5EF4-FFF2-40B4-BE49-F238E27FC236}">
                <a16:creationId xmlns:a16="http://schemas.microsoft.com/office/drawing/2014/main" id="{66370292-8605-4BA8-8BCA-14F8E0E1FB9E}"/>
              </a:ext>
            </a:extLst>
          </p:cNvPr>
          <p:cNvSpPr>
            <a:spLocks xmlns:a="http://schemas.openxmlformats.org/drawingml/2006/main" noGrp="1"/>
          </p:cNvSpPr>
          <p:nvPr/>
        </p:nvSpPr>
        <p:spPr>
          <a:xfrm xmlns:a="http://schemas.openxmlformats.org/drawingml/2006/main">
            <a:off x="3181350"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3" name="diagram-poly-16">
            <a:extLst xmlns:a="http://schemas.openxmlformats.org/drawingml/2006/main">
              <a:ext uri="{FF2B5EF4-FFF2-40B4-BE49-F238E27FC236}">
                <a16:creationId xmlns:a16="http://schemas.microsoft.com/office/drawing/2014/main" id="{F7506B97-C41E-4E0F-8678-27CB479BC09D}"/>
              </a:ext>
            </a:extLst>
          </p:cNvPr>
          <p:cNvSpPr>
            <a:spLocks xmlns:a="http://schemas.openxmlformats.org/drawingml/2006/main" noGrp="1"/>
          </p:cNvSpPr>
          <p:nvPr/>
        </p:nvSpPr>
        <p:spPr>
          <a:xfrm xmlns:a="http://schemas.openxmlformats.org/drawingml/2006/main">
            <a:off x="3571875"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4" name="diagram-line-17">
            <a:extLst xmlns:a="http://schemas.openxmlformats.org/drawingml/2006/main">
              <a:ext uri="{FF2B5EF4-FFF2-40B4-BE49-F238E27FC236}">
                <a16:creationId xmlns:a16="http://schemas.microsoft.com/office/drawing/2014/main" id="{B50943AE-4BA1-4C33-AA77-F139BCD4B749}"/>
              </a:ext>
            </a:extLst>
          </p:cNvPr>
          <p:cNvSpPr>
            <a:spLocks xmlns:a="http://schemas.openxmlformats.org/drawingml/2006/main" noGrp="1"/>
          </p:cNvSpPr>
          <p:nvPr/>
        </p:nvSpPr>
        <p:spPr>
          <a:xfrm xmlns:a="http://schemas.openxmlformats.org/drawingml/2006/main">
            <a:off x="26860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5" name="diagram-line-18">
            <a:extLst xmlns:a="http://schemas.openxmlformats.org/drawingml/2006/main">
              <a:ext uri="{FF2B5EF4-FFF2-40B4-BE49-F238E27FC236}">
                <a16:creationId xmlns:a16="http://schemas.microsoft.com/office/drawing/2014/main" id="{94D4C479-6841-4D09-B405-B4E9E19687EE}"/>
              </a:ext>
            </a:extLst>
          </p:cNvPr>
          <p:cNvSpPr>
            <a:spLocks xmlns:a="http://schemas.openxmlformats.org/drawingml/2006/main" noGrp="1"/>
          </p:cNvSpPr>
          <p:nvPr/>
        </p:nvSpPr>
        <p:spPr>
          <a:xfrm xmlns:a="http://schemas.openxmlformats.org/drawingml/2006/main">
            <a:off x="26860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6" name="diagram-box-19">
            <a:extLst xmlns:a="http://schemas.openxmlformats.org/drawingml/2006/main">
              <a:ext uri="{FF2B5EF4-FFF2-40B4-BE49-F238E27FC236}">
                <a16:creationId xmlns:a16="http://schemas.microsoft.com/office/drawing/2014/main" id="{F37F006B-BBD0-4E64-B613-7894BED042E9}"/>
              </a:ext>
            </a:extLst>
          </p:cNvPr>
          <p:cNvSpPr>
            <a:spLocks xmlns:a="http://schemas.openxmlformats.org/drawingml/2006/main" noGrp="1"/>
          </p:cNvSpPr>
          <p:nvPr/>
        </p:nvSpPr>
        <p:spPr>
          <a:xfrm xmlns:a="http://schemas.openxmlformats.org/drawingml/2006/main">
            <a:off x="762000" y="2943225"/>
            <a:ext cx="3857625"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37" name="revision-text-20">
            <a:extLst xmlns:a="http://schemas.openxmlformats.org/drawingml/2006/main">
              <a:ext uri="{FF2B5EF4-FFF2-40B4-BE49-F238E27FC236}">
                <a16:creationId xmlns:a16="http://schemas.microsoft.com/office/drawing/2014/main" id="{FEB254B5-832D-4C2C-9CA4-DA556E26B23A}"/>
              </a:ext>
            </a:extLst>
          </p:cNvPr>
          <p:cNvSpPr>
            <a:spLocks xmlns:a="http://schemas.openxmlformats.org/drawingml/2006/main" noGrp="1"/>
          </p:cNvSpPr>
          <p:nvPr/>
        </p:nvSpPr>
        <p:spPr>
          <a:xfrm xmlns:a="http://schemas.openxmlformats.org/drawingml/2006/main">
            <a:off x="809625" y="2971800"/>
            <a:ext cx="37623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Workflow node</a:t>
            </a:r>
          </a:p>
        </p:txBody>
      </p:sp>
      <p:sp>
        <p:nvSpPr>
          <p:cNvPr id="38" name="diagram-box-21">
            <a:extLst xmlns:a="http://schemas.openxmlformats.org/drawingml/2006/main">
              <a:ext uri="{FF2B5EF4-FFF2-40B4-BE49-F238E27FC236}">
                <a16:creationId xmlns:a16="http://schemas.microsoft.com/office/drawing/2014/main" id="{CA5A2B88-38BF-4079-9412-FE1A092D112F}"/>
              </a:ext>
            </a:extLst>
          </p:cNvPr>
          <p:cNvSpPr>
            <a:spLocks xmlns:a="http://schemas.openxmlformats.org/drawingml/2006/main" noGrp="1"/>
          </p:cNvSpPr>
          <p:nvPr/>
        </p:nvSpPr>
        <p:spPr>
          <a:xfrm xmlns:a="http://schemas.openxmlformats.org/drawingml/2006/main">
            <a:off x="85725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39" name="revision-text-22">
            <a:extLst xmlns:a="http://schemas.openxmlformats.org/drawingml/2006/main">
              <a:ext uri="{FF2B5EF4-FFF2-40B4-BE49-F238E27FC236}">
                <a16:creationId xmlns:a16="http://schemas.microsoft.com/office/drawing/2014/main" id="{E5D3BF54-9DA5-4439-9553-6B29AF026A42}"/>
              </a:ext>
            </a:extLst>
          </p:cNvPr>
          <p:cNvSpPr>
            <a:spLocks xmlns:a="http://schemas.openxmlformats.org/drawingml/2006/main" noGrp="1"/>
          </p:cNvSpPr>
          <p:nvPr/>
        </p:nvSpPr>
        <p:spPr>
          <a:xfrm xmlns:a="http://schemas.openxmlformats.org/drawingml/2006/main">
            <a:off x="90487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Variable space</a:t>
            </a:r>
          </a:p>
        </p:txBody>
      </p:sp>
      <p:sp>
        <p:nvSpPr>
          <p:cNvPr id="40" name="revision-text-23">
            <a:extLst xmlns:a="http://schemas.openxmlformats.org/drawingml/2006/main">
              <a:ext uri="{FF2B5EF4-FFF2-40B4-BE49-F238E27FC236}">
                <a16:creationId xmlns:a16="http://schemas.microsoft.com/office/drawing/2014/main" id="{E879A34E-C0BB-4BE1-A20D-A9EC1712542A}"/>
              </a:ext>
            </a:extLst>
          </p:cNvPr>
          <p:cNvSpPr>
            <a:spLocks xmlns:a="http://schemas.openxmlformats.org/drawingml/2006/main" noGrp="1"/>
          </p:cNvSpPr>
          <p:nvPr/>
        </p:nvSpPr>
        <p:spPr>
          <a:xfrm xmlns:a="http://schemas.openxmlformats.org/drawingml/2006/main">
            <a:off x="914400" y="34290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00" b="0">
                <a:solidFill>
                  <a:srgbClr val="111111"/>
                </a:solidFill>
                <a:latin typeface="微软雅黑"/>
                <a:ea typeface="微软雅黑"/>
                <a:cs typeface="微软雅黑"/>
              </a:defRPr>
            </a:pPr>
            <a:r>
              <a:rPr sz="765" b="0" lang="en-US">
                <a:solidFill>
                  <a:srgbClr val="111111"/>
                </a:solidFill>
                <a:latin typeface="微软雅黑"/>
                <a:ea typeface="微软雅黑"/>
                <a:cs typeface="微软雅黑"/>
              </a:rPr>
              <a:t>Task variables / Attribute mapping</a:t>
            </a:r>
          </a:p>
        </p:txBody>
      </p:sp>
      <p:sp>
        <p:nvSpPr>
          <p:cNvPr id="41" name="diagram-box-24">
            <a:extLst xmlns:a="http://schemas.openxmlformats.org/drawingml/2006/main">
              <a:ext uri="{FF2B5EF4-FFF2-40B4-BE49-F238E27FC236}">
                <a16:creationId xmlns:a16="http://schemas.microsoft.com/office/drawing/2014/main" id="{A92109D6-9FF1-4733-9953-8C2FC7A9A115}"/>
              </a:ext>
            </a:extLst>
          </p:cNvPr>
          <p:cNvSpPr>
            <a:spLocks xmlns:a="http://schemas.openxmlformats.org/drawingml/2006/main" noGrp="1"/>
          </p:cNvSpPr>
          <p:nvPr/>
        </p:nvSpPr>
        <p:spPr>
          <a:xfrm xmlns:a="http://schemas.openxmlformats.org/drawingml/2006/main">
            <a:off x="274320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2" name="revision-text-25">
            <a:extLst xmlns:a="http://schemas.openxmlformats.org/drawingml/2006/main">
              <a:ext uri="{FF2B5EF4-FFF2-40B4-BE49-F238E27FC236}">
                <a16:creationId xmlns:a16="http://schemas.microsoft.com/office/drawing/2014/main" id="{38ACE0EA-CE5C-4A57-9AD1-12904A605A76}"/>
              </a:ext>
            </a:extLst>
          </p:cNvPr>
          <p:cNvSpPr>
            <a:spLocks xmlns:a="http://schemas.openxmlformats.org/drawingml/2006/main" noGrp="1"/>
          </p:cNvSpPr>
          <p:nvPr/>
        </p:nvSpPr>
        <p:spPr>
          <a:xfrm xmlns:a="http://schemas.openxmlformats.org/drawingml/2006/main">
            <a:off x="279082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Node lifecycle</a:t>
            </a:r>
          </a:p>
        </p:txBody>
      </p:sp>
      <p:sp>
        <p:nvSpPr>
          <p:cNvPr id="43" name="revision-text-26">
            <a:extLst xmlns:a="http://schemas.openxmlformats.org/drawingml/2006/main">
              <a:ext uri="{FF2B5EF4-FFF2-40B4-BE49-F238E27FC236}">
                <a16:creationId xmlns:a16="http://schemas.microsoft.com/office/drawing/2014/main" id="{3AA2DD89-3A04-4739-BFED-DC64A3F78C6B}"/>
              </a:ext>
            </a:extLst>
          </p:cNvPr>
          <p:cNvSpPr>
            <a:spLocks xmlns:a="http://schemas.openxmlformats.org/drawingml/2006/main" noGrp="1"/>
          </p:cNvSpPr>
          <p:nvPr/>
        </p:nvSpPr>
        <p:spPr>
          <a:xfrm xmlns:a="http://schemas.openxmlformats.org/drawingml/2006/main">
            <a:off x="2800350" y="34290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Execution stage and result</a:t>
            </a:r>
          </a:p>
        </p:txBody>
      </p:sp>
      <p:sp>
        <p:nvSpPr>
          <p:cNvPr id="44" name="diagram-box-27">
            <a:extLst xmlns:a="http://schemas.openxmlformats.org/drawingml/2006/main">
              <a:ext uri="{FF2B5EF4-FFF2-40B4-BE49-F238E27FC236}">
                <a16:creationId xmlns:a16="http://schemas.microsoft.com/office/drawing/2014/main" id="{8CBC8F52-BA65-4CD4-BEE0-3B0E975C7082}"/>
              </a:ext>
            </a:extLst>
          </p:cNvPr>
          <p:cNvSpPr>
            <a:spLocks xmlns:a="http://schemas.openxmlformats.org/drawingml/2006/main" noGrp="1"/>
          </p:cNvSpPr>
          <p:nvPr/>
        </p:nvSpPr>
        <p:spPr>
          <a:xfrm xmlns:a="http://schemas.openxmlformats.org/drawingml/2006/main">
            <a:off x="85725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5" name="revision-text-28">
            <a:extLst xmlns:a="http://schemas.openxmlformats.org/drawingml/2006/main">
              <a:ext uri="{FF2B5EF4-FFF2-40B4-BE49-F238E27FC236}">
                <a16:creationId xmlns:a16="http://schemas.microsoft.com/office/drawing/2014/main" id="{B33CB69A-02FA-45AA-A4DA-609C79EFBCD4}"/>
              </a:ext>
            </a:extLst>
          </p:cNvPr>
          <p:cNvSpPr>
            <a:spLocks xmlns:a="http://schemas.openxmlformats.org/drawingml/2006/main" noGrp="1"/>
          </p:cNvSpPr>
          <p:nvPr/>
        </p:nvSpPr>
        <p:spPr>
          <a:xfrm xmlns:a="http://schemas.openxmlformats.org/drawingml/2006/main">
            <a:off x="90487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40" b="1">
                <a:solidFill>
                  <a:srgbClr val="111111"/>
                </a:solidFill>
                <a:latin typeface="微软雅黑"/>
                <a:ea typeface="微软雅黑"/>
                <a:cs typeface="微软雅黑"/>
              </a:defRPr>
            </a:pPr>
            <a:r>
              <a:rPr sz="840" b="1">
                <a:solidFill>
                  <a:srgbClr val="111111"/>
                </a:solidFill>
                <a:latin typeface="微软雅黑"/>
                <a:ea typeface="微软雅黑"/>
                <a:cs typeface="微软雅黑"/>
              </a:rPr>
              <a:t>Control interfaces / Data ports</a:t>
            </a:r>
          </a:p>
        </p:txBody>
      </p:sp>
      <p:sp>
        <p:nvSpPr>
          <p:cNvPr id="46" name="revision-text-29">
            <a:extLst xmlns:a="http://schemas.openxmlformats.org/drawingml/2006/main">
              <a:ext uri="{FF2B5EF4-FFF2-40B4-BE49-F238E27FC236}">
                <a16:creationId xmlns:a16="http://schemas.microsoft.com/office/drawing/2014/main" id="{6F7EF862-8D74-42F9-AA91-8E6BAF233E03}"/>
              </a:ext>
            </a:extLst>
          </p:cNvPr>
          <p:cNvSpPr>
            <a:spLocks xmlns:a="http://schemas.openxmlformats.org/drawingml/2006/main" noGrp="1"/>
          </p:cNvSpPr>
          <p:nvPr/>
        </p:nvSpPr>
        <p:spPr>
          <a:xfrm xmlns:a="http://schemas.openxmlformats.org/drawingml/2006/main">
            <a:off x="914400" y="38862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55" b="0">
                <a:solidFill>
                  <a:srgbClr val="111111"/>
                </a:solidFill>
                <a:latin typeface="微软雅黑"/>
                <a:ea typeface="微软雅黑"/>
                <a:cs typeface="微软雅黑"/>
              </a:defRPr>
            </a:pPr>
            <a:r>
              <a:rPr sz="855" b="0" lang="en-US">
                <a:solidFill>
                  <a:srgbClr val="111111"/>
                </a:solidFill>
                <a:latin typeface="微软雅黑"/>
                <a:ea typeface="微软雅黑"/>
                <a:cs typeface="微软雅黑"/>
              </a:rPr>
              <a:t>Control signals / I/O data</a:t>
            </a:r>
          </a:p>
        </p:txBody>
      </p:sp>
      <p:sp>
        <p:nvSpPr>
          <p:cNvPr id="47" name="diagram-box-30">
            <a:extLst xmlns:a="http://schemas.openxmlformats.org/drawingml/2006/main">
              <a:ext uri="{FF2B5EF4-FFF2-40B4-BE49-F238E27FC236}">
                <a16:creationId xmlns:a16="http://schemas.microsoft.com/office/drawing/2014/main" id="{E9278105-3020-4190-BED6-DBD73B8539AB}"/>
              </a:ext>
            </a:extLst>
          </p:cNvPr>
          <p:cNvSpPr>
            <a:spLocks xmlns:a="http://schemas.openxmlformats.org/drawingml/2006/main" noGrp="1"/>
          </p:cNvSpPr>
          <p:nvPr/>
        </p:nvSpPr>
        <p:spPr>
          <a:xfrm xmlns:a="http://schemas.openxmlformats.org/drawingml/2006/main">
            <a:off x="274320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8" name="revision-text-31">
            <a:extLst xmlns:a="http://schemas.openxmlformats.org/drawingml/2006/main">
              <a:ext uri="{FF2B5EF4-FFF2-40B4-BE49-F238E27FC236}">
                <a16:creationId xmlns:a16="http://schemas.microsoft.com/office/drawing/2014/main" id="{0028B506-8532-46F3-B22B-535FAFD649D9}"/>
              </a:ext>
            </a:extLst>
          </p:cNvPr>
          <p:cNvSpPr>
            <a:spLocks xmlns:a="http://schemas.openxmlformats.org/drawingml/2006/main" noGrp="1"/>
          </p:cNvSpPr>
          <p:nvPr/>
        </p:nvSpPr>
        <p:spPr>
          <a:xfrm xmlns:a="http://schemas.openxmlformats.org/drawingml/2006/main">
            <a:off x="279082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1">
                <a:solidFill>
                  <a:srgbClr val="111111"/>
                </a:solidFill>
                <a:latin typeface="微软雅黑"/>
                <a:ea typeface="微软雅黑"/>
                <a:cs typeface="微软雅黑"/>
              </a:defRPr>
            </a:pPr>
            <a:r>
              <a:rPr sz="945" b="1">
                <a:solidFill>
                  <a:srgbClr val="111111"/>
                </a:solidFill>
                <a:latin typeface="微软雅黑"/>
                <a:ea typeface="微软雅黑"/>
                <a:cs typeface="微软雅黑"/>
              </a:rPr>
              <a:t>Trigger: condition → action</a:t>
            </a:r>
          </a:p>
        </p:txBody>
      </p:sp>
      <p:sp>
        <p:nvSpPr>
          <p:cNvPr id="49" name="revision-text-32">
            <a:extLst xmlns:a="http://schemas.openxmlformats.org/drawingml/2006/main">
              <a:ext uri="{FF2B5EF4-FFF2-40B4-BE49-F238E27FC236}">
                <a16:creationId xmlns:a16="http://schemas.microsoft.com/office/drawing/2014/main" id="{5D983909-E629-4D0D-BA6E-2CDB922063B7}"/>
              </a:ext>
            </a:extLst>
          </p:cNvPr>
          <p:cNvSpPr>
            <a:spLocks xmlns:a="http://schemas.openxmlformats.org/drawingml/2006/main" noGrp="1"/>
          </p:cNvSpPr>
          <p:nvPr/>
        </p:nvSpPr>
        <p:spPr>
          <a:xfrm xmlns:a="http://schemas.openxmlformats.org/drawingml/2006/main">
            <a:off x="2800350" y="3886200"/>
            <a:ext cx="1666875" cy="18854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05" b="0">
                <a:solidFill>
                  <a:srgbClr val="111111"/>
                </a:solidFill>
                <a:latin typeface="微软雅黑"/>
                <a:ea typeface="微软雅黑"/>
                <a:cs typeface="微软雅黑"/>
              </a:defRPr>
            </a:pPr>
            <a:r>
              <a:rPr sz="720" b="0" lang="en-US">
                <a:solidFill>
                  <a:srgbClr val="111111"/>
                </a:solidFill>
                <a:latin typeface="微软雅黑"/>
                <a:ea typeface="微软雅黑"/>
                <a:cs typeface="微软雅黑"/>
              </a:rPr>
              <a:t>Update variables/state · Send signals</a:t>
            </a:r>
          </a:p>
        </p:txBody>
      </p:sp>
      <p:sp>
        <p:nvSpPr>
          <p:cNvPr id="50" name="diagram-box-33">
            <a:extLst xmlns:a="http://schemas.openxmlformats.org/drawingml/2006/main">
              <a:ext uri="{FF2B5EF4-FFF2-40B4-BE49-F238E27FC236}">
                <a16:creationId xmlns:a16="http://schemas.microsoft.com/office/drawing/2014/main" id="{1A9965E6-FB1C-4A8A-B013-D6B3CDE4B381}"/>
              </a:ext>
            </a:extLst>
          </p:cNvPr>
          <p:cNvSpPr>
            <a:spLocks xmlns:a="http://schemas.openxmlformats.org/drawingml/2006/main" noGrp="1"/>
          </p:cNvSpPr>
          <p:nvPr/>
        </p:nvSpPr>
        <p:spPr>
          <a:xfrm xmlns:a="http://schemas.openxmlformats.org/drawingml/2006/main">
            <a:off x="7381875" y="1952625"/>
            <a:ext cx="4238625" cy="2381250"/>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51" name="diagram-box-34">
            <a:extLst xmlns:a="http://schemas.openxmlformats.org/drawingml/2006/main">
              <a:ext uri="{FF2B5EF4-FFF2-40B4-BE49-F238E27FC236}">
                <a16:creationId xmlns:a16="http://schemas.microsoft.com/office/drawing/2014/main" id="{F66AFD92-05C6-4723-9F7F-C75A4EBEFE58}"/>
              </a:ext>
            </a:extLst>
          </p:cNvPr>
          <p:cNvSpPr>
            <a:spLocks xmlns:a="http://schemas.openxmlformats.org/drawingml/2006/main" noGrp="1"/>
          </p:cNvSpPr>
          <p:nvPr/>
        </p:nvSpPr>
        <p:spPr>
          <a:xfrm xmlns:a="http://schemas.openxmlformats.org/drawingml/2006/main">
            <a:off x="7381875" y="1952625"/>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52" name="revision-text-35">
            <a:extLst xmlns:a="http://schemas.openxmlformats.org/drawingml/2006/main">
              <a:ext uri="{FF2B5EF4-FFF2-40B4-BE49-F238E27FC236}">
                <a16:creationId xmlns:a16="http://schemas.microsoft.com/office/drawing/2014/main" id="{6EC71610-484F-47F8-B4F5-3B72D20C769F}"/>
              </a:ext>
            </a:extLst>
          </p:cNvPr>
          <p:cNvSpPr>
            <a:spLocks xmlns:a="http://schemas.openxmlformats.org/drawingml/2006/main" noGrp="1"/>
          </p:cNvSpPr>
          <p:nvPr/>
        </p:nvSpPr>
        <p:spPr>
          <a:xfrm xmlns:a="http://schemas.openxmlformats.org/drawingml/2006/main">
            <a:off x="7458075"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53" name="diagram-box-36">
            <a:extLst xmlns:a="http://schemas.openxmlformats.org/drawingml/2006/main">
              <a:ext uri="{FF2B5EF4-FFF2-40B4-BE49-F238E27FC236}">
                <a16:creationId xmlns:a16="http://schemas.microsoft.com/office/drawing/2014/main" id="{D2A768ED-A9A1-4EDA-A80D-26EE075B8D87}"/>
              </a:ext>
            </a:extLst>
          </p:cNvPr>
          <p:cNvSpPr>
            <a:spLocks xmlns:a="http://schemas.openxmlformats.org/drawingml/2006/main" noGrp="1"/>
          </p:cNvSpPr>
          <p:nvPr/>
        </p:nvSpPr>
        <p:spPr>
          <a:xfrm xmlns:a="http://schemas.openxmlformats.org/drawingml/2006/main">
            <a:off x="7743825" y="23812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4" name="diagram-box-37">
            <a:extLst xmlns:a="http://schemas.openxmlformats.org/drawingml/2006/main">
              <a:ext uri="{FF2B5EF4-FFF2-40B4-BE49-F238E27FC236}">
                <a16:creationId xmlns:a16="http://schemas.microsoft.com/office/drawing/2014/main" id="{00E14071-2B6C-44C2-8462-0D3A5CB7A67A}"/>
              </a:ext>
            </a:extLst>
          </p:cNvPr>
          <p:cNvSpPr>
            <a:spLocks xmlns:a="http://schemas.openxmlformats.org/drawingml/2006/main" noGrp="1"/>
          </p:cNvSpPr>
          <p:nvPr/>
        </p:nvSpPr>
        <p:spPr>
          <a:xfrm xmlns:a="http://schemas.openxmlformats.org/drawingml/2006/main">
            <a:off x="7667625" y="24574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5" name="diagram-box-38">
            <a:extLst xmlns:a="http://schemas.openxmlformats.org/drawingml/2006/main">
              <a:ext uri="{FF2B5EF4-FFF2-40B4-BE49-F238E27FC236}">
                <a16:creationId xmlns:a16="http://schemas.microsoft.com/office/drawing/2014/main" id="{CCB00F61-EC11-4A29-A767-D283795C98CF}"/>
              </a:ext>
            </a:extLst>
          </p:cNvPr>
          <p:cNvSpPr>
            <a:spLocks xmlns:a="http://schemas.openxmlformats.org/drawingml/2006/main" noGrp="1"/>
          </p:cNvSpPr>
          <p:nvPr/>
        </p:nvSpPr>
        <p:spPr>
          <a:xfrm xmlns:a="http://schemas.openxmlformats.org/drawingml/2006/main">
            <a:off x="7591425" y="25336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6" name="revision-text-39">
            <a:extLst xmlns:a="http://schemas.openxmlformats.org/drawingml/2006/main">
              <a:ext uri="{FF2B5EF4-FFF2-40B4-BE49-F238E27FC236}">
                <a16:creationId xmlns:a16="http://schemas.microsoft.com/office/drawing/2014/main" id="{AE304A2B-927E-4610-AF42-57AC32D6E9F9}"/>
              </a:ext>
            </a:extLst>
          </p:cNvPr>
          <p:cNvSpPr>
            <a:spLocks xmlns:a="http://schemas.openxmlformats.org/drawingml/2006/main" noGrp="1"/>
          </p:cNvSpPr>
          <p:nvPr/>
        </p:nvSpPr>
        <p:spPr>
          <a:xfrm xmlns:a="http://schemas.openxmlformats.org/drawingml/2006/main">
            <a:off x="7610475" y="2571750"/>
            <a:ext cx="36195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Device object model</a:t>
            </a:r>
          </a:p>
        </p:txBody>
      </p:sp>
      <p:sp>
        <p:nvSpPr>
          <p:cNvPr id="57" name="diagram-box-40">
            <a:extLst xmlns:a="http://schemas.openxmlformats.org/drawingml/2006/main">
              <a:ext uri="{FF2B5EF4-FFF2-40B4-BE49-F238E27FC236}">
                <a16:creationId xmlns:a16="http://schemas.microsoft.com/office/drawing/2014/main" id="{163AABCB-1922-4F94-B15B-B98025757607}"/>
              </a:ext>
            </a:extLst>
          </p:cNvPr>
          <p:cNvSpPr>
            <a:spLocks xmlns:a="http://schemas.openxmlformats.org/drawingml/2006/main" noGrp="1"/>
          </p:cNvSpPr>
          <p:nvPr/>
        </p:nvSpPr>
        <p:spPr>
          <a:xfrm xmlns:a="http://schemas.openxmlformats.org/drawingml/2006/main">
            <a:off x="776287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58" name="revision-text-41">
            <a:extLst xmlns:a="http://schemas.openxmlformats.org/drawingml/2006/main">
              <a:ext uri="{FF2B5EF4-FFF2-40B4-BE49-F238E27FC236}">
                <a16:creationId xmlns:a16="http://schemas.microsoft.com/office/drawing/2014/main" id="{92078569-28E9-4410-A904-2532D7D21BCF}"/>
              </a:ext>
            </a:extLst>
          </p:cNvPr>
          <p:cNvSpPr>
            <a:spLocks xmlns:a="http://schemas.openxmlformats.org/drawingml/2006/main" noGrp="1"/>
          </p:cNvSpPr>
          <p:nvPr/>
        </p:nvSpPr>
        <p:spPr>
          <a:xfrm xmlns:a="http://schemas.openxmlformats.org/drawingml/2006/main">
            <a:off x="781050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Capability model</a:t>
            </a:r>
          </a:p>
        </p:txBody>
      </p:sp>
      <p:sp>
        <p:nvSpPr>
          <p:cNvPr id="59" name="revision-text-42">
            <a:extLst xmlns:a="http://schemas.openxmlformats.org/drawingml/2006/main">
              <a:ext uri="{FF2B5EF4-FFF2-40B4-BE49-F238E27FC236}">
                <a16:creationId xmlns:a16="http://schemas.microsoft.com/office/drawing/2014/main" id="{A0FE30A3-E1F5-4005-AF0D-9D39B36E89C9}"/>
              </a:ext>
            </a:extLst>
          </p:cNvPr>
          <p:cNvSpPr>
            <a:spLocks xmlns:a="http://schemas.openxmlformats.org/drawingml/2006/main" noGrp="1"/>
          </p:cNvSpPr>
          <p:nvPr/>
        </p:nvSpPr>
        <p:spPr>
          <a:xfrm xmlns:a="http://schemas.openxmlformats.org/drawingml/2006/main">
            <a:off x="7820025" y="3124200"/>
            <a:ext cx="1485900" cy="733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lang="en-US">
                <a:solidFill>
                  <a:srgbClr val="111111"/>
                </a:solidFill>
                <a:latin typeface="微软雅黑"/>
                <a:ea typeface="微软雅黑"/>
                <a:cs typeface="微软雅黑"/>
              </a:rPr>
              <a:t>Attributes and capabilities</a:t>
            </a:r>
          </a:p>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lang="en-US">
                <a:solidFill>
                  <a:srgbClr val="111111"/>
                </a:solidFill>
                <a:latin typeface="微软雅黑"/>
                <a:ea typeface="微软雅黑"/>
                <a:cs typeface="微软雅黑"/>
              </a:rPr>
              <a:t>Operation parameters and</a:t>
            </a:r>
          </a:p>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lang="en-US">
                <a:solidFill>
                  <a:srgbClr val="111111"/>
                </a:solidFill>
                <a:latin typeface="微软雅黑"/>
                <a:ea typeface="微软雅黑"/>
                <a:cs typeface="微软雅黑"/>
              </a:rPr>
              <a:t>interfaces</a:t>
            </a:r>
          </a:p>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lang="en-US">
                <a:solidFill>
                  <a:srgbClr val="111111"/>
                </a:solidFill>
                <a:latin typeface="微软雅黑"/>
                <a:ea typeface="微软雅黑"/>
                <a:cs typeface="微软雅黑"/>
              </a:rPr>
              <a:t>Adapter mapping contract</a:t>
            </a:r>
          </a:p>
          <a:p>
            <a:pPr algn="ctr">
              <a:lnSpc>
                <a:spcPct val="104000"/>
              </a:lnSpc>
              <a:spcBef>
                <a:spcPts val="0"/>
              </a:spcBef>
              <a:spcAft>
                <a:spcPts val="0"/>
              </a:spcAft>
              <a:buNone/>
              <a:defRPr sz="832" b="0">
                <a:solidFill>
                  <a:srgbClr val="111111"/>
                </a:solidFill>
                <a:latin typeface="微软雅黑"/>
                <a:ea typeface="微软雅黑"/>
                <a:cs typeface="微软雅黑"/>
              </a:defRPr>
            </a:pPr>
            <a:r>
              <a:rPr sz="832" b="0" lang="en-US">
                <a:solidFill>
                  <a:srgbClr val="111111"/>
                </a:solidFill>
                <a:latin typeface="微软雅黑"/>
                <a:ea typeface="微软雅黑"/>
                <a:cs typeface="微软雅黑"/>
              </a:rPr>
              <a:t>Intrinsic constraints</a:t>
            </a:r>
          </a:p>
        </p:txBody>
      </p:sp>
      <p:sp>
        <p:nvSpPr>
          <p:cNvPr id="60" name="diagram-box-43">
            <a:extLst xmlns:a="http://schemas.openxmlformats.org/drawingml/2006/main">
              <a:ext uri="{FF2B5EF4-FFF2-40B4-BE49-F238E27FC236}">
                <a16:creationId xmlns:a16="http://schemas.microsoft.com/office/drawing/2014/main" id="{26F23C79-AB24-4791-884E-0EBBA850E2F2}"/>
              </a:ext>
            </a:extLst>
          </p:cNvPr>
          <p:cNvSpPr>
            <a:spLocks xmlns:a="http://schemas.openxmlformats.org/drawingml/2006/main" noGrp="1"/>
          </p:cNvSpPr>
          <p:nvPr/>
        </p:nvSpPr>
        <p:spPr>
          <a:xfrm xmlns:a="http://schemas.openxmlformats.org/drawingml/2006/main">
            <a:off x="953452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61" name="revision-text-44">
            <a:extLst xmlns:a="http://schemas.openxmlformats.org/drawingml/2006/main">
              <a:ext uri="{FF2B5EF4-FFF2-40B4-BE49-F238E27FC236}">
                <a16:creationId xmlns:a16="http://schemas.microsoft.com/office/drawing/2014/main" id="{DA9F3D67-F76B-4C15-90BE-34F34B9CBDC8}"/>
              </a:ext>
            </a:extLst>
          </p:cNvPr>
          <p:cNvSpPr>
            <a:spLocks xmlns:a="http://schemas.openxmlformats.org/drawingml/2006/main" noGrp="1"/>
          </p:cNvSpPr>
          <p:nvPr/>
        </p:nvSpPr>
        <p:spPr>
          <a:xfrm xmlns:a="http://schemas.openxmlformats.org/drawingml/2006/main">
            <a:off x="958215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State machine</a:t>
            </a:r>
          </a:p>
        </p:txBody>
      </p:sp>
      <p:sp>
        <p:nvSpPr>
          <p:cNvPr id="62" name="revision-text-45">
            <a:extLst xmlns:a="http://schemas.openxmlformats.org/drawingml/2006/main">
              <a:ext uri="{FF2B5EF4-FFF2-40B4-BE49-F238E27FC236}">
                <a16:creationId xmlns:a16="http://schemas.microsoft.com/office/drawing/2014/main" id="{A0028B61-9BF6-46E2-A76E-5E593AC1A3DC}"/>
              </a:ext>
            </a:extLst>
          </p:cNvPr>
          <p:cNvSpPr>
            <a:spLocks xmlns:a="http://schemas.openxmlformats.org/drawingml/2006/main" noGrp="1"/>
          </p:cNvSpPr>
          <p:nvPr/>
        </p:nvSpPr>
        <p:spPr>
          <a:xfrm xmlns:a="http://schemas.openxmlformats.org/drawingml/2006/main">
            <a:off x="9591675" y="3124200"/>
            <a:ext cx="1485900" cy="6667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93" b="0">
                <a:solidFill>
                  <a:srgbClr val="111111"/>
                </a:solidFill>
                <a:latin typeface="微软雅黑"/>
                <a:ea typeface="微软雅黑"/>
                <a:cs typeface="微软雅黑"/>
              </a:defRPr>
            </a:pPr>
            <a:r>
              <a:rPr sz="773" b="0" lang="en-US">
                <a:solidFill>
                  <a:srgbClr val="111111"/>
                </a:solidFill>
                <a:latin typeface="微软雅黑"/>
                <a:ea typeface="微软雅黑"/>
                <a:cs typeface="微软雅黑"/>
              </a:rPr>
              <a:t>Request handling and state</a:t>
            </a:r>
          </a:p>
          <a:p>
            <a:pPr algn="ctr">
              <a:lnSpc>
                <a:spcPct val="104000"/>
              </a:lnSpc>
              <a:spcBef>
                <a:spcPts val="0"/>
              </a:spcBef>
              <a:spcAft>
                <a:spcPts val="0"/>
              </a:spcAft>
              <a:buNone/>
              <a:defRPr sz="893" b="0">
                <a:solidFill>
                  <a:srgbClr val="111111"/>
                </a:solidFill>
                <a:latin typeface="微软雅黑"/>
                <a:ea typeface="微软雅黑"/>
                <a:cs typeface="微软雅黑"/>
              </a:defRPr>
            </a:pPr>
            <a:r>
              <a:rPr sz="773" b="0" lang="en-US">
                <a:solidFill>
                  <a:srgbClr val="111111"/>
                </a:solidFill>
                <a:latin typeface="微软雅黑"/>
                <a:ea typeface="微软雅黑"/>
                <a:cs typeface="微软雅黑"/>
              </a:rPr>
              <a:t>checks</a:t>
            </a:r>
          </a:p>
          <a:p>
            <a:pPr algn="ctr">
              <a:lnSpc>
                <a:spcPct val="104000"/>
              </a:lnSpc>
              <a:spcBef>
                <a:spcPts val="0"/>
              </a:spcBef>
              <a:spcAft>
                <a:spcPts val="0"/>
              </a:spcAft>
              <a:buNone/>
              <a:defRPr sz="893" b="0">
                <a:solidFill>
                  <a:srgbClr val="111111"/>
                </a:solidFill>
                <a:latin typeface="微软雅黑"/>
                <a:ea typeface="微软雅黑"/>
                <a:cs typeface="微软雅黑"/>
              </a:defRPr>
            </a:pPr>
            <a:r>
              <a:rPr sz="773" b="0" lang="en-US">
                <a:solidFill>
                  <a:srgbClr val="111111"/>
                </a:solidFill>
                <a:latin typeface="微软雅黑"/>
                <a:ea typeface="微软雅黑"/>
                <a:cs typeface="微软雅黑"/>
              </a:rPr>
              <a:t>Transitions and command</a:t>
            </a:r>
          </a:p>
          <a:p>
            <a:pPr algn="ctr">
              <a:lnSpc>
                <a:spcPct val="104000"/>
              </a:lnSpc>
              <a:spcBef>
                <a:spcPts val="0"/>
              </a:spcBef>
              <a:spcAft>
                <a:spcPts val="0"/>
              </a:spcAft>
              <a:buNone/>
              <a:defRPr sz="893" b="0">
                <a:solidFill>
                  <a:srgbClr val="111111"/>
                </a:solidFill>
                <a:latin typeface="微软雅黑"/>
                <a:ea typeface="微软雅黑"/>
                <a:cs typeface="微软雅黑"/>
              </a:defRPr>
            </a:pPr>
            <a:r>
              <a:rPr sz="773" b="0" lang="en-US">
                <a:solidFill>
                  <a:srgbClr val="111111"/>
                </a:solidFill>
                <a:latin typeface="微软雅黑"/>
                <a:ea typeface="微软雅黑"/>
                <a:cs typeface="微软雅黑"/>
              </a:rPr>
              <a:t>output</a:t>
            </a:r>
          </a:p>
          <a:p>
            <a:pPr algn="ctr">
              <a:lnSpc>
                <a:spcPct val="104000"/>
              </a:lnSpc>
              <a:spcBef>
                <a:spcPts val="0"/>
              </a:spcBef>
              <a:spcAft>
                <a:spcPts val="0"/>
              </a:spcAft>
              <a:buNone/>
              <a:defRPr sz="893" b="0">
                <a:solidFill>
                  <a:srgbClr val="111111"/>
                </a:solidFill>
                <a:latin typeface="微软雅黑"/>
                <a:ea typeface="微软雅黑"/>
                <a:cs typeface="微软雅黑"/>
              </a:defRPr>
            </a:pPr>
            <a:r>
              <a:rPr sz="773" b="0" lang="en-US">
                <a:solidFill>
                  <a:srgbClr val="111111"/>
                </a:solidFill>
                <a:latin typeface="微软雅黑"/>
                <a:ea typeface="微软雅黑"/>
                <a:cs typeface="微软雅黑"/>
              </a:rPr>
              <a:t>Feedback-based state updates</a:t>
            </a:r>
          </a:p>
        </p:txBody>
      </p:sp>
      <p:sp>
        <p:nvSpPr>
          <p:cNvPr id="63" name="diagram-line-46">
            <a:extLst xmlns:a="http://schemas.openxmlformats.org/drawingml/2006/main">
              <a:ext uri="{FF2B5EF4-FFF2-40B4-BE49-F238E27FC236}">
                <a16:creationId xmlns:a16="http://schemas.microsoft.com/office/drawing/2014/main" id="{FD4F2098-034E-446F-BD4E-73AF88510C48}"/>
              </a:ext>
            </a:extLst>
          </p:cNvPr>
          <p:cNvSpPr>
            <a:spLocks xmlns:a="http://schemas.openxmlformats.org/drawingml/2006/main" noGrp="1"/>
          </p:cNvSpPr>
          <p:nvPr/>
        </p:nvSpPr>
        <p:spPr>
          <a:xfrm xmlns:a="http://schemas.openxmlformats.org/drawingml/2006/main">
            <a:off x="4810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4" name="diagram-line-47">
            <a:extLst xmlns:a="http://schemas.openxmlformats.org/drawingml/2006/main">
              <a:ext uri="{FF2B5EF4-FFF2-40B4-BE49-F238E27FC236}">
                <a16:creationId xmlns:a16="http://schemas.microsoft.com/office/drawing/2014/main" id="{5352E15F-14D4-48BC-A643-27749E6C9231}"/>
              </a:ext>
            </a:extLst>
          </p:cNvPr>
          <p:cNvSpPr>
            <a:spLocks xmlns:a="http://schemas.openxmlformats.org/drawingml/2006/main" noGrp="1"/>
          </p:cNvSpPr>
          <p:nvPr/>
        </p:nvSpPr>
        <p:spPr>
          <a:xfrm xmlns:a="http://schemas.openxmlformats.org/drawingml/2006/main">
            <a:off x="4924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5" name="diagram-line-48">
            <a:extLst xmlns:a="http://schemas.openxmlformats.org/drawingml/2006/main">
              <a:ext uri="{FF2B5EF4-FFF2-40B4-BE49-F238E27FC236}">
                <a16:creationId xmlns:a16="http://schemas.microsoft.com/office/drawing/2014/main" id="{0CB94723-7990-498A-A5A7-0750EE8F96BD}"/>
              </a:ext>
            </a:extLst>
          </p:cNvPr>
          <p:cNvSpPr>
            <a:spLocks xmlns:a="http://schemas.openxmlformats.org/drawingml/2006/main" noGrp="1"/>
          </p:cNvSpPr>
          <p:nvPr/>
        </p:nvSpPr>
        <p:spPr>
          <a:xfrm xmlns:a="http://schemas.openxmlformats.org/drawingml/2006/main">
            <a:off x="5038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6" name="diagram-line-49">
            <a:extLst xmlns:a="http://schemas.openxmlformats.org/drawingml/2006/main">
              <a:ext uri="{FF2B5EF4-FFF2-40B4-BE49-F238E27FC236}">
                <a16:creationId xmlns:a16="http://schemas.microsoft.com/office/drawing/2014/main" id="{2D1D5414-AA7C-4C2E-82A8-AEA37BAAAA94}"/>
              </a:ext>
            </a:extLst>
          </p:cNvPr>
          <p:cNvSpPr>
            <a:spLocks xmlns:a="http://schemas.openxmlformats.org/drawingml/2006/main" noGrp="1"/>
          </p:cNvSpPr>
          <p:nvPr/>
        </p:nvSpPr>
        <p:spPr>
          <a:xfrm xmlns:a="http://schemas.openxmlformats.org/drawingml/2006/main">
            <a:off x="5153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7" name="diagram-line-50">
            <a:extLst xmlns:a="http://schemas.openxmlformats.org/drawingml/2006/main">
              <a:ext uri="{FF2B5EF4-FFF2-40B4-BE49-F238E27FC236}">
                <a16:creationId xmlns:a16="http://schemas.microsoft.com/office/drawing/2014/main" id="{EA655B29-94FD-4707-AAD4-75E6EB802AC8}"/>
              </a:ext>
            </a:extLst>
          </p:cNvPr>
          <p:cNvSpPr>
            <a:spLocks xmlns:a="http://schemas.openxmlformats.org/drawingml/2006/main" noGrp="1"/>
          </p:cNvSpPr>
          <p:nvPr/>
        </p:nvSpPr>
        <p:spPr>
          <a:xfrm xmlns:a="http://schemas.openxmlformats.org/drawingml/2006/main">
            <a:off x="5267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8" name="diagram-line-51">
            <a:extLst xmlns:a="http://schemas.openxmlformats.org/drawingml/2006/main">
              <a:ext uri="{FF2B5EF4-FFF2-40B4-BE49-F238E27FC236}">
                <a16:creationId xmlns:a16="http://schemas.microsoft.com/office/drawing/2014/main" id="{0A670627-98D0-4B39-A63B-D9A7EB744DA3}"/>
              </a:ext>
            </a:extLst>
          </p:cNvPr>
          <p:cNvSpPr>
            <a:spLocks xmlns:a="http://schemas.openxmlformats.org/drawingml/2006/main" noGrp="1"/>
          </p:cNvSpPr>
          <p:nvPr/>
        </p:nvSpPr>
        <p:spPr>
          <a:xfrm xmlns:a="http://schemas.openxmlformats.org/drawingml/2006/main">
            <a:off x="5381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9" name="diagram-line-52">
            <a:extLst xmlns:a="http://schemas.openxmlformats.org/drawingml/2006/main">
              <a:ext uri="{FF2B5EF4-FFF2-40B4-BE49-F238E27FC236}">
                <a16:creationId xmlns:a16="http://schemas.microsoft.com/office/drawing/2014/main" id="{DE8E2536-AAAB-42B0-BB75-F2ADBEFC3F7E}"/>
              </a:ext>
            </a:extLst>
          </p:cNvPr>
          <p:cNvSpPr>
            <a:spLocks xmlns:a="http://schemas.openxmlformats.org/drawingml/2006/main" noGrp="1"/>
          </p:cNvSpPr>
          <p:nvPr/>
        </p:nvSpPr>
        <p:spPr>
          <a:xfrm xmlns:a="http://schemas.openxmlformats.org/drawingml/2006/main">
            <a:off x="5495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0" name="diagram-line-53">
            <a:extLst xmlns:a="http://schemas.openxmlformats.org/drawingml/2006/main">
              <a:ext uri="{FF2B5EF4-FFF2-40B4-BE49-F238E27FC236}">
                <a16:creationId xmlns:a16="http://schemas.microsoft.com/office/drawing/2014/main" id="{1621D970-8E4F-4FA7-8FF6-B2CB69565150}"/>
              </a:ext>
            </a:extLst>
          </p:cNvPr>
          <p:cNvSpPr>
            <a:spLocks xmlns:a="http://schemas.openxmlformats.org/drawingml/2006/main" noGrp="1"/>
          </p:cNvSpPr>
          <p:nvPr/>
        </p:nvSpPr>
        <p:spPr>
          <a:xfrm xmlns:a="http://schemas.openxmlformats.org/drawingml/2006/main">
            <a:off x="5610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1" name="diagram-line-54">
            <a:extLst xmlns:a="http://schemas.openxmlformats.org/drawingml/2006/main">
              <a:ext uri="{FF2B5EF4-FFF2-40B4-BE49-F238E27FC236}">
                <a16:creationId xmlns:a16="http://schemas.microsoft.com/office/drawing/2014/main" id="{3E5008FA-3FCB-491C-927A-EA6A43F5630A}"/>
              </a:ext>
            </a:extLst>
          </p:cNvPr>
          <p:cNvSpPr>
            <a:spLocks xmlns:a="http://schemas.openxmlformats.org/drawingml/2006/main" noGrp="1"/>
          </p:cNvSpPr>
          <p:nvPr/>
        </p:nvSpPr>
        <p:spPr>
          <a:xfrm xmlns:a="http://schemas.openxmlformats.org/drawingml/2006/main">
            <a:off x="5724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2" name="diagram-line-55">
            <a:extLst xmlns:a="http://schemas.openxmlformats.org/drawingml/2006/main">
              <a:ext uri="{FF2B5EF4-FFF2-40B4-BE49-F238E27FC236}">
                <a16:creationId xmlns:a16="http://schemas.microsoft.com/office/drawing/2014/main" id="{0213256E-F8FB-463D-BB8F-B39FDE8479AA}"/>
              </a:ext>
            </a:extLst>
          </p:cNvPr>
          <p:cNvSpPr>
            <a:spLocks xmlns:a="http://schemas.openxmlformats.org/drawingml/2006/main" noGrp="1"/>
          </p:cNvSpPr>
          <p:nvPr/>
        </p:nvSpPr>
        <p:spPr>
          <a:xfrm xmlns:a="http://schemas.openxmlformats.org/drawingml/2006/main">
            <a:off x="5838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3" name="diagram-line-56">
            <a:extLst xmlns:a="http://schemas.openxmlformats.org/drawingml/2006/main">
              <a:ext uri="{FF2B5EF4-FFF2-40B4-BE49-F238E27FC236}">
                <a16:creationId xmlns:a16="http://schemas.microsoft.com/office/drawing/2014/main" id="{5C596C10-C4CE-42CD-9C26-28D935522634}"/>
              </a:ext>
            </a:extLst>
          </p:cNvPr>
          <p:cNvSpPr>
            <a:spLocks xmlns:a="http://schemas.openxmlformats.org/drawingml/2006/main" noGrp="1"/>
          </p:cNvSpPr>
          <p:nvPr/>
        </p:nvSpPr>
        <p:spPr>
          <a:xfrm xmlns:a="http://schemas.openxmlformats.org/drawingml/2006/main">
            <a:off x="5953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4" name="diagram-line-57">
            <a:extLst xmlns:a="http://schemas.openxmlformats.org/drawingml/2006/main">
              <a:ext uri="{FF2B5EF4-FFF2-40B4-BE49-F238E27FC236}">
                <a16:creationId xmlns:a16="http://schemas.microsoft.com/office/drawing/2014/main" id="{D43DDF8A-0725-442A-B29D-6D07E07CE965}"/>
              </a:ext>
            </a:extLst>
          </p:cNvPr>
          <p:cNvSpPr>
            <a:spLocks xmlns:a="http://schemas.openxmlformats.org/drawingml/2006/main" noGrp="1"/>
          </p:cNvSpPr>
          <p:nvPr/>
        </p:nvSpPr>
        <p:spPr>
          <a:xfrm xmlns:a="http://schemas.openxmlformats.org/drawingml/2006/main">
            <a:off x="6067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5" name="diagram-line-58">
            <a:extLst xmlns:a="http://schemas.openxmlformats.org/drawingml/2006/main">
              <a:ext uri="{FF2B5EF4-FFF2-40B4-BE49-F238E27FC236}">
                <a16:creationId xmlns:a16="http://schemas.microsoft.com/office/drawing/2014/main" id="{E3DB4C97-F1AD-4482-A050-268F2CB3210E}"/>
              </a:ext>
            </a:extLst>
          </p:cNvPr>
          <p:cNvSpPr>
            <a:spLocks xmlns:a="http://schemas.openxmlformats.org/drawingml/2006/main" noGrp="1"/>
          </p:cNvSpPr>
          <p:nvPr/>
        </p:nvSpPr>
        <p:spPr>
          <a:xfrm xmlns:a="http://schemas.openxmlformats.org/drawingml/2006/main">
            <a:off x="6181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6" name="diagram-line-59">
            <a:extLst xmlns:a="http://schemas.openxmlformats.org/drawingml/2006/main">
              <a:ext uri="{FF2B5EF4-FFF2-40B4-BE49-F238E27FC236}">
                <a16:creationId xmlns:a16="http://schemas.microsoft.com/office/drawing/2014/main" id="{0F7FB3AA-BC68-4AAF-9CB0-2FEADFDE13CF}"/>
              </a:ext>
            </a:extLst>
          </p:cNvPr>
          <p:cNvSpPr>
            <a:spLocks xmlns:a="http://schemas.openxmlformats.org/drawingml/2006/main" noGrp="1"/>
          </p:cNvSpPr>
          <p:nvPr/>
        </p:nvSpPr>
        <p:spPr>
          <a:xfrm xmlns:a="http://schemas.openxmlformats.org/drawingml/2006/main">
            <a:off x="6296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7" name="diagram-line-60">
            <a:extLst xmlns:a="http://schemas.openxmlformats.org/drawingml/2006/main">
              <a:ext uri="{FF2B5EF4-FFF2-40B4-BE49-F238E27FC236}">
                <a16:creationId xmlns:a16="http://schemas.microsoft.com/office/drawing/2014/main" id="{FFA21BC2-9296-4A33-B742-78CF8DCD0C03}"/>
              </a:ext>
            </a:extLst>
          </p:cNvPr>
          <p:cNvSpPr>
            <a:spLocks xmlns:a="http://schemas.openxmlformats.org/drawingml/2006/main" noGrp="1"/>
          </p:cNvSpPr>
          <p:nvPr/>
        </p:nvSpPr>
        <p:spPr>
          <a:xfrm xmlns:a="http://schemas.openxmlformats.org/drawingml/2006/main">
            <a:off x="6410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8" name="diagram-line-61">
            <a:extLst xmlns:a="http://schemas.openxmlformats.org/drawingml/2006/main">
              <a:ext uri="{FF2B5EF4-FFF2-40B4-BE49-F238E27FC236}">
                <a16:creationId xmlns:a16="http://schemas.microsoft.com/office/drawing/2014/main" id="{85F737D1-FC82-48DE-AEBF-6BDB3B294D56}"/>
              </a:ext>
            </a:extLst>
          </p:cNvPr>
          <p:cNvSpPr>
            <a:spLocks xmlns:a="http://schemas.openxmlformats.org/drawingml/2006/main" noGrp="1"/>
          </p:cNvSpPr>
          <p:nvPr/>
        </p:nvSpPr>
        <p:spPr>
          <a:xfrm xmlns:a="http://schemas.openxmlformats.org/drawingml/2006/main">
            <a:off x="6524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9" name="diagram-line-62">
            <a:extLst xmlns:a="http://schemas.openxmlformats.org/drawingml/2006/main">
              <a:ext uri="{FF2B5EF4-FFF2-40B4-BE49-F238E27FC236}">
                <a16:creationId xmlns:a16="http://schemas.microsoft.com/office/drawing/2014/main" id="{BFB60373-69D1-47DB-BE5D-E84C84E952B3}"/>
              </a:ext>
            </a:extLst>
          </p:cNvPr>
          <p:cNvSpPr>
            <a:spLocks xmlns:a="http://schemas.openxmlformats.org/drawingml/2006/main" noGrp="1"/>
          </p:cNvSpPr>
          <p:nvPr/>
        </p:nvSpPr>
        <p:spPr>
          <a:xfrm xmlns:a="http://schemas.openxmlformats.org/drawingml/2006/main">
            <a:off x="6638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0" name="diagram-line-63">
            <a:extLst xmlns:a="http://schemas.openxmlformats.org/drawingml/2006/main">
              <a:ext uri="{FF2B5EF4-FFF2-40B4-BE49-F238E27FC236}">
                <a16:creationId xmlns:a16="http://schemas.microsoft.com/office/drawing/2014/main" id="{9A81A1E0-BF71-4D97-AC0D-999C23A18848}"/>
              </a:ext>
            </a:extLst>
          </p:cNvPr>
          <p:cNvSpPr>
            <a:spLocks xmlns:a="http://schemas.openxmlformats.org/drawingml/2006/main" noGrp="1"/>
          </p:cNvSpPr>
          <p:nvPr/>
        </p:nvSpPr>
        <p:spPr>
          <a:xfrm xmlns:a="http://schemas.openxmlformats.org/drawingml/2006/main">
            <a:off x="6753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1" name="diagram-line-64">
            <a:extLst xmlns:a="http://schemas.openxmlformats.org/drawingml/2006/main">
              <a:ext uri="{FF2B5EF4-FFF2-40B4-BE49-F238E27FC236}">
                <a16:creationId xmlns:a16="http://schemas.microsoft.com/office/drawing/2014/main" id="{44E3529F-6F93-41B7-91CB-FEF9A0F19664}"/>
              </a:ext>
            </a:extLst>
          </p:cNvPr>
          <p:cNvSpPr>
            <a:spLocks xmlns:a="http://schemas.openxmlformats.org/drawingml/2006/main" noGrp="1"/>
          </p:cNvSpPr>
          <p:nvPr/>
        </p:nvSpPr>
        <p:spPr>
          <a:xfrm xmlns:a="http://schemas.openxmlformats.org/drawingml/2006/main">
            <a:off x="6867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2" name="diagram-line-65">
            <a:extLst xmlns:a="http://schemas.openxmlformats.org/drawingml/2006/main">
              <a:ext uri="{FF2B5EF4-FFF2-40B4-BE49-F238E27FC236}">
                <a16:creationId xmlns:a16="http://schemas.microsoft.com/office/drawing/2014/main" id="{ABAB12DD-B2A7-4EB8-836F-7B4815913DF3}"/>
              </a:ext>
            </a:extLst>
          </p:cNvPr>
          <p:cNvSpPr>
            <a:spLocks xmlns:a="http://schemas.openxmlformats.org/drawingml/2006/main" noGrp="1"/>
          </p:cNvSpPr>
          <p:nvPr/>
        </p:nvSpPr>
        <p:spPr>
          <a:xfrm xmlns:a="http://schemas.openxmlformats.org/drawingml/2006/main">
            <a:off x="6981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3" name="diagram-line-66">
            <a:extLst xmlns:a="http://schemas.openxmlformats.org/drawingml/2006/main">
              <a:ext uri="{FF2B5EF4-FFF2-40B4-BE49-F238E27FC236}">
                <a16:creationId xmlns:a16="http://schemas.microsoft.com/office/drawing/2014/main" id="{CF25BF18-3702-42E3-90AE-A62F297CD6E4}"/>
              </a:ext>
            </a:extLst>
          </p:cNvPr>
          <p:cNvSpPr>
            <a:spLocks xmlns:a="http://schemas.openxmlformats.org/drawingml/2006/main" noGrp="1"/>
          </p:cNvSpPr>
          <p:nvPr/>
        </p:nvSpPr>
        <p:spPr>
          <a:xfrm xmlns:a="http://schemas.openxmlformats.org/drawingml/2006/main">
            <a:off x="7096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4" name="diagram-line-67">
            <a:extLst xmlns:a="http://schemas.openxmlformats.org/drawingml/2006/main">
              <a:ext uri="{FF2B5EF4-FFF2-40B4-BE49-F238E27FC236}">
                <a16:creationId xmlns:a16="http://schemas.microsoft.com/office/drawing/2014/main" id="{375AE4B2-43A0-4F7E-B498-CBEC2C7159CB}"/>
              </a:ext>
            </a:extLst>
          </p:cNvPr>
          <p:cNvSpPr>
            <a:spLocks xmlns:a="http://schemas.openxmlformats.org/drawingml/2006/main" noGrp="1"/>
          </p:cNvSpPr>
          <p:nvPr/>
        </p:nvSpPr>
        <p:spPr>
          <a:xfrm xmlns:a="http://schemas.openxmlformats.org/drawingml/2006/main">
            <a:off x="7210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5" name="diagram-line-68">
            <a:extLst xmlns:a="http://schemas.openxmlformats.org/drawingml/2006/main">
              <a:ext uri="{FF2B5EF4-FFF2-40B4-BE49-F238E27FC236}">
                <a16:creationId xmlns:a16="http://schemas.microsoft.com/office/drawing/2014/main" id="{FA48271D-9CEC-4F75-8A0D-DD3F4AFC1BC8}"/>
              </a:ext>
            </a:extLst>
          </p:cNvPr>
          <p:cNvSpPr>
            <a:spLocks xmlns:a="http://schemas.openxmlformats.org/drawingml/2006/main" noGrp="1"/>
          </p:cNvSpPr>
          <p:nvPr/>
        </p:nvSpPr>
        <p:spPr>
          <a:xfrm xmlns:a="http://schemas.openxmlformats.org/drawingml/2006/main">
            <a:off x="7324725" y="2895600"/>
            <a:ext cx="57150" cy="191"/>
          </a:xfrm>
          <a:custGeom xmlns:a="http://schemas.openxmlformats.org/drawingml/2006/main">
            <a:pathLst>
              <a:path w="57150" h="191">
                <a:moveTo>
                  <a:pt x="0" y="0"/>
                </a:moveTo>
                <a:lnTo>
                  <a:pt x="57150" y="0"/>
                </a:lnTo>
              </a:path>
            </a:pathLst>
          </a:custGeom>
          <a:noFill xmlns:a="http://schemas.openxmlformats.org/drawingml/2006/main"/>
          <a:ln xmlns:a="http://schemas.openxmlformats.org/drawingml/2006/main" w="14288">
            <a:solidFill>
              <a:srgbClr val="939CA3"/>
            </a:solidFill>
          </a:ln>
        </p:spPr>
      </p:sp>
      <p:sp>
        <p:nvSpPr>
          <p:cNvPr id="86" name="revision-text-69">
            <a:extLst xmlns:a="http://schemas.openxmlformats.org/drawingml/2006/main">
              <a:ext uri="{FF2B5EF4-FFF2-40B4-BE49-F238E27FC236}">
                <a16:creationId xmlns:a16="http://schemas.microsoft.com/office/drawing/2014/main" id="{B76607F7-A2D3-47D1-827F-C0ACF5E97C93}"/>
              </a:ext>
            </a:extLst>
          </p:cNvPr>
          <p:cNvSpPr>
            <a:spLocks xmlns:a="http://schemas.openxmlformats.org/drawingml/2006/main" noGrp="1"/>
          </p:cNvSpPr>
          <p:nvPr/>
        </p:nvSpPr>
        <p:spPr>
          <a:xfrm xmlns:a="http://schemas.openxmlformats.org/drawingml/2006/main">
            <a:off x="4991100" y="26765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939CA3"/>
                </a:solidFill>
                <a:latin typeface="微软雅黑"/>
                <a:ea typeface="微软雅黑"/>
                <a:cs typeface="微软雅黑"/>
              </a:defRPr>
            </a:pPr>
            <a:r>
              <a:rPr sz="1350" b="0">
                <a:solidFill>
                  <a:srgbClr val="939CA3"/>
                </a:solidFill>
                <a:latin typeface="微软雅黑"/>
                <a:ea typeface="微软雅黑"/>
                <a:cs typeface="微软雅黑"/>
              </a:rPr>
              <a:t>Capability binding</a:t>
            </a:r>
          </a:p>
        </p:txBody>
      </p:sp>
      <p:sp>
        <p:nvSpPr>
          <p:cNvPr id="87" name="diagram-line-70">
            <a:extLst xmlns:a="http://schemas.openxmlformats.org/drawingml/2006/main">
              <a:ext uri="{FF2B5EF4-FFF2-40B4-BE49-F238E27FC236}">
                <a16:creationId xmlns:a16="http://schemas.microsoft.com/office/drawing/2014/main" id="{2C4A870A-6C96-4632-87F8-281B3EB254E4}"/>
              </a:ext>
            </a:extLst>
          </p:cNvPr>
          <p:cNvSpPr>
            <a:spLocks xmlns:a="http://schemas.openxmlformats.org/drawingml/2006/main" noGrp="1"/>
          </p:cNvSpPr>
          <p:nvPr/>
        </p:nvSpPr>
        <p:spPr>
          <a:xfrm xmlns:a="http://schemas.openxmlformats.org/drawingml/2006/main">
            <a:off x="4810125" y="3448050"/>
            <a:ext cx="2571750" cy="191"/>
          </a:xfrm>
          <a:custGeom xmlns:a="http://schemas.openxmlformats.org/drawingml/2006/main">
            <a:pathLst>
              <a:path w="2571750" h="191">
                <a:moveTo>
                  <a:pt x="0" y="0"/>
                </a:moveTo>
                <a:lnTo>
                  <a:pt x="2571750" y="0"/>
                </a:lnTo>
              </a:path>
            </a:pathLst>
          </a:custGeom>
          <a:noFill xmlns:a="http://schemas.openxmlformats.org/drawingml/2006/main"/>
          <a:ln xmlns:a="http://schemas.openxmlformats.org/drawingml/2006/main" w="14288">
            <a:solidFill>
              <a:srgbClr val="28849C"/>
            </a:solidFill>
          </a:ln>
        </p:spPr>
      </p:sp>
      <p:sp>
        <p:nvSpPr>
          <p:cNvPr id="88" name="diagram-poly-71">
            <a:extLst xmlns:a="http://schemas.openxmlformats.org/drawingml/2006/main">
              <a:ext uri="{FF2B5EF4-FFF2-40B4-BE49-F238E27FC236}">
                <a16:creationId xmlns:a16="http://schemas.microsoft.com/office/drawing/2014/main" id="{24D03CC2-0347-48B0-A443-88F12DF2898E}"/>
              </a:ext>
            </a:extLst>
          </p:cNvPr>
          <p:cNvSpPr>
            <a:spLocks xmlns:a="http://schemas.openxmlformats.org/drawingml/2006/main" noGrp="1"/>
          </p:cNvSpPr>
          <p:nvPr/>
        </p:nvSpPr>
        <p:spPr>
          <a:xfrm xmlns:a="http://schemas.openxmlformats.org/drawingml/2006/main">
            <a:off x="7315200" y="341852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89" name="revision-text-72">
            <a:extLst xmlns:a="http://schemas.openxmlformats.org/drawingml/2006/main">
              <a:ext uri="{FF2B5EF4-FFF2-40B4-BE49-F238E27FC236}">
                <a16:creationId xmlns:a16="http://schemas.microsoft.com/office/drawing/2014/main" id="{C387F393-44FF-49BF-9C68-310F908D058E}"/>
              </a:ext>
            </a:extLst>
          </p:cNvPr>
          <p:cNvSpPr>
            <a:spLocks xmlns:a="http://schemas.openxmlformats.org/drawingml/2006/main" noGrp="1"/>
          </p:cNvSpPr>
          <p:nvPr/>
        </p:nvSpPr>
        <p:spPr>
          <a:xfrm xmlns:a="http://schemas.openxmlformats.org/drawingml/2006/main">
            <a:off x="4991100" y="3219450"/>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28849C"/>
                </a:solidFill>
                <a:latin typeface="微软雅黑"/>
                <a:ea typeface="微软雅黑"/>
                <a:cs typeface="微软雅黑"/>
              </a:defRPr>
            </a:pPr>
            <a:r>
              <a:rPr sz="990" b="0" lang="en-US">
                <a:solidFill>
                  <a:srgbClr val="28849C"/>
                </a:solidFill>
                <a:latin typeface="微软雅黑"/>
                <a:ea typeface="微软雅黑"/>
                <a:cs typeface="微软雅黑"/>
              </a:rPr>
              <a:t>Execution requests / Control signals</a:t>
            </a:r>
          </a:p>
        </p:txBody>
      </p:sp>
      <p:sp>
        <p:nvSpPr>
          <p:cNvPr id="90" name="diagram-line-73">
            <a:extLst xmlns:a="http://schemas.openxmlformats.org/drawingml/2006/main">
              <a:ext uri="{FF2B5EF4-FFF2-40B4-BE49-F238E27FC236}">
                <a16:creationId xmlns:a16="http://schemas.microsoft.com/office/drawing/2014/main" id="{8BD10D60-C9AE-4A85-996A-84E0B5DEEE4C}"/>
              </a:ext>
            </a:extLst>
          </p:cNvPr>
          <p:cNvSpPr>
            <a:spLocks xmlns:a="http://schemas.openxmlformats.org/drawingml/2006/main" noGrp="1"/>
          </p:cNvSpPr>
          <p:nvPr/>
        </p:nvSpPr>
        <p:spPr>
          <a:xfrm xmlns:a="http://schemas.openxmlformats.org/drawingml/2006/main">
            <a:off x="4810125" y="3971925"/>
            <a:ext cx="2571750" cy="191"/>
          </a:xfrm>
          <a:custGeom xmlns:a="http://schemas.openxmlformats.org/drawingml/2006/main">
            <a:pathLst>
              <a:path w="2571750" h="191">
                <a:moveTo>
                  <a:pt x="2571750" y="0"/>
                </a:moveTo>
                <a:lnTo>
                  <a:pt x="0" y="0"/>
                </a:lnTo>
              </a:path>
            </a:pathLst>
          </a:custGeom>
          <a:noFill xmlns:a="http://schemas.openxmlformats.org/drawingml/2006/main"/>
          <a:ln xmlns:a="http://schemas.openxmlformats.org/drawingml/2006/main" w="14288">
            <a:solidFill>
              <a:srgbClr val="799A39"/>
            </a:solidFill>
          </a:ln>
        </p:spPr>
      </p:sp>
      <p:sp>
        <p:nvSpPr>
          <p:cNvPr id="91" name="diagram-poly-74">
            <a:extLst xmlns:a="http://schemas.openxmlformats.org/drawingml/2006/main">
              <a:ext uri="{FF2B5EF4-FFF2-40B4-BE49-F238E27FC236}">
                <a16:creationId xmlns:a16="http://schemas.microsoft.com/office/drawing/2014/main" id="{6C4D4E0A-7A55-431D-A01A-7CE633FDE58E}"/>
              </a:ext>
            </a:extLst>
          </p:cNvPr>
          <p:cNvSpPr>
            <a:spLocks xmlns:a="http://schemas.openxmlformats.org/drawingml/2006/main" noGrp="1"/>
          </p:cNvSpPr>
          <p:nvPr/>
        </p:nvSpPr>
        <p:spPr>
          <a:xfrm xmlns:a="http://schemas.openxmlformats.org/drawingml/2006/main">
            <a:off x="4810125" y="39423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92" name="revision-text-75">
            <a:extLst xmlns:a="http://schemas.openxmlformats.org/drawingml/2006/main">
              <a:ext uri="{FF2B5EF4-FFF2-40B4-BE49-F238E27FC236}">
                <a16:creationId xmlns:a16="http://schemas.microsoft.com/office/drawing/2014/main" id="{99627938-6177-47D4-BEB6-C26B7F6247F8}"/>
              </a:ext>
            </a:extLst>
          </p:cNvPr>
          <p:cNvSpPr>
            <a:spLocks xmlns:a="http://schemas.openxmlformats.org/drawingml/2006/main" noGrp="1"/>
          </p:cNvSpPr>
          <p:nvPr/>
        </p:nvSpPr>
        <p:spPr>
          <a:xfrm xmlns:a="http://schemas.openxmlformats.org/drawingml/2006/main">
            <a:off x="4991100" y="4019550"/>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State and data feedback</a:t>
            </a:r>
          </a:p>
        </p:txBody>
      </p:sp>
      <p:sp>
        <p:nvSpPr>
          <p:cNvPr id="93" name="diagram-box-76">
            <a:extLst xmlns:a="http://schemas.openxmlformats.org/drawingml/2006/main">
              <a:ext uri="{FF2B5EF4-FFF2-40B4-BE49-F238E27FC236}">
                <a16:creationId xmlns:a16="http://schemas.microsoft.com/office/drawing/2014/main" id="{E9699D59-7A45-4B38-8BBC-4D8503C34371}"/>
              </a:ext>
            </a:extLst>
          </p:cNvPr>
          <p:cNvSpPr>
            <a:spLocks xmlns:a="http://schemas.openxmlformats.org/drawingml/2006/main" noGrp="1"/>
          </p:cNvSpPr>
          <p:nvPr/>
        </p:nvSpPr>
        <p:spPr>
          <a:xfrm xmlns:a="http://schemas.openxmlformats.org/drawingml/2006/main">
            <a:off x="571500" y="5057775"/>
            <a:ext cx="11049000" cy="9334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94" name="diagram-box-77">
            <a:extLst xmlns:a="http://schemas.openxmlformats.org/drawingml/2006/main">
              <a:ext uri="{FF2B5EF4-FFF2-40B4-BE49-F238E27FC236}">
                <a16:creationId xmlns:a16="http://schemas.microsoft.com/office/drawing/2014/main" id="{15407192-D273-45E2-B555-7A6076E622D5}"/>
              </a:ext>
            </a:extLst>
          </p:cNvPr>
          <p:cNvSpPr>
            <a:spLocks xmlns:a="http://schemas.openxmlformats.org/drawingml/2006/main" noGrp="1"/>
          </p:cNvSpPr>
          <p:nvPr/>
        </p:nvSpPr>
        <p:spPr>
          <a:xfrm xmlns:a="http://schemas.openxmlformats.org/drawingml/2006/main">
            <a:off x="571500" y="50577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5" name="revision-text-78">
            <a:extLst xmlns:a="http://schemas.openxmlformats.org/drawingml/2006/main">
              <a:ext uri="{FF2B5EF4-FFF2-40B4-BE49-F238E27FC236}">
                <a16:creationId xmlns:a16="http://schemas.microsoft.com/office/drawing/2014/main" id="{EABF6500-ECCF-4F28-8A13-A213A5B6DBF5}"/>
              </a:ext>
            </a:extLst>
          </p:cNvPr>
          <p:cNvSpPr>
            <a:spLocks xmlns:a="http://schemas.openxmlformats.org/drawingml/2006/main" noGrp="1"/>
          </p:cNvSpPr>
          <p:nvPr/>
        </p:nvSpPr>
        <p:spPr>
          <a:xfrm xmlns:a="http://schemas.openxmlformats.org/drawingml/2006/main">
            <a:off x="647700" y="50863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96" name="diagram-box-79">
            <a:extLst xmlns:a="http://schemas.openxmlformats.org/drawingml/2006/main">
              <a:ext uri="{FF2B5EF4-FFF2-40B4-BE49-F238E27FC236}">
                <a16:creationId xmlns:a16="http://schemas.microsoft.com/office/drawing/2014/main" id="{E5A9D62A-1EB6-424B-9515-12EB7A436D92}"/>
              </a:ext>
            </a:extLst>
          </p:cNvPr>
          <p:cNvSpPr>
            <a:spLocks xmlns:a="http://schemas.openxmlformats.org/drawingml/2006/main" noGrp="1"/>
          </p:cNvSpPr>
          <p:nvPr/>
        </p:nvSpPr>
        <p:spPr>
          <a:xfrm xmlns:a="http://schemas.openxmlformats.org/drawingml/2006/main">
            <a:off x="7810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revision-text-80">
            <a:extLst xmlns:a="http://schemas.openxmlformats.org/drawingml/2006/main">
              <a:ext uri="{FF2B5EF4-FFF2-40B4-BE49-F238E27FC236}">
                <a16:creationId xmlns:a16="http://schemas.microsoft.com/office/drawing/2014/main" id="{C03A6E5C-0503-4160-8F77-47ACD7A66227}"/>
              </a:ext>
            </a:extLst>
          </p:cNvPr>
          <p:cNvSpPr>
            <a:spLocks xmlns:a="http://schemas.openxmlformats.org/drawingml/2006/main" noGrp="1"/>
          </p:cNvSpPr>
          <p:nvPr/>
        </p:nvSpPr>
        <p:spPr>
          <a:xfrm xmlns:a="http://schemas.openxmlformats.org/drawingml/2006/main">
            <a:off x="8286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Observation space</a:t>
            </a:r>
          </a:p>
        </p:txBody>
      </p:sp>
      <p:sp>
        <p:nvSpPr>
          <p:cNvPr id="98" name="revision-text-81">
            <a:extLst xmlns:a="http://schemas.openxmlformats.org/drawingml/2006/main">
              <a:ext uri="{FF2B5EF4-FFF2-40B4-BE49-F238E27FC236}">
                <a16:creationId xmlns:a16="http://schemas.microsoft.com/office/drawing/2014/main" id="{CB0DB96F-A64C-4D43-A432-1F8F4C9AC80B}"/>
              </a:ext>
            </a:extLst>
          </p:cNvPr>
          <p:cNvSpPr>
            <a:spLocks xmlns:a="http://schemas.openxmlformats.org/drawingml/2006/main" noGrp="1"/>
          </p:cNvSpPr>
          <p:nvPr/>
        </p:nvSpPr>
        <p:spPr>
          <a:xfrm xmlns:a="http://schemas.openxmlformats.org/drawingml/2006/main">
            <a:off x="838200" y="5667375"/>
            <a:ext cx="3009900"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5" b="0">
                <a:solidFill>
                  <a:srgbClr val="111111"/>
                </a:solidFill>
                <a:latin typeface="微软雅黑"/>
                <a:ea typeface="微软雅黑"/>
                <a:cs typeface="微软雅黑"/>
              </a:defRPr>
            </a:pPr>
            <a:r>
              <a:rPr sz="1035" b="0" lang="en-US">
                <a:solidFill>
                  <a:srgbClr val="111111"/>
                </a:solidFill>
                <a:latin typeface="微软雅黑"/>
                <a:ea typeface="微软雅黑"/>
                <a:cs typeface="微软雅黑"/>
              </a:rPr>
              <a:t>Device state and attributes / Workflow context</a:t>
            </a:r>
          </a:p>
        </p:txBody>
      </p:sp>
      <p:sp>
        <p:nvSpPr>
          <p:cNvPr id="99" name="diagram-box-82">
            <a:extLst xmlns:a="http://schemas.openxmlformats.org/drawingml/2006/main">
              <a:ext uri="{FF2B5EF4-FFF2-40B4-BE49-F238E27FC236}">
                <a16:creationId xmlns:a16="http://schemas.microsoft.com/office/drawing/2014/main" id="{753325C4-94A3-4CCC-BE44-F9042F138EA4}"/>
              </a:ext>
            </a:extLst>
          </p:cNvPr>
          <p:cNvSpPr>
            <a:spLocks xmlns:a="http://schemas.openxmlformats.org/drawingml/2006/main" noGrp="1"/>
          </p:cNvSpPr>
          <p:nvPr/>
        </p:nvSpPr>
        <p:spPr>
          <a:xfrm xmlns:a="http://schemas.openxmlformats.org/drawingml/2006/main">
            <a:off x="453390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0" name="revision-text-83">
            <a:extLst xmlns:a="http://schemas.openxmlformats.org/drawingml/2006/main">
              <a:ext uri="{FF2B5EF4-FFF2-40B4-BE49-F238E27FC236}">
                <a16:creationId xmlns:a16="http://schemas.microsoft.com/office/drawing/2014/main" id="{3DB1BC01-6C6B-4A52-AFD3-D691CE7441D0}"/>
              </a:ext>
            </a:extLst>
          </p:cNvPr>
          <p:cNvSpPr>
            <a:spLocks xmlns:a="http://schemas.openxmlformats.org/drawingml/2006/main" noGrp="1"/>
          </p:cNvSpPr>
          <p:nvPr/>
        </p:nvSpPr>
        <p:spPr>
          <a:xfrm xmlns:a="http://schemas.openxmlformats.org/drawingml/2006/main">
            <a:off x="458152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Constraint rules</a:t>
            </a:r>
          </a:p>
        </p:txBody>
      </p:sp>
      <p:sp>
        <p:nvSpPr>
          <p:cNvPr id="101" name="revision-text-84">
            <a:extLst xmlns:a="http://schemas.openxmlformats.org/drawingml/2006/main">
              <a:ext uri="{FF2B5EF4-FFF2-40B4-BE49-F238E27FC236}">
                <a16:creationId xmlns:a16="http://schemas.microsoft.com/office/drawing/2014/main" id="{4CE0B2E8-F8F4-405A-890C-C60FD1DA94BD}"/>
              </a:ext>
            </a:extLst>
          </p:cNvPr>
          <p:cNvSpPr>
            <a:spLocks xmlns:a="http://schemas.openxmlformats.org/drawingml/2006/main" noGrp="1"/>
          </p:cNvSpPr>
          <p:nvPr/>
        </p:nvSpPr>
        <p:spPr>
          <a:xfrm xmlns:a="http://schemas.openxmlformats.org/drawingml/2006/main">
            <a:off x="4591050" y="5667375"/>
            <a:ext cx="3009900"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lang="en-US">
                <a:solidFill>
                  <a:srgbClr val="111111"/>
                </a:solidFill>
                <a:latin typeface="微软雅黑"/>
                <a:ea typeface="微软雅黑"/>
                <a:cs typeface="微软雅黑"/>
              </a:rPr>
              <a:t>Laboratory-wide / Task constraints</a:t>
            </a:r>
          </a:p>
        </p:txBody>
      </p:sp>
      <p:sp>
        <p:nvSpPr>
          <p:cNvPr id="102" name="diagram-box-85">
            <a:extLst xmlns:a="http://schemas.openxmlformats.org/drawingml/2006/main">
              <a:ext uri="{FF2B5EF4-FFF2-40B4-BE49-F238E27FC236}">
                <a16:creationId xmlns:a16="http://schemas.microsoft.com/office/drawing/2014/main" id="{9B68BDC7-A93F-45F2-82FE-ECEE085F8D55}"/>
              </a:ext>
            </a:extLst>
          </p:cNvPr>
          <p:cNvSpPr>
            <a:spLocks xmlns:a="http://schemas.openxmlformats.org/drawingml/2006/main" noGrp="1"/>
          </p:cNvSpPr>
          <p:nvPr/>
        </p:nvSpPr>
        <p:spPr>
          <a:xfrm xmlns:a="http://schemas.openxmlformats.org/drawingml/2006/main">
            <a:off x="82867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3" name="revision-text-86">
            <a:extLst xmlns:a="http://schemas.openxmlformats.org/drawingml/2006/main">
              <a:ext uri="{FF2B5EF4-FFF2-40B4-BE49-F238E27FC236}">
                <a16:creationId xmlns:a16="http://schemas.microsoft.com/office/drawing/2014/main" id="{0AB4C518-9126-4F36-A620-1304A4A5C8BF}"/>
              </a:ext>
            </a:extLst>
          </p:cNvPr>
          <p:cNvSpPr>
            <a:spLocks xmlns:a="http://schemas.openxmlformats.org/drawingml/2006/main" noGrp="1"/>
          </p:cNvSpPr>
          <p:nvPr/>
        </p:nvSpPr>
        <p:spPr>
          <a:xfrm xmlns:a="http://schemas.openxmlformats.org/drawingml/2006/main">
            <a:off x="8334375" y="5495925"/>
            <a:ext cx="30289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Response actions</a:t>
            </a:r>
          </a:p>
        </p:txBody>
      </p:sp>
      <p:sp>
        <p:nvSpPr>
          <p:cNvPr id="104" name="revision-text-87">
            <a:extLst xmlns:a="http://schemas.openxmlformats.org/drawingml/2006/main">
              <a:ext uri="{FF2B5EF4-FFF2-40B4-BE49-F238E27FC236}">
                <a16:creationId xmlns:a16="http://schemas.microsoft.com/office/drawing/2014/main" id="{6C7D8068-F020-4D47-88B1-C11853B8B1DE}"/>
              </a:ext>
            </a:extLst>
          </p:cNvPr>
          <p:cNvSpPr>
            <a:spLocks xmlns:a="http://schemas.openxmlformats.org/drawingml/2006/main" noGrp="1"/>
          </p:cNvSpPr>
          <p:nvPr/>
        </p:nvSpPr>
        <p:spPr>
          <a:xfrm xmlns:a="http://schemas.openxmlformats.org/drawingml/2006/main">
            <a:off x="8343900" y="5667375"/>
            <a:ext cx="3009900"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lang="en-US">
                <a:solidFill>
                  <a:srgbClr val="111111"/>
                </a:solidFill>
                <a:latin typeface="微软雅黑"/>
                <a:ea typeface="微软雅黑"/>
                <a:cs typeface="微软雅黑"/>
              </a:rPr>
              <a:t>Device actions / Warnings / Alarms / Abort</a:t>
            </a:r>
          </a:p>
        </p:txBody>
      </p:sp>
      <p:sp>
        <p:nvSpPr>
          <p:cNvPr id="105" name="diagram-line-88">
            <a:extLst xmlns:a="http://schemas.openxmlformats.org/drawingml/2006/main">
              <a:ext uri="{FF2B5EF4-FFF2-40B4-BE49-F238E27FC236}">
                <a16:creationId xmlns:a16="http://schemas.microsoft.com/office/drawing/2014/main" id="{6BE17CEE-581C-490E-A16B-B0B71AD4BDC9}"/>
              </a:ext>
            </a:extLst>
          </p:cNvPr>
          <p:cNvSpPr>
            <a:spLocks xmlns:a="http://schemas.openxmlformats.org/drawingml/2006/main" noGrp="1"/>
          </p:cNvSpPr>
          <p:nvPr/>
        </p:nvSpPr>
        <p:spPr>
          <a:xfrm xmlns:a="http://schemas.openxmlformats.org/drawingml/2006/main">
            <a:off x="390525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6" name="diagram-poly-89">
            <a:extLst xmlns:a="http://schemas.openxmlformats.org/drawingml/2006/main">
              <a:ext uri="{FF2B5EF4-FFF2-40B4-BE49-F238E27FC236}">
                <a16:creationId xmlns:a16="http://schemas.microsoft.com/office/drawing/2014/main" id="{6B9BAF9F-ED50-4C9C-A5A4-5FC1A5EC0EE4}"/>
              </a:ext>
            </a:extLst>
          </p:cNvPr>
          <p:cNvSpPr>
            <a:spLocks xmlns:a="http://schemas.openxmlformats.org/drawingml/2006/main" noGrp="1"/>
          </p:cNvSpPr>
          <p:nvPr/>
        </p:nvSpPr>
        <p:spPr>
          <a:xfrm xmlns:a="http://schemas.openxmlformats.org/drawingml/2006/main">
            <a:off x="446722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7" name="diagram-line-90">
            <a:extLst xmlns:a="http://schemas.openxmlformats.org/drawingml/2006/main">
              <a:ext uri="{FF2B5EF4-FFF2-40B4-BE49-F238E27FC236}">
                <a16:creationId xmlns:a16="http://schemas.microsoft.com/office/drawing/2014/main" id="{0B56248A-836D-4BDB-ACD1-374C465FEEBD}"/>
              </a:ext>
            </a:extLst>
          </p:cNvPr>
          <p:cNvSpPr>
            <a:spLocks xmlns:a="http://schemas.openxmlformats.org/drawingml/2006/main" noGrp="1"/>
          </p:cNvSpPr>
          <p:nvPr/>
        </p:nvSpPr>
        <p:spPr>
          <a:xfrm xmlns:a="http://schemas.openxmlformats.org/drawingml/2006/main">
            <a:off x="765810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8" name="diagram-poly-91">
            <a:extLst xmlns:a="http://schemas.openxmlformats.org/drawingml/2006/main">
              <a:ext uri="{FF2B5EF4-FFF2-40B4-BE49-F238E27FC236}">
                <a16:creationId xmlns:a16="http://schemas.microsoft.com/office/drawing/2014/main" id="{ECC53CE4-EB4F-4364-95E5-70E55D7C25F5}"/>
              </a:ext>
            </a:extLst>
          </p:cNvPr>
          <p:cNvSpPr>
            <a:spLocks xmlns:a="http://schemas.openxmlformats.org/drawingml/2006/main" noGrp="1"/>
          </p:cNvSpPr>
          <p:nvPr/>
        </p:nvSpPr>
        <p:spPr>
          <a:xfrm xmlns:a="http://schemas.openxmlformats.org/drawingml/2006/main">
            <a:off x="822007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9" name="diagram-line-92">
            <a:extLst xmlns:a="http://schemas.openxmlformats.org/drawingml/2006/main">
              <a:ext uri="{FF2B5EF4-FFF2-40B4-BE49-F238E27FC236}">
                <a16:creationId xmlns:a16="http://schemas.microsoft.com/office/drawing/2014/main" id="{ADD5236B-FF96-4046-8C68-1FA34BA4B3ED}"/>
              </a:ext>
            </a:extLst>
          </p:cNvPr>
          <p:cNvSpPr>
            <a:spLocks xmlns:a="http://schemas.openxmlformats.org/drawingml/2006/main" noGrp="1"/>
          </p:cNvSpPr>
          <p:nvPr/>
        </p:nvSpPr>
        <p:spPr>
          <a:xfrm xmlns:a="http://schemas.openxmlformats.org/drawingml/2006/main">
            <a:off x="19050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0" name="diagram-line-93">
            <a:extLst xmlns:a="http://schemas.openxmlformats.org/drawingml/2006/main">
              <a:ext uri="{FF2B5EF4-FFF2-40B4-BE49-F238E27FC236}">
                <a16:creationId xmlns:a16="http://schemas.microsoft.com/office/drawing/2014/main" id="{E45E13F3-3048-4717-841C-2D6B1241394A}"/>
              </a:ext>
            </a:extLst>
          </p:cNvPr>
          <p:cNvSpPr>
            <a:spLocks xmlns:a="http://schemas.openxmlformats.org/drawingml/2006/main" noGrp="1"/>
          </p:cNvSpPr>
          <p:nvPr/>
        </p:nvSpPr>
        <p:spPr>
          <a:xfrm xmlns:a="http://schemas.openxmlformats.org/drawingml/2006/main">
            <a:off x="19050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1" name="diagram-line-94">
            <a:extLst xmlns:a="http://schemas.openxmlformats.org/drawingml/2006/main">
              <a:ext uri="{FF2B5EF4-FFF2-40B4-BE49-F238E27FC236}">
                <a16:creationId xmlns:a16="http://schemas.microsoft.com/office/drawing/2014/main" id="{740B53F8-CC09-4596-AEF0-D3B711DB3F5A}"/>
              </a:ext>
            </a:extLst>
          </p:cNvPr>
          <p:cNvSpPr>
            <a:spLocks xmlns:a="http://schemas.openxmlformats.org/drawingml/2006/main" noGrp="1"/>
          </p:cNvSpPr>
          <p:nvPr/>
        </p:nvSpPr>
        <p:spPr>
          <a:xfrm xmlns:a="http://schemas.openxmlformats.org/drawingml/2006/main">
            <a:off x="1905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2" name="diagram-line-95">
            <a:extLst xmlns:a="http://schemas.openxmlformats.org/drawingml/2006/main">
              <a:ext uri="{FF2B5EF4-FFF2-40B4-BE49-F238E27FC236}">
                <a16:creationId xmlns:a16="http://schemas.microsoft.com/office/drawing/2014/main" id="{8F3B0DBB-4679-45A9-8A66-E10E7A415FE5}"/>
              </a:ext>
            </a:extLst>
          </p:cNvPr>
          <p:cNvSpPr>
            <a:spLocks xmlns:a="http://schemas.openxmlformats.org/drawingml/2006/main" noGrp="1"/>
          </p:cNvSpPr>
          <p:nvPr/>
        </p:nvSpPr>
        <p:spPr>
          <a:xfrm xmlns:a="http://schemas.openxmlformats.org/drawingml/2006/main">
            <a:off x="1905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3" name="diagram-line-96">
            <a:extLst xmlns:a="http://schemas.openxmlformats.org/drawingml/2006/main">
              <a:ext uri="{FF2B5EF4-FFF2-40B4-BE49-F238E27FC236}">
                <a16:creationId xmlns:a16="http://schemas.microsoft.com/office/drawing/2014/main" id="{7C4F3D91-FA36-4F7A-B906-425E00FD20AD}"/>
              </a:ext>
            </a:extLst>
          </p:cNvPr>
          <p:cNvSpPr>
            <a:spLocks xmlns:a="http://schemas.openxmlformats.org/drawingml/2006/main" noGrp="1"/>
          </p:cNvSpPr>
          <p:nvPr/>
        </p:nvSpPr>
        <p:spPr>
          <a:xfrm xmlns:a="http://schemas.openxmlformats.org/drawingml/2006/main">
            <a:off x="1905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4" name="diagram-line-97">
            <a:extLst xmlns:a="http://schemas.openxmlformats.org/drawingml/2006/main">
              <a:ext uri="{FF2B5EF4-FFF2-40B4-BE49-F238E27FC236}">
                <a16:creationId xmlns:a16="http://schemas.microsoft.com/office/drawing/2014/main" id="{EE788E5E-E38C-4E68-8839-DE5DC4094D40}"/>
              </a:ext>
            </a:extLst>
          </p:cNvPr>
          <p:cNvSpPr>
            <a:spLocks xmlns:a="http://schemas.openxmlformats.org/drawingml/2006/main" noGrp="1"/>
          </p:cNvSpPr>
          <p:nvPr/>
        </p:nvSpPr>
        <p:spPr>
          <a:xfrm xmlns:a="http://schemas.openxmlformats.org/drawingml/2006/main">
            <a:off x="1905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5" name="diagram-line-98">
            <a:extLst xmlns:a="http://schemas.openxmlformats.org/drawingml/2006/main">
              <a:ext uri="{FF2B5EF4-FFF2-40B4-BE49-F238E27FC236}">
                <a16:creationId xmlns:a16="http://schemas.microsoft.com/office/drawing/2014/main" id="{9192C2FC-FF08-413C-A08A-DE774D1B555B}"/>
              </a:ext>
            </a:extLst>
          </p:cNvPr>
          <p:cNvSpPr>
            <a:spLocks xmlns:a="http://schemas.openxmlformats.org/drawingml/2006/main" noGrp="1"/>
          </p:cNvSpPr>
          <p:nvPr/>
        </p:nvSpPr>
        <p:spPr>
          <a:xfrm xmlns:a="http://schemas.openxmlformats.org/drawingml/2006/main">
            <a:off x="1905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9A83BB"/>
            </a:solidFill>
          </a:ln>
        </p:spPr>
      </p:sp>
      <p:sp>
        <p:nvSpPr>
          <p:cNvPr id="116" name="diagram-poly-99">
            <a:extLst xmlns:a="http://schemas.openxmlformats.org/drawingml/2006/main">
              <a:ext uri="{FF2B5EF4-FFF2-40B4-BE49-F238E27FC236}">
                <a16:creationId xmlns:a16="http://schemas.microsoft.com/office/drawing/2014/main" id="{98396DE0-1BA2-4E05-A40E-F63EBF36F5E7}"/>
              </a:ext>
            </a:extLst>
          </p:cNvPr>
          <p:cNvSpPr>
            <a:spLocks xmlns:a="http://schemas.openxmlformats.org/drawingml/2006/main" noGrp="1"/>
          </p:cNvSpPr>
          <p:nvPr/>
        </p:nvSpPr>
        <p:spPr>
          <a:xfrm xmlns:a="http://schemas.openxmlformats.org/drawingml/2006/main">
            <a:off x="1875473" y="49911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117" name="revision-text-100">
            <a:extLst xmlns:a="http://schemas.openxmlformats.org/drawingml/2006/main">
              <a:ext uri="{FF2B5EF4-FFF2-40B4-BE49-F238E27FC236}">
                <a16:creationId xmlns:a16="http://schemas.microsoft.com/office/drawing/2014/main" id="{D4746322-3742-41F3-A53C-252E335DDECD}"/>
              </a:ext>
            </a:extLst>
          </p:cNvPr>
          <p:cNvSpPr>
            <a:spLocks xmlns:a="http://schemas.openxmlformats.org/drawingml/2006/main" noGrp="1"/>
          </p:cNvSpPr>
          <p:nvPr/>
        </p:nvSpPr>
        <p:spPr>
          <a:xfrm xmlns:a="http://schemas.openxmlformats.org/drawingml/2006/main">
            <a:off x="619125" y="4486275"/>
            <a:ext cx="12573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1:p xmlns:ns1="http://schemas.openxmlformats.org/drawingml/2006/main">
            <ns1:pPr algn="ctr">
              <ns1:lnSpc>
                <ns1:spcPct val="104000"/>
              </ns1:lnSpc>
              <ns1:spcBef>
                <ns1:spcPts val="0"/>
              </ns1:spcBef>
              <ns1:spcAft>
                <ns1:spcPts val="0"/>
              </ns1:spcAft>
              <ns1:buNone/>
              <ns1:defRPr sz="1200" b="0">
                <ns1:solidFill>
                  <ns1:srgbClr val="9A83BB"/>
                </ns1:solidFill>
                <ns1:latin typeface="微软雅黑"/>
                <ns1:ea typeface="微软雅黑"/>
                <ns1:cs typeface="微软雅黑"/>
              </ns1:defRPr>
            </ns1:pPr>
            <ns1:r>
              <ns1:rPr sz="1110" b="0" lang="en-US">
                <ns1:solidFill>
                  <ns1:srgbClr val="9A83BB"/>
                </ns1:solidFill>
                <ns1:latin typeface="微软雅黑"/>
                <ns1:ea typeface="微软雅黑"/>
                <ns1:cs typeface="微软雅黑"/>
              </ns1:rPr>
              <ns1:t>Node variables</ns1:t>
            </ns1:r>
          </ns1:p>
          <ns2:p xmlns:ns2="http://schemas.openxmlformats.org/drawingml/2006/main">
            <ns2:pPr algn="ctr">
              <ns2:lnSpc>
                <ns2:spcPct val="104000"/>
              </ns2:lnSpc>
              <ns2:spcBef>
                <ns2:spcPts val="0"/>
              </ns2:spcBef>
              <ns2:spcAft>
                <ns2:spcPts val="0"/>
              </ns2:spcAft>
              <ns2:buNone/>
              <ns2:defRPr sz="1200" b="0">
                <ns2:solidFill>
                  <ns2:srgbClr val="9A83BB"/>
                </ns2:solidFill>
                <ns2:latin typeface="微软雅黑"/>
                <ns2:ea typeface="微软雅黑"/>
                <ns2:cs typeface="微软雅黑"/>
              </ns2:defRPr>
            </ns2:pPr>
            <ns2:r>
              <ns2:rPr sz="1110" b="0" lang="en-US">
                <ns2:solidFill>
                  <ns2:srgbClr val="9A83BB"/>
                </ns2:solidFill>
                <ns2:latin typeface="微软雅黑"/>
                <ns2:ea typeface="微软雅黑"/>
                <ns2:cs typeface="微软雅黑"/>
              </ns2:rPr>
              <ns2:t>Execution context</ns2:t>
            </ns2:r>
          </ns2:p>
        </p:txBody>
      </p:sp>
      <p:sp>
        <p:nvSpPr>
          <p:cNvPr id="118" name="diagram-line-101">
            <a:extLst xmlns:a="http://schemas.openxmlformats.org/drawingml/2006/main">
              <a:ext uri="{FF2B5EF4-FFF2-40B4-BE49-F238E27FC236}">
                <a16:creationId xmlns:a16="http://schemas.microsoft.com/office/drawing/2014/main" id="{68F295E2-FA34-4655-A89F-DD187B081440}"/>
              </a:ext>
            </a:extLst>
          </p:cNvPr>
          <p:cNvSpPr>
            <a:spLocks xmlns:a="http://schemas.openxmlformats.org/drawingml/2006/main" noGrp="1"/>
          </p:cNvSpPr>
          <p:nvPr/>
        </p:nvSpPr>
        <p:spPr>
          <a:xfrm xmlns:a="http://schemas.openxmlformats.org/drawingml/2006/main">
            <a:off x="8810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9" name="diagram-line-102">
            <a:extLst xmlns:a="http://schemas.openxmlformats.org/drawingml/2006/main">
              <a:ext uri="{FF2B5EF4-FFF2-40B4-BE49-F238E27FC236}">
                <a16:creationId xmlns:a16="http://schemas.microsoft.com/office/drawing/2014/main" id="{C6373B3A-50BF-4D05-BC91-36A903140C33}"/>
              </a:ext>
            </a:extLst>
          </p:cNvPr>
          <p:cNvSpPr>
            <a:spLocks xmlns:a="http://schemas.openxmlformats.org/drawingml/2006/main" noGrp="1"/>
          </p:cNvSpPr>
          <p:nvPr/>
        </p:nvSpPr>
        <p:spPr>
          <a:xfrm xmlns:a="http://schemas.openxmlformats.org/drawingml/2006/main">
            <a:off x="8810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20" name="diagram-line-103">
            <a:extLst xmlns:a="http://schemas.openxmlformats.org/drawingml/2006/main">
              <a:ext uri="{FF2B5EF4-FFF2-40B4-BE49-F238E27FC236}">
                <a16:creationId xmlns:a16="http://schemas.microsoft.com/office/drawing/2014/main" id="{05B2BFB3-ED37-480E-A439-A9E83ACDB653}"/>
              </a:ext>
            </a:extLst>
          </p:cNvPr>
          <p:cNvSpPr>
            <a:spLocks xmlns:a="http://schemas.openxmlformats.org/drawingml/2006/main" noGrp="1"/>
          </p:cNvSpPr>
          <p:nvPr/>
        </p:nvSpPr>
        <p:spPr>
          <a:xfrm xmlns:a="http://schemas.openxmlformats.org/drawingml/2006/main">
            <a:off x="8743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1" name="diagram-line-104">
            <a:extLst xmlns:a="http://schemas.openxmlformats.org/drawingml/2006/main">
              <a:ext uri="{FF2B5EF4-FFF2-40B4-BE49-F238E27FC236}">
                <a16:creationId xmlns:a16="http://schemas.microsoft.com/office/drawing/2014/main" id="{EB868BA4-F335-4985-A711-43F288D4DF35}"/>
              </a:ext>
            </a:extLst>
          </p:cNvPr>
          <p:cNvSpPr>
            <a:spLocks xmlns:a="http://schemas.openxmlformats.org/drawingml/2006/main" noGrp="1"/>
          </p:cNvSpPr>
          <p:nvPr/>
        </p:nvSpPr>
        <p:spPr>
          <a:xfrm xmlns:a="http://schemas.openxmlformats.org/drawingml/2006/main">
            <a:off x="8629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2" name="diagram-line-105">
            <a:extLst xmlns:a="http://schemas.openxmlformats.org/drawingml/2006/main">
              <a:ext uri="{FF2B5EF4-FFF2-40B4-BE49-F238E27FC236}">
                <a16:creationId xmlns:a16="http://schemas.microsoft.com/office/drawing/2014/main" id="{F1FC7CFB-C043-4A65-9626-11B7A54ADE8E}"/>
              </a:ext>
            </a:extLst>
          </p:cNvPr>
          <p:cNvSpPr>
            <a:spLocks xmlns:a="http://schemas.openxmlformats.org/drawingml/2006/main" noGrp="1"/>
          </p:cNvSpPr>
          <p:nvPr/>
        </p:nvSpPr>
        <p:spPr>
          <a:xfrm xmlns:a="http://schemas.openxmlformats.org/drawingml/2006/main">
            <a:off x="8515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3" name="diagram-line-106">
            <a:extLst xmlns:a="http://schemas.openxmlformats.org/drawingml/2006/main">
              <a:ext uri="{FF2B5EF4-FFF2-40B4-BE49-F238E27FC236}">
                <a16:creationId xmlns:a16="http://schemas.microsoft.com/office/drawing/2014/main" id="{25172DB9-BE13-43E0-8839-8C25316689FA}"/>
              </a:ext>
            </a:extLst>
          </p:cNvPr>
          <p:cNvSpPr>
            <a:spLocks xmlns:a="http://schemas.openxmlformats.org/drawingml/2006/main" noGrp="1"/>
          </p:cNvSpPr>
          <p:nvPr/>
        </p:nvSpPr>
        <p:spPr>
          <a:xfrm xmlns:a="http://schemas.openxmlformats.org/drawingml/2006/main">
            <a:off x="8401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4" name="diagram-line-107">
            <a:extLst xmlns:a="http://schemas.openxmlformats.org/drawingml/2006/main">
              <a:ext uri="{FF2B5EF4-FFF2-40B4-BE49-F238E27FC236}">
                <a16:creationId xmlns:a16="http://schemas.microsoft.com/office/drawing/2014/main" id="{62330013-B8C2-435A-8FF4-CCF058BCAD27}"/>
              </a:ext>
            </a:extLst>
          </p:cNvPr>
          <p:cNvSpPr>
            <a:spLocks xmlns:a="http://schemas.openxmlformats.org/drawingml/2006/main" noGrp="1"/>
          </p:cNvSpPr>
          <p:nvPr/>
        </p:nvSpPr>
        <p:spPr>
          <a:xfrm xmlns:a="http://schemas.openxmlformats.org/drawingml/2006/main">
            <a:off x="8286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5" name="diagram-line-108">
            <a:extLst xmlns:a="http://schemas.openxmlformats.org/drawingml/2006/main">
              <a:ext uri="{FF2B5EF4-FFF2-40B4-BE49-F238E27FC236}">
                <a16:creationId xmlns:a16="http://schemas.microsoft.com/office/drawing/2014/main" id="{5B349743-7EB3-42E3-BA01-A88CE6D691AC}"/>
              </a:ext>
            </a:extLst>
          </p:cNvPr>
          <p:cNvSpPr>
            <a:spLocks xmlns:a="http://schemas.openxmlformats.org/drawingml/2006/main" noGrp="1"/>
          </p:cNvSpPr>
          <p:nvPr/>
        </p:nvSpPr>
        <p:spPr>
          <a:xfrm xmlns:a="http://schemas.openxmlformats.org/drawingml/2006/main">
            <a:off x="8172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6" name="diagram-line-109">
            <a:extLst xmlns:a="http://schemas.openxmlformats.org/drawingml/2006/main">
              <a:ext uri="{FF2B5EF4-FFF2-40B4-BE49-F238E27FC236}">
                <a16:creationId xmlns:a16="http://schemas.microsoft.com/office/drawing/2014/main" id="{275E081C-D368-4666-B20E-5C1D7FDB6821}"/>
              </a:ext>
            </a:extLst>
          </p:cNvPr>
          <p:cNvSpPr>
            <a:spLocks xmlns:a="http://schemas.openxmlformats.org/drawingml/2006/main" noGrp="1"/>
          </p:cNvSpPr>
          <p:nvPr/>
        </p:nvSpPr>
        <p:spPr>
          <a:xfrm xmlns:a="http://schemas.openxmlformats.org/drawingml/2006/main">
            <a:off x="8058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7" name="diagram-line-110">
            <a:extLst xmlns:a="http://schemas.openxmlformats.org/drawingml/2006/main">
              <a:ext uri="{FF2B5EF4-FFF2-40B4-BE49-F238E27FC236}">
                <a16:creationId xmlns:a16="http://schemas.microsoft.com/office/drawing/2014/main" id="{1BD7EAFD-68E1-4D08-A837-0464A43491AD}"/>
              </a:ext>
            </a:extLst>
          </p:cNvPr>
          <p:cNvSpPr>
            <a:spLocks xmlns:a="http://schemas.openxmlformats.org/drawingml/2006/main" noGrp="1"/>
          </p:cNvSpPr>
          <p:nvPr/>
        </p:nvSpPr>
        <p:spPr>
          <a:xfrm xmlns:a="http://schemas.openxmlformats.org/drawingml/2006/main">
            <a:off x="7943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8" name="diagram-line-111">
            <a:extLst xmlns:a="http://schemas.openxmlformats.org/drawingml/2006/main">
              <a:ext uri="{FF2B5EF4-FFF2-40B4-BE49-F238E27FC236}">
                <a16:creationId xmlns:a16="http://schemas.microsoft.com/office/drawing/2014/main" id="{DFFF2827-D262-401B-A3DD-E1B40BADFF2F}"/>
              </a:ext>
            </a:extLst>
          </p:cNvPr>
          <p:cNvSpPr>
            <a:spLocks xmlns:a="http://schemas.openxmlformats.org/drawingml/2006/main" noGrp="1"/>
          </p:cNvSpPr>
          <p:nvPr/>
        </p:nvSpPr>
        <p:spPr>
          <a:xfrm xmlns:a="http://schemas.openxmlformats.org/drawingml/2006/main">
            <a:off x="7829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9" name="diagram-line-112">
            <a:extLst xmlns:a="http://schemas.openxmlformats.org/drawingml/2006/main">
              <a:ext uri="{FF2B5EF4-FFF2-40B4-BE49-F238E27FC236}">
                <a16:creationId xmlns:a16="http://schemas.microsoft.com/office/drawing/2014/main" id="{43E95952-9A41-4A06-B541-A96DB80D2BAB}"/>
              </a:ext>
            </a:extLst>
          </p:cNvPr>
          <p:cNvSpPr>
            <a:spLocks xmlns:a="http://schemas.openxmlformats.org/drawingml/2006/main" noGrp="1"/>
          </p:cNvSpPr>
          <p:nvPr/>
        </p:nvSpPr>
        <p:spPr>
          <a:xfrm xmlns:a="http://schemas.openxmlformats.org/drawingml/2006/main">
            <a:off x="7715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0" name="diagram-line-113">
            <a:extLst xmlns:a="http://schemas.openxmlformats.org/drawingml/2006/main">
              <a:ext uri="{FF2B5EF4-FFF2-40B4-BE49-F238E27FC236}">
                <a16:creationId xmlns:a16="http://schemas.microsoft.com/office/drawing/2014/main" id="{75FEE690-755F-4747-8F05-C58BAF9C976E}"/>
              </a:ext>
            </a:extLst>
          </p:cNvPr>
          <p:cNvSpPr>
            <a:spLocks xmlns:a="http://schemas.openxmlformats.org/drawingml/2006/main" noGrp="1"/>
          </p:cNvSpPr>
          <p:nvPr/>
        </p:nvSpPr>
        <p:spPr>
          <a:xfrm xmlns:a="http://schemas.openxmlformats.org/drawingml/2006/main">
            <a:off x="7600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1" name="diagram-line-114">
            <a:extLst xmlns:a="http://schemas.openxmlformats.org/drawingml/2006/main">
              <a:ext uri="{FF2B5EF4-FFF2-40B4-BE49-F238E27FC236}">
                <a16:creationId xmlns:a16="http://schemas.microsoft.com/office/drawing/2014/main" id="{07D48DE8-AFC3-4D56-8C30-88126ED630C8}"/>
              </a:ext>
            </a:extLst>
          </p:cNvPr>
          <p:cNvSpPr>
            <a:spLocks xmlns:a="http://schemas.openxmlformats.org/drawingml/2006/main" noGrp="1"/>
          </p:cNvSpPr>
          <p:nvPr/>
        </p:nvSpPr>
        <p:spPr>
          <a:xfrm xmlns:a="http://schemas.openxmlformats.org/drawingml/2006/main">
            <a:off x="7486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2" name="diagram-line-115">
            <a:extLst xmlns:a="http://schemas.openxmlformats.org/drawingml/2006/main">
              <a:ext uri="{FF2B5EF4-FFF2-40B4-BE49-F238E27FC236}">
                <a16:creationId xmlns:a16="http://schemas.microsoft.com/office/drawing/2014/main" id="{8F608169-D60A-459C-8E99-472C37F9AC67}"/>
              </a:ext>
            </a:extLst>
          </p:cNvPr>
          <p:cNvSpPr>
            <a:spLocks xmlns:a="http://schemas.openxmlformats.org/drawingml/2006/main" noGrp="1"/>
          </p:cNvSpPr>
          <p:nvPr/>
        </p:nvSpPr>
        <p:spPr>
          <a:xfrm xmlns:a="http://schemas.openxmlformats.org/drawingml/2006/main">
            <a:off x="7372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3" name="diagram-line-116">
            <a:extLst xmlns:a="http://schemas.openxmlformats.org/drawingml/2006/main">
              <a:ext uri="{FF2B5EF4-FFF2-40B4-BE49-F238E27FC236}">
                <a16:creationId xmlns:a16="http://schemas.microsoft.com/office/drawing/2014/main" id="{62E72760-D538-463C-BA09-CD2E3652080C}"/>
              </a:ext>
            </a:extLst>
          </p:cNvPr>
          <p:cNvSpPr>
            <a:spLocks xmlns:a="http://schemas.openxmlformats.org/drawingml/2006/main" noGrp="1"/>
          </p:cNvSpPr>
          <p:nvPr/>
        </p:nvSpPr>
        <p:spPr>
          <a:xfrm xmlns:a="http://schemas.openxmlformats.org/drawingml/2006/main">
            <a:off x="7258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4" name="diagram-line-117">
            <a:extLst xmlns:a="http://schemas.openxmlformats.org/drawingml/2006/main">
              <a:ext uri="{FF2B5EF4-FFF2-40B4-BE49-F238E27FC236}">
                <a16:creationId xmlns:a16="http://schemas.microsoft.com/office/drawing/2014/main" id="{4FE99DB7-373F-467A-B849-60678783B9C4}"/>
              </a:ext>
            </a:extLst>
          </p:cNvPr>
          <p:cNvSpPr>
            <a:spLocks xmlns:a="http://schemas.openxmlformats.org/drawingml/2006/main" noGrp="1"/>
          </p:cNvSpPr>
          <p:nvPr/>
        </p:nvSpPr>
        <p:spPr>
          <a:xfrm xmlns:a="http://schemas.openxmlformats.org/drawingml/2006/main">
            <a:off x="7143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5" name="diagram-line-118">
            <a:extLst xmlns:a="http://schemas.openxmlformats.org/drawingml/2006/main">
              <a:ext uri="{FF2B5EF4-FFF2-40B4-BE49-F238E27FC236}">
                <a16:creationId xmlns:a16="http://schemas.microsoft.com/office/drawing/2014/main" id="{00487CBE-2A98-4D17-8C75-317B3BE19817}"/>
              </a:ext>
            </a:extLst>
          </p:cNvPr>
          <p:cNvSpPr>
            <a:spLocks xmlns:a="http://schemas.openxmlformats.org/drawingml/2006/main" noGrp="1"/>
          </p:cNvSpPr>
          <p:nvPr/>
        </p:nvSpPr>
        <p:spPr>
          <a:xfrm xmlns:a="http://schemas.openxmlformats.org/drawingml/2006/main">
            <a:off x="7029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6" name="diagram-line-119">
            <a:extLst xmlns:a="http://schemas.openxmlformats.org/drawingml/2006/main">
              <a:ext uri="{FF2B5EF4-FFF2-40B4-BE49-F238E27FC236}">
                <a16:creationId xmlns:a16="http://schemas.microsoft.com/office/drawing/2014/main" id="{01838CCB-9B8A-4EB5-9B21-DDB18E013157}"/>
              </a:ext>
            </a:extLst>
          </p:cNvPr>
          <p:cNvSpPr>
            <a:spLocks xmlns:a="http://schemas.openxmlformats.org/drawingml/2006/main" noGrp="1"/>
          </p:cNvSpPr>
          <p:nvPr/>
        </p:nvSpPr>
        <p:spPr>
          <a:xfrm xmlns:a="http://schemas.openxmlformats.org/drawingml/2006/main">
            <a:off x="6915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7" name="diagram-line-120">
            <a:extLst xmlns:a="http://schemas.openxmlformats.org/drawingml/2006/main">
              <a:ext uri="{FF2B5EF4-FFF2-40B4-BE49-F238E27FC236}">
                <a16:creationId xmlns:a16="http://schemas.microsoft.com/office/drawing/2014/main" id="{342FD9E1-034C-4C20-872E-F3D01D093E68}"/>
              </a:ext>
            </a:extLst>
          </p:cNvPr>
          <p:cNvSpPr>
            <a:spLocks xmlns:a="http://schemas.openxmlformats.org/drawingml/2006/main" noGrp="1"/>
          </p:cNvSpPr>
          <p:nvPr/>
        </p:nvSpPr>
        <p:spPr>
          <a:xfrm xmlns:a="http://schemas.openxmlformats.org/drawingml/2006/main">
            <a:off x="6800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8" name="diagram-line-121">
            <a:extLst xmlns:a="http://schemas.openxmlformats.org/drawingml/2006/main">
              <a:ext uri="{FF2B5EF4-FFF2-40B4-BE49-F238E27FC236}">
                <a16:creationId xmlns:a16="http://schemas.microsoft.com/office/drawing/2014/main" id="{1688976A-D57D-4105-893C-3DF6C51BA00E}"/>
              </a:ext>
            </a:extLst>
          </p:cNvPr>
          <p:cNvSpPr>
            <a:spLocks xmlns:a="http://schemas.openxmlformats.org/drawingml/2006/main" noGrp="1"/>
          </p:cNvSpPr>
          <p:nvPr/>
        </p:nvSpPr>
        <p:spPr>
          <a:xfrm xmlns:a="http://schemas.openxmlformats.org/drawingml/2006/main">
            <a:off x="6686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9" name="diagram-line-122">
            <a:extLst xmlns:a="http://schemas.openxmlformats.org/drawingml/2006/main">
              <a:ext uri="{FF2B5EF4-FFF2-40B4-BE49-F238E27FC236}">
                <a16:creationId xmlns:a16="http://schemas.microsoft.com/office/drawing/2014/main" id="{0ABDB874-C970-4D52-8BBA-6D61D8922094}"/>
              </a:ext>
            </a:extLst>
          </p:cNvPr>
          <p:cNvSpPr>
            <a:spLocks xmlns:a="http://schemas.openxmlformats.org/drawingml/2006/main" noGrp="1"/>
          </p:cNvSpPr>
          <p:nvPr/>
        </p:nvSpPr>
        <p:spPr>
          <a:xfrm xmlns:a="http://schemas.openxmlformats.org/drawingml/2006/main">
            <a:off x="6572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0" name="diagram-line-123">
            <a:extLst xmlns:a="http://schemas.openxmlformats.org/drawingml/2006/main">
              <a:ext uri="{FF2B5EF4-FFF2-40B4-BE49-F238E27FC236}">
                <a16:creationId xmlns:a16="http://schemas.microsoft.com/office/drawing/2014/main" id="{89DCD39C-D19C-4287-8650-FBE762922643}"/>
              </a:ext>
            </a:extLst>
          </p:cNvPr>
          <p:cNvSpPr>
            <a:spLocks xmlns:a="http://schemas.openxmlformats.org/drawingml/2006/main" noGrp="1"/>
          </p:cNvSpPr>
          <p:nvPr/>
        </p:nvSpPr>
        <p:spPr>
          <a:xfrm xmlns:a="http://schemas.openxmlformats.org/drawingml/2006/main">
            <a:off x="6457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1" name="diagram-line-124">
            <a:extLst xmlns:a="http://schemas.openxmlformats.org/drawingml/2006/main">
              <a:ext uri="{FF2B5EF4-FFF2-40B4-BE49-F238E27FC236}">
                <a16:creationId xmlns:a16="http://schemas.microsoft.com/office/drawing/2014/main" id="{A3C71F86-6777-4D09-8E55-084C68220C7D}"/>
              </a:ext>
            </a:extLst>
          </p:cNvPr>
          <p:cNvSpPr>
            <a:spLocks xmlns:a="http://schemas.openxmlformats.org/drawingml/2006/main" noGrp="1"/>
          </p:cNvSpPr>
          <p:nvPr/>
        </p:nvSpPr>
        <p:spPr>
          <a:xfrm xmlns:a="http://schemas.openxmlformats.org/drawingml/2006/main">
            <a:off x="6343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2" name="diagram-line-125">
            <a:extLst xmlns:a="http://schemas.openxmlformats.org/drawingml/2006/main">
              <a:ext uri="{FF2B5EF4-FFF2-40B4-BE49-F238E27FC236}">
                <a16:creationId xmlns:a16="http://schemas.microsoft.com/office/drawing/2014/main" id="{9B920C5B-A007-430D-8EDC-58D9C7A6685E}"/>
              </a:ext>
            </a:extLst>
          </p:cNvPr>
          <p:cNvSpPr>
            <a:spLocks xmlns:a="http://schemas.openxmlformats.org/drawingml/2006/main" noGrp="1"/>
          </p:cNvSpPr>
          <p:nvPr/>
        </p:nvSpPr>
        <p:spPr>
          <a:xfrm xmlns:a="http://schemas.openxmlformats.org/drawingml/2006/main">
            <a:off x="6229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3" name="diagram-line-126">
            <a:extLst xmlns:a="http://schemas.openxmlformats.org/drawingml/2006/main">
              <a:ext uri="{FF2B5EF4-FFF2-40B4-BE49-F238E27FC236}">
                <a16:creationId xmlns:a16="http://schemas.microsoft.com/office/drawing/2014/main" id="{EDA460C2-E203-4E32-B951-D86E8E436855}"/>
              </a:ext>
            </a:extLst>
          </p:cNvPr>
          <p:cNvSpPr>
            <a:spLocks xmlns:a="http://schemas.openxmlformats.org/drawingml/2006/main" noGrp="1"/>
          </p:cNvSpPr>
          <p:nvPr/>
        </p:nvSpPr>
        <p:spPr>
          <a:xfrm xmlns:a="http://schemas.openxmlformats.org/drawingml/2006/main">
            <a:off x="6115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4" name="diagram-line-127">
            <a:extLst xmlns:a="http://schemas.openxmlformats.org/drawingml/2006/main">
              <a:ext uri="{FF2B5EF4-FFF2-40B4-BE49-F238E27FC236}">
                <a16:creationId xmlns:a16="http://schemas.microsoft.com/office/drawing/2014/main" id="{B696B298-D9C7-4FB2-91A9-51BD8C6CDC89}"/>
              </a:ext>
            </a:extLst>
          </p:cNvPr>
          <p:cNvSpPr>
            <a:spLocks xmlns:a="http://schemas.openxmlformats.org/drawingml/2006/main" noGrp="1"/>
          </p:cNvSpPr>
          <p:nvPr/>
        </p:nvSpPr>
        <p:spPr>
          <a:xfrm xmlns:a="http://schemas.openxmlformats.org/drawingml/2006/main">
            <a:off x="6000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5" name="diagram-line-128">
            <a:extLst xmlns:a="http://schemas.openxmlformats.org/drawingml/2006/main">
              <a:ext uri="{FF2B5EF4-FFF2-40B4-BE49-F238E27FC236}">
                <a16:creationId xmlns:a16="http://schemas.microsoft.com/office/drawing/2014/main" id="{48ED4ED8-67EB-4D57-A304-C0646611537F}"/>
              </a:ext>
            </a:extLst>
          </p:cNvPr>
          <p:cNvSpPr>
            <a:spLocks xmlns:a="http://schemas.openxmlformats.org/drawingml/2006/main" noGrp="1"/>
          </p:cNvSpPr>
          <p:nvPr/>
        </p:nvSpPr>
        <p:spPr>
          <a:xfrm xmlns:a="http://schemas.openxmlformats.org/drawingml/2006/main">
            <a:off x="5886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6" name="diagram-line-129">
            <a:extLst xmlns:a="http://schemas.openxmlformats.org/drawingml/2006/main">
              <a:ext uri="{FF2B5EF4-FFF2-40B4-BE49-F238E27FC236}">
                <a16:creationId xmlns:a16="http://schemas.microsoft.com/office/drawing/2014/main" id="{9BFDEBB5-B90F-460A-ADB5-29069B94C02E}"/>
              </a:ext>
            </a:extLst>
          </p:cNvPr>
          <p:cNvSpPr>
            <a:spLocks xmlns:a="http://schemas.openxmlformats.org/drawingml/2006/main" noGrp="1"/>
          </p:cNvSpPr>
          <p:nvPr/>
        </p:nvSpPr>
        <p:spPr>
          <a:xfrm xmlns:a="http://schemas.openxmlformats.org/drawingml/2006/main">
            <a:off x="5772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7" name="diagram-line-130">
            <a:extLst xmlns:a="http://schemas.openxmlformats.org/drawingml/2006/main">
              <a:ext uri="{FF2B5EF4-FFF2-40B4-BE49-F238E27FC236}">
                <a16:creationId xmlns:a16="http://schemas.microsoft.com/office/drawing/2014/main" id="{4C605DDF-7B46-44E9-A254-5C13A3A219CA}"/>
              </a:ext>
            </a:extLst>
          </p:cNvPr>
          <p:cNvSpPr>
            <a:spLocks xmlns:a="http://schemas.openxmlformats.org/drawingml/2006/main" noGrp="1"/>
          </p:cNvSpPr>
          <p:nvPr/>
        </p:nvSpPr>
        <p:spPr>
          <a:xfrm xmlns:a="http://schemas.openxmlformats.org/drawingml/2006/main">
            <a:off x="5657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8" name="diagram-line-131">
            <a:extLst xmlns:a="http://schemas.openxmlformats.org/drawingml/2006/main">
              <a:ext uri="{FF2B5EF4-FFF2-40B4-BE49-F238E27FC236}">
                <a16:creationId xmlns:a16="http://schemas.microsoft.com/office/drawing/2014/main" id="{E1A95ABA-84DD-472F-9B86-F1134244E9B5}"/>
              </a:ext>
            </a:extLst>
          </p:cNvPr>
          <p:cNvSpPr>
            <a:spLocks xmlns:a="http://schemas.openxmlformats.org/drawingml/2006/main" noGrp="1"/>
          </p:cNvSpPr>
          <p:nvPr/>
        </p:nvSpPr>
        <p:spPr>
          <a:xfrm xmlns:a="http://schemas.openxmlformats.org/drawingml/2006/main">
            <a:off x="5543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9" name="diagram-line-132">
            <a:extLst xmlns:a="http://schemas.openxmlformats.org/drawingml/2006/main">
              <a:ext uri="{FF2B5EF4-FFF2-40B4-BE49-F238E27FC236}">
                <a16:creationId xmlns:a16="http://schemas.microsoft.com/office/drawing/2014/main" id="{B975224F-E7F8-482B-8F54-9C4258812ED7}"/>
              </a:ext>
            </a:extLst>
          </p:cNvPr>
          <p:cNvSpPr>
            <a:spLocks xmlns:a="http://schemas.openxmlformats.org/drawingml/2006/main" noGrp="1"/>
          </p:cNvSpPr>
          <p:nvPr/>
        </p:nvSpPr>
        <p:spPr>
          <a:xfrm xmlns:a="http://schemas.openxmlformats.org/drawingml/2006/main">
            <a:off x="5429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0" name="diagram-line-133">
            <a:extLst xmlns:a="http://schemas.openxmlformats.org/drawingml/2006/main">
              <a:ext uri="{FF2B5EF4-FFF2-40B4-BE49-F238E27FC236}">
                <a16:creationId xmlns:a16="http://schemas.microsoft.com/office/drawing/2014/main" id="{E3A85AE6-CA16-4D18-8952-B76936B8989C}"/>
              </a:ext>
            </a:extLst>
          </p:cNvPr>
          <p:cNvSpPr>
            <a:spLocks xmlns:a="http://schemas.openxmlformats.org/drawingml/2006/main" noGrp="1"/>
          </p:cNvSpPr>
          <p:nvPr/>
        </p:nvSpPr>
        <p:spPr>
          <a:xfrm xmlns:a="http://schemas.openxmlformats.org/drawingml/2006/main">
            <a:off x="5314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1" name="diagram-line-134">
            <a:extLst xmlns:a="http://schemas.openxmlformats.org/drawingml/2006/main">
              <a:ext uri="{FF2B5EF4-FFF2-40B4-BE49-F238E27FC236}">
                <a16:creationId xmlns:a16="http://schemas.microsoft.com/office/drawing/2014/main" id="{EB7DBF67-B965-4CAB-8C9D-DF5E383634DC}"/>
              </a:ext>
            </a:extLst>
          </p:cNvPr>
          <p:cNvSpPr>
            <a:spLocks xmlns:a="http://schemas.openxmlformats.org/drawingml/2006/main" noGrp="1"/>
          </p:cNvSpPr>
          <p:nvPr/>
        </p:nvSpPr>
        <p:spPr>
          <a:xfrm xmlns:a="http://schemas.openxmlformats.org/drawingml/2006/main">
            <a:off x="5200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2" name="diagram-line-135">
            <a:extLst xmlns:a="http://schemas.openxmlformats.org/drawingml/2006/main">
              <a:ext uri="{FF2B5EF4-FFF2-40B4-BE49-F238E27FC236}">
                <a16:creationId xmlns:a16="http://schemas.microsoft.com/office/drawing/2014/main" id="{72AEFF7D-146A-4597-84C6-3A8C4EBAD86C}"/>
              </a:ext>
            </a:extLst>
          </p:cNvPr>
          <p:cNvSpPr>
            <a:spLocks xmlns:a="http://schemas.openxmlformats.org/drawingml/2006/main" noGrp="1"/>
          </p:cNvSpPr>
          <p:nvPr/>
        </p:nvSpPr>
        <p:spPr>
          <a:xfrm xmlns:a="http://schemas.openxmlformats.org/drawingml/2006/main">
            <a:off x="5086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3" name="diagram-line-136">
            <a:extLst xmlns:a="http://schemas.openxmlformats.org/drawingml/2006/main">
              <a:ext uri="{FF2B5EF4-FFF2-40B4-BE49-F238E27FC236}">
                <a16:creationId xmlns:a16="http://schemas.microsoft.com/office/drawing/2014/main" id="{4A8AE7AB-39A1-4015-A33B-93E35A1A6108}"/>
              </a:ext>
            </a:extLst>
          </p:cNvPr>
          <p:cNvSpPr>
            <a:spLocks xmlns:a="http://schemas.openxmlformats.org/drawingml/2006/main" noGrp="1"/>
          </p:cNvSpPr>
          <p:nvPr/>
        </p:nvSpPr>
        <p:spPr>
          <a:xfrm xmlns:a="http://schemas.openxmlformats.org/drawingml/2006/main">
            <a:off x="4972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4" name="diagram-line-137">
            <a:extLst xmlns:a="http://schemas.openxmlformats.org/drawingml/2006/main">
              <a:ext uri="{FF2B5EF4-FFF2-40B4-BE49-F238E27FC236}">
                <a16:creationId xmlns:a16="http://schemas.microsoft.com/office/drawing/2014/main" id="{161902C3-747C-482B-BBCA-108070A58F40}"/>
              </a:ext>
            </a:extLst>
          </p:cNvPr>
          <p:cNvSpPr>
            <a:spLocks xmlns:a="http://schemas.openxmlformats.org/drawingml/2006/main" noGrp="1"/>
          </p:cNvSpPr>
          <p:nvPr/>
        </p:nvSpPr>
        <p:spPr>
          <a:xfrm xmlns:a="http://schemas.openxmlformats.org/drawingml/2006/main">
            <a:off x="4857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5" name="diagram-line-138">
            <a:extLst xmlns:a="http://schemas.openxmlformats.org/drawingml/2006/main">
              <a:ext uri="{FF2B5EF4-FFF2-40B4-BE49-F238E27FC236}">
                <a16:creationId xmlns:a16="http://schemas.microsoft.com/office/drawing/2014/main" id="{A0FD6FAE-AA78-4409-B486-15B548FECCA5}"/>
              </a:ext>
            </a:extLst>
          </p:cNvPr>
          <p:cNvSpPr>
            <a:spLocks xmlns:a="http://schemas.openxmlformats.org/drawingml/2006/main" noGrp="1"/>
          </p:cNvSpPr>
          <p:nvPr/>
        </p:nvSpPr>
        <p:spPr>
          <a:xfrm xmlns:a="http://schemas.openxmlformats.org/drawingml/2006/main">
            <a:off x="4743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6" name="diagram-line-139">
            <a:extLst xmlns:a="http://schemas.openxmlformats.org/drawingml/2006/main">
              <a:ext uri="{FF2B5EF4-FFF2-40B4-BE49-F238E27FC236}">
                <a16:creationId xmlns:a16="http://schemas.microsoft.com/office/drawing/2014/main" id="{6A3D4477-4A33-4F71-A695-9F129BE5B7E6}"/>
              </a:ext>
            </a:extLst>
          </p:cNvPr>
          <p:cNvSpPr>
            <a:spLocks xmlns:a="http://schemas.openxmlformats.org/drawingml/2006/main" noGrp="1"/>
          </p:cNvSpPr>
          <p:nvPr/>
        </p:nvSpPr>
        <p:spPr>
          <a:xfrm xmlns:a="http://schemas.openxmlformats.org/drawingml/2006/main">
            <a:off x="4629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7" name="diagram-line-140">
            <a:extLst xmlns:a="http://schemas.openxmlformats.org/drawingml/2006/main">
              <a:ext uri="{FF2B5EF4-FFF2-40B4-BE49-F238E27FC236}">
                <a16:creationId xmlns:a16="http://schemas.microsoft.com/office/drawing/2014/main" id="{A259D2B6-7B11-4303-97AC-8D877ACD0FEE}"/>
              </a:ext>
            </a:extLst>
          </p:cNvPr>
          <p:cNvSpPr>
            <a:spLocks xmlns:a="http://schemas.openxmlformats.org/drawingml/2006/main" noGrp="1"/>
          </p:cNvSpPr>
          <p:nvPr/>
        </p:nvSpPr>
        <p:spPr>
          <a:xfrm xmlns:a="http://schemas.openxmlformats.org/drawingml/2006/main">
            <a:off x="4514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8" name="diagram-line-141">
            <a:extLst xmlns:a="http://schemas.openxmlformats.org/drawingml/2006/main">
              <a:ext uri="{FF2B5EF4-FFF2-40B4-BE49-F238E27FC236}">
                <a16:creationId xmlns:a16="http://schemas.microsoft.com/office/drawing/2014/main" id="{E78C2785-7284-4566-85C6-08DEEF681A56}"/>
              </a:ext>
            </a:extLst>
          </p:cNvPr>
          <p:cNvSpPr>
            <a:spLocks xmlns:a="http://schemas.openxmlformats.org/drawingml/2006/main" noGrp="1"/>
          </p:cNvSpPr>
          <p:nvPr/>
        </p:nvSpPr>
        <p:spPr>
          <a:xfrm xmlns:a="http://schemas.openxmlformats.org/drawingml/2006/main">
            <a:off x="4400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9" name="diagram-line-142">
            <a:extLst xmlns:a="http://schemas.openxmlformats.org/drawingml/2006/main">
              <a:ext uri="{FF2B5EF4-FFF2-40B4-BE49-F238E27FC236}">
                <a16:creationId xmlns:a16="http://schemas.microsoft.com/office/drawing/2014/main" id="{2C2038A1-39C4-4407-BE0C-92FA442B87AD}"/>
              </a:ext>
            </a:extLst>
          </p:cNvPr>
          <p:cNvSpPr>
            <a:spLocks xmlns:a="http://schemas.openxmlformats.org/drawingml/2006/main" noGrp="1"/>
          </p:cNvSpPr>
          <p:nvPr/>
        </p:nvSpPr>
        <p:spPr>
          <a:xfrm xmlns:a="http://schemas.openxmlformats.org/drawingml/2006/main">
            <a:off x="4286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60" name="diagram-line-143">
            <a:extLst xmlns:a="http://schemas.openxmlformats.org/drawingml/2006/main">
              <a:ext uri="{FF2B5EF4-FFF2-40B4-BE49-F238E27FC236}">
                <a16:creationId xmlns:a16="http://schemas.microsoft.com/office/drawing/2014/main" id="{282417F3-D87F-4CB6-8E4E-4DDD97D25B75}"/>
              </a:ext>
            </a:extLst>
          </p:cNvPr>
          <p:cNvSpPr>
            <a:spLocks xmlns:a="http://schemas.openxmlformats.org/drawingml/2006/main" noGrp="1"/>
          </p:cNvSpPr>
          <p:nvPr/>
        </p:nvSpPr>
        <p:spPr>
          <a:xfrm xmlns:a="http://schemas.openxmlformats.org/drawingml/2006/main">
            <a:off x="4191000" y="4562475"/>
            <a:ext cx="47625" cy="191"/>
          </a:xfrm>
          <a:custGeom xmlns:a="http://schemas.openxmlformats.org/drawingml/2006/main">
            <a:pathLst>
              <a:path w="47625" h="191">
                <a:moveTo>
                  <a:pt x="47625" y="0"/>
                </a:moveTo>
                <a:lnTo>
                  <a:pt x="0" y="0"/>
                </a:lnTo>
              </a:path>
            </a:pathLst>
          </a:custGeom>
          <a:noFill xmlns:a="http://schemas.openxmlformats.org/drawingml/2006/main"/>
          <a:ln xmlns:a="http://schemas.openxmlformats.org/drawingml/2006/main" w="14288">
            <a:solidFill>
              <a:srgbClr val="799A39"/>
            </a:solidFill>
          </a:ln>
        </p:spPr>
      </p:sp>
      <p:sp>
        <p:nvSpPr>
          <p:cNvPr id="161" name="diagram-line-144">
            <a:extLst xmlns:a="http://schemas.openxmlformats.org/drawingml/2006/main">
              <a:ext uri="{FF2B5EF4-FFF2-40B4-BE49-F238E27FC236}">
                <a16:creationId xmlns:a16="http://schemas.microsoft.com/office/drawing/2014/main" id="{E8E29104-A147-47B7-B6B3-CECE7AD84DF0}"/>
              </a:ext>
            </a:extLst>
          </p:cNvPr>
          <p:cNvSpPr>
            <a:spLocks xmlns:a="http://schemas.openxmlformats.org/drawingml/2006/main" noGrp="1"/>
          </p:cNvSpPr>
          <p:nvPr/>
        </p:nvSpPr>
        <p:spPr>
          <a:xfrm xmlns:a="http://schemas.openxmlformats.org/drawingml/2006/main">
            <a:off x="4191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2" name="diagram-line-145">
            <a:extLst xmlns:a="http://schemas.openxmlformats.org/drawingml/2006/main">
              <a:ext uri="{FF2B5EF4-FFF2-40B4-BE49-F238E27FC236}">
                <a16:creationId xmlns:a16="http://schemas.microsoft.com/office/drawing/2014/main" id="{AC40833C-5E9C-4E48-B685-478D4AB6EB4D}"/>
              </a:ext>
            </a:extLst>
          </p:cNvPr>
          <p:cNvSpPr>
            <a:spLocks xmlns:a="http://schemas.openxmlformats.org/drawingml/2006/main" noGrp="1"/>
          </p:cNvSpPr>
          <p:nvPr/>
        </p:nvSpPr>
        <p:spPr>
          <a:xfrm xmlns:a="http://schemas.openxmlformats.org/drawingml/2006/main">
            <a:off x="4191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3" name="diagram-line-146">
            <a:extLst xmlns:a="http://schemas.openxmlformats.org/drawingml/2006/main">
              <a:ext uri="{FF2B5EF4-FFF2-40B4-BE49-F238E27FC236}">
                <a16:creationId xmlns:a16="http://schemas.microsoft.com/office/drawing/2014/main" id="{7920D866-9B66-4BAC-9DFD-9D622EC06ACD}"/>
              </a:ext>
            </a:extLst>
          </p:cNvPr>
          <p:cNvSpPr>
            <a:spLocks xmlns:a="http://schemas.openxmlformats.org/drawingml/2006/main" noGrp="1"/>
          </p:cNvSpPr>
          <p:nvPr/>
        </p:nvSpPr>
        <p:spPr>
          <a:xfrm xmlns:a="http://schemas.openxmlformats.org/drawingml/2006/main">
            <a:off x="4191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4" name="diagram-line-147">
            <a:extLst xmlns:a="http://schemas.openxmlformats.org/drawingml/2006/main">
              <a:ext uri="{FF2B5EF4-FFF2-40B4-BE49-F238E27FC236}">
                <a16:creationId xmlns:a16="http://schemas.microsoft.com/office/drawing/2014/main" id="{30A2822F-63CC-477D-9750-B6927C4492C1}"/>
              </a:ext>
            </a:extLst>
          </p:cNvPr>
          <p:cNvSpPr>
            <a:spLocks xmlns:a="http://schemas.openxmlformats.org/drawingml/2006/main" noGrp="1"/>
          </p:cNvSpPr>
          <p:nvPr/>
        </p:nvSpPr>
        <p:spPr>
          <a:xfrm xmlns:a="http://schemas.openxmlformats.org/drawingml/2006/main">
            <a:off x="4191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5" name="diagram-line-148">
            <a:extLst xmlns:a="http://schemas.openxmlformats.org/drawingml/2006/main">
              <a:ext uri="{FF2B5EF4-FFF2-40B4-BE49-F238E27FC236}">
                <a16:creationId xmlns:a16="http://schemas.microsoft.com/office/drawing/2014/main" id="{BDFFECD6-45BE-4692-87E0-6AEA662EA380}"/>
              </a:ext>
            </a:extLst>
          </p:cNvPr>
          <p:cNvSpPr>
            <a:spLocks xmlns:a="http://schemas.openxmlformats.org/drawingml/2006/main" noGrp="1"/>
          </p:cNvSpPr>
          <p:nvPr/>
        </p:nvSpPr>
        <p:spPr>
          <a:xfrm xmlns:a="http://schemas.openxmlformats.org/drawingml/2006/main">
            <a:off x="4191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166" name="diagram-poly-149">
            <a:extLst xmlns:a="http://schemas.openxmlformats.org/drawingml/2006/main">
              <a:ext uri="{FF2B5EF4-FFF2-40B4-BE49-F238E27FC236}">
                <a16:creationId xmlns:a16="http://schemas.microsoft.com/office/drawing/2014/main" id="{B9090C9A-34F4-4C2A-9338-A17AD17C7C17}"/>
              </a:ext>
            </a:extLst>
          </p:cNvPr>
          <p:cNvSpPr>
            <a:spLocks xmlns:a="http://schemas.openxmlformats.org/drawingml/2006/main" noGrp="1"/>
          </p:cNvSpPr>
          <p:nvPr/>
        </p:nvSpPr>
        <p:spPr>
          <a:xfrm xmlns:a="http://schemas.openxmlformats.org/drawingml/2006/main">
            <a:off x="4161473" y="4991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67" name="revision-text-150">
            <a:extLst xmlns:a="http://schemas.openxmlformats.org/drawingml/2006/main">
              <a:ext uri="{FF2B5EF4-FFF2-40B4-BE49-F238E27FC236}">
                <a16:creationId xmlns:a16="http://schemas.microsoft.com/office/drawing/2014/main" id="{3A1A7F0B-CCF3-40E2-A225-DA7866CFB94E}"/>
              </a:ext>
            </a:extLst>
          </p:cNvPr>
          <p:cNvSpPr>
            <a:spLocks xmlns:a="http://schemas.openxmlformats.org/drawingml/2006/main" noGrp="1"/>
          </p:cNvSpPr>
          <p:nvPr/>
        </p:nvSpPr>
        <p:spPr>
          <a:xfrm xmlns:a="http://schemas.openxmlformats.org/drawingml/2006/main">
            <a:off x="6143625" y="4324350"/>
            <a:ext cx="240030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 Measurements</a:t>
            </a:r>
          </a:p>
        </p:txBody>
      </p:sp>
      <p:sp>
        <p:nvSpPr>
          <p:cNvPr id="168" name="diagram-line-151">
            <a:extLst xmlns:a="http://schemas.openxmlformats.org/drawingml/2006/main">
              <a:ext uri="{FF2B5EF4-FFF2-40B4-BE49-F238E27FC236}">
                <a16:creationId xmlns:a16="http://schemas.microsoft.com/office/drawing/2014/main" id="{98DB47C1-ABD2-4A0F-95B5-1A7B67688F14}"/>
              </a:ext>
            </a:extLst>
          </p:cNvPr>
          <p:cNvSpPr>
            <a:spLocks xmlns:a="http://schemas.openxmlformats.org/drawingml/2006/main" noGrp="1"/>
          </p:cNvSpPr>
          <p:nvPr/>
        </p:nvSpPr>
        <p:spPr>
          <a:xfrm xmlns:a="http://schemas.openxmlformats.org/drawingml/2006/main">
            <a:off x="10668000" y="4991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152">
            <a:extLst xmlns:a="http://schemas.openxmlformats.org/drawingml/2006/main">
              <a:ext uri="{FF2B5EF4-FFF2-40B4-BE49-F238E27FC236}">
                <a16:creationId xmlns:a16="http://schemas.microsoft.com/office/drawing/2014/main" id="{06F09556-ADF0-4563-BB91-CD602918AFA8}"/>
              </a:ext>
            </a:extLst>
          </p:cNvPr>
          <p:cNvSpPr>
            <a:spLocks xmlns:a="http://schemas.openxmlformats.org/drawingml/2006/main" noGrp="1"/>
          </p:cNvSpPr>
          <p:nvPr/>
        </p:nvSpPr>
        <p:spPr>
          <a:xfrm xmlns:a="http://schemas.openxmlformats.org/drawingml/2006/main">
            <a:off x="10668000" y="4876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153">
            <a:extLst xmlns:a="http://schemas.openxmlformats.org/drawingml/2006/main">
              <a:ext uri="{FF2B5EF4-FFF2-40B4-BE49-F238E27FC236}">
                <a16:creationId xmlns:a16="http://schemas.microsoft.com/office/drawing/2014/main" id="{1EFA2FF8-10E9-48C9-8928-70C7E07BF2AB}"/>
              </a:ext>
            </a:extLst>
          </p:cNvPr>
          <p:cNvSpPr>
            <a:spLocks xmlns:a="http://schemas.openxmlformats.org/drawingml/2006/main" noGrp="1"/>
          </p:cNvSpPr>
          <p:nvPr/>
        </p:nvSpPr>
        <p:spPr>
          <a:xfrm xmlns:a="http://schemas.openxmlformats.org/drawingml/2006/main">
            <a:off x="10668000" y="48006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71" name="diagram-line-154">
            <a:extLst xmlns:a="http://schemas.openxmlformats.org/drawingml/2006/main">
              <a:ext uri="{FF2B5EF4-FFF2-40B4-BE49-F238E27FC236}">
                <a16:creationId xmlns:a16="http://schemas.microsoft.com/office/drawing/2014/main" id="{87140320-E63F-4F26-9035-720164B5AF57}"/>
              </a:ext>
            </a:extLst>
          </p:cNvPr>
          <p:cNvSpPr>
            <a:spLocks xmlns:a="http://schemas.openxmlformats.org/drawingml/2006/main" noGrp="1"/>
          </p:cNvSpPr>
          <p:nvPr/>
        </p:nvSpPr>
        <p:spPr>
          <a:xfrm xmlns:a="http://schemas.openxmlformats.org/drawingml/2006/main">
            <a:off x="10601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2" name="diagram-line-155">
            <a:extLst xmlns:a="http://schemas.openxmlformats.org/drawingml/2006/main">
              <a:ext uri="{FF2B5EF4-FFF2-40B4-BE49-F238E27FC236}">
                <a16:creationId xmlns:a16="http://schemas.microsoft.com/office/drawing/2014/main" id="{F12FBDED-906C-420A-8BBA-331A00840A5A}"/>
              </a:ext>
            </a:extLst>
          </p:cNvPr>
          <p:cNvSpPr>
            <a:spLocks xmlns:a="http://schemas.openxmlformats.org/drawingml/2006/main" noGrp="1"/>
          </p:cNvSpPr>
          <p:nvPr/>
        </p:nvSpPr>
        <p:spPr>
          <a:xfrm xmlns:a="http://schemas.openxmlformats.org/drawingml/2006/main">
            <a:off x="10487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156">
            <a:extLst xmlns:a="http://schemas.openxmlformats.org/drawingml/2006/main">
              <a:ext uri="{FF2B5EF4-FFF2-40B4-BE49-F238E27FC236}">
                <a16:creationId xmlns:a16="http://schemas.microsoft.com/office/drawing/2014/main" id="{CF3BD8B3-BC51-4B82-AB15-0D007C2D0402}"/>
              </a:ext>
            </a:extLst>
          </p:cNvPr>
          <p:cNvSpPr>
            <a:spLocks xmlns:a="http://schemas.openxmlformats.org/drawingml/2006/main" noGrp="1"/>
          </p:cNvSpPr>
          <p:nvPr/>
        </p:nvSpPr>
        <p:spPr>
          <a:xfrm xmlns:a="http://schemas.openxmlformats.org/drawingml/2006/main">
            <a:off x="10372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157">
            <a:extLst xmlns:a="http://schemas.openxmlformats.org/drawingml/2006/main">
              <a:ext uri="{FF2B5EF4-FFF2-40B4-BE49-F238E27FC236}">
                <a16:creationId xmlns:a16="http://schemas.microsoft.com/office/drawing/2014/main" id="{8F720751-1272-4DC7-B4DB-B843F6893A0D}"/>
              </a:ext>
            </a:extLst>
          </p:cNvPr>
          <p:cNvSpPr>
            <a:spLocks xmlns:a="http://schemas.openxmlformats.org/drawingml/2006/main" noGrp="1"/>
          </p:cNvSpPr>
          <p:nvPr/>
        </p:nvSpPr>
        <p:spPr>
          <a:xfrm xmlns:a="http://schemas.openxmlformats.org/drawingml/2006/main">
            <a:off x="10258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158">
            <a:extLst xmlns:a="http://schemas.openxmlformats.org/drawingml/2006/main">
              <a:ext uri="{FF2B5EF4-FFF2-40B4-BE49-F238E27FC236}">
                <a16:creationId xmlns:a16="http://schemas.microsoft.com/office/drawing/2014/main" id="{5BA2B54F-3904-43E6-9625-6B6FF876ADE7}"/>
              </a:ext>
            </a:extLst>
          </p:cNvPr>
          <p:cNvSpPr>
            <a:spLocks xmlns:a="http://schemas.openxmlformats.org/drawingml/2006/main" noGrp="1"/>
          </p:cNvSpPr>
          <p:nvPr/>
        </p:nvSpPr>
        <p:spPr>
          <a:xfrm xmlns:a="http://schemas.openxmlformats.org/drawingml/2006/main">
            <a:off x="10144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159">
            <a:extLst xmlns:a="http://schemas.openxmlformats.org/drawingml/2006/main">
              <a:ext uri="{FF2B5EF4-FFF2-40B4-BE49-F238E27FC236}">
                <a16:creationId xmlns:a16="http://schemas.microsoft.com/office/drawing/2014/main" id="{E2EA4109-11CD-4EA9-900B-0E6E05742FBC}"/>
              </a:ext>
            </a:extLst>
          </p:cNvPr>
          <p:cNvSpPr>
            <a:spLocks xmlns:a="http://schemas.openxmlformats.org/drawingml/2006/main" noGrp="1"/>
          </p:cNvSpPr>
          <p:nvPr/>
        </p:nvSpPr>
        <p:spPr>
          <a:xfrm xmlns:a="http://schemas.openxmlformats.org/drawingml/2006/main">
            <a:off x="10029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160">
            <a:extLst xmlns:a="http://schemas.openxmlformats.org/drawingml/2006/main">
              <a:ext uri="{FF2B5EF4-FFF2-40B4-BE49-F238E27FC236}">
                <a16:creationId xmlns:a16="http://schemas.microsoft.com/office/drawing/2014/main" id="{5A1F8B75-F90A-4BFC-BAFA-066248318DE3}"/>
              </a:ext>
            </a:extLst>
          </p:cNvPr>
          <p:cNvSpPr>
            <a:spLocks xmlns:a="http://schemas.openxmlformats.org/drawingml/2006/main" noGrp="1"/>
          </p:cNvSpPr>
          <p:nvPr/>
        </p:nvSpPr>
        <p:spPr>
          <a:xfrm xmlns:a="http://schemas.openxmlformats.org/drawingml/2006/main">
            <a:off x="9915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161">
            <a:extLst xmlns:a="http://schemas.openxmlformats.org/drawingml/2006/main">
              <a:ext uri="{FF2B5EF4-FFF2-40B4-BE49-F238E27FC236}">
                <a16:creationId xmlns:a16="http://schemas.microsoft.com/office/drawing/2014/main" id="{121A783E-33C0-43E8-BF8F-376BD55001E3}"/>
              </a:ext>
            </a:extLst>
          </p:cNvPr>
          <p:cNvSpPr>
            <a:spLocks xmlns:a="http://schemas.openxmlformats.org/drawingml/2006/main" noGrp="1"/>
          </p:cNvSpPr>
          <p:nvPr/>
        </p:nvSpPr>
        <p:spPr>
          <a:xfrm xmlns:a="http://schemas.openxmlformats.org/drawingml/2006/main">
            <a:off x="9801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162">
            <a:extLst xmlns:a="http://schemas.openxmlformats.org/drawingml/2006/main">
              <a:ext uri="{FF2B5EF4-FFF2-40B4-BE49-F238E27FC236}">
                <a16:creationId xmlns:a16="http://schemas.microsoft.com/office/drawing/2014/main" id="{D8D88F47-47BA-4224-B823-0B81904D9159}"/>
              </a:ext>
            </a:extLst>
          </p:cNvPr>
          <p:cNvSpPr>
            <a:spLocks xmlns:a="http://schemas.openxmlformats.org/drawingml/2006/main" noGrp="1"/>
          </p:cNvSpPr>
          <p:nvPr/>
        </p:nvSpPr>
        <p:spPr>
          <a:xfrm xmlns:a="http://schemas.openxmlformats.org/drawingml/2006/main">
            <a:off x="9686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163">
            <a:extLst xmlns:a="http://schemas.openxmlformats.org/drawingml/2006/main">
              <a:ext uri="{FF2B5EF4-FFF2-40B4-BE49-F238E27FC236}">
                <a16:creationId xmlns:a16="http://schemas.microsoft.com/office/drawing/2014/main" id="{662DEF4A-9F89-4A62-84DA-FA0E9651D8EA}"/>
              </a:ext>
            </a:extLst>
          </p:cNvPr>
          <p:cNvSpPr>
            <a:spLocks xmlns:a="http://schemas.openxmlformats.org/drawingml/2006/main" noGrp="1"/>
          </p:cNvSpPr>
          <p:nvPr/>
        </p:nvSpPr>
        <p:spPr>
          <a:xfrm xmlns:a="http://schemas.openxmlformats.org/drawingml/2006/main">
            <a:off x="9572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164">
            <a:extLst xmlns:a="http://schemas.openxmlformats.org/drawingml/2006/main">
              <a:ext uri="{FF2B5EF4-FFF2-40B4-BE49-F238E27FC236}">
                <a16:creationId xmlns:a16="http://schemas.microsoft.com/office/drawing/2014/main" id="{2A68AA45-1E19-48C2-968F-294D06CBEF66}"/>
              </a:ext>
            </a:extLst>
          </p:cNvPr>
          <p:cNvSpPr>
            <a:spLocks xmlns:a="http://schemas.openxmlformats.org/drawingml/2006/main" noGrp="1"/>
          </p:cNvSpPr>
          <p:nvPr/>
        </p:nvSpPr>
        <p:spPr>
          <a:xfrm xmlns:a="http://schemas.openxmlformats.org/drawingml/2006/main">
            <a:off x="9458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165">
            <a:extLst xmlns:a="http://schemas.openxmlformats.org/drawingml/2006/main">
              <a:ext uri="{FF2B5EF4-FFF2-40B4-BE49-F238E27FC236}">
                <a16:creationId xmlns:a16="http://schemas.microsoft.com/office/drawing/2014/main" id="{581D0E0B-3E36-4B9F-BD56-20F79E209BFF}"/>
              </a:ext>
            </a:extLst>
          </p:cNvPr>
          <p:cNvSpPr>
            <a:spLocks xmlns:a="http://schemas.openxmlformats.org/drawingml/2006/main" noGrp="1"/>
          </p:cNvSpPr>
          <p:nvPr/>
        </p:nvSpPr>
        <p:spPr>
          <a:xfrm xmlns:a="http://schemas.openxmlformats.org/drawingml/2006/main">
            <a:off x="9344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166">
            <a:extLst xmlns:a="http://schemas.openxmlformats.org/drawingml/2006/main">
              <a:ext uri="{FF2B5EF4-FFF2-40B4-BE49-F238E27FC236}">
                <a16:creationId xmlns:a16="http://schemas.microsoft.com/office/drawing/2014/main" id="{82D6D121-FF90-4692-8ACB-210CC635F6E7}"/>
              </a:ext>
            </a:extLst>
          </p:cNvPr>
          <p:cNvSpPr>
            <a:spLocks xmlns:a="http://schemas.openxmlformats.org/drawingml/2006/main" noGrp="1"/>
          </p:cNvSpPr>
          <p:nvPr/>
        </p:nvSpPr>
        <p:spPr>
          <a:xfrm xmlns:a="http://schemas.openxmlformats.org/drawingml/2006/main">
            <a:off x="9229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4" name="diagram-line-167">
            <a:extLst xmlns:a="http://schemas.openxmlformats.org/drawingml/2006/main">
              <a:ext uri="{FF2B5EF4-FFF2-40B4-BE49-F238E27FC236}">
                <a16:creationId xmlns:a16="http://schemas.microsoft.com/office/drawing/2014/main" id="{47289E09-AB37-4738-BDCD-70E54E286767}"/>
              </a:ext>
            </a:extLst>
          </p:cNvPr>
          <p:cNvSpPr>
            <a:spLocks xmlns:a="http://schemas.openxmlformats.org/drawingml/2006/main" noGrp="1"/>
          </p:cNvSpPr>
          <p:nvPr/>
        </p:nvSpPr>
        <p:spPr>
          <a:xfrm xmlns:a="http://schemas.openxmlformats.org/drawingml/2006/main">
            <a:off x="9115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5" name="diagram-line-168">
            <a:extLst xmlns:a="http://schemas.openxmlformats.org/drawingml/2006/main">
              <a:ext uri="{FF2B5EF4-FFF2-40B4-BE49-F238E27FC236}">
                <a16:creationId xmlns:a16="http://schemas.microsoft.com/office/drawing/2014/main" id="{71297244-AA63-460E-8BB4-873832BFC1A4}"/>
              </a:ext>
            </a:extLst>
          </p:cNvPr>
          <p:cNvSpPr>
            <a:spLocks xmlns:a="http://schemas.openxmlformats.org/drawingml/2006/main" noGrp="1"/>
          </p:cNvSpPr>
          <p:nvPr/>
        </p:nvSpPr>
        <p:spPr>
          <a:xfrm xmlns:a="http://schemas.openxmlformats.org/drawingml/2006/main">
            <a:off x="9001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6" name="diagram-line-169">
            <a:extLst xmlns:a="http://schemas.openxmlformats.org/drawingml/2006/main">
              <a:ext uri="{FF2B5EF4-FFF2-40B4-BE49-F238E27FC236}">
                <a16:creationId xmlns:a16="http://schemas.microsoft.com/office/drawing/2014/main" id="{2D33D0A2-CCD3-47B1-9779-33BF0D5B1FD6}"/>
              </a:ext>
            </a:extLst>
          </p:cNvPr>
          <p:cNvSpPr>
            <a:spLocks xmlns:a="http://schemas.openxmlformats.org/drawingml/2006/main" noGrp="1"/>
          </p:cNvSpPr>
          <p:nvPr/>
        </p:nvSpPr>
        <p:spPr>
          <a:xfrm xmlns:a="http://schemas.openxmlformats.org/drawingml/2006/main">
            <a:off x="8886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7" name="diagram-line-170">
            <a:extLst xmlns:a="http://schemas.openxmlformats.org/drawingml/2006/main">
              <a:ext uri="{FF2B5EF4-FFF2-40B4-BE49-F238E27FC236}">
                <a16:creationId xmlns:a16="http://schemas.microsoft.com/office/drawing/2014/main" id="{6E2F05F0-46EF-4C8D-B00E-FBEB9E8F1642}"/>
              </a:ext>
            </a:extLst>
          </p:cNvPr>
          <p:cNvSpPr>
            <a:spLocks xmlns:a="http://schemas.openxmlformats.org/drawingml/2006/main" noGrp="1"/>
          </p:cNvSpPr>
          <p:nvPr/>
        </p:nvSpPr>
        <p:spPr>
          <a:xfrm xmlns:a="http://schemas.openxmlformats.org/drawingml/2006/main">
            <a:off x="8772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8" name="diagram-line-171">
            <a:extLst xmlns:a="http://schemas.openxmlformats.org/drawingml/2006/main">
              <a:ext uri="{FF2B5EF4-FFF2-40B4-BE49-F238E27FC236}">
                <a16:creationId xmlns:a16="http://schemas.microsoft.com/office/drawing/2014/main" id="{13C27E30-A0CD-4595-8845-2F149AC8DF28}"/>
              </a:ext>
            </a:extLst>
          </p:cNvPr>
          <p:cNvSpPr>
            <a:spLocks xmlns:a="http://schemas.openxmlformats.org/drawingml/2006/main" noGrp="1"/>
          </p:cNvSpPr>
          <p:nvPr/>
        </p:nvSpPr>
        <p:spPr>
          <a:xfrm xmlns:a="http://schemas.openxmlformats.org/drawingml/2006/main">
            <a:off x="8658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9" name="diagram-line-172">
            <a:extLst xmlns:a="http://schemas.openxmlformats.org/drawingml/2006/main">
              <a:ext uri="{FF2B5EF4-FFF2-40B4-BE49-F238E27FC236}">
                <a16:creationId xmlns:a16="http://schemas.microsoft.com/office/drawing/2014/main" id="{B874F19C-D600-462F-9405-1BCDB37B5813}"/>
              </a:ext>
            </a:extLst>
          </p:cNvPr>
          <p:cNvSpPr>
            <a:spLocks xmlns:a="http://schemas.openxmlformats.org/drawingml/2006/main" noGrp="1"/>
          </p:cNvSpPr>
          <p:nvPr/>
        </p:nvSpPr>
        <p:spPr>
          <a:xfrm xmlns:a="http://schemas.openxmlformats.org/drawingml/2006/main">
            <a:off x="8543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0" name="diagram-line-173">
            <a:extLst xmlns:a="http://schemas.openxmlformats.org/drawingml/2006/main">
              <a:ext uri="{FF2B5EF4-FFF2-40B4-BE49-F238E27FC236}">
                <a16:creationId xmlns:a16="http://schemas.microsoft.com/office/drawing/2014/main" id="{42978ED7-7D32-47EE-9AEF-9469EAEDA418}"/>
              </a:ext>
            </a:extLst>
          </p:cNvPr>
          <p:cNvSpPr>
            <a:spLocks xmlns:a="http://schemas.openxmlformats.org/drawingml/2006/main" noGrp="1"/>
          </p:cNvSpPr>
          <p:nvPr/>
        </p:nvSpPr>
        <p:spPr>
          <a:xfrm xmlns:a="http://schemas.openxmlformats.org/drawingml/2006/main">
            <a:off x="8429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1" name="diagram-line-174">
            <a:extLst xmlns:a="http://schemas.openxmlformats.org/drawingml/2006/main">
              <a:ext uri="{FF2B5EF4-FFF2-40B4-BE49-F238E27FC236}">
                <a16:creationId xmlns:a16="http://schemas.microsoft.com/office/drawing/2014/main" id="{BCB52176-FE2E-4346-8604-86D7D3D10D6A}"/>
              </a:ext>
            </a:extLst>
          </p:cNvPr>
          <p:cNvSpPr>
            <a:spLocks xmlns:a="http://schemas.openxmlformats.org/drawingml/2006/main" noGrp="1"/>
          </p:cNvSpPr>
          <p:nvPr/>
        </p:nvSpPr>
        <p:spPr>
          <a:xfrm xmlns:a="http://schemas.openxmlformats.org/drawingml/2006/main">
            <a:off x="8315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2" name="diagram-line-175">
            <a:extLst xmlns:a="http://schemas.openxmlformats.org/drawingml/2006/main">
              <a:ext uri="{FF2B5EF4-FFF2-40B4-BE49-F238E27FC236}">
                <a16:creationId xmlns:a16="http://schemas.microsoft.com/office/drawing/2014/main" id="{2F25B88E-2900-45AA-A4CB-26827B7E6B52}"/>
              </a:ext>
            </a:extLst>
          </p:cNvPr>
          <p:cNvSpPr>
            <a:spLocks xmlns:a="http://schemas.openxmlformats.org/drawingml/2006/main" noGrp="1"/>
          </p:cNvSpPr>
          <p:nvPr/>
        </p:nvSpPr>
        <p:spPr>
          <a:xfrm xmlns:a="http://schemas.openxmlformats.org/drawingml/2006/main">
            <a:off x="8201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3" name="diagram-line-176">
            <a:extLst xmlns:a="http://schemas.openxmlformats.org/drawingml/2006/main">
              <a:ext uri="{FF2B5EF4-FFF2-40B4-BE49-F238E27FC236}">
                <a16:creationId xmlns:a16="http://schemas.microsoft.com/office/drawing/2014/main" id="{9BF9AA71-E290-4F54-950D-678E5A156792}"/>
              </a:ext>
            </a:extLst>
          </p:cNvPr>
          <p:cNvSpPr>
            <a:spLocks xmlns:a="http://schemas.openxmlformats.org/drawingml/2006/main" noGrp="1"/>
          </p:cNvSpPr>
          <p:nvPr/>
        </p:nvSpPr>
        <p:spPr>
          <a:xfrm xmlns:a="http://schemas.openxmlformats.org/drawingml/2006/main">
            <a:off x="8086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4" name="diagram-line-177">
            <a:extLst xmlns:a="http://schemas.openxmlformats.org/drawingml/2006/main">
              <a:ext uri="{FF2B5EF4-FFF2-40B4-BE49-F238E27FC236}">
                <a16:creationId xmlns:a16="http://schemas.microsoft.com/office/drawing/2014/main" id="{C93CED50-95AA-4BBC-BC6C-1F4AEAEB6D8D}"/>
              </a:ext>
            </a:extLst>
          </p:cNvPr>
          <p:cNvSpPr>
            <a:spLocks xmlns:a="http://schemas.openxmlformats.org/drawingml/2006/main" noGrp="1"/>
          </p:cNvSpPr>
          <p:nvPr/>
        </p:nvSpPr>
        <p:spPr>
          <a:xfrm xmlns:a="http://schemas.openxmlformats.org/drawingml/2006/main">
            <a:off x="7972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5" name="diagram-line-178">
            <a:extLst xmlns:a="http://schemas.openxmlformats.org/drawingml/2006/main">
              <a:ext uri="{FF2B5EF4-FFF2-40B4-BE49-F238E27FC236}">
                <a16:creationId xmlns:a16="http://schemas.microsoft.com/office/drawing/2014/main" id="{C1ADFAAA-7E3F-4306-9C6F-D876199EDCBF}"/>
              </a:ext>
            </a:extLst>
          </p:cNvPr>
          <p:cNvSpPr>
            <a:spLocks xmlns:a="http://schemas.openxmlformats.org/drawingml/2006/main" noGrp="1"/>
          </p:cNvSpPr>
          <p:nvPr/>
        </p:nvSpPr>
        <p:spPr>
          <a:xfrm xmlns:a="http://schemas.openxmlformats.org/drawingml/2006/main">
            <a:off x="7858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6" name="diagram-line-179">
            <a:extLst xmlns:a="http://schemas.openxmlformats.org/drawingml/2006/main">
              <a:ext uri="{FF2B5EF4-FFF2-40B4-BE49-F238E27FC236}">
                <a16:creationId xmlns:a16="http://schemas.microsoft.com/office/drawing/2014/main" id="{56E2F64D-E13B-4A54-A91E-D21A432069BF}"/>
              </a:ext>
            </a:extLst>
          </p:cNvPr>
          <p:cNvSpPr>
            <a:spLocks xmlns:a="http://schemas.openxmlformats.org/drawingml/2006/main" noGrp="1"/>
          </p:cNvSpPr>
          <p:nvPr/>
        </p:nvSpPr>
        <p:spPr>
          <a:xfrm xmlns:a="http://schemas.openxmlformats.org/drawingml/2006/main">
            <a:off x="7743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7" name="diagram-line-180">
            <a:extLst xmlns:a="http://schemas.openxmlformats.org/drawingml/2006/main">
              <a:ext uri="{FF2B5EF4-FFF2-40B4-BE49-F238E27FC236}">
                <a16:creationId xmlns:a16="http://schemas.microsoft.com/office/drawing/2014/main" id="{66CA0E27-B7CD-405E-9774-4959AF7C1384}"/>
              </a:ext>
            </a:extLst>
          </p:cNvPr>
          <p:cNvSpPr>
            <a:spLocks xmlns:a="http://schemas.openxmlformats.org/drawingml/2006/main" noGrp="1"/>
          </p:cNvSpPr>
          <p:nvPr/>
        </p:nvSpPr>
        <p:spPr>
          <a:xfrm xmlns:a="http://schemas.openxmlformats.org/drawingml/2006/main">
            <a:off x="7629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8" name="diagram-line-181">
            <a:extLst xmlns:a="http://schemas.openxmlformats.org/drawingml/2006/main">
              <a:ext uri="{FF2B5EF4-FFF2-40B4-BE49-F238E27FC236}">
                <a16:creationId xmlns:a16="http://schemas.microsoft.com/office/drawing/2014/main" id="{102FA8AF-75F1-4EBD-A282-7588B9964AB2}"/>
              </a:ext>
            </a:extLst>
          </p:cNvPr>
          <p:cNvSpPr>
            <a:spLocks xmlns:a="http://schemas.openxmlformats.org/drawingml/2006/main" noGrp="1"/>
          </p:cNvSpPr>
          <p:nvPr/>
        </p:nvSpPr>
        <p:spPr>
          <a:xfrm xmlns:a="http://schemas.openxmlformats.org/drawingml/2006/main">
            <a:off x="7515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9" name="diagram-line-182">
            <a:extLst xmlns:a="http://schemas.openxmlformats.org/drawingml/2006/main">
              <a:ext uri="{FF2B5EF4-FFF2-40B4-BE49-F238E27FC236}">
                <a16:creationId xmlns:a16="http://schemas.microsoft.com/office/drawing/2014/main" id="{D949F6BE-7B67-4A8A-A93A-B0AA2D390B40}"/>
              </a:ext>
            </a:extLst>
          </p:cNvPr>
          <p:cNvSpPr>
            <a:spLocks xmlns:a="http://schemas.openxmlformats.org/drawingml/2006/main" noGrp="1"/>
          </p:cNvSpPr>
          <p:nvPr/>
        </p:nvSpPr>
        <p:spPr>
          <a:xfrm xmlns:a="http://schemas.openxmlformats.org/drawingml/2006/main">
            <a:off x="7400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0" name="diagram-line-183">
            <a:extLst xmlns:a="http://schemas.openxmlformats.org/drawingml/2006/main">
              <a:ext uri="{FF2B5EF4-FFF2-40B4-BE49-F238E27FC236}">
                <a16:creationId xmlns:a16="http://schemas.microsoft.com/office/drawing/2014/main" id="{1C8CA1AD-348C-46C0-8252-D4E3B5DF7810}"/>
              </a:ext>
            </a:extLst>
          </p:cNvPr>
          <p:cNvSpPr>
            <a:spLocks xmlns:a="http://schemas.openxmlformats.org/drawingml/2006/main" noGrp="1"/>
          </p:cNvSpPr>
          <p:nvPr/>
        </p:nvSpPr>
        <p:spPr>
          <a:xfrm xmlns:a="http://schemas.openxmlformats.org/drawingml/2006/main">
            <a:off x="7286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1" name="diagram-line-184">
            <a:extLst xmlns:a="http://schemas.openxmlformats.org/drawingml/2006/main">
              <a:ext uri="{FF2B5EF4-FFF2-40B4-BE49-F238E27FC236}">
                <a16:creationId xmlns:a16="http://schemas.microsoft.com/office/drawing/2014/main" id="{FDE35BAE-A89D-4E09-B7B7-ADF310970B01}"/>
              </a:ext>
            </a:extLst>
          </p:cNvPr>
          <p:cNvSpPr>
            <a:spLocks xmlns:a="http://schemas.openxmlformats.org/drawingml/2006/main" noGrp="1"/>
          </p:cNvSpPr>
          <p:nvPr/>
        </p:nvSpPr>
        <p:spPr>
          <a:xfrm xmlns:a="http://schemas.openxmlformats.org/drawingml/2006/main">
            <a:off x="7172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2" name="diagram-line-185">
            <a:extLst xmlns:a="http://schemas.openxmlformats.org/drawingml/2006/main">
              <a:ext uri="{FF2B5EF4-FFF2-40B4-BE49-F238E27FC236}">
                <a16:creationId xmlns:a16="http://schemas.microsoft.com/office/drawing/2014/main" id="{0FD3232D-FE9F-4403-A924-5D8143EE460A}"/>
              </a:ext>
            </a:extLst>
          </p:cNvPr>
          <p:cNvSpPr>
            <a:spLocks xmlns:a="http://schemas.openxmlformats.org/drawingml/2006/main" noGrp="1"/>
          </p:cNvSpPr>
          <p:nvPr/>
        </p:nvSpPr>
        <p:spPr>
          <a:xfrm xmlns:a="http://schemas.openxmlformats.org/drawingml/2006/main">
            <a:off x="7058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3" name="diagram-line-186">
            <a:extLst xmlns:a="http://schemas.openxmlformats.org/drawingml/2006/main">
              <a:ext uri="{FF2B5EF4-FFF2-40B4-BE49-F238E27FC236}">
                <a16:creationId xmlns:a16="http://schemas.microsoft.com/office/drawing/2014/main" id="{FA7DC1B5-AD60-44D7-A9F2-7F8F31FA921B}"/>
              </a:ext>
            </a:extLst>
          </p:cNvPr>
          <p:cNvSpPr>
            <a:spLocks xmlns:a="http://schemas.openxmlformats.org/drawingml/2006/main" noGrp="1"/>
          </p:cNvSpPr>
          <p:nvPr/>
        </p:nvSpPr>
        <p:spPr>
          <a:xfrm xmlns:a="http://schemas.openxmlformats.org/drawingml/2006/main">
            <a:off x="6943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4" name="diagram-line-187">
            <a:extLst xmlns:a="http://schemas.openxmlformats.org/drawingml/2006/main">
              <a:ext uri="{FF2B5EF4-FFF2-40B4-BE49-F238E27FC236}">
                <a16:creationId xmlns:a16="http://schemas.microsoft.com/office/drawing/2014/main" id="{B575AC49-93A3-4AD7-A6CD-7EC798B1B47B}"/>
              </a:ext>
            </a:extLst>
          </p:cNvPr>
          <p:cNvSpPr>
            <a:spLocks xmlns:a="http://schemas.openxmlformats.org/drawingml/2006/main" noGrp="1"/>
          </p:cNvSpPr>
          <p:nvPr/>
        </p:nvSpPr>
        <p:spPr>
          <a:xfrm xmlns:a="http://schemas.openxmlformats.org/drawingml/2006/main">
            <a:off x="6829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5" name="diagram-line-188">
            <a:extLst xmlns:a="http://schemas.openxmlformats.org/drawingml/2006/main">
              <a:ext uri="{FF2B5EF4-FFF2-40B4-BE49-F238E27FC236}">
                <a16:creationId xmlns:a16="http://schemas.microsoft.com/office/drawing/2014/main" id="{091D0176-F0F1-49C8-B52C-4402FD900F19}"/>
              </a:ext>
            </a:extLst>
          </p:cNvPr>
          <p:cNvSpPr>
            <a:spLocks xmlns:a="http://schemas.openxmlformats.org/drawingml/2006/main" noGrp="1"/>
          </p:cNvSpPr>
          <p:nvPr/>
        </p:nvSpPr>
        <p:spPr>
          <a:xfrm xmlns:a="http://schemas.openxmlformats.org/drawingml/2006/main">
            <a:off x="6715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6" name="diagram-line-189">
            <a:extLst xmlns:a="http://schemas.openxmlformats.org/drawingml/2006/main">
              <a:ext uri="{FF2B5EF4-FFF2-40B4-BE49-F238E27FC236}">
                <a16:creationId xmlns:a16="http://schemas.microsoft.com/office/drawing/2014/main" id="{8F84B069-1415-4452-8EB1-650CCD743F41}"/>
              </a:ext>
            </a:extLst>
          </p:cNvPr>
          <p:cNvSpPr>
            <a:spLocks xmlns:a="http://schemas.openxmlformats.org/drawingml/2006/main" noGrp="1"/>
          </p:cNvSpPr>
          <p:nvPr/>
        </p:nvSpPr>
        <p:spPr>
          <a:xfrm xmlns:a="http://schemas.openxmlformats.org/drawingml/2006/main">
            <a:off x="6600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7" name="diagram-line-190">
            <a:extLst xmlns:a="http://schemas.openxmlformats.org/drawingml/2006/main">
              <a:ext uri="{FF2B5EF4-FFF2-40B4-BE49-F238E27FC236}">
                <a16:creationId xmlns:a16="http://schemas.microsoft.com/office/drawing/2014/main" id="{781C9FAF-0543-43B1-AAA7-5B4F99E372D1}"/>
              </a:ext>
            </a:extLst>
          </p:cNvPr>
          <p:cNvSpPr>
            <a:spLocks xmlns:a="http://schemas.openxmlformats.org/drawingml/2006/main" noGrp="1"/>
          </p:cNvSpPr>
          <p:nvPr/>
        </p:nvSpPr>
        <p:spPr>
          <a:xfrm xmlns:a="http://schemas.openxmlformats.org/drawingml/2006/main">
            <a:off x="6486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8" name="diagram-line-191">
            <a:extLst xmlns:a="http://schemas.openxmlformats.org/drawingml/2006/main">
              <a:ext uri="{FF2B5EF4-FFF2-40B4-BE49-F238E27FC236}">
                <a16:creationId xmlns:a16="http://schemas.microsoft.com/office/drawing/2014/main" id="{FA57E4D7-B83E-49E2-8C08-C73F73195493}"/>
              </a:ext>
            </a:extLst>
          </p:cNvPr>
          <p:cNvSpPr>
            <a:spLocks xmlns:a="http://schemas.openxmlformats.org/drawingml/2006/main" noGrp="1"/>
          </p:cNvSpPr>
          <p:nvPr/>
        </p:nvSpPr>
        <p:spPr>
          <a:xfrm xmlns:a="http://schemas.openxmlformats.org/drawingml/2006/main">
            <a:off x="6372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9" name="diagram-line-192">
            <a:extLst xmlns:a="http://schemas.openxmlformats.org/drawingml/2006/main">
              <a:ext uri="{FF2B5EF4-FFF2-40B4-BE49-F238E27FC236}">
                <a16:creationId xmlns:a16="http://schemas.microsoft.com/office/drawing/2014/main" id="{BC88AB9E-E764-4B2C-AEE8-B18C7E8BEEA3}"/>
              </a:ext>
            </a:extLst>
          </p:cNvPr>
          <p:cNvSpPr>
            <a:spLocks xmlns:a="http://schemas.openxmlformats.org/drawingml/2006/main" noGrp="1"/>
          </p:cNvSpPr>
          <p:nvPr/>
        </p:nvSpPr>
        <p:spPr>
          <a:xfrm xmlns:a="http://schemas.openxmlformats.org/drawingml/2006/main">
            <a:off x="6257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0" name="diagram-line-193">
            <a:extLst xmlns:a="http://schemas.openxmlformats.org/drawingml/2006/main">
              <a:ext uri="{FF2B5EF4-FFF2-40B4-BE49-F238E27FC236}">
                <a16:creationId xmlns:a16="http://schemas.microsoft.com/office/drawing/2014/main" id="{981C1BD5-A4B8-46CB-A71E-E7EE4030C07A}"/>
              </a:ext>
            </a:extLst>
          </p:cNvPr>
          <p:cNvSpPr>
            <a:spLocks xmlns:a="http://schemas.openxmlformats.org/drawingml/2006/main" noGrp="1"/>
          </p:cNvSpPr>
          <p:nvPr/>
        </p:nvSpPr>
        <p:spPr>
          <a:xfrm xmlns:a="http://schemas.openxmlformats.org/drawingml/2006/main">
            <a:off x="6143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1" name="diagram-line-194">
            <a:extLst xmlns:a="http://schemas.openxmlformats.org/drawingml/2006/main">
              <a:ext uri="{FF2B5EF4-FFF2-40B4-BE49-F238E27FC236}">
                <a16:creationId xmlns:a16="http://schemas.microsoft.com/office/drawing/2014/main" id="{AFD62B9A-4DD8-4B4E-88F5-0748D959B707}"/>
              </a:ext>
            </a:extLst>
          </p:cNvPr>
          <p:cNvSpPr>
            <a:spLocks xmlns:a="http://schemas.openxmlformats.org/drawingml/2006/main" noGrp="1"/>
          </p:cNvSpPr>
          <p:nvPr/>
        </p:nvSpPr>
        <p:spPr>
          <a:xfrm xmlns:a="http://schemas.openxmlformats.org/drawingml/2006/main">
            <a:off x="6029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2" name="diagram-line-195">
            <a:extLst xmlns:a="http://schemas.openxmlformats.org/drawingml/2006/main">
              <a:ext uri="{FF2B5EF4-FFF2-40B4-BE49-F238E27FC236}">
                <a16:creationId xmlns:a16="http://schemas.microsoft.com/office/drawing/2014/main" id="{B13CBF12-1ABD-4E6F-8311-A3AABC0661AE}"/>
              </a:ext>
            </a:extLst>
          </p:cNvPr>
          <p:cNvSpPr>
            <a:spLocks xmlns:a="http://schemas.openxmlformats.org/drawingml/2006/main" noGrp="1"/>
          </p:cNvSpPr>
          <p:nvPr/>
        </p:nvSpPr>
        <p:spPr>
          <a:xfrm xmlns:a="http://schemas.openxmlformats.org/drawingml/2006/main">
            <a:off x="5915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3" name="diagram-line-196">
            <a:extLst xmlns:a="http://schemas.openxmlformats.org/drawingml/2006/main">
              <a:ext uri="{FF2B5EF4-FFF2-40B4-BE49-F238E27FC236}">
                <a16:creationId xmlns:a16="http://schemas.microsoft.com/office/drawing/2014/main" id="{B10E062B-31EC-47F7-A801-4AB1D715D2B0}"/>
              </a:ext>
            </a:extLst>
          </p:cNvPr>
          <p:cNvSpPr>
            <a:spLocks xmlns:a="http://schemas.openxmlformats.org/drawingml/2006/main" noGrp="1"/>
          </p:cNvSpPr>
          <p:nvPr/>
        </p:nvSpPr>
        <p:spPr>
          <a:xfrm xmlns:a="http://schemas.openxmlformats.org/drawingml/2006/main">
            <a:off x="5800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4" name="diagram-line-197">
            <a:extLst xmlns:a="http://schemas.openxmlformats.org/drawingml/2006/main">
              <a:ext uri="{FF2B5EF4-FFF2-40B4-BE49-F238E27FC236}">
                <a16:creationId xmlns:a16="http://schemas.microsoft.com/office/drawing/2014/main" id="{D4672914-C85D-49C9-BCAE-8F36C80FB5BC}"/>
              </a:ext>
            </a:extLst>
          </p:cNvPr>
          <p:cNvSpPr>
            <a:spLocks xmlns:a="http://schemas.openxmlformats.org/drawingml/2006/main" noGrp="1"/>
          </p:cNvSpPr>
          <p:nvPr/>
        </p:nvSpPr>
        <p:spPr>
          <a:xfrm xmlns:a="http://schemas.openxmlformats.org/drawingml/2006/main">
            <a:off x="5686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5" name="diagram-line-198">
            <a:extLst xmlns:a="http://schemas.openxmlformats.org/drawingml/2006/main">
              <a:ext uri="{FF2B5EF4-FFF2-40B4-BE49-F238E27FC236}">
                <a16:creationId xmlns:a16="http://schemas.microsoft.com/office/drawing/2014/main" id="{0ABC0FE5-6D12-4EDF-9A6B-8B7D1D15E068}"/>
              </a:ext>
            </a:extLst>
          </p:cNvPr>
          <p:cNvSpPr>
            <a:spLocks xmlns:a="http://schemas.openxmlformats.org/drawingml/2006/main" noGrp="1"/>
          </p:cNvSpPr>
          <p:nvPr/>
        </p:nvSpPr>
        <p:spPr>
          <a:xfrm xmlns:a="http://schemas.openxmlformats.org/drawingml/2006/main">
            <a:off x="5572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6" name="diagram-line-199">
            <a:extLst xmlns:a="http://schemas.openxmlformats.org/drawingml/2006/main">
              <a:ext uri="{FF2B5EF4-FFF2-40B4-BE49-F238E27FC236}">
                <a16:creationId xmlns:a16="http://schemas.microsoft.com/office/drawing/2014/main" id="{88849332-9A2A-4C3D-A9EE-9EACC2BF1CCF}"/>
              </a:ext>
            </a:extLst>
          </p:cNvPr>
          <p:cNvSpPr>
            <a:spLocks xmlns:a="http://schemas.openxmlformats.org/drawingml/2006/main" noGrp="1"/>
          </p:cNvSpPr>
          <p:nvPr/>
        </p:nvSpPr>
        <p:spPr>
          <a:xfrm xmlns:a="http://schemas.openxmlformats.org/drawingml/2006/main">
            <a:off x="5457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7" name="diagram-line-200">
            <a:extLst xmlns:a="http://schemas.openxmlformats.org/drawingml/2006/main">
              <a:ext uri="{FF2B5EF4-FFF2-40B4-BE49-F238E27FC236}">
                <a16:creationId xmlns:a16="http://schemas.microsoft.com/office/drawing/2014/main" id="{FDD5482A-7657-4923-A9C2-B85FD74F6161}"/>
              </a:ext>
            </a:extLst>
          </p:cNvPr>
          <p:cNvSpPr>
            <a:spLocks xmlns:a="http://schemas.openxmlformats.org/drawingml/2006/main" noGrp="1"/>
          </p:cNvSpPr>
          <p:nvPr/>
        </p:nvSpPr>
        <p:spPr>
          <a:xfrm xmlns:a="http://schemas.openxmlformats.org/drawingml/2006/main">
            <a:off x="5343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8" name="diagram-line-201">
            <a:extLst xmlns:a="http://schemas.openxmlformats.org/drawingml/2006/main">
              <a:ext uri="{FF2B5EF4-FFF2-40B4-BE49-F238E27FC236}">
                <a16:creationId xmlns:a16="http://schemas.microsoft.com/office/drawing/2014/main" id="{BC5C9120-CD69-4143-B25B-32BBA09D7BF7}"/>
              </a:ext>
            </a:extLst>
          </p:cNvPr>
          <p:cNvSpPr>
            <a:spLocks xmlns:a="http://schemas.openxmlformats.org/drawingml/2006/main" noGrp="1"/>
          </p:cNvSpPr>
          <p:nvPr/>
        </p:nvSpPr>
        <p:spPr>
          <a:xfrm xmlns:a="http://schemas.openxmlformats.org/drawingml/2006/main">
            <a:off x="5229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9" name="diagram-line-202">
            <a:extLst xmlns:a="http://schemas.openxmlformats.org/drawingml/2006/main">
              <a:ext uri="{FF2B5EF4-FFF2-40B4-BE49-F238E27FC236}">
                <a16:creationId xmlns:a16="http://schemas.microsoft.com/office/drawing/2014/main" id="{9BF5C75B-6334-4A90-BAAC-E124466EA18D}"/>
              </a:ext>
            </a:extLst>
          </p:cNvPr>
          <p:cNvSpPr>
            <a:spLocks xmlns:a="http://schemas.openxmlformats.org/drawingml/2006/main" noGrp="1"/>
          </p:cNvSpPr>
          <p:nvPr/>
        </p:nvSpPr>
        <p:spPr>
          <a:xfrm xmlns:a="http://schemas.openxmlformats.org/drawingml/2006/main">
            <a:off x="5114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0" name="diagram-line-203">
            <a:extLst xmlns:a="http://schemas.openxmlformats.org/drawingml/2006/main">
              <a:ext uri="{FF2B5EF4-FFF2-40B4-BE49-F238E27FC236}">
                <a16:creationId xmlns:a16="http://schemas.microsoft.com/office/drawing/2014/main" id="{F30A86DE-B980-4F60-B35B-BAE73C32B98D}"/>
              </a:ext>
            </a:extLst>
          </p:cNvPr>
          <p:cNvSpPr>
            <a:spLocks xmlns:a="http://schemas.openxmlformats.org/drawingml/2006/main" noGrp="1"/>
          </p:cNvSpPr>
          <p:nvPr/>
        </p:nvSpPr>
        <p:spPr>
          <a:xfrm xmlns:a="http://schemas.openxmlformats.org/drawingml/2006/main">
            <a:off x="5000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1" name="diagram-line-204">
            <a:extLst xmlns:a="http://schemas.openxmlformats.org/drawingml/2006/main">
              <a:ext uri="{FF2B5EF4-FFF2-40B4-BE49-F238E27FC236}">
                <a16:creationId xmlns:a16="http://schemas.microsoft.com/office/drawing/2014/main" id="{96104F34-C17F-469C-9048-BBD6CCDC1A0F}"/>
              </a:ext>
            </a:extLst>
          </p:cNvPr>
          <p:cNvSpPr>
            <a:spLocks xmlns:a="http://schemas.openxmlformats.org/drawingml/2006/main" noGrp="1"/>
          </p:cNvSpPr>
          <p:nvPr/>
        </p:nvSpPr>
        <p:spPr>
          <a:xfrm xmlns:a="http://schemas.openxmlformats.org/drawingml/2006/main">
            <a:off x="4886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2" name="diagram-line-205">
            <a:extLst xmlns:a="http://schemas.openxmlformats.org/drawingml/2006/main">
              <a:ext uri="{FF2B5EF4-FFF2-40B4-BE49-F238E27FC236}">
                <a16:creationId xmlns:a16="http://schemas.microsoft.com/office/drawing/2014/main" id="{465DE3C3-A55F-4035-8C35-EE84396DEDAA}"/>
              </a:ext>
            </a:extLst>
          </p:cNvPr>
          <p:cNvSpPr>
            <a:spLocks xmlns:a="http://schemas.openxmlformats.org/drawingml/2006/main" noGrp="1"/>
          </p:cNvSpPr>
          <p:nvPr/>
        </p:nvSpPr>
        <p:spPr>
          <a:xfrm xmlns:a="http://schemas.openxmlformats.org/drawingml/2006/main">
            <a:off x="4772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3" name="diagram-line-206">
            <a:extLst xmlns:a="http://schemas.openxmlformats.org/drawingml/2006/main">
              <a:ext uri="{FF2B5EF4-FFF2-40B4-BE49-F238E27FC236}">
                <a16:creationId xmlns:a16="http://schemas.microsoft.com/office/drawing/2014/main" id="{03808EAE-C6ED-4807-9ADE-C385C0750AA7}"/>
              </a:ext>
            </a:extLst>
          </p:cNvPr>
          <p:cNvSpPr>
            <a:spLocks xmlns:a="http://schemas.openxmlformats.org/drawingml/2006/main" noGrp="1"/>
          </p:cNvSpPr>
          <p:nvPr/>
        </p:nvSpPr>
        <p:spPr>
          <a:xfrm xmlns:a="http://schemas.openxmlformats.org/drawingml/2006/main">
            <a:off x="4657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4" name="diagram-line-207">
            <a:extLst xmlns:a="http://schemas.openxmlformats.org/drawingml/2006/main">
              <a:ext uri="{FF2B5EF4-FFF2-40B4-BE49-F238E27FC236}">
                <a16:creationId xmlns:a16="http://schemas.microsoft.com/office/drawing/2014/main" id="{17D3813B-68CF-49D2-AAE7-C4DF5C9B05E7}"/>
              </a:ext>
            </a:extLst>
          </p:cNvPr>
          <p:cNvSpPr>
            <a:spLocks xmlns:a="http://schemas.openxmlformats.org/drawingml/2006/main" noGrp="1"/>
          </p:cNvSpPr>
          <p:nvPr/>
        </p:nvSpPr>
        <p:spPr>
          <a:xfrm xmlns:a="http://schemas.openxmlformats.org/drawingml/2006/main">
            <a:off x="4543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5" name="diagram-line-208">
            <a:extLst xmlns:a="http://schemas.openxmlformats.org/drawingml/2006/main">
              <a:ext uri="{FF2B5EF4-FFF2-40B4-BE49-F238E27FC236}">
                <a16:creationId xmlns:a16="http://schemas.microsoft.com/office/drawing/2014/main" id="{58843A38-69D0-4FF3-94C1-EFEDC20EB295}"/>
              </a:ext>
            </a:extLst>
          </p:cNvPr>
          <p:cNvSpPr>
            <a:spLocks xmlns:a="http://schemas.openxmlformats.org/drawingml/2006/main" noGrp="1"/>
          </p:cNvSpPr>
          <p:nvPr/>
        </p:nvSpPr>
        <p:spPr>
          <a:xfrm xmlns:a="http://schemas.openxmlformats.org/drawingml/2006/main">
            <a:off x="4429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6" name="diagram-line-209">
            <a:extLst xmlns:a="http://schemas.openxmlformats.org/drawingml/2006/main">
              <a:ext uri="{FF2B5EF4-FFF2-40B4-BE49-F238E27FC236}">
                <a16:creationId xmlns:a16="http://schemas.microsoft.com/office/drawing/2014/main" id="{C948F52F-22AE-49ED-B9CA-A9904129D1D7}"/>
              </a:ext>
            </a:extLst>
          </p:cNvPr>
          <p:cNvSpPr>
            <a:spLocks xmlns:a="http://schemas.openxmlformats.org/drawingml/2006/main" noGrp="1"/>
          </p:cNvSpPr>
          <p:nvPr/>
        </p:nvSpPr>
        <p:spPr>
          <a:xfrm xmlns:a="http://schemas.openxmlformats.org/drawingml/2006/main">
            <a:off x="4314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7" name="diagram-line-210">
            <a:extLst xmlns:a="http://schemas.openxmlformats.org/drawingml/2006/main">
              <a:ext uri="{FF2B5EF4-FFF2-40B4-BE49-F238E27FC236}">
                <a16:creationId xmlns:a16="http://schemas.microsoft.com/office/drawing/2014/main" id="{338573B7-A5B7-4033-BBD4-ADC6B45AB4B5}"/>
              </a:ext>
            </a:extLst>
          </p:cNvPr>
          <p:cNvSpPr>
            <a:spLocks xmlns:a="http://schemas.openxmlformats.org/drawingml/2006/main" noGrp="1"/>
          </p:cNvSpPr>
          <p:nvPr/>
        </p:nvSpPr>
        <p:spPr>
          <a:xfrm xmlns:a="http://schemas.openxmlformats.org/drawingml/2006/main">
            <a:off x="4200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8" name="diagram-line-211">
            <a:extLst xmlns:a="http://schemas.openxmlformats.org/drawingml/2006/main">
              <a:ext uri="{FF2B5EF4-FFF2-40B4-BE49-F238E27FC236}">
                <a16:creationId xmlns:a16="http://schemas.microsoft.com/office/drawing/2014/main" id="{06359222-49A6-4DAF-BCB3-69EE812305AD}"/>
              </a:ext>
            </a:extLst>
          </p:cNvPr>
          <p:cNvSpPr>
            <a:spLocks xmlns:a="http://schemas.openxmlformats.org/drawingml/2006/main" noGrp="1"/>
          </p:cNvSpPr>
          <p:nvPr/>
        </p:nvSpPr>
        <p:spPr>
          <a:xfrm xmlns:a="http://schemas.openxmlformats.org/drawingml/2006/main">
            <a:off x="4086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9" name="diagram-line-212">
            <a:extLst xmlns:a="http://schemas.openxmlformats.org/drawingml/2006/main">
              <a:ext uri="{FF2B5EF4-FFF2-40B4-BE49-F238E27FC236}">
                <a16:creationId xmlns:a16="http://schemas.microsoft.com/office/drawing/2014/main" id="{5FFB111E-B7A2-405A-AC70-8DEB0D240340}"/>
              </a:ext>
            </a:extLst>
          </p:cNvPr>
          <p:cNvSpPr>
            <a:spLocks xmlns:a="http://schemas.openxmlformats.org/drawingml/2006/main" noGrp="1"/>
          </p:cNvSpPr>
          <p:nvPr/>
        </p:nvSpPr>
        <p:spPr>
          <a:xfrm xmlns:a="http://schemas.openxmlformats.org/drawingml/2006/main">
            <a:off x="3971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0" name="diagram-line-213">
            <a:extLst xmlns:a="http://schemas.openxmlformats.org/drawingml/2006/main">
              <a:ext uri="{FF2B5EF4-FFF2-40B4-BE49-F238E27FC236}">
                <a16:creationId xmlns:a16="http://schemas.microsoft.com/office/drawing/2014/main" id="{ECBE64B2-2F35-4FC1-8A5A-A6F5C766E6B6}"/>
              </a:ext>
            </a:extLst>
          </p:cNvPr>
          <p:cNvSpPr>
            <a:spLocks xmlns:a="http://schemas.openxmlformats.org/drawingml/2006/main" noGrp="1"/>
          </p:cNvSpPr>
          <p:nvPr/>
        </p:nvSpPr>
        <p:spPr>
          <a:xfrm xmlns:a="http://schemas.openxmlformats.org/drawingml/2006/main">
            <a:off x="3857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1" name="diagram-line-214">
            <a:extLst xmlns:a="http://schemas.openxmlformats.org/drawingml/2006/main">
              <a:ext uri="{FF2B5EF4-FFF2-40B4-BE49-F238E27FC236}">
                <a16:creationId xmlns:a16="http://schemas.microsoft.com/office/drawing/2014/main" id="{AB833A72-5721-44AA-B0C8-0BE6C87F5D22}"/>
              </a:ext>
            </a:extLst>
          </p:cNvPr>
          <p:cNvSpPr>
            <a:spLocks xmlns:a="http://schemas.openxmlformats.org/drawingml/2006/main" noGrp="1"/>
          </p:cNvSpPr>
          <p:nvPr/>
        </p:nvSpPr>
        <p:spPr>
          <a:xfrm xmlns:a="http://schemas.openxmlformats.org/drawingml/2006/main">
            <a:off x="38100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2" name="diagram-line-215">
            <a:extLst xmlns:a="http://schemas.openxmlformats.org/drawingml/2006/main">
              <a:ext uri="{FF2B5EF4-FFF2-40B4-BE49-F238E27FC236}">
                <a16:creationId xmlns:a16="http://schemas.microsoft.com/office/drawing/2014/main" id="{C8EAF7E1-384E-47BC-9619-6F8C5F577BA3}"/>
              </a:ext>
            </a:extLst>
          </p:cNvPr>
          <p:cNvSpPr>
            <a:spLocks xmlns:a="http://schemas.openxmlformats.org/drawingml/2006/main" noGrp="1"/>
          </p:cNvSpPr>
          <p:nvPr/>
        </p:nvSpPr>
        <p:spPr>
          <a:xfrm xmlns:a="http://schemas.openxmlformats.org/drawingml/2006/main">
            <a:off x="38100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3" name="diagram-line-216">
            <a:extLst xmlns:a="http://schemas.openxmlformats.org/drawingml/2006/main">
              <a:ext uri="{FF2B5EF4-FFF2-40B4-BE49-F238E27FC236}">
                <a16:creationId xmlns:a16="http://schemas.microsoft.com/office/drawing/2014/main" id="{417E9AC2-D41C-447F-95ED-6209874706B2}"/>
              </a:ext>
            </a:extLst>
          </p:cNvPr>
          <p:cNvSpPr>
            <a:spLocks xmlns:a="http://schemas.openxmlformats.org/drawingml/2006/main" noGrp="1"/>
          </p:cNvSpPr>
          <p:nvPr/>
        </p:nvSpPr>
        <p:spPr>
          <a:xfrm xmlns:a="http://schemas.openxmlformats.org/drawingml/2006/main">
            <a:off x="38100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4" name="diagram-line-217">
            <a:extLst xmlns:a="http://schemas.openxmlformats.org/drawingml/2006/main">
              <a:ext uri="{FF2B5EF4-FFF2-40B4-BE49-F238E27FC236}">
                <a16:creationId xmlns:a16="http://schemas.microsoft.com/office/drawing/2014/main" id="{06A34FC2-3FAA-4848-95B5-DE37983C25EC}"/>
              </a:ext>
            </a:extLst>
          </p:cNvPr>
          <p:cNvSpPr>
            <a:spLocks xmlns:a="http://schemas.openxmlformats.org/drawingml/2006/main" noGrp="1"/>
          </p:cNvSpPr>
          <p:nvPr/>
        </p:nvSpPr>
        <p:spPr>
          <a:xfrm xmlns:a="http://schemas.openxmlformats.org/drawingml/2006/main">
            <a:off x="38100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5" name="diagram-line-218">
            <a:extLst xmlns:a="http://schemas.openxmlformats.org/drawingml/2006/main">
              <a:ext uri="{FF2B5EF4-FFF2-40B4-BE49-F238E27FC236}">
                <a16:creationId xmlns:a16="http://schemas.microsoft.com/office/drawing/2014/main" id="{A5981C02-12F9-419B-9BD6-B3D72ACC5A7E}"/>
              </a:ext>
            </a:extLst>
          </p:cNvPr>
          <p:cNvSpPr>
            <a:spLocks xmlns:a="http://schemas.openxmlformats.org/drawingml/2006/main" noGrp="1"/>
          </p:cNvSpPr>
          <p:nvPr/>
        </p:nvSpPr>
        <p:spPr>
          <a:xfrm xmlns:a="http://schemas.openxmlformats.org/drawingml/2006/main">
            <a:off x="38100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36" name="diagram-poly-219">
            <a:extLst xmlns:a="http://schemas.openxmlformats.org/drawingml/2006/main">
              <a:ext uri="{FF2B5EF4-FFF2-40B4-BE49-F238E27FC236}">
                <a16:creationId xmlns:a16="http://schemas.microsoft.com/office/drawing/2014/main" id="{71EA0602-C75D-4EC3-9689-421035F2772C}"/>
              </a:ext>
            </a:extLst>
          </p:cNvPr>
          <p:cNvSpPr>
            <a:spLocks xmlns:a="http://schemas.openxmlformats.org/drawingml/2006/main" noGrp="1"/>
          </p:cNvSpPr>
          <p:nvPr/>
        </p:nvSpPr>
        <p:spPr>
          <a:xfrm xmlns:a="http://schemas.openxmlformats.org/drawingml/2006/main">
            <a:off x="3780473" y="43338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37" name="diagram-line-220">
            <a:extLst xmlns:a="http://schemas.openxmlformats.org/drawingml/2006/main">
              <a:ext uri="{FF2B5EF4-FFF2-40B4-BE49-F238E27FC236}">
                <a16:creationId xmlns:a16="http://schemas.microsoft.com/office/drawing/2014/main" id="{B279F637-62A0-4349-A3FF-C2E5C36A9AE5}"/>
              </a:ext>
            </a:extLst>
          </p:cNvPr>
          <p:cNvSpPr>
            <a:spLocks xmlns:a="http://schemas.openxmlformats.org/drawingml/2006/main" noGrp="1"/>
          </p:cNvSpPr>
          <p:nvPr/>
        </p:nvSpPr>
        <p:spPr>
          <a:xfrm xmlns:a="http://schemas.openxmlformats.org/drawingml/2006/main">
            <a:off x="106680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8" name="diagram-line-221">
            <a:extLst xmlns:a="http://schemas.openxmlformats.org/drawingml/2006/main">
              <a:ext uri="{FF2B5EF4-FFF2-40B4-BE49-F238E27FC236}">
                <a16:creationId xmlns:a16="http://schemas.microsoft.com/office/drawing/2014/main" id="{734E4AB8-D088-4AE6-92EA-A7E50AB16AF1}"/>
              </a:ext>
            </a:extLst>
          </p:cNvPr>
          <p:cNvSpPr>
            <a:spLocks xmlns:a="http://schemas.openxmlformats.org/drawingml/2006/main" noGrp="1"/>
          </p:cNvSpPr>
          <p:nvPr/>
        </p:nvSpPr>
        <p:spPr>
          <a:xfrm xmlns:a="http://schemas.openxmlformats.org/drawingml/2006/main">
            <a:off x="107823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9" name="diagram-line-222">
            <a:extLst xmlns:a="http://schemas.openxmlformats.org/drawingml/2006/main">
              <a:ext uri="{FF2B5EF4-FFF2-40B4-BE49-F238E27FC236}">
                <a16:creationId xmlns:a16="http://schemas.microsoft.com/office/drawing/2014/main" id="{4A0F3A23-8496-426B-82EA-F0066DC33361}"/>
              </a:ext>
            </a:extLst>
          </p:cNvPr>
          <p:cNvSpPr>
            <a:spLocks xmlns:a="http://schemas.openxmlformats.org/drawingml/2006/main" noGrp="1"/>
          </p:cNvSpPr>
          <p:nvPr/>
        </p:nvSpPr>
        <p:spPr>
          <a:xfrm xmlns:a="http://schemas.openxmlformats.org/drawingml/2006/main">
            <a:off x="108966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0" name="diagram-line-223">
            <a:extLst xmlns:a="http://schemas.openxmlformats.org/drawingml/2006/main">
              <a:ext uri="{FF2B5EF4-FFF2-40B4-BE49-F238E27FC236}">
                <a16:creationId xmlns:a16="http://schemas.microsoft.com/office/drawing/2014/main" id="{2199C96A-6155-45D5-B341-861AA77BA855}"/>
              </a:ext>
            </a:extLst>
          </p:cNvPr>
          <p:cNvSpPr>
            <a:spLocks xmlns:a="http://schemas.openxmlformats.org/drawingml/2006/main" noGrp="1"/>
          </p:cNvSpPr>
          <p:nvPr/>
        </p:nvSpPr>
        <p:spPr>
          <a:xfrm xmlns:a="http://schemas.openxmlformats.org/drawingml/2006/main">
            <a:off x="110109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1" name="diagram-line-224">
            <a:extLst xmlns:a="http://schemas.openxmlformats.org/drawingml/2006/main">
              <a:ext uri="{FF2B5EF4-FFF2-40B4-BE49-F238E27FC236}">
                <a16:creationId xmlns:a16="http://schemas.microsoft.com/office/drawing/2014/main" id="{A55AD9FF-AE5A-4D6C-B1CC-897707F7BD71}"/>
              </a:ext>
            </a:extLst>
          </p:cNvPr>
          <p:cNvSpPr>
            <a:spLocks xmlns:a="http://schemas.openxmlformats.org/drawingml/2006/main" noGrp="1"/>
          </p:cNvSpPr>
          <p:nvPr/>
        </p:nvSpPr>
        <p:spPr>
          <a:xfrm xmlns:a="http://schemas.openxmlformats.org/drawingml/2006/main">
            <a:off x="111252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2" name="diagram-line-225">
            <a:extLst xmlns:a="http://schemas.openxmlformats.org/drawingml/2006/main">
              <a:ext uri="{FF2B5EF4-FFF2-40B4-BE49-F238E27FC236}">
                <a16:creationId xmlns:a16="http://schemas.microsoft.com/office/drawing/2014/main" id="{DFFFD13A-FBD9-48FA-85D2-FAB594A3E358}"/>
              </a:ext>
            </a:extLst>
          </p:cNvPr>
          <p:cNvSpPr>
            <a:spLocks xmlns:a="http://schemas.openxmlformats.org/drawingml/2006/main" noGrp="1"/>
          </p:cNvSpPr>
          <p:nvPr/>
        </p:nvSpPr>
        <p:spPr>
          <a:xfrm xmlns:a="http://schemas.openxmlformats.org/drawingml/2006/main">
            <a:off x="112395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3" name="diagram-line-226">
            <a:extLst xmlns:a="http://schemas.openxmlformats.org/drawingml/2006/main">
              <a:ext uri="{FF2B5EF4-FFF2-40B4-BE49-F238E27FC236}">
                <a16:creationId xmlns:a16="http://schemas.microsoft.com/office/drawing/2014/main" id="{2F2D6055-FFEE-4E2B-98EE-DFB192684DD0}"/>
              </a:ext>
            </a:extLst>
          </p:cNvPr>
          <p:cNvSpPr>
            <a:spLocks xmlns:a="http://schemas.openxmlformats.org/drawingml/2006/main" noGrp="1"/>
          </p:cNvSpPr>
          <p:nvPr/>
        </p:nvSpPr>
        <p:spPr>
          <a:xfrm xmlns:a="http://schemas.openxmlformats.org/drawingml/2006/main">
            <a:off x="112395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4" name="diagram-line-227">
            <a:extLst xmlns:a="http://schemas.openxmlformats.org/drawingml/2006/main">
              <a:ext uri="{FF2B5EF4-FFF2-40B4-BE49-F238E27FC236}">
                <a16:creationId xmlns:a16="http://schemas.microsoft.com/office/drawing/2014/main" id="{CB3A8ABF-1878-46BB-A6B4-46047DF61E7F}"/>
              </a:ext>
            </a:extLst>
          </p:cNvPr>
          <p:cNvSpPr>
            <a:spLocks xmlns:a="http://schemas.openxmlformats.org/drawingml/2006/main" noGrp="1"/>
          </p:cNvSpPr>
          <p:nvPr/>
        </p:nvSpPr>
        <p:spPr>
          <a:xfrm xmlns:a="http://schemas.openxmlformats.org/drawingml/2006/main">
            <a:off x="112395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5" name="diagram-line-228">
            <a:extLst xmlns:a="http://schemas.openxmlformats.org/drawingml/2006/main">
              <a:ext uri="{FF2B5EF4-FFF2-40B4-BE49-F238E27FC236}">
                <a16:creationId xmlns:a16="http://schemas.microsoft.com/office/drawing/2014/main" id="{7BB0E7D0-CE76-478D-A457-849BD46C75F4}"/>
              </a:ext>
            </a:extLst>
          </p:cNvPr>
          <p:cNvSpPr>
            <a:spLocks xmlns:a="http://schemas.openxmlformats.org/drawingml/2006/main" noGrp="1"/>
          </p:cNvSpPr>
          <p:nvPr/>
        </p:nvSpPr>
        <p:spPr>
          <a:xfrm xmlns:a="http://schemas.openxmlformats.org/drawingml/2006/main">
            <a:off x="112395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6" name="diagram-line-229">
            <a:extLst xmlns:a="http://schemas.openxmlformats.org/drawingml/2006/main">
              <a:ext uri="{FF2B5EF4-FFF2-40B4-BE49-F238E27FC236}">
                <a16:creationId xmlns:a16="http://schemas.microsoft.com/office/drawing/2014/main" id="{3842708A-C90C-4DED-8871-1BFE814ED141}"/>
              </a:ext>
            </a:extLst>
          </p:cNvPr>
          <p:cNvSpPr>
            <a:spLocks xmlns:a="http://schemas.openxmlformats.org/drawingml/2006/main" noGrp="1"/>
          </p:cNvSpPr>
          <p:nvPr/>
        </p:nvSpPr>
        <p:spPr>
          <a:xfrm xmlns:a="http://schemas.openxmlformats.org/drawingml/2006/main">
            <a:off x="112395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47" name="diagram-poly-230">
            <a:extLst xmlns:a="http://schemas.openxmlformats.org/drawingml/2006/main">
              <a:ext uri="{FF2B5EF4-FFF2-40B4-BE49-F238E27FC236}">
                <a16:creationId xmlns:a16="http://schemas.microsoft.com/office/drawing/2014/main" id="{A185C0B9-F8B3-41AF-A56F-5CCA9751C627}"/>
              </a:ext>
            </a:extLst>
          </p:cNvPr>
          <p:cNvSpPr>
            <a:spLocks xmlns:a="http://schemas.openxmlformats.org/drawingml/2006/main" noGrp="1"/>
          </p:cNvSpPr>
          <p:nvPr/>
        </p:nvSpPr>
        <p:spPr>
          <a:xfrm xmlns:a="http://schemas.openxmlformats.org/drawingml/2006/main">
            <a:off x="11209973" y="4333875"/>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48" name="revision-text-231">
            <a:extLst xmlns:a="http://schemas.openxmlformats.org/drawingml/2006/main">
              <a:ext uri="{FF2B5EF4-FFF2-40B4-BE49-F238E27FC236}">
                <a16:creationId xmlns:a16="http://schemas.microsoft.com/office/drawing/2014/main" id="{28799F87-477C-4594-A2E6-C91712F2435E}"/>
              </a:ext>
            </a:extLst>
          </p:cNvPr>
          <p:cNvSpPr>
            <a:spLocks xmlns:a="http://schemas.openxmlformats.org/drawingml/2006/main" noGrp="1"/>
          </p:cNvSpPr>
          <p:nvPr/>
        </p:nvSpPr>
        <p:spPr>
          <a:xfrm xmlns:a="http://schemas.openxmlformats.org/drawingml/2006/main">
            <a:off x="6400800" y="4819650"/>
            <a:ext cx="39719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70" b="0">
                <a:solidFill>
                  <a:srgbClr val="B15F20"/>
                </a:solidFill>
                <a:latin typeface="微软雅黑"/>
                <a:ea typeface="微软雅黑"/>
                <a:cs typeface="微软雅黑"/>
              </a:defRPr>
            </a:pPr>
            <a:r>
              <a:rPr sz="1170" b="0" lang="en-US">
                <a:solidFill>
                  <a:srgbClr val="B15F20"/>
                </a:solidFill>
                <a:latin typeface="微软雅黑"/>
                <a:ea typeface="微软雅黑"/>
                <a:cs typeface="微软雅黑"/>
              </a:rPr>
              <a:t>Actions return via node / state machine interfaces</a:t>
            </a:r>
          </a:p>
        </p:txBody>
      </p:sp>
      <p:sp>
        <p:nvSpPr>
          <p:cNvPr id="249" name="revision-text-232">
            <a:extLst xmlns:a="http://schemas.openxmlformats.org/drawingml/2006/main">
              <a:ext uri="{FF2B5EF4-FFF2-40B4-BE49-F238E27FC236}">
                <a16:creationId xmlns:a16="http://schemas.microsoft.com/office/drawing/2014/main" id="{CE2B56A1-333E-4CEE-AD70-1A58D118DF4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43" b="1">
                <a:solidFill>
                  <a:srgbClr val="1C3C5C"/>
                </a:solidFill>
                <a:latin typeface="微软雅黑"/>
                <a:ea typeface="微软雅黑"/>
                <a:cs typeface="微软雅黑"/>
              </a:defRPr>
            </a:pPr>
            <a:r>
              <a:rPr sz="1643" b="1" lang="en-US">
                <a:solidFill>
                  <a:srgbClr val="1C3C5C"/>
                </a:solidFill>
                <a:latin typeface="微软雅黑"/>
                <a:ea typeface="微软雅黑"/>
                <a:cs typeface="微软雅黑"/>
              </a:rPr>
              <a:t>Resources: capabilities and state. Workflows: steps and data. Constraints: execution boundaries.</a:t>
            </a:r>
          </a:p>
        </p:txBody>
      </p:sp>
    </p:spTree>
    <p:extLst>
      <p:ext uri="{BB962C8B-B14F-4D97-AF65-F5344CB8AC3E}">
        <p14:creationId xmlns:p14="http://schemas.microsoft.com/office/powerpoint/2010/main" val="477156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415A17D-EE4C-47AA-8B32-4400C197B1D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AD8F13-092B-4B15-9667-A4779CD49DEC}"/>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4000"/>
              </ns0:lnSpc>
              <ns0:spcBef>
                <ns0:spcPts val="0"/>
              </ns0:spcBef>
              <ns0:spcAft>
                <ns0:spcPts val="0"/>
              </ns0:spcAft>
              <ns0:buNone/>
              <ns0:defRPr sz="2850" b="1">
                <ns0:solidFill>
                  <ns0:srgbClr val="FFFFFF"/>
                </ns0:solidFill>
                <ns0:latin typeface="微软雅黑"/>
                <ns0:ea typeface="微软雅黑"/>
                <ns0:cs typeface="微软雅黑"/>
              </ns0:defRPr>
            </ns0:pPr>
            <ns0:r>
              <ns0:rPr sz="2850" b="1" lang="en-US">
                <ns0:solidFill>
                  <ns0:srgbClr val="FFFFFF"/>
                </ns0:solidFill>
                <ns0:latin typeface="微软雅黑"/>
                <ns0:ea typeface="微软雅黑"/>
                <ns0:cs typeface="微软雅黑"/>
              </ns0:rPr>
              <ns0:t>4  Resource layer: capabilities and state machines</ns0:t>
            </ns0:r>
          </ns0:p>
        </p:txBody>
      </p:sp>
      <p:sp>
        <p:nvSpPr>
          <p:cNvPr id="6" name="TextBox 5">
            <a:extLst xmlns:a="http://schemas.openxmlformats.org/drawingml/2006/main">
              <a:ext uri="{FF2B5EF4-FFF2-40B4-BE49-F238E27FC236}">
                <a16:creationId xmlns:a16="http://schemas.microsoft.com/office/drawing/2014/main" id="{667B92BF-F20F-4679-9787-85CD4FB9BA36}"/>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6155020-D183-42FC-A4E7-1C7BB99B29E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4/10</a:t>
            </a:r>
          </a:p>
        </p:txBody>
      </p:sp>
      <p:sp>
        <p:nvSpPr>
          <p:cNvPr id="8" name="revision-text-233">
            <a:extLst xmlns:a="http://schemas.openxmlformats.org/drawingml/2006/main">
              <a:ext uri="{FF2B5EF4-FFF2-40B4-BE49-F238E27FC236}">
                <a16:creationId xmlns:a16="http://schemas.microsoft.com/office/drawing/2014/main" id="{51706622-7AF9-4183-9A00-C2336DBD687F}"/>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83" b="0">
                <a:solidFill>
                  <a:srgbClr val="152C40"/>
                </a:solidFill>
                <a:latin typeface="微软雅黑"/>
                <a:ea typeface="微软雅黑"/>
                <a:cs typeface="微软雅黑"/>
              </a:defRPr>
            </a:pPr>
            <a:r>
              <a:rPr sz="1538" b="0" lang="en-US">
                <a:solidFill>
                  <a:srgbClr val="152C40"/>
                </a:solidFill>
                <a:latin typeface="微软雅黑"/>
                <a:ea typeface="微软雅黑"/>
                <a:cs typeface="微软雅黑"/>
              </a:rPr>
              <a:t>A capability model and a state machine together describe what a device can do and how its operations are executed.</a:t>
            </a:r>
          </a:p>
        </p:txBody>
      </p:sp>
      <p:sp>
        <p:nvSpPr>
          <p:cNvPr id="9" name="revision-text-234">
            <a:extLst xmlns:a="http://schemas.openxmlformats.org/drawingml/2006/main">
              <a:ext uri="{FF2B5EF4-FFF2-40B4-BE49-F238E27FC236}">
                <a16:creationId xmlns:a16="http://schemas.microsoft.com/office/drawing/2014/main" id="{89FD34EC-D2A1-409F-A332-0B5BBE2C770C}"/>
              </a:ext>
            </a:extLst>
          </p:cNvPr>
          <p:cNvSpPr>
            <a:spLocks xmlns:a="http://schemas.openxmlformats.org/drawingml/2006/main" noGrp="1"/>
          </p:cNvSpPr>
          <p:nvPr/>
        </p:nvSpPr>
        <p:spPr>
          <a:xfrm xmlns:a="http://schemas.openxmlformats.org/drawingml/2006/main">
            <a:off x="619125" y="20764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10" name="revision-text-235">
            <a:extLst xmlns:a="http://schemas.openxmlformats.org/drawingml/2006/main">
              <a:ext uri="{FF2B5EF4-FFF2-40B4-BE49-F238E27FC236}">
                <a16:creationId xmlns:a16="http://schemas.microsoft.com/office/drawing/2014/main" id="{123A23C8-5AE2-4DA5-AB69-406400E8D3D8}"/>
              </a:ext>
            </a:extLst>
          </p:cNvPr>
          <p:cNvSpPr>
            <a:spLocks xmlns:a="http://schemas.openxmlformats.org/drawingml/2006/main" noGrp="1"/>
          </p:cNvSpPr>
          <p:nvPr/>
        </p:nvSpPr>
        <p:spPr>
          <a:xfrm xmlns:a="http://schemas.openxmlformats.org/drawingml/2006/main">
            <a:off x="619125" y="2533650"/>
            <a:ext cx="3476625" cy="5905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60" b="0">
                <a:solidFill>
                  <a:srgbClr val="152C40"/>
                </a:solidFill>
                <a:latin typeface="微软雅黑"/>
                <a:ea typeface="微软雅黑"/>
                <a:cs typeface="微软雅黑"/>
              </a:defRPr>
            </a:pPr>
            <a:r>
              <a:rPr sz="1485" b="0" lang="en-US">
                <a:solidFill>
                  <a:srgbClr val="152C40"/>
                </a:solidFill>
                <a:latin typeface="微软雅黑"/>
                <a:ea typeface="微软雅黑"/>
                <a:cs typeface="微软雅黑"/>
              </a:rPr>
              <a:t>Defines device capabilities, attributes,</a:t>
            </a:r>
          </a:p>
          <a:p>
            <a:pPr algn="l">
              <a:lnSpc>
                <a:spcPct val="104000"/>
              </a:lnSpc>
              <a:spcBef>
                <a:spcPts val="0"/>
              </a:spcBef>
              <a:spcAft>
                <a:spcPts val="0"/>
              </a:spcAft>
              <a:buNone/>
              <a:defRPr sz="1860" b="0">
                <a:solidFill>
                  <a:srgbClr val="152C40"/>
                </a:solidFill>
                <a:latin typeface="微软雅黑"/>
                <a:ea typeface="微软雅黑"/>
                <a:cs typeface="微软雅黑"/>
              </a:defRPr>
            </a:pPr>
            <a:r>
              <a:rPr sz="1485" b="0" lang="en-US">
                <a:solidFill>
                  <a:srgbClr val="152C40"/>
                </a:solidFill>
                <a:latin typeface="微软雅黑"/>
                <a:ea typeface="微软雅黑"/>
                <a:cs typeface="微软雅黑"/>
              </a:rPr>
              <a:t>and operation requirements.</a:t>
            </a:r>
          </a:p>
        </p:txBody>
      </p:sp>
      <p:sp>
        <p:nvSpPr>
          <p:cNvPr id="11" name="revision-text-236">
            <a:extLst xmlns:a="http://schemas.openxmlformats.org/drawingml/2006/main">
              <a:ext uri="{FF2B5EF4-FFF2-40B4-BE49-F238E27FC236}">
                <a16:creationId xmlns:a16="http://schemas.microsoft.com/office/drawing/2014/main" id="{8BD79003-1039-4C1A-96D2-0BA58B67D901}"/>
              </a:ext>
            </a:extLst>
          </p:cNvPr>
          <p:cNvSpPr>
            <a:spLocks xmlns:a="http://schemas.openxmlformats.org/drawingml/2006/main" noGrp="1"/>
          </p:cNvSpPr>
          <p:nvPr/>
        </p:nvSpPr>
        <p:spPr>
          <a:xfrm xmlns:a="http://schemas.openxmlformats.org/drawingml/2006/main">
            <a:off x="619125" y="3305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12" name="revision-text-237">
            <a:extLst xmlns:a="http://schemas.openxmlformats.org/drawingml/2006/main">
              <a:ext uri="{FF2B5EF4-FFF2-40B4-BE49-F238E27FC236}">
                <a16:creationId xmlns:a16="http://schemas.microsoft.com/office/drawing/2014/main" id="{6629F404-2844-4AE7-BA2E-7957DDF58B06}"/>
              </a:ext>
            </a:extLst>
          </p:cNvPr>
          <p:cNvSpPr>
            <a:spLocks xmlns:a="http://schemas.openxmlformats.org/drawingml/2006/main" noGrp="1"/>
          </p:cNvSpPr>
          <p:nvPr/>
        </p:nvSpPr>
        <p:spPr>
          <a:xfrm xmlns:a="http://schemas.openxmlformats.org/drawingml/2006/main">
            <a:off x="619125" y="3762375"/>
            <a:ext cx="3476625" cy="6667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313" b="0">
                <a:solidFill>
                  <a:srgbClr val="152C40"/>
                </a:solidFill>
                <a:latin typeface="微软雅黑"/>
                <a:ea typeface="微软雅黑"/>
                <a:cs typeface="微软雅黑"/>
              </a:defRPr>
            </a:pPr>
            <a:r>
              <a:rPr sz="1313" b="0" lang="en-US">
                <a:solidFill>
                  <a:srgbClr val="152C40"/>
                </a:solidFill>
                <a:latin typeface="微软雅黑"/>
                <a:ea typeface="微软雅黑"/>
                <a:cs typeface="微软雅黑"/>
              </a:rPr>
              <a:t>Handles requests using the current state,</a:t>
            </a:r>
          </a:p>
          <a:p>
            <a:pPr algn="l">
              <a:lnSpc>
                <a:spcPct val="104000"/>
              </a:lnSpc>
              <a:spcBef>
                <a:spcPts val="0"/>
              </a:spcBef>
              <a:spcAft>
                <a:spcPts val="0"/>
              </a:spcAft>
              <a:buNone/>
              <a:defRPr sz="1313" b="0">
                <a:solidFill>
                  <a:srgbClr val="152C40"/>
                </a:solidFill>
                <a:latin typeface="微软雅黑"/>
                <a:ea typeface="微软雅黑"/>
                <a:cs typeface="微软雅黑"/>
              </a:defRPr>
            </a:pPr>
            <a:r>
              <a:rPr sz="1313" b="0" lang="en-US">
                <a:solidFill>
                  <a:srgbClr val="152C40"/>
                </a:solidFill>
                <a:latin typeface="微软雅黑"/>
                <a:ea typeface="微软雅黑"/>
                <a:cs typeface="微软雅黑"/>
              </a:rPr>
              <a:t>sends commands, and receives feedback.</a:t>
            </a:r>
          </a:p>
        </p:txBody>
      </p:sp>
      <p:sp>
        <p:nvSpPr>
          <p:cNvPr id="13" name="revision-text-238">
            <a:extLst xmlns:a="http://schemas.openxmlformats.org/drawingml/2006/main">
              <a:ext uri="{FF2B5EF4-FFF2-40B4-BE49-F238E27FC236}">
                <a16:creationId xmlns:a16="http://schemas.microsoft.com/office/drawing/2014/main" id="{FFFA69E3-B03D-419E-8223-D08F6402CE98}"/>
              </a:ext>
            </a:extLst>
          </p:cNvPr>
          <p:cNvSpPr>
            <a:spLocks xmlns:a="http://schemas.openxmlformats.org/drawingml/2006/main" noGrp="1"/>
          </p:cNvSpPr>
          <p:nvPr/>
        </p:nvSpPr>
        <p:spPr>
          <a:xfrm xmlns:a="http://schemas.openxmlformats.org/drawingml/2006/main">
            <a:off x="619125" y="45529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Shared entry point</a:t>
            </a:r>
          </a:p>
        </p:txBody>
      </p:sp>
      <p:sp>
        <p:nvSpPr>
          <p:cNvPr id="14" name="revision-text-239">
            <a:extLst xmlns:a="http://schemas.openxmlformats.org/drawingml/2006/main">
              <a:ext uri="{FF2B5EF4-FFF2-40B4-BE49-F238E27FC236}">
                <a16:creationId xmlns:a16="http://schemas.microsoft.com/office/drawing/2014/main" id="{C3E3E192-D3A7-4944-B63B-C6CDF1CC363B}"/>
              </a:ext>
            </a:extLst>
          </p:cNvPr>
          <p:cNvSpPr>
            <a:spLocks xmlns:a="http://schemas.openxmlformats.org/drawingml/2006/main" noGrp="1"/>
          </p:cNvSpPr>
          <p:nvPr/>
        </p:nvSpPr>
        <p:spPr>
          <a:xfrm xmlns:a="http://schemas.openxmlformats.org/drawingml/2006/main">
            <a:off x="619125" y="5010150"/>
            <a:ext cx="3476625" cy="6667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75" b="0">
                <a:solidFill>
                  <a:srgbClr val="152C40"/>
                </a:solidFill>
                <a:latin typeface="微软雅黑"/>
                <a:ea typeface="微软雅黑"/>
                <a:cs typeface="微软雅黑"/>
              </a:defRPr>
            </a:pPr>
            <a:r>
              <a:rPr sz="1875" b="0" lang="en-US">
                <a:solidFill>
                  <a:srgbClr val="152C40"/>
                </a:solidFill>
                <a:latin typeface="微软雅黑"/>
                <a:ea typeface="微软雅黑"/>
                <a:cs typeface="微软雅黑"/>
              </a:rPr>
              <a:t>People, workflows, and LLMs</a:t>
            </a:r>
          </a:p>
          <a:p>
            <a:pPr algn="l">
              <a:lnSpc>
                <a:spcPct val="104000"/>
              </a:lnSpc>
              <a:spcBef>
                <a:spcPts val="0"/>
              </a:spcBef>
              <a:spcAft>
                <a:spcPts val="0"/>
              </a:spcAft>
              <a:buNone/>
              <a:defRPr sz="1875" b="0">
                <a:solidFill>
                  <a:srgbClr val="152C40"/>
                </a:solidFill>
                <a:latin typeface="微软雅黑"/>
                <a:ea typeface="微软雅黑"/>
                <a:cs typeface="微软雅黑"/>
              </a:defRPr>
            </a:pPr>
            <a:r>
              <a:rPr sz="1875" b="0" lang="en-US">
                <a:solidFill>
                  <a:srgbClr val="152C40"/>
                </a:solidFill>
                <a:latin typeface="微软雅黑"/>
                <a:ea typeface="微软雅黑"/>
                <a:cs typeface="微软雅黑"/>
              </a:rPr>
              <a:t>follow the same state rules.</a:t>
            </a:r>
          </a:p>
        </p:txBody>
      </p:sp>
      <p:sp>
        <p:nvSpPr>
          <p:cNvPr id="15" name="diagram-box-240">
            <a:extLst xmlns:a="http://schemas.openxmlformats.org/drawingml/2006/main">
              <a:ext uri="{FF2B5EF4-FFF2-40B4-BE49-F238E27FC236}">
                <a16:creationId xmlns:a16="http://schemas.microsoft.com/office/drawing/2014/main" id="{3BF8C0DE-DC5F-46B1-83CA-36CF99FD2379}"/>
              </a:ext>
            </a:extLst>
          </p:cNvPr>
          <p:cNvSpPr>
            <a:spLocks xmlns:a="http://schemas.openxmlformats.org/drawingml/2006/main" noGrp="1"/>
          </p:cNvSpPr>
          <p:nvPr/>
        </p:nvSpPr>
        <p:spPr>
          <a:xfrm xmlns:a="http://schemas.openxmlformats.org/drawingml/2006/main">
            <a:off x="4448175" y="1781175"/>
            <a:ext cx="7143750" cy="4013343"/>
          </a:xfrm>
          <a:prstGeom xmlns:a="http://schemas.openxmlformats.org/drawingml/2006/main" prst="rect">
            <a:avLst/>
          </a:prstGeom>
          <a:solidFill xmlns:a="http://schemas.openxmlformats.org/drawingml/2006/main">
            <a:srgbClr val="F6F9EF"/>
          </a:solidFill>
          <a:ln xmlns:a="http://schemas.openxmlformats.org/drawingml/2006/main" w="16053">
            <a:solidFill>
              <a:srgbClr val="95AE62"/>
            </a:solidFill>
          </a:ln>
        </p:spPr>
      </p:sp>
      <p:sp>
        <p:nvSpPr>
          <p:cNvPr id="16" name="diagram-box-241">
            <a:extLst xmlns:a="http://schemas.openxmlformats.org/drawingml/2006/main">
              <a:ext uri="{FF2B5EF4-FFF2-40B4-BE49-F238E27FC236}">
                <a16:creationId xmlns:a16="http://schemas.microsoft.com/office/drawing/2014/main" id="{C1FED8F0-740E-4B0B-B7C7-F6E7A5BA0AE9}"/>
              </a:ext>
            </a:extLst>
          </p:cNvPr>
          <p:cNvSpPr>
            <a:spLocks xmlns:a="http://schemas.openxmlformats.org/drawingml/2006/main" noGrp="1"/>
          </p:cNvSpPr>
          <p:nvPr/>
        </p:nvSpPr>
        <p:spPr>
          <a:xfrm xmlns:a="http://schemas.openxmlformats.org/drawingml/2006/main">
            <a:off x="4448175" y="1781175"/>
            <a:ext cx="7143750" cy="513708"/>
          </a:xfrm>
          <a:prstGeom xmlns:a="http://schemas.openxmlformats.org/drawingml/2006/main" prst="rect">
            <a:avLst/>
          </a:prstGeom>
          <a:solidFill xmlns:a="http://schemas.openxmlformats.org/drawingml/2006/main">
            <a:srgbClr val="E9F0DB"/>
          </a:solidFill>
          <a:ln xmlns:a="http://schemas.openxmlformats.org/drawingml/2006/main" w="16053">
            <a:solidFill>
              <a:srgbClr val="95AE62"/>
            </a:solidFill>
          </a:ln>
        </p:spPr>
      </p:sp>
      <p:sp>
        <p:nvSpPr>
          <p:cNvPr id="17" name="revision-text-242">
            <a:extLst xmlns:a="http://schemas.openxmlformats.org/drawingml/2006/main">
              <a:ext uri="{FF2B5EF4-FFF2-40B4-BE49-F238E27FC236}">
                <a16:creationId xmlns:a16="http://schemas.microsoft.com/office/drawing/2014/main" id="{6CDBAFE2-25D2-4796-8D51-092299B22DC2}"/>
              </a:ext>
            </a:extLst>
          </p:cNvPr>
          <p:cNvSpPr>
            <a:spLocks xmlns:a="http://schemas.openxmlformats.org/drawingml/2006/main" noGrp="1"/>
          </p:cNvSpPr>
          <p:nvPr/>
        </p:nvSpPr>
        <p:spPr>
          <a:xfrm xmlns:a="http://schemas.openxmlformats.org/drawingml/2006/main">
            <a:off x="4576602" y="1829335"/>
            <a:ext cx="6886896" cy="439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528" b="1">
                <a:solidFill>
                  <a:srgbClr val="111111"/>
                </a:solidFill>
                <a:latin typeface="微软雅黑"/>
                <a:ea typeface="微软雅黑"/>
                <a:cs typeface="微软雅黑"/>
              </a:defRPr>
            </a:pPr>
            <a:r>
              <a:rPr sz="2528" b="1">
                <a:solidFill>
                  <a:srgbClr val="111111"/>
                </a:solidFill>
                <a:latin typeface="微软雅黑"/>
                <a:ea typeface="微软雅黑"/>
                <a:cs typeface="微软雅黑"/>
              </a:rPr>
              <a:t>Resource layer</a:t>
            </a:r>
          </a:p>
        </p:txBody>
      </p:sp>
      <p:sp>
        <p:nvSpPr>
          <p:cNvPr id="18" name="diagram-box-243">
            <a:extLst xmlns:a="http://schemas.openxmlformats.org/drawingml/2006/main">
              <a:ext uri="{FF2B5EF4-FFF2-40B4-BE49-F238E27FC236}">
                <a16:creationId xmlns:a16="http://schemas.microsoft.com/office/drawing/2014/main" id="{E73CDED8-F198-4308-B483-050510EAE904}"/>
              </a:ext>
            </a:extLst>
          </p:cNvPr>
          <p:cNvSpPr>
            <a:spLocks xmlns:a="http://schemas.openxmlformats.org/drawingml/2006/main" noGrp="1"/>
          </p:cNvSpPr>
          <p:nvPr/>
        </p:nvSpPr>
        <p:spPr>
          <a:xfrm xmlns:a="http://schemas.openxmlformats.org/drawingml/2006/main">
            <a:off x="5058203" y="2503577"/>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19" name="diagram-box-244">
            <a:extLst xmlns:a="http://schemas.openxmlformats.org/drawingml/2006/main">
              <a:ext uri="{FF2B5EF4-FFF2-40B4-BE49-F238E27FC236}">
                <a16:creationId xmlns:a16="http://schemas.microsoft.com/office/drawing/2014/main" id="{8659E823-E5F2-4657-B7E3-CA137972640F}"/>
              </a:ext>
            </a:extLst>
          </p:cNvPr>
          <p:cNvSpPr>
            <a:spLocks xmlns:a="http://schemas.openxmlformats.org/drawingml/2006/main" noGrp="1"/>
          </p:cNvSpPr>
          <p:nvPr/>
        </p:nvSpPr>
        <p:spPr>
          <a:xfrm xmlns:a="http://schemas.openxmlformats.org/drawingml/2006/main">
            <a:off x="4929776" y="2632004"/>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0" name="diagram-box-245">
            <a:extLst xmlns:a="http://schemas.openxmlformats.org/drawingml/2006/main">
              <a:ext uri="{FF2B5EF4-FFF2-40B4-BE49-F238E27FC236}">
                <a16:creationId xmlns:a16="http://schemas.microsoft.com/office/drawing/2014/main" id="{5ED3C73C-B9EE-4E1A-A6D2-C1020D30FFD5}"/>
              </a:ext>
            </a:extLst>
          </p:cNvPr>
          <p:cNvSpPr>
            <a:spLocks xmlns:a="http://schemas.openxmlformats.org/drawingml/2006/main" noGrp="1"/>
          </p:cNvSpPr>
          <p:nvPr/>
        </p:nvSpPr>
        <p:spPr>
          <a:xfrm xmlns:a="http://schemas.openxmlformats.org/drawingml/2006/main">
            <a:off x="4801349" y="2760431"/>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1" name="revision-text-246">
            <a:extLst xmlns:a="http://schemas.openxmlformats.org/drawingml/2006/main">
              <a:ext uri="{FF2B5EF4-FFF2-40B4-BE49-F238E27FC236}">
                <a16:creationId xmlns:a16="http://schemas.microsoft.com/office/drawing/2014/main" id="{AE538FD5-F708-450A-8949-6F576B5FA0F3}"/>
              </a:ext>
            </a:extLst>
          </p:cNvPr>
          <p:cNvSpPr>
            <a:spLocks xmlns:a="http://schemas.openxmlformats.org/drawingml/2006/main" noGrp="1"/>
          </p:cNvSpPr>
          <p:nvPr/>
        </p:nvSpPr>
        <p:spPr>
          <a:xfrm xmlns:a="http://schemas.openxmlformats.org/drawingml/2006/main">
            <a:off x="4833456" y="2824644"/>
            <a:ext cx="6100281" cy="402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75" b="1">
                <a:solidFill>
                  <a:srgbClr val="111111"/>
                </a:solidFill>
                <a:latin typeface="微软雅黑"/>
                <a:ea typeface="微软雅黑"/>
                <a:cs typeface="微软雅黑"/>
              </a:defRPr>
            </a:pPr>
            <a:r>
              <a:rPr sz="2275" b="1">
                <a:solidFill>
                  <a:srgbClr val="111111"/>
                </a:solidFill>
                <a:latin typeface="微软雅黑"/>
                <a:ea typeface="微软雅黑"/>
                <a:cs typeface="微软雅黑"/>
              </a:rPr>
              <a:t>Device object model</a:t>
            </a:r>
          </a:p>
        </p:txBody>
      </p:sp>
      <p:sp>
        <p:nvSpPr>
          <p:cNvPr id="22" name="diagram-box-247">
            <a:extLst xmlns:a="http://schemas.openxmlformats.org/drawingml/2006/main">
              <a:ext uri="{FF2B5EF4-FFF2-40B4-BE49-F238E27FC236}">
                <a16:creationId xmlns:a16="http://schemas.microsoft.com/office/drawing/2014/main" id="{5A02CE44-DEAC-451A-A143-F5725443CC98}"/>
              </a:ext>
            </a:extLst>
          </p:cNvPr>
          <p:cNvSpPr>
            <a:spLocks xmlns:a="http://schemas.openxmlformats.org/drawingml/2006/main" noGrp="1"/>
          </p:cNvSpPr>
          <p:nvPr/>
        </p:nvSpPr>
        <p:spPr>
          <a:xfrm xmlns:a="http://schemas.openxmlformats.org/drawingml/2006/main">
            <a:off x="5090310"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3" name="revision-text-248">
            <a:extLst xmlns:a="http://schemas.openxmlformats.org/drawingml/2006/main">
              <a:ext uri="{FF2B5EF4-FFF2-40B4-BE49-F238E27FC236}">
                <a16:creationId xmlns:a16="http://schemas.microsoft.com/office/drawing/2014/main" id="{85C14DD5-A949-433F-A369-CC66DCD608BD}"/>
              </a:ext>
            </a:extLst>
          </p:cNvPr>
          <p:cNvSpPr>
            <a:spLocks xmlns:a="http://schemas.openxmlformats.org/drawingml/2006/main" noGrp="1"/>
          </p:cNvSpPr>
          <p:nvPr/>
        </p:nvSpPr>
        <p:spPr>
          <a:xfrm xmlns:a="http://schemas.openxmlformats.org/drawingml/2006/main">
            <a:off x="5170577"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24" name="revision-text-249">
            <a:extLst xmlns:a="http://schemas.openxmlformats.org/drawingml/2006/main">
              <a:ext uri="{FF2B5EF4-FFF2-40B4-BE49-F238E27FC236}">
                <a16:creationId xmlns:a16="http://schemas.microsoft.com/office/drawing/2014/main" id="{D3193914-5BD3-4E9C-A503-40A6D52697F8}"/>
              </a:ext>
            </a:extLst>
          </p:cNvPr>
          <p:cNvSpPr>
            <a:spLocks xmlns:a="http://schemas.openxmlformats.org/drawingml/2006/main" noGrp="1"/>
          </p:cNvSpPr>
          <p:nvPr/>
        </p:nvSpPr>
        <p:spPr>
          <a:xfrm xmlns:a="http://schemas.openxmlformats.org/drawingml/2006/main">
            <a:off x="5186630" y="3755740"/>
            <a:ext cx="2504326" cy="12382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lang="en-US">
                <a:solidFill>
                  <a:srgbClr val="111111"/>
                </a:solidFill>
                <a:latin typeface="微软雅黑"/>
                <a:ea typeface="微软雅黑"/>
                <a:cs typeface="微软雅黑"/>
              </a:rPr>
              <a:t>Attributes and capabilities</a:t>
            </a:r>
          </a:p>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lang="en-US">
                <a:solidFill>
                  <a:srgbClr val="111111"/>
                </a:solidFill>
                <a:latin typeface="微软雅黑"/>
                <a:ea typeface="微软雅黑"/>
                <a:cs typeface="微软雅黑"/>
              </a:rPr>
              <a:t>Operation parameters and</a:t>
            </a:r>
          </a:p>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lang="en-US">
                <a:solidFill>
                  <a:srgbClr val="111111"/>
                </a:solidFill>
                <a:latin typeface="微软雅黑"/>
                <a:ea typeface="微软雅黑"/>
                <a:cs typeface="微软雅黑"/>
              </a:rPr>
              <a:t>interfaces</a:t>
            </a:r>
          </a:p>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lang="en-US">
                <a:solidFill>
                  <a:srgbClr val="111111"/>
                </a:solidFill>
                <a:latin typeface="微软雅黑"/>
                <a:ea typeface="微软雅黑"/>
                <a:cs typeface="微软雅黑"/>
              </a:rPr>
              <a:t>Adapter mapping contract</a:t>
            </a:r>
          </a:p>
          <a:p>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lang="en-US">
                <a:solidFill>
                  <a:srgbClr val="111111"/>
                </a:solidFill>
                <a:latin typeface="微软雅黑"/>
                <a:ea typeface="微软雅黑"/>
                <a:cs typeface="微软雅黑"/>
              </a:rPr>
              <a:t>Intrinsic constraints</a:t>
            </a:r>
          </a:p>
        </p:txBody>
      </p:sp>
      <p:sp>
        <p:nvSpPr>
          <p:cNvPr id="25" name="diagram-box-250">
            <a:extLst xmlns:a="http://schemas.openxmlformats.org/drawingml/2006/main">
              <a:ext uri="{FF2B5EF4-FFF2-40B4-BE49-F238E27FC236}">
                <a16:creationId xmlns:a16="http://schemas.microsoft.com/office/drawing/2014/main" id="{E5D0A239-EC53-4A3E-A4A0-C174D4ADFBE6}"/>
              </a:ext>
            </a:extLst>
          </p:cNvPr>
          <p:cNvSpPr>
            <a:spLocks xmlns:a="http://schemas.openxmlformats.org/drawingml/2006/main" noGrp="1"/>
          </p:cNvSpPr>
          <p:nvPr/>
        </p:nvSpPr>
        <p:spPr>
          <a:xfrm xmlns:a="http://schemas.openxmlformats.org/drawingml/2006/main">
            <a:off x="8076237"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6" name="revision-text-251">
            <a:extLst xmlns:a="http://schemas.openxmlformats.org/drawingml/2006/main">
              <a:ext uri="{FF2B5EF4-FFF2-40B4-BE49-F238E27FC236}">
                <a16:creationId xmlns:a16="http://schemas.microsoft.com/office/drawing/2014/main" id="{5E4B0ECC-D5EF-4B0E-9EA2-217A8BFA84F6}"/>
              </a:ext>
            </a:extLst>
          </p:cNvPr>
          <p:cNvSpPr>
            <a:spLocks xmlns:a="http://schemas.openxmlformats.org/drawingml/2006/main" noGrp="1"/>
          </p:cNvSpPr>
          <p:nvPr/>
        </p:nvSpPr>
        <p:spPr>
          <a:xfrm xmlns:a="http://schemas.openxmlformats.org/drawingml/2006/main">
            <a:off x="8156504"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27" name="revision-text-252">
            <a:extLst xmlns:a="http://schemas.openxmlformats.org/drawingml/2006/main">
              <a:ext uri="{FF2B5EF4-FFF2-40B4-BE49-F238E27FC236}">
                <a16:creationId xmlns:a16="http://schemas.microsoft.com/office/drawing/2014/main" id="{C2F773E7-4D7C-4BA6-8900-3E329918D111}"/>
              </a:ext>
            </a:extLst>
          </p:cNvPr>
          <p:cNvSpPr>
            <a:spLocks xmlns:a="http://schemas.openxmlformats.org/drawingml/2006/main" noGrp="1"/>
          </p:cNvSpPr>
          <p:nvPr/>
        </p:nvSpPr>
        <p:spPr>
          <a:xfrm xmlns:a="http://schemas.openxmlformats.org/drawingml/2006/main">
            <a:off x="8172557" y="3755740"/>
            <a:ext cx="2504326" cy="12001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523" b="0">
                <a:solidFill>
                  <a:srgbClr val="111111"/>
                </a:solidFill>
                <a:latin typeface="微软雅黑"/>
                <a:ea typeface="微软雅黑"/>
                <a:cs typeface="微软雅黑"/>
              </a:defRPr>
            </a:pPr>
            <a:r>
              <a:rPr sz="1328" b="0" lang="en-US">
                <a:solidFill>
                  <a:srgbClr val="111111"/>
                </a:solidFill>
                <a:latin typeface="微软雅黑"/>
                <a:ea typeface="微软雅黑"/>
                <a:cs typeface="微软雅黑"/>
              </a:rPr>
              <a:t>Request handling and state</a:t>
            </a:r>
          </a:p>
          <a:p>
            <a:pPr algn="ctr">
              <a:lnSpc>
                <a:spcPct val="104000"/>
              </a:lnSpc>
              <a:spcBef>
                <a:spcPts val="0"/>
              </a:spcBef>
              <a:spcAft>
                <a:spcPts val="0"/>
              </a:spcAft>
              <a:buNone/>
              <a:defRPr sz="1523" b="0">
                <a:solidFill>
                  <a:srgbClr val="111111"/>
                </a:solidFill>
                <a:latin typeface="微软雅黑"/>
                <a:ea typeface="微软雅黑"/>
                <a:cs typeface="微软雅黑"/>
              </a:defRPr>
            </a:pPr>
            <a:r>
              <a:rPr sz="1328" b="0" lang="en-US">
                <a:solidFill>
                  <a:srgbClr val="111111"/>
                </a:solidFill>
                <a:latin typeface="微软雅黑"/>
                <a:ea typeface="微软雅黑"/>
                <a:cs typeface="微软雅黑"/>
              </a:rPr>
              <a:t>checks</a:t>
            </a:r>
          </a:p>
          <a:p>
            <a:pPr algn="ctr">
              <a:lnSpc>
                <a:spcPct val="104000"/>
              </a:lnSpc>
              <a:spcBef>
                <a:spcPts val="0"/>
              </a:spcBef>
              <a:spcAft>
                <a:spcPts val="0"/>
              </a:spcAft>
              <a:buNone/>
              <a:defRPr sz="1523" b="0">
                <a:solidFill>
                  <a:srgbClr val="111111"/>
                </a:solidFill>
                <a:latin typeface="微软雅黑"/>
                <a:ea typeface="微软雅黑"/>
                <a:cs typeface="微软雅黑"/>
              </a:defRPr>
            </a:pPr>
            <a:r>
              <a:rPr sz="1328" b="0" lang="en-US">
                <a:solidFill>
                  <a:srgbClr val="111111"/>
                </a:solidFill>
                <a:latin typeface="微软雅黑"/>
                <a:ea typeface="微软雅黑"/>
                <a:cs typeface="微软雅黑"/>
              </a:rPr>
              <a:t>Transitions and command</a:t>
            </a:r>
          </a:p>
          <a:p>
            <a:pPr algn="ctr">
              <a:lnSpc>
                <a:spcPct val="104000"/>
              </a:lnSpc>
              <a:spcBef>
                <a:spcPts val="0"/>
              </a:spcBef>
              <a:spcAft>
                <a:spcPts val="0"/>
              </a:spcAft>
              <a:buNone/>
              <a:defRPr sz="1523" b="0">
                <a:solidFill>
                  <a:srgbClr val="111111"/>
                </a:solidFill>
                <a:latin typeface="微软雅黑"/>
                <a:ea typeface="微软雅黑"/>
                <a:cs typeface="微软雅黑"/>
              </a:defRPr>
            </a:pPr>
            <a:r>
              <a:rPr sz="1328" b="0" lang="en-US">
                <a:solidFill>
                  <a:srgbClr val="111111"/>
                </a:solidFill>
                <a:latin typeface="微软雅黑"/>
                <a:ea typeface="微软雅黑"/>
                <a:cs typeface="微软雅黑"/>
              </a:rPr>
              <a:t>output</a:t>
            </a:r>
          </a:p>
          <a:p>
            <a:pPr algn="ctr">
              <a:lnSpc>
                <a:spcPct val="104000"/>
              </a:lnSpc>
              <a:spcBef>
                <a:spcPts val="0"/>
              </a:spcBef>
              <a:spcAft>
                <a:spcPts val="0"/>
              </a:spcAft>
              <a:buNone/>
              <a:defRPr sz="1523" b="0">
                <a:solidFill>
                  <a:srgbClr val="111111"/>
                </a:solidFill>
                <a:latin typeface="微软雅黑"/>
                <a:ea typeface="微软雅黑"/>
                <a:cs typeface="微软雅黑"/>
              </a:defRPr>
            </a:pPr>
            <a:r>
              <a:rPr sz="1328" b="0" lang="en-US">
                <a:solidFill>
                  <a:srgbClr val="111111"/>
                </a:solidFill>
                <a:latin typeface="微软雅黑"/>
                <a:ea typeface="微软雅黑"/>
                <a:cs typeface="微软雅黑"/>
              </a:rPr>
              <a:t>Feedback-based state updates</a:t>
            </a:r>
          </a:p>
        </p:txBody>
      </p:sp>
      <p:sp>
        <p:nvSpPr>
          <p:cNvPr id="28" name="revision-text-253">
            <a:extLst xmlns:a="http://schemas.openxmlformats.org/drawingml/2006/main">
              <a:ext uri="{FF2B5EF4-FFF2-40B4-BE49-F238E27FC236}">
                <a16:creationId xmlns:a16="http://schemas.microsoft.com/office/drawing/2014/main" id="{480CA51B-7DB3-4647-8F2C-CB0575ACEFD5}"/>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lang="en-US">
                <a:solidFill>
                  <a:srgbClr val="1C3C5C"/>
                </a:solidFill>
                <a:latin typeface="微软雅黑"/>
                <a:ea typeface="微软雅黑"/>
                <a:cs typeface="微软雅黑"/>
              </a:rPr>
              <a:t>Capability definitions and state evolution together define the semantics of device operations.</a:t>
            </a:r>
          </a:p>
        </p:txBody>
      </p:sp>
    </p:spTree>
    <p:extLst>
      <p:ext uri="{BB962C8B-B14F-4D97-AF65-F5344CB8AC3E}">
        <p14:creationId xmlns:p14="http://schemas.microsoft.com/office/powerpoint/2010/main" val="1485346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CC7396-232C-4449-B64E-098F53C92D1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6BF7503-2B1C-414B-B0E1-CF50A83BC18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4000"/>
              </ns0:lnSpc>
              <ns0:spcBef>
                <ns0:spcPts val="0"/>
              </ns0:spcBef>
              <ns0:spcAft>
                <ns0:spcPts val="0"/>
              </ns0:spcAft>
              <ns0:buNone/>
              <ns0:defRPr sz="2850" b="1">
                <ns0:solidFill>
                  <ns0:srgbClr val="FFFFFF"/>
                </ns0:solidFill>
                <ns0:latin typeface="微软雅黑"/>
                <ns0:ea typeface="微软雅黑"/>
                <ns0:cs typeface="微软雅黑"/>
              </ns0:defRPr>
            </ns0:pPr>
            <ns0:r>
              <ns0:rPr sz="2850" b="1" lang="en-US">
                <ns0:solidFill>
                  <ns0:srgbClr val="FFFFFF"/>
                </ns0:solidFill>
                <ns0:latin typeface="微软雅黑"/>
                <ns0:ea typeface="微软雅黑"/>
                <ns0:cs typeface="微软雅黑"/>
              </ns0:rPr>
              <ns0:t>5  Workflow layer: nodes, interfaces, and triggers</ns0:t>
            </ns0:r>
          </ns0:p>
        </p:txBody>
      </p:sp>
      <p:sp>
        <p:nvSpPr>
          <p:cNvPr id="5" name="TextBox 4">
            <a:extLst xmlns:a="http://schemas.openxmlformats.org/drawingml/2006/main">
              <a:ext uri="{FF2B5EF4-FFF2-40B4-BE49-F238E27FC236}">
                <a16:creationId xmlns:a16="http://schemas.microsoft.com/office/drawing/2014/main" id="{05D0E0BA-244F-40F8-B535-CAB03767CFF8}"/>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2C3A69ED-DF59-463E-B04E-03287AEE8759}"/>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5/10</a:t>
            </a:r>
          </a:p>
        </p:txBody>
      </p:sp>
      <p:sp>
        <p:nvSpPr>
          <p:cNvPr id="7" name="revision-text-254">
            <a:extLst xmlns:a="http://schemas.openxmlformats.org/drawingml/2006/main">
              <a:ext uri="{FF2B5EF4-FFF2-40B4-BE49-F238E27FC236}">
                <a16:creationId xmlns:a16="http://schemas.microsoft.com/office/drawing/2014/main" id="{787CC3E0-B600-42E0-AD0F-DB79EB5E9D5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800" b="0">
                <a:solidFill>
                  <a:srgbClr val="152C40"/>
                </a:solidFill>
                <a:latin typeface="微软雅黑"/>
                <a:ea typeface="微软雅黑"/>
                <a:cs typeface="微软雅黑"/>
              </a:defRPr>
            </a:pPr>
            <a:r>
              <a:rPr sz="1710" b="0" lang="en-US">
                <a:solidFill>
                  <a:srgbClr val="152C40"/>
                </a:solidFill>
                <a:latin typeface="微软雅黑"/>
                <a:ea typeface="微软雅黑"/>
                <a:cs typeface="微软雅黑"/>
              </a:rPr>
              <a:t>Workflows organize task steps and data dependencies. Nodes coordinate through interfaces and triggers.</a:t>
            </a:r>
          </a:p>
        </p:txBody>
      </p:sp>
      <p:sp>
        <p:nvSpPr>
          <p:cNvPr id="8" name="diagram-box-255">
            <a:extLst xmlns:a="http://schemas.openxmlformats.org/drawingml/2006/main">
              <a:ext uri="{FF2B5EF4-FFF2-40B4-BE49-F238E27FC236}">
                <a16:creationId xmlns:a16="http://schemas.microsoft.com/office/drawing/2014/main" id="{5AD452B5-8354-45E1-BCCD-ECD0FA342042}"/>
              </a:ext>
            </a:extLst>
          </p:cNvPr>
          <p:cNvSpPr>
            <a:spLocks xmlns:a="http://schemas.openxmlformats.org/drawingml/2006/main" noGrp="1"/>
          </p:cNvSpPr>
          <p:nvPr/>
        </p:nvSpPr>
        <p:spPr>
          <a:xfrm xmlns:a="http://schemas.openxmlformats.org/drawingml/2006/main">
            <a:off x="2238375" y="1571625"/>
            <a:ext cx="7714298" cy="4333875"/>
          </a:xfrm>
          <a:prstGeom xmlns:a="http://schemas.openxmlformats.org/drawingml/2006/main" prst="rect">
            <a:avLst/>
          </a:prstGeom>
          <a:solidFill xmlns:a="http://schemas.openxmlformats.org/drawingml/2006/main">
            <a:srgbClr val="FAF8FC"/>
          </a:solidFill>
          <a:ln xmlns:a="http://schemas.openxmlformats.org/drawingml/2006/main" w="17336">
            <a:solidFill>
              <a:srgbClr val="9A83BB"/>
            </a:solidFill>
          </a:ln>
        </p:spPr>
      </p:sp>
      <p:sp>
        <p:nvSpPr>
          <p:cNvPr id="9" name="diagram-box-256">
            <a:extLst xmlns:a="http://schemas.openxmlformats.org/drawingml/2006/main">
              <a:ext uri="{FF2B5EF4-FFF2-40B4-BE49-F238E27FC236}">
                <a16:creationId xmlns:a16="http://schemas.microsoft.com/office/drawing/2014/main" id="{C269E09F-2E44-457C-94B7-8032D89CDBD7}"/>
              </a:ext>
            </a:extLst>
          </p:cNvPr>
          <p:cNvSpPr>
            <a:spLocks xmlns:a="http://schemas.openxmlformats.org/drawingml/2006/main" noGrp="1"/>
          </p:cNvSpPr>
          <p:nvPr/>
        </p:nvSpPr>
        <p:spPr>
          <a:xfrm xmlns:a="http://schemas.openxmlformats.org/drawingml/2006/main">
            <a:off x="2238375" y="1571625"/>
            <a:ext cx="7714298" cy="554736"/>
          </a:xfrm>
          <a:prstGeom xmlns:a="http://schemas.openxmlformats.org/drawingml/2006/main" prst="rect">
            <a:avLst/>
          </a:prstGeom>
          <a:solidFill xmlns:a="http://schemas.openxmlformats.org/drawingml/2006/main">
            <a:srgbClr val="EEE9F2"/>
          </a:solidFill>
          <a:ln xmlns:a="http://schemas.openxmlformats.org/drawingml/2006/main" w="17336">
            <a:solidFill>
              <a:srgbClr val="9A83BB"/>
            </a:solidFill>
          </a:ln>
        </p:spPr>
      </p:sp>
      <p:sp>
        <p:nvSpPr>
          <p:cNvPr id="10" name="revision-text-257">
            <a:extLst xmlns:a="http://schemas.openxmlformats.org/drawingml/2006/main">
              <a:ext uri="{FF2B5EF4-FFF2-40B4-BE49-F238E27FC236}">
                <a16:creationId xmlns:a16="http://schemas.microsoft.com/office/drawing/2014/main" id="{24AB61B1-A04D-4594-BB29-570F80C1C8D0}"/>
              </a:ext>
            </a:extLst>
          </p:cNvPr>
          <p:cNvSpPr>
            <a:spLocks xmlns:a="http://schemas.openxmlformats.org/drawingml/2006/main" noGrp="1"/>
          </p:cNvSpPr>
          <p:nvPr/>
        </p:nvSpPr>
        <p:spPr>
          <a:xfrm xmlns:a="http://schemas.openxmlformats.org/drawingml/2006/main">
            <a:off x="2377059" y="1623632"/>
            <a:ext cx="7436930" cy="474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730" b="1">
                <a:solidFill>
                  <a:srgbClr val="111111"/>
                </a:solidFill>
                <a:latin typeface="微软雅黑"/>
                <a:ea typeface="微软雅黑"/>
                <a:cs typeface="微软雅黑"/>
              </a:defRPr>
            </a:pPr>
            <a:r>
              <a:rPr sz="2730" b="1">
                <a:solidFill>
                  <a:srgbClr val="111111"/>
                </a:solidFill>
                <a:latin typeface="微软雅黑"/>
                <a:ea typeface="微软雅黑"/>
                <a:cs typeface="微软雅黑"/>
              </a:rPr>
              <a:t>Workflow layer</a:t>
            </a:r>
          </a:p>
        </p:txBody>
      </p:sp>
      <p:sp>
        <p:nvSpPr>
          <p:cNvPr id="11" name="diagram-box-258">
            <a:extLst xmlns:a="http://schemas.openxmlformats.org/drawingml/2006/main">
              <a:ext uri="{FF2B5EF4-FFF2-40B4-BE49-F238E27FC236}">
                <a16:creationId xmlns:a16="http://schemas.microsoft.com/office/drawing/2014/main" id="{1516B9FF-75D6-4749-81D5-4872DEF7BFF9}"/>
              </a:ext>
            </a:extLst>
          </p:cNvPr>
          <p:cNvSpPr>
            <a:spLocks xmlns:a="http://schemas.openxmlformats.org/drawingml/2006/main" noGrp="1"/>
          </p:cNvSpPr>
          <p:nvPr/>
        </p:nvSpPr>
        <p:spPr>
          <a:xfrm xmlns:a="http://schemas.openxmlformats.org/drawingml/2006/main">
            <a:off x="2585085"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2" name="revision-text-259">
            <a:extLst xmlns:a="http://schemas.openxmlformats.org/drawingml/2006/main">
              <a:ext uri="{FF2B5EF4-FFF2-40B4-BE49-F238E27FC236}">
                <a16:creationId xmlns:a16="http://schemas.microsoft.com/office/drawing/2014/main" id="{70DAFD3A-D04E-4069-A9AA-278EE1FEE212}"/>
              </a:ext>
            </a:extLst>
          </p:cNvPr>
          <p:cNvSpPr>
            <a:spLocks xmlns:a="http://schemas.openxmlformats.org/drawingml/2006/main" noGrp="1"/>
          </p:cNvSpPr>
          <p:nvPr/>
        </p:nvSpPr>
        <p:spPr>
          <a:xfrm xmlns:a="http://schemas.openxmlformats.org/drawingml/2006/main">
            <a:off x="2585085"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025" b="0">
                <a:solidFill>
                  <a:srgbClr val="111111"/>
                </a:solidFill>
                <a:latin typeface="微软雅黑"/>
                <a:ea typeface="微软雅黑"/>
                <a:cs typeface="微软雅黑"/>
              </a:defRPr>
            </a:pPr>
            <a:r>
              <a:rPr sz="2025" b="0">
                <a:solidFill>
                  <a:srgbClr val="111111"/>
                </a:solidFill>
                <a:latin typeface="微软雅黑"/>
                <a:ea typeface="微软雅黑"/>
                <a:cs typeface="微软雅黑"/>
              </a:rPr>
              <a:t>Previous node</a:t>
            </a:r>
          </a:p>
        </p:txBody>
      </p:sp>
      <p:sp>
        <p:nvSpPr>
          <p:cNvPr id="13" name="diagram-box-260">
            <a:extLst xmlns:a="http://schemas.openxmlformats.org/drawingml/2006/main">
              <a:ext uri="{FF2B5EF4-FFF2-40B4-BE49-F238E27FC236}">
                <a16:creationId xmlns:a16="http://schemas.microsoft.com/office/drawing/2014/main" id="{C8BE4171-3886-4B50-BAFB-89BD4095BA94}"/>
              </a:ext>
            </a:extLst>
          </p:cNvPr>
          <p:cNvSpPr>
            <a:spLocks xmlns:a="http://schemas.openxmlformats.org/drawingml/2006/main" noGrp="1"/>
          </p:cNvSpPr>
          <p:nvPr/>
        </p:nvSpPr>
        <p:spPr>
          <a:xfrm xmlns:a="http://schemas.openxmlformats.org/drawingml/2006/main">
            <a:off x="520274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4" name="revision-text-261">
            <a:extLst xmlns:a="http://schemas.openxmlformats.org/drawingml/2006/main">
              <a:ext uri="{FF2B5EF4-FFF2-40B4-BE49-F238E27FC236}">
                <a16:creationId xmlns:a16="http://schemas.microsoft.com/office/drawing/2014/main" id="{FBF09092-CA5C-4BB5-9834-604D1D803613}"/>
              </a:ext>
            </a:extLst>
          </p:cNvPr>
          <p:cNvSpPr>
            <a:spLocks xmlns:a="http://schemas.openxmlformats.org/drawingml/2006/main" noGrp="1"/>
          </p:cNvSpPr>
          <p:nvPr/>
        </p:nvSpPr>
        <p:spPr>
          <a:xfrm xmlns:a="http://schemas.openxmlformats.org/drawingml/2006/main">
            <a:off x="5202746" y="2525078"/>
            <a:ext cx="1785557" cy="393863"/>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785" b="1">
                <a:solidFill>
                  <a:srgbClr val="111111"/>
                </a:solidFill>
                <a:latin typeface="微软雅黑"/>
                <a:ea typeface="微软雅黑"/>
                <a:cs typeface="微软雅黑"/>
              </a:defRPr>
            </a:pPr>
            <a:r>
              <a:rPr sz="1785" b="1">
                <a:solidFill>
                  <a:srgbClr val="111111"/>
                </a:solidFill>
                <a:latin typeface="微软雅黑"/>
                <a:ea typeface="微软雅黑"/>
                <a:cs typeface="微软雅黑"/>
              </a:rPr>
              <a:t>Current node</a:t>
            </a:r>
          </a:p>
        </p:txBody>
      </p:sp>
      <p:sp>
        <p:nvSpPr>
          <p:cNvPr id="15" name="diagram-box-262">
            <a:extLst xmlns:a="http://schemas.openxmlformats.org/drawingml/2006/main">
              <a:ext uri="{FF2B5EF4-FFF2-40B4-BE49-F238E27FC236}">
                <a16:creationId xmlns:a16="http://schemas.microsoft.com/office/drawing/2014/main" id="{0E4F3F09-7392-4356-A5C7-238521A09193}"/>
              </a:ext>
            </a:extLst>
          </p:cNvPr>
          <p:cNvSpPr>
            <a:spLocks xmlns:a="http://schemas.openxmlformats.org/drawingml/2006/main" noGrp="1"/>
          </p:cNvSpPr>
          <p:nvPr/>
        </p:nvSpPr>
        <p:spPr>
          <a:xfrm xmlns:a="http://schemas.openxmlformats.org/drawingml/2006/main">
            <a:off x="782040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6" name="revision-text-263">
            <a:extLst xmlns:a="http://schemas.openxmlformats.org/drawingml/2006/main">
              <a:ext uri="{FF2B5EF4-FFF2-40B4-BE49-F238E27FC236}">
                <a16:creationId xmlns:a16="http://schemas.microsoft.com/office/drawing/2014/main" id="{9F9D8F7A-C07F-487C-A7DE-BD53A82898FC}"/>
              </a:ext>
            </a:extLst>
          </p:cNvPr>
          <p:cNvSpPr>
            <a:spLocks xmlns:a="http://schemas.openxmlformats.org/drawingml/2006/main" noGrp="1"/>
          </p:cNvSpPr>
          <p:nvPr/>
        </p:nvSpPr>
        <p:spPr>
          <a:xfrm xmlns:a="http://schemas.openxmlformats.org/drawingml/2006/main">
            <a:off x="782040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0">
                <a:solidFill>
                  <a:srgbClr val="111111"/>
                </a:solidFill>
                <a:latin typeface="微软雅黑"/>
                <a:ea typeface="微软雅黑"/>
                <a:cs typeface="微软雅黑"/>
              </a:defRPr>
            </a:pPr>
            <a:r>
              <a:rPr sz="2184" b="0">
                <a:solidFill>
                  <a:srgbClr val="111111"/>
                </a:solidFill>
                <a:latin typeface="微软雅黑"/>
                <a:ea typeface="微软雅黑"/>
                <a:cs typeface="微软雅黑"/>
              </a:rPr>
              <a:t>Next node</a:t>
            </a:r>
          </a:p>
        </p:txBody>
      </p:sp>
      <p:sp>
        <p:nvSpPr>
          <p:cNvPr id="17" name="diagram-line-264">
            <a:extLst xmlns:a="http://schemas.openxmlformats.org/drawingml/2006/main">
              <a:ext uri="{FF2B5EF4-FFF2-40B4-BE49-F238E27FC236}">
                <a16:creationId xmlns:a16="http://schemas.microsoft.com/office/drawing/2014/main" id="{A0917DDB-1BFE-453F-85FE-9648B694002B}"/>
              </a:ext>
            </a:extLst>
          </p:cNvPr>
          <p:cNvSpPr>
            <a:spLocks xmlns:a="http://schemas.openxmlformats.org/drawingml/2006/main" noGrp="1"/>
          </p:cNvSpPr>
          <p:nvPr/>
        </p:nvSpPr>
        <p:spPr>
          <a:xfrm xmlns:a="http://schemas.openxmlformats.org/drawingml/2006/main">
            <a:off x="437064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18" name="diagram-poly-265">
            <a:extLst xmlns:a="http://schemas.openxmlformats.org/drawingml/2006/main">
              <a:ext uri="{FF2B5EF4-FFF2-40B4-BE49-F238E27FC236}">
                <a16:creationId xmlns:a16="http://schemas.microsoft.com/office/drawing/2014/main" id="{BE437913-280D-4AB6-88F4-B65C4AAB1D59}"/>
              </a:ext>
            </a:extLst>
          </p:cNvPr>
          <p:cNvSpPr>
            <a:spLocks xmlns:a="http://schemas.openxmlformats.org/drawingml/2006/main" noGrp="1"/>
          </p:cNvSpPr>
          <p:nvPr/>
        </p:nvSpPr>
        <p:spPr>
          <a:xfrm xmlns:a="http://schemas.openxmlformats.org/drawingml/2006/main">
            <a:off x="5081397"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19" name="diagram-line-266">
            <a:extLst xmlns:a="http://schemas.openxmlformats.org/drawingml/2006/main">
              <a:ext uri="{FF2B5EF4-FFF2-40B4-BE49-F238E27FC236}">
                <a16:creationId xmlns:a16="http://schemas.microsoft.com/office/drawing/2014/main" id="{47D529E7-5710-4A9D-811D-CB53C61B2C41}"/>
              </a:ext>
            </a:extLst>
          </p:cNvPr>
          <p:cNvSpPr>
            <a:spLocks xmlns:a="http://schemas.openxmlformats.org/drawingml/2006/main" noGrp="1"/>
          </p:cNvSpPr>
          <p:nvPr/>
        </p:nvSpPr>
        <p:spPr>
          <a:xfrm xmlns:a="http://schemas.openxmlformats.org/drawingml/2006/main">
            <a:off x="698830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20" name="diagram-poly-267">
            <a:extLst xmlns:a="http://schemas.openxmlformats.org/drawingml/2006/main">
              <a:ext uri="{FF2B5EF4-FFF2-40B4-BE49-F238E27FC236}">
                <a16:creationId xmlns:a16="http://schemas.microsoft.com/office/drawing/2014/main" id="{6B7F60AF-6658-4490-9C06-8728F65BA17F}"/>
              </a:ext>
            </a:extLst>
          </p:cNvPr>
          <p:cNvSpPr>
            <a:spLocks xmlns:a="http://schemas.openxmlformats.org/drawingml/2006/main" noGrp="1"/>
          </p:cNvSpPr>
          <p:nvPr/>
        </p:nvSpPr>
        <p:spPr>
          <a:xfrm xmlns:a="http://schemas.openxmlformats.org/drawingml/2006/main">
            <a:off x="7699058"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21" name="diagram-line-268">
            <a:extLst xmlns:a="http://schemas.openxmlformats.org/drawingml/2006/main">
              <a:ext uri="{FF2B5EF4-FFF2-40B4-BE49-F238E27FC236}">
                <a16:creationId xmlns:a16="http://schemas.microsoft.com/office/drawing/2014/main" id="{110F4427-D0BC-451C-A91B-8DAF7E29000A}"/>
              </a:ext>
            </a:extLst>
          </p:cNvPr>
          <p:cNvSpPr>
            <a:spLocks xmlns:a="http://schemas.openxmlformats.org/drawingml/2006/main" noGrp="1"/>
          </p:cNvSpPr>
          <p:nvPr/>
        </p:nvSpPr>
        <p:spPr>
          <a:xfrm xmlns:a="http://schemas.openxmlformats.org/drawingml/2006/main">
            <a:off x="6086856" y="2993136"/>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2" name="diagram-line-269">
            <a:extLst xmlns:a="http://schemas.openxmlformats.org/drawingml/2006/main">
              <a:ext uri="{FF2B5EF4-FFF2-40B4-BE49-F238E27FC236}">
                <a16:creationId xmlns:a16="http://schemas.microsoft.com/office/drawing/2014/main" id="{F9376434-0BC6-406C-9BE5-4269A82DCA41}"/>
              </a:ext>
            </a:extLst>
          </p:cNvPr>
          <p:cNvSpPr>
            <a:spLocks xmlns:a="http://schemas.openxmlformats.org/drawingml/2006/main" noGrp="1"/>
          </p:cNvSpPr>
          <p:nvPr/>
        </p:nvSpPr>
        <p:spPr>
          <a:xfrm xmlns:a="http://schemas.openxmlformats.org/drawingml/2006/main">
            <a:off x="6086856" y="3201162"/>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3" name="diagram-box-270">
            <a:extLst xmlns:a="http://schemas.openxmlformats.org/drawingml/2006/main">
              <a:ext uri="{FF2B5EF4-FFF2-40B4-BE49-F238E27FC236}">
                <a16:creationId xmlns:a16="http://schemas.microsoft.com/office/drawing/2014/main" id="{37570867-A037-4AAA-B3D3-A477C6D9287E}"/>
              </a:ext>
            </a:extLst>
          </p:cNvPr>
          <p:cNvSpPr>
            <a:spLocks xmlns:a="http://schemas.openxmlformats.org/drawingml/2006/main" noGrp="1"/>
          </p:cNvSpPr>
          <p:nvPr/>
        </p:nvSpPr>
        <p:spPr>
          <a:xfrm xmlns:a="http://schemas.openxmlformats.org/drawingml/2006/main">
            <a:off x="2585085" y="3374517"/>
            <a:ext cx="7020878" cy="2218944"/>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24" name="revision-text-271">
            <a:extLst xmlns:a="http://schemas.openxmlformats.org/drawingml/2006/main">
              <a:ext uri="{FF2B5EF4-FFF2-40B4-BE49-F238E27FC236}">
                <a16:creationId xmlns:a16="http://schemas.microsoft.com/office/drawing/2014/main" id="{30170242-48B1-42EA-B8F6-6C8A2F974B74}"/>
              </a:ext>
            </a:extLst>
          </p:cNvPr>
          <p:cNvSpPr>
            <a:spLocks xmlns:a="http://schemas.openxmlformats.org/drawingml/2006/main" noGrp="1"/>
          </p:cNvSpPr>
          <p:nvPr/>
        </p:nvSpPr>
        <p:spPr>
          <a:xfrm xmlns:a="http://schemas.openxmlformats.org/drawingml/2006/main">
            <a:off x="2671763" y="3426524"/>
            <a:ext cx="6847523" cy="434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457" b="1">
                <a:solidFill>
                  <a:srgbClr val="111111"/>
                </a:solidFill>
                <a:latin typeface="微软雅黑"/>
                <a:ea typeface="微软雅黑"/>
                <a:cs typeface="微软雅黑"/>
              </a:defRPr>
            </a:pPr>
            <a:r>
              <a:rPr sz="2457" b="1">
                <a:solidFill>
                  <a:srgbClr val="111111"/>
                </a:solidFill>
                <a:latin typeface="微软雅黑"/>
                <a:ea typeface="微软雅黑"/>
                <a:cs typeface="微软雅黑"/>
              </a:rPr>
              <a:t>Workflow node</a:t>
            </a:r>
          </a:p>
        </p:txBody>
      </p:sp>
      <p:sp>
        <p:nvSpPr>
          <p:cNvPr id="25" name="diagram-box-272">
            <a:extLst xmlns:a="http://schemas.openxmlformats.org/drawingml/2006/main">
              <a:ext uri="{FF2B5EF4-FFF2-40B4-BE49-F238E27FC236}">
                <a16:creationId xmlns:a16="http://schemas.microsoft.com/office/drawing/2014/main" id="{5CD400B1-436F-429C-8028-3ADB091217BD}"/>
              </a:ext>
            </a:extLst>
          </p:cNvPr>
          <p:cNvSpPr>
            <a:spLocks xmlns:a="http://schemas.openxmlformats.org/drawingml/2006/main" noGrp="1"/>
          </p:cNvSpPr>
          <p:nvPr/>
        </p:nvSpPr>
        <p:spPr>
          <a:xfrm xmlns:a="http://schemas.openxmlformats.org/drawingml/2006/main">
            <a:off x="2758440"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6" name="revision-text-273">
            <a:extLst xmlns:a="http://schemas.openxmlformats.org/drawingml/2006/main">
              <a:ext uri="{FF2B5EF4-FFF2-40B4-BE49-F238E27FC236}">
                <a16:creationId xmlns:a16="http://schemas.microsoft.com/office/drawing/2014/main" id="{EB9E6078-FDC7-43BB-8391-9E98DD915A29}"/>
              </a:ext>
            </a:extLst>
          </p:cNvPr>
          <p:cNvSpPr>
            <a:spLocks xmlns:a="http://schemas.openxmlformats.org/drawingml/2006/main" noGrp="1"/>
          </p:cNvSpPr>
          <p:nvPr/>
        </p:nvSpPr>
        <p:spPr>
          <a:xfrm xmlns:a="http://schemas.openxmlformats.org/drawingml/2006/main">
            <a:off x="2845118"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Variable space</a:t>
            </a:r>
          </a:p>
        </p:txBody>
      </p:sp>
      <p:sp>
        <p:nvSpPr>
          <p:cNvPr id="27" name="revision-text-274">
            <a:extLst xmlns:a="http://schemas.openxmlformats.org/drawingml/2006/main">
              <a:ext uri="{FF2B5EF4-FFF2-40B4-BE49-F238E27FC236}">
                <a16:creationId xmlns:a16="http://schemas.microsoft.com/office/drawing/2014/main" id="{63945ECF-8498-444E-997F-C98B4B6E1864}"/>
              </a:ext>
            </a:extLst>
          </p:cNvPr>
          <p:cNvSpPr>
            <a:spLocks xmlns:a="http://schemas.openxmlformats.org/drawingml/2006/main" noGrp="1"/>
          </p:cNvSpPr>
          <p:nvPr/>
        </p:nvSpPr>
        <p:spPr>
          <a:xfrm xmlns:a="http://schemas.openxmlformats.org/drawingml/2006/main">
            <a:off x="2862453" y="4258628"/>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658" b="0">
                <a:solidFill>
                  <a:srgbClr val="111111"/>
                </a:solidFill>
                <a:latin typeface="微软雅黑"/>
                <a:ea typeface="微软雅黑"/>
                <a:cs typeface="微软雅黑"/>
              </a:defRPr>
            </a:pPr>
            <a:r>
              <a:rPr sz="1418" b="0" lang="en-US">
                <a:solidFill>
                  <a:srgbClr val="111111"/>
                </a:solidFill>
                <a:latin typeface="微软雅黑"/>
                <a:ea typeface="微软雅黑"/>
                <a:cs typeface="微软雅黑"/>
              </a:rPr>
              <a:t>Task variables / Attribute mapping</a:t>
            </a:r>
          </a:p>
        </p:txBody>
      </p:sp>
      <p:sp>
        <p:nvSpPr>
          <p:cNvPr id="28" name="diagram-box-275">
            <a:extLst xmlns:a="http://schemas.openxmlformats.org/drawingml/2006/main">
              <a:ext uri="{FF2B5EF4-FFF2-40B4-BE49-F238E27FC236}">
                <a16:creationId xmlns:a16="http://schemas.microsoft.com/office/drawing/2014/main" id="{0C90F049-6CAF-42E4-98D2-B280A0FFDBEC}"/>
              </a:ext>
            </a:extLst>
          </p:cNvPr>
          <p:cNvSpPr>
            <a:spLocks xmlns:a="http://schemas.openxmlformats.org/drawingml/2006/main" noGrp="1"/>
          </p:cNvSpPr>
          <p:nvPr/>
        </p:nvSpPr>
        <p:spPr>
          <a:xfrm xmlns:a="http://schemas.openxmlformats.org/drawingml/2006/main">
            <a:off x="6190869"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9" name="revision-text-276">
            <a:extLst xmlns:a="http://schemas.openxmlformats.org/drawingml/2006/main">
              <a:ext uri="{FF2B5EF4-FFF2-40B4-BE49-F238E27FC236}">
                <a16:creationId xmlns:a16="http://schemas.microsoft.com/office/drawing/2014/main" id="{F960F546-4335-4FF7-98D0-5ECA390E44E9}"/>
              </a:ext>
            </a:extLst>
          </p:cNvPr>
          <p:cNvSpPr>
            <a:spLocks xmlns:a="http://schemas.openxmlformats.org/drawingml/2006/main" noGrp="1"/>
          </p:cNvSpPr>
          <p:nvPr/>
        </p:nvSpPr>
        <p:spPr>
          <a:xfrm xmlns:a="http://schemas.openxmlformats.org/drawingml/2006/main">
            <a:off x="6277546"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Node lifecycle</a:t>
            </a:r>
          </a:p>
        </p:txBody>
      </p:sp>
      <p:sp>
        <p:nvSpPr>
          <p:cNvPr id="30" name="revision-text-277">
            <a:extLst xmlns:a="http://schemas.openxmlformats.org/drawingml/2006/main">
              <a:ext uri="{FF2B5EF4-FFF2-40B4-BE49-F238E27FC236}">
                <a16:creationId xmlns:a16="http://schemas.microsoft.com/office/drawing/2014/main" id="{D3A92180-32D1-48AE-A1CB-FA23E5772F6F}"/>
              </a:ext>
            </a:extLst>
          </p:cNvPr>
          <p:cNvSpPr>
            <a:spLocks xmlns:a="http://schemas.openxmlformats.org/drawingml/2006/main" noGrp="1"/>
          </p:cNvSpPr>
          <p:nvPr/>
        </p:nvSpPr>
        <p:spPr>
          <a:xfrm xmlns:a="http://schemas.openxmlformats.org/drawingml/2006/main">
            <a:off x="6294882" y="4258628"/>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635" b="0">
                <a:solidFill>
                  <a:srgbClr val="111111"/>
                </a:solidFill>
                <a:latin typeface="微软雅黑"/>
                <a:ea typeface="微软雅黑"/>
                <a:cs typeface="微软雅黑"/>
              </a:defRPr>
            </a:pPr>
            <a:r>
              <a:rPr sz="1635" b="0">
                <a:solidFill>
                  <a:srgbClr val="111111"/>
                </a:solidFill>
                <a:latin typeface="微软雅黑"/>
                <a:ea typeface="微软雅黑"/>
                <a:cs typeface="微软雅黑"/>
              </a:rPr>
              <a:t>Execution stage and result</a:t>
            </a:r>
          </a:p>
        </p:txBody>
      </p:sp>
      <p:sp>
        <p:nvSpPr>
          <p:cNvPr id="31" name="diagram-box-278">
            <a:extLst xmlns:a="http://schemas.openxmlformats.org/drawingml/2006/main">
              <a:ext uri="{FF2B5EF4-FFF2-40B4-BE49-F238E27FC236}">
                <a16:creationId xmlns:a16="http://schemas.microsoft.com/office/drawing/2014/main" id="{0DC06FDB-DD55-4193-934D-3EB7B9479EDD}"/>
              </a:ext>
            </a:extLst>
          </p:cNvPr>
          <p:cNvSpPr>
            <a:spLocks xmlns:a="http://schemas.openxmlformats.org/drawingml/2006/main" noGrp="1"/>
          </p:cNvSpPr>
          <p:nvPr/>
        </p:nvSpPr>
        <p:spPr>
          <a:xfrm xmlns:a="http://schemas.openxmlformats.org/drawingml/2006/main">
            <a:off x="2758440"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2" name="revision-text-279">
            <a:extLst xmlns:a="http://schemas.openxmlformats.org/drawingml/2006/main">
              <a:ext uri="{FF2B5EF4-FFF2-40B4-BE49-F238E27FC236}">
                <a16:creationId xmlns:a16="http://schemas.microsoft.com/office/drawing/2014/main" id="{FAC41037-372C-4B96-B7C4-F931B0570827}"/>
              </a:ext>
            </a:extLst>
          </p:cNvPr>
          <p:cNvSpPr>
            <a:spLocks xmlns:a="http://schemas.openxmlformats.org/drawingml/2006/main" noGrp="1"/>
          </p:cNvSpPr>
          <p:nvPr/>
        </p:nvSpPr>
        <p:spPr>
          <a:xfrm xmlns:a="http://schemas.openxmlformats.org/drawingml/2006/main">
            <a:off x="2845118"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45" b="1">
                <a:solidFill>
                  <a:srgbClr val="111111"/>
                </a:solidFill>
                <a:latin typeface="微软雅黑"/>
                <a:ea typeface="微软雅黑"/>
                <a:cs typeface="微软雅黑"/>
              </a:defRPr>
            </a:pPr>
            <a:r>
              <a:rPr sz="1545" b="1">
                <a:solidFill>
                  <a:srgbClr val="111111"/>
                </a:solidFill>
                <a:latin typeface="微软雅黑"/>
                <a:ea typeface="微软雅黑"/>
                <a:cs typeface="微软雅黑"/>
              </a:rPr>
              <a:t>Control interfaces / Data ports</a:t>
            </a:r>
          </a:p>
        </p:txBody>
      </p:sp>
      <p:sp>
        <p:nvSpPr>
          <p:cNvPr id="33" name="revision-text-280">
            <a:extLst xmlns:a="http://schemas.openxmlformats.org/drawingml/2006/main">
              <a:ext uri="{FF2B5EF4-FFF2-40B4-BE49-F238E27FC236}">
                <a16:creationId xmlns:a16="http://schemas.microsoft.com/office/drawing/2014/main" id="{20C3EE27-47BA-4126-A509-FECB3E203F91}"/>
              </a:ext>
            </a:extLst>
          </p:cNvPr>
          <p:cNvSpPr>
            <a:spLocks xmlns:a="http://schemas.openxmlformats.org/drawingml/2006/main" noGrp="1"/>
          </p:cNvSpPr>
          <p:nvPr/>
        </p:nvSpPr>
        <p:spPr>
          <a:xfrm xmlns:a="http://schemas.openxmlformats.org/drawingml/2006/main">
            <a:off x="2862453" y="5090732"/>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lang="en-US">
                <a:solidFill>
                  <a:srgbClr val="111111"/>
                </a:solidFill>
                <a:latin typeface="微软雅黑"/>
                <a:ea typeface="微软雅黑"/>
                <a:cs typeface="微软雅黑"/>
              </a:rPr>
              <a:t>Control signals / I/O data</a:t>
            </a:r>
          </a:p>
        </p:txBody>
      </p:sp>
      <p:sp>
        <p:nvSpPr>
          <p:cNvPr id="34" name="diagram-box-281">
            <a:extLst xmlns:a="http://schemas.openxmlformats.org/drawingml/2006/main">
              <a:ext uri="{FF2B5EF4-FFF2-40B4-BE49-F238E27FC236}">
                <a16:creationId xmlns:a16="http://schemas.microsoft.com/office/drawing/2014/main" id="{80309364-E2C3-47A0-A748-47CF1E69F1E8}"/>
              </a:ext>
            </a:extLst>
          </p:cNvPr>
          <p:cNvSpPr>
            <a:spLocks xmlns:a="http://schemas.openxmlformats.org/drawingml/2006/main" noGrp="1"/>
          </p:cNvSpPr>
          <p:nvPr/>
        </p:nvSpPr>
        <p:spPr>
          <a:xfrm xmlns:a="http://schemas.openxmlformats.org/drawingml/2006/main">
            <a:off x="6190869"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5" name="revision-text-282">
            <a:extLst xmlns:a="http://schemas.openxmlformats.org/drawingml/2006/main">
              <a:ext uri="{FF2B5EF4-FFF2-40B4-BE49-F238E27FC236}">
                <a16:creationId xmlns:a16="http://schemas.microsoft.com/office/drawing/2014/main" id="{EE86EEE8-C2B6-495A-B84D-CD42D669B991}"/>
              </a:ext>
            </a:extLst>
          </p:cNvPr>
          <p:cNvSpPr>
            <a:spLocks xmlns:a="http://schemas.openxmlformats.org/drawingml/2006/main" noGrp="1"/>
          </p:cNvSpPr>
          <p:nvPr/>
        </p:nvSpPr>
        <p:spPr>
          <a:xfrm xmlns:a="http://schemas.openxmlformats.org/drawingml/2006/main">
            <a:off x="6277546"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40" b="1">
                <a:solidFill>
                  <a:srgbClr val="111111"/>
                </a:solidFill>
                <a:latin typeface="微软雅黑"/>
                <a:ea typeface="微软雅黑"/>
                <a:cs typeface="微软雅黑"/>
              </a:defRPr>
            </a:pPr>
            <a:r>
              <a:rPr sz="1740" b="1">
                <a:solidFill>
                  <a:srgbClr val="111111"/>
                </a:solidFill>
                <a:latin typeface="微软雅黑"/>
                <a:ea typeface="微软雅黑"/>
                <a:cs typeface="微软雅黑"/>
              </a:rPr>
              <a:t>Trigger: condition → action</a:t>
            </a:r>
          </a:p>
        </p:txBody>
      </p:sp>
      <p:sp>
        <p:nvSpPr>
          <p:cNvPr id="36" name="revision-text-283">
            <a:extLst xmlns:a="http://schemas.openxmlformats.org/drawingml/2006/main">
              <a:ext uri="{FF2B5EF4-FFF2-40B4-BE49-F238E27FC236}">
                <a16:creationId xmlns:a16="http://schemas.microsoft.com/office/drawing/2014/main" id="{8FD3CE95-693B-48A9-90FD-DBEE644E86DA}"/>
              </a:ext>
            </a:extLst>
          </p:cNvPr>
          <p:cNvSpPr>
            <a:spLocks xmlns:a="http://schemas.openxmlformats.org/drawingml/2006/main" noGrp="1"/>
          </p:cNvSpPr>
          <p:nvPr/>
        </p:nvSpPr>
        <p:spPr>
          <a:xfrm xmlns:a="http://schemas.openxmlformats.org/drawingml/2006/main">
            <a:off x="6294882" y="5090732"/>
            <a:ext cx="3033713" cy="343156"/>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843" b="0">
                <a:solidFill>
                  <a:srgbClr val="111111"/>
                </a:solidFill>
                <a:latin typeface="微软雅黑"/>
                <a:ea typeface="微软雅黑"/>
                <a:cs typeface="微软雅黑"/>
              </a:defRPr>
            </a:pPr>
            <a:r>
              <a:rPr sz="1333" b="0" lang="en-US">
                <a:solidFill>
                  <a:srgbClr val="111111"/>
                </a:solidFill>
                <a:latin typeface="微软雅黑"/>
                <a:ea typeface="微软雅黑"/>
                <a:cs typeface="微软雅黑"/>
              </a:rPr>
              <a:t>Update variables/state · Send signals</a:t>
            </a:r>
          </a:p>
        </p:txBody>
      </p:sp>
      <p:sp>
        <p:nvSpPr>
          <p:cNvPr id="37" name="revision-text-284">
            <a:extLst xmlns:a="http://schemas.openxmlformats.org/drawingml/2006/main">
              <a:ext uri="{FF2B5EF4-FFF2-40B4-BE49-F238E27FC236}">
                <a16:creationId xmlns:a16="http://schemas.microsoft.com/office/drawing/2014/main" id="{D1F1FA4B-AE59-4A96-B872-EA7674D97DD0}"/>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35" b="1" lang="en-US">
                <a:solidFill>
                  <a:srgbClr val="1C3C5C"/>
                </a:solidFill>
                <a:latin typeface="微软雅黑"/>
                <a:ea typeface="微软雅黑"/>
                <a:cs typeface="微软雅黑"/>
              </a:rPr>
              <a:t>Feedback updates variables. Triggers check conditions to issue requests or advance to subsequent steps.</a:t>
            </a:r>
          </a:p>
        </p:txBody>
      </p:sp>
    </p:spTree>
    <p:extLst>
      <p:ext uri="{BB962C8B-B14F-4D97-AF65-F5344CB8AC3E}">
        <p14:creationId xmlns:p14="http://schemas.microsoft.com/office/powerpoint/2010/main" val="766473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1263E43-6D0E-4AF6-80B5-AA818779ACE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9D51215-9C35-4358-92DC-4B8415A3CDE0}"/>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850" b="1">
                <a:solidFill>
                  <a:srgbClr val="FFFFFF"/>
                </a:solidFill>
                <a:latin typeface="微软雅黑"/>
                <a:ea typeface="微软雅黑"/>
                <a:cs typeface="微软雅黑"/>
              </a:defRPr>
            </a:pPr>
            <a:r>
              <a:rPr sz="2850" b="1" lang="en-US">
                <a:solidFill>
                  <a:srgbClr val="FFFFFF"/>
                </a:solidFill>
                <a:latin typeface="微软雅黑"/>
                <a:ea typeface="微软雅黑"/>
                <a:cs typeface="微软雅黑"/>
              </a:rPr>
              <a:t>6  Constraint layer: observing execution and responding</a:t>
            </a:r>
          </a:p>
        </p:txBody>
      </p:sp>
      <p:sp>
        <p:nvSpPr>
          <p:cNvPr id="6" name="TextBox 5">
            <a:extLst xmlns:a="http://schemas.openxmlformats.org/drawingml/2006/main">
              <a:ext uri="{FF2B5EF4-FFF2-40B4-BE49-F238E27FC236}">
                <a16:creationId xmlns:a16="http://schemas.microsoft.com/office/drawing/2014/main" id="{A7B73E91-9AE5-4718-B972-76FE841377FE}"/>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BCA0302-806D-40C6-9C0D-CFC1F95ACBF2}"/>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6/10</a:t>
            </a:r>
          </a:p>
        </p:txBody>
      </p:sp>
      <p:sp>
        <p:nvSpPr>
          <p:cNvPr id="8" name="revision-text-285">
            <a:extLst xmlns:a="http://schemas.openxmlformats.org/drawingml/2006/main">
              <a:ext uri="{FF2B5EF4-FFF2-40B4-BE49-F238E27FC236}">
                <a16:creationId xmlns:a16="http://schemas.microsoft.com/office/drawing/2014/main" id="{B95D695A-D7A9-4EB7-8826-46C6C3E1DAA4}"/>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725" b="0">
                <a:solidFill>
                  <a:srgbClr val="152C40"/>
                </a:solidFill>
                <a:latin typeface="微软雅黑"/>
                <a:ea typeface="微软雅黑"/>
                <a:cs typeface="微软雅黑"/>
              </a:defRPr>
            </a:pPr>
            <a:r>
              <a:rPr sz="1635" b="0" lang="en-US">
                <a:solidFill>
                  <a:srgbClr val="152C40"/>
                </a:solidFill>
                <a:latin typeface="微软雅黑"/>
                <a:ea typeface="微软雅黑"/>
                <a:cs typeface="微软雅黑"/>
              </a:rPr>
              <a:t>Observe resource state and task context together, and return response actions through the relevant interfaces.</a:t>
            </a:r>
          </a:p>
        </p:txBody>
      </p:sp>
      <p:sp>
        <p:nvSpPr>
          <p:cNvPr id="9" name="diagram-box-286">
            <a:extLst xmlns:a="http://schemas.openxmlformats.org/drawingml/2006/main">
              <a:ext uri="{FF2B5EF4-FFF2-40B4-BE49-F238E27FC236}">
                <a16:creationId xmlns:a16="http://schemas.microsoft.com/office/drawing/2014/main" id="{72A842BF-3ADA-433F-8155-068D78D7574E}"/>
              </a:ext>
            </a:extLst>
          </p:cNvPr>
          <p:cNvSpPr>
            <a:spLocks xmlns:a="http://schemas.openxmlformats.org/drawingml/2006/main" noGrp="1"/>
          </p:cNvSpPr>
          <p:nvPr/>
        </p:nvSpPr>
        <p:spPr>
          <a:xfrm xmlns:a="http://schemas.openxmlformats.org/drawingml/2006/main">
            <a:off x="571500" y="1695450"/>
            <a:ext cx="4238625" cy="981075"/>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10" name="diagram-box-287">
            <a:extLst xmlns:a="http://schemas.openxmlformats.org/drawingml/2006/main">
              <a:ext uri="{FF2B5EF4-FFF2-40B4-BE49-F238E27FC236}">
                <a16:creationId xmlns:a16="http://schemas.microsoft.com/office/drawing/2014/main" id="{D98F575D-27E2-457C-B1C1-C93B1562DE51}"/>
              </a:ext>
            </a:extLst>
          </p:cNvPr>
          <p:cNvSpPr>
            <a:spLocks xmlns:a="http://schemas.openxmlformats.org/drawingml/2006/main" noGrp="1"/>
          </p:cNvSpPr>
          <p:nvPr/>
        </p:nvSpPr>
        <p:spPr>
          <a:xfrm xmlns:a="http://schemas.openxmlformats.org/drawingml/2006/main">
            <a:off x="571500" y="1695450"/>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11" name="revision-text-288">
            <a:extLst xmlns:a="http://schemas.openxmlformats.org/drawingml/2006/main">
              <a:ext uri="{FF2B5EF4-FFF2-40B4-BE49-F238E27FC236}">
                <a16:creationId xmlns:a16="http://schemas.microsoft.com/office/drawing/2014/main" id="{5F9C0F37-0B50-44FB-BDF7-58F557874724}"/>
              </a:ext>
            </a:extLst>
          </p:cNvPr>
          <p:cNvSpPr>
            <a:spLocks xmlns:a="http://schemas.openxmlformats.org/drawingml/2006/main" noGrp="1"/>
          </p:cNvSpPr>
          <p:nvPr/>
        </p:nvSpPr>
        <p:spPr>
          <a:xfrm xmlns:a="http://schemas.openxmlformats.org/drawingml/2006/main">
            <a:off x="647700"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12" name="revision-text-289">
            <a:extLst xmlns:a="http://schemas.openxmlformats.org/drawingml/2006/main">
              <a:ext uri="{FF2B5EF4-FFF2-40B4-BE49-F238E27FC236}">
                <a16:creationId xmlns:a16="http://schemas.microsoft.com/office/drawing/2014/main" id="{EDB19131-9838-4ABD-B4F7-51D535D0CC98}"/>
              </a:ext>
            </a:extLst>
          </p:cNvPr>
          <p:cNvSpPr>
            <a:spLocks xmlns:a="http://schemas.openxmlformats.org/drawingml/2006/main" noGrp="1"/>
          </p:cNvSpPr>
          <p:nvPr/>
        </p:nvSpPr>
        <p:spPr>
          <a:xfrm xmlns:a="http://schemas.openxmlformats.org/drawingml/2006/main">
            <a:off x="685800"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0:p xmlns:ns0="http://schemas.openxmlformats.org/drawingml/2006/main">
            <ns0:pPr algn="ctr">
              <ns0:lnSpc>
                <ns0:spcPct val="104000"/>
              </ns0:lnSpc>
              <ns0:spcBef>
                <ns0:spcPts val="0"/>
              </ns0:spcBef>
              <ns0:spcAft>
                <ns0:spcPts val="0"/>
              </ns0:spcAft>
              <ns0:buNone/>
              <ns0:defRPr sz="1575" b="0">
                <ns0:solidFill>
                  <ns0:srgbClr val="111111"/>
                </ns0:solidFill>
                <ns0:latin typeface="微软雅黑"/>
                <ns0:ea typeface="微软雅黑"/>
                <ns0:cs typeface="微软雅黑"/>
              </ns0:defRPr>
            </ns0:pPr>
            <ns0:r>
              <ns0:rPr sz="1575" b="0" lang="en-US">
                <ns0:solidFill>
                  <ns0:srgbClr val="111111"/>
                </ns0:solidFill>
                <ns0:latin typeface="微软雅黑"/>
                <ns0:ea typeface="微软雅黑"/>
                <ns0:cs typeface="微软雅黑"/>
              </ns0:rPr>
              <ns0:t>Node lifecycle and task variables</ns0:t>
            </ns0:r>
          </ns0:p>
          <ns1:p xmlns:ns1="http://schemas.openxmlformats.org/drawingml/2006/main">
            <ns1:pPr algn="ctr">
              <ns1:lnSpc>
                <ns1:spcPct val="104000"/>
              </ns1:lnSpc>
              <ns1:spcBef>
                <ns1:spcPts val="0"/>
              </ns1:spcBef>
              <ns1:spcAft>
                <ns1:spcPts val="0"/>
              </ns1:spcAft>
              <ns1:buNone/>
              <ns1:defRPr sz="1575" b="0">
                <ns1:solidFill>
                  <ns1:srgbClr val="111111"/>
                </ns1:solidFill>
                <ns1:latin typeface="微软雅黑"/>
                <ns1:ea typeface="微软雅黑"/>
                <ns1:cs typeface="微软雅黑"/>
              </ns1:defRPr>
            </ns1:pPr>
            <ns1:r>
              <ns1:rPr sz="1575" b="0" lang="en-US">
                <ns1:solidFill>
                  <ns1:srgbClr val="111111"/>
                </ns1:solidFill>
                <ns1:latin typeface="微软雅黑"/>
                <ns1:ea typeface="微软雅黑"/>
                <ns1:cs typeface="微软雅黑"/>
              </ns1:rPr>
              <ns1:t>Task execution context</ns1:t>
            </ns1:r>
          </ns1:p>
        </p:txBody>
      </p:sp>
      <p:sp>
        <p:nvSpPr>
          <p:cNvPr id="13" name="diagram-box-290">
            <a:extLst xmlns:a="http://schemas.openxmlformats.org/drawingml/2006/main">
              <a:ext uri="{FF2B5EF4-FFF2-40B4-BE49-F238E27FC236}">
                <a16:creationId xmlns:a16="http://schemas.microsoft.com/office/drawing/2014/main" id="{D172EB2E-616A-4D03-A05E-CA60887CBC9E}"/>
              </a:ext>
            </a:extLst>
          </p:cNvPr>
          <p:cNvSpPr>
            <a:spLocks xmlns:a="http://schemas.openxmlformats.org/drawingml/2006/main" noGrp="1"/>
          </p:cNvSpPr>
          <p:nvPr/>
        </p:nvSpPr>
        <p:spPr>
          <a:xfrm xmlns:a="http://schemas.openxmlformats.org/drawingml/2006/main">
            <a:off x="7381875" y="1695450"/>
            <a:ext cx="4238625" cy="981075"/>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14" name="diagram-box-291">
            <a:extLst xmlns:a="http://schemas.openxmlformats.org/drawingml/2006/main">
              <a:ext uri="{FF2B5EF4-FFF2-40B4-BE49-F238E27FC236}">
                <a16:creationId xmlns:a16="http://schemas.microsoft.com/office/drawing/2014/main" id="{B5970672-7A74-4DEE-BC3F-7C79A75D23C4}"/>
              </a:ext>
            </a:extLst>
          </p:cNvPr>
          <p:cNvSpPr>
            <a:spLocks xmlns:a="http://schemas.openxmlformats.org/drawingml/2006/main" noGrp="1"/>
          </p:cNvSpPr>
          <p:nvPr/>
        </p:nvSpPr>
        <p:spPr>
          <a:xfrm xmlns:a="http://schemas.openxmlformats.org/drawingml/2006/main">
            <a:off x="7381875" y="1695450"/>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15" name="revision-text-292">
            <a:extLst xmlns:a="http://schemas.openxmlformats.org/drawingml/2006/main">
              <a:ext uri="{FF2B5EF4-FFF2-40B4-BE49-F238E27FC236}">
                <a16:creationId xmlns:a16="http://schemas.microsoft.com/office/drawing/2014/main" id="{4DD95A76-4267-4880-A520-D27EDC26C35E}"/>
              </a:ext>
            </a:extLst>
          </p:cNvPr>
          <p:cNvSpPr>
            <a:spLocks xmlns:a="http://schemas.openxmlformats.org/drawingml/2006/main" noGrp="1"/>
          </p:cNvSpPr>
          <p:nvPr/>
        </p:nvSpPr>
        <p:spPr>
          <a:xfrm xmlns:a="http://schemas.openxmlformats.org/drawingml/2006/main">
            <a:off x="7458075"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16" name="revision-text-293">
            <a:extLst xmlns:a="http://schemas.openxmlformats.org/drawingml/2006/main">
              <a:ext uri="{FF2B5EF4-FFF2-40B4-BE49-F238E27FC236}">
                <a16:creationId xmlns:a16="http://schemas.microsoft.com/office/drawing/2014/main" id="{1428DD4D-314B-43A8-86CD-CDF2F83A1452}"/>
              </a:ext>
            </a:extLst>
          </p:cNvPr>
          <p:cNvSpPr>
            <a:spLocks xmlns:a="http://schemas.openxmlformats.org/drawingml/2006/main" noGrp="1"/>
          </p:cNvSpPr>
          <p:nvPr/>
        </p:nvSpPr>
        <p:spPr>
          <a:xfrm xmlns:a="http://schemas.openxmlformats.org/drawingml/2006/main">
            <a:off x="7496175"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Device state and attributes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Measurements</a:t>
            </a:r>
          </a:p>
        </p:txBody>
      </p:sp>
      <p:sp>
        <p:nvSpPr>
          <p:cNvPr id="17" name="diagram-box-294">
            <a:extLst xmlns:a="http://schemas.openxmlformats.org/drawingml/2006/main">
              <a:ext uri="{FF2B5EF4-FFF2-40B4-BE49-F238E27FC236}">
                <a16:creationId xmlns:a16="http://schemas.microsoft.com/office/drawing/2014/main" id="{CC8600FD-0BC7-4C45-9C57-7049D014D37D}"/>
              </a:ext>
            </a:extLst>
          </p:cNvPr>
          <p:cNvSpPr>
            <a:spLocks xmlns:a="http://schemas.openxmlformats.org/drawingml/2006/main" noGrp="1"/>
          </p:cNvSpPr>
          <p:nvPr/>
        </p:nvSpPr>
        <p:spPr>
          <a:xfrm xmlns:a="http://schemas.openxmlformats.org/drawingml/2006/main">
            <a:off x="571500" y="3838575"/>
            <a:ext cx="11049000" cy="10477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8" name="diagram-box-295">
            <a:extLst xmlns:a="http://schemas.openxmlformats.org/drawingml/2006/main">
              <a:ext uri="{FF2B5EF4-FFF2-40B4-BE49-F238E27FC236}">
                <a16:creationId xmlns:a16="http://schemas.microsoft.com/office/drawing/2014/main" id="{862F13DC-AC1F-447A-A17F-80801DBCD481}"/>
              </a:ext>
            </a:extLst>
          </p:cNvPr>
          <p:cNvSpPr>
            <a:spLocks xmlns:a="http://schemas.openxmlformats.org/drawingml/2006/main" noGrp="1"/>
          </p:cNvSpPr>
          <p:nvPr/>
        </p:nvSpPr>
        <p:spPr>
          <a:xfrm xmlns:a="http://schemas.openxmlformats.org/drawingml/2006/main">
            <a:off x="571500" y="38385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9" name="revision-text-296">
            <a:extLst xmlns:a="http://schemas.openxmlformats.org/drawingml/2006/main">
              <a:ext uri="{FF2B5EF4-FFF2-40B4-BE49-F238E27FC236}">
                <a16:creationId xmlns:a16="http://schemas.microsoft.com/office/drawing/2014/main" id="{BA2D37B4-3C55-4FB7-BB44-962DBFD376B7}"/>
              </a:ext>
            </a:extLst>
          </p:cNvPr>
          <p:cNvSpPr>
            <a:spLocks xmlns:a="http://schemas.openxmlformats.org/drawingml/2006/main" noGrp="1"/>
          </p:cNvSpPr>
          <p:nvPr/>
        </p:nvSpPr>
        <p:spPr>
          <a:xfrm xmlns:a="http://schemas.openxmlformats.org/drawingml/2006/main">
            <a:off x="647700" y="38671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20" name="diagram-box-297">
            <a:extLst xmlns:a="http://schemas.openxmlformats.org/drawingml/2006/main">
              <a:ext uri="{FF2B5EF4-FFF2-40B4-BE49-F238E27FC236}">
                <a16:creationId xmlns:a16="http://schemas.microsoft.com/office/drawing/2014/main" id="{64A97DED-0054-4BA5-9674-DB905E138BDA}"/>
              </a:ext>
            </a:extLst>
          </p:cNvPr>
          <p:cNvSpPr>
            <a:spLocks xmlns:a="http://schemas.openxmlformats.org/drawingml/2006/main" noGrp="1"/>
          </p:cNvSpPr>
          <p:nvPr/>
        </p:nvSpPr>
        <p:spPr>
          <a:xfrm xmlns:a="http://schemas.openxmlformats.org/drawingml/2006/main">
            <a:off x="7810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1" name="revision-text-298">
            <a:extLst xmlns:a="http://schemas.openxmlformats.org/drawingml/2006/main">
              <a:ext uri="{FF2B5EF4-FFF2-40B4-BE49-F238E27FC236}">
                <a16:creationId xmlns:a16="http://schemas.microsoft.com/office/drawing/2014/main" id="{21D6FFB6-6A2D-49F8-BDF8-108CA05BE69C}"/>
              </a:ext>
            </a:extLst>
          </p:cNvPr>
          <p:cNvSpPr>
            <a:spLocks xmlns:a="http://schemas.openxmlformats.org/drawingml/2006/main" noGrp="1"/>
          </p:cNvSpPr>
          <p:nvPr/>
        </p:nvSpPr>
        <p:spPr>
          <a:xfrm xmlns:a="http://schemas.openxmlformats.org/drawingml/2006/main">
            <a:off x="8286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Observation space</a:t>
            </a:r>
          </a:p>
        </p:txBody>
      </p:sp>
      <p:sp>
        <p:nvSpPr>
          <p:cNvPr id="22" name="revision-text-299">
            <a:extLst xmlns:a="http://schemas.openxmlformats.org/drawingml/2006/main">
              <a:ext uri="{FF2B5EF4-FFF2-40B4-BE49-F238E27FC236}">
                <a16:creationId xmlns:a16="http://schemas.microsoft.com/office/drawing/2014/main" id="{C80D4A64-5F81-4EEC-9C4A-22A016E28C14}"/>
              </a:ext>
            </a:extLst>
          </p:cNvPr>
          <p:cNvSpPr>
            <a:spLocks xmlns:a="http://schemas.openxmlformats.org/drawingml/2006/main" noGrp="1"/>
          </p:cNvSpPr>
          <p:nvPr/>
        </p:nvSpPr>
        <p:spPr>
          <a:xfrm xmlns:a="http://schemas.openxmlformats.org/drawingml/2006/main">
            <a:off x="838200" y="4467225"/>
            <a:ext cx="3009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1035" b="0" lang="en-US">
                <a:solidFill>
                  <a:srgbClr val="111111"/>
                </a:solidFill>
                <a:latin typeface="微软雅黑"/>
                <a:ea typeface="微软雅黑"/>
                <a:cs typeface="微软雅黑"/>
              </a:rPr>
              <a:t>Device state and attributes / Workflow context</a:t>
            </a:r>
          </a:p>
        </p:txBody>
      </p:sp>
      <p:sp>
        <p:nvSpPr>
          <p:cNvPr id="23" name="diagram-box-300">
            <a:extLst xmlns:a="http://schemas.openxmlformats.org/drawingml/2006/main">
              <a:ext uri="{FF2B5EF4-FFF2-40B4-BE49-F238E27FC236}">
                <a16:creationId xmlns:a16="http://schemas.microsoft.com/office/drawing/2014/main" id="{04DCA1FD-7595-48DD-82CC-732AC76E12E0}"/>
              </a:ext>
            </a:extLst>
          </p:cNvPr>
          <p:cNvSpPr>
            <a:spLocks xmlns:a="http://schemas.openxmlformats.org/drawingml/2006/main" noGrp="1"/>
          </p:cNvSpPr>
          <p:nvPr/>
        </p:nvSpPr>
        <p:spPr>
          <a:xfrm xmlns:a="http://schemas.openxmlformats.org/drawingml/2006/main">
            <a:off x="453390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4" name="revision-text-301">
            <a:extLst xmlns:a="http://schemas.openxmlformats.org/drawingml/2006/main">
              <a:ext uri="{FF2B5EF4-FFF2-40B4-BE49-F238E27FC236}">
                <a16:creationId xmlns:a16="http://schemas.microsoft.com/office/drawing/2014/main" id="{ED7F2238-957C-4FD2-AB8E-1B68FC6B974B}"/>
              </a:ext>
            </a:extLst>
          </p:cNvPr>
          <p:cNvSpPr>
            <a:spLocks xmlns:a="http://schemas.openxmlformats.org/drawingml/2006/main" noGrp="1"/>
          </p:cNvSpPr>
          <p:nvPr/>
        </p:nvSpPr>
        <p:spPr>
          <a:xfrm xmlns:a="http://schemas.openxmlformats.org/drawingml/2006/main">
            <a:off x="458152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Constraint rules</a:t>
            </a:r>
          </a:p>
        </p:txBody>
      </p:sp>
      <p:sp>
        <p:nvSpPr>
          <p:cNvPr id="25" name="revision-text-302">
            <a:extLst xmlns:a="http://schemas.openxmlformats.org/drawingml/2006/main">
              <a:ext uri="{FF2B5EF4-FFF2-40B4-BE49-F238E27FC236}">
                <a16:creationId xmlns:a16="http://schemas.microsoft.com/office/drawing/2014/main" id="{A15114EE-6201-484E-A4ED-D15649E4DE32}"/>
              </a:ext>
            </a:extLst>
          </p:cNvPr>
          <p:cNvSpPr>
            <a:spLocks xmlns:a="http://schemas.openxmlformats.org/drawingml/2006/main" noGrp="1"/>
          </p:cNvSpPr>
          <p:nvPr/>
        </p:nvSpPr>
        <p:spPr>
          <a:xfrm xmlns:a="http://schemas.openxmlformats.org/drawingml/2006/main">
            <a:off x="4591050" y="4467225"/>
            <a:ext cx="3009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lang="en-US">
                <a:solidFill>
                  <a:srgbClr val="111111"/>
                </a:solidFill>
                <a:latin typeface="微软雅黑"/>
                <a:ea typeface="微软雅黑"/>
                <a:cs typeface="微软雅黑"/>
              </a:rPr>
              <a:t>Laboratory-wide / Task constraints</a:t>
            </a:r>
          </a:p>
        </p:txBody>
      </p:sp>
      <p:sp>
        <p:nvSpPr>
          <p:cNvPr id="26" name="diagram-box-303">
            <a:extLst xmlns:a="http://schemas.openxmlformats.org/drawingml/2006/main">
              <a:ext uri="{FF2B5EF4-FFF2-40B4-BE49-F238E27FC236}">
                <a16:creationId xmlns:a16="http://schemas.microsoft.com/office/drawing/2014/main" id="{A729CB1B-F419-437D-B308-E2C951794960}"/>
              </a:ext>
            </a:extLst>
          </p:cNvPr>
          <p:cNvSpPr>
            <a:spLocks xmlns:a="http://schemas.openxmlformats.org/drawingml/2006/main" noGrp="1"/>
          </p:cNvSpPr>
          <p:nvPr/>
        </p:nvSpPr>
        <p:spPr>
          <a:xfrm xmlns:a="http://schemas.openxmlformats.org/drawingml/2006/main">
            <a:off x="82867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7" name="revision-text-304">
            <a:extLst xmlns:a="http://schemas.openxmlformats.org/drawingml/2006/main">
              <a:ext uri="{FF2B5EF4-FFF2-40B4-BE49-F238E27FC236}">
                <a16:creationId xmlns:a16="http://schemas.microsoft.com/office/drawing/2014/main" id="{31D43759-3312-4BE6-9221-63B1624A746C}"/>
              </a:ext>
            </a:extLst>
          </p:cNvPr>
          <p:cNvSpPr>
            <a:spLocks xmlns:a="http://schemas.openxmlformats.org/drawingml/2006/main" noGrp="1"/>
          </p:cNvSpPr>
          <p:nvPr/>
        </p:nvSpPr>
        <p:spPr>
          <a:xfrm xmlns:a="http://schemas.openxmlformats.org/drawingml/2006/main">
            <a:off x="8334375" y="4276725"/>
            <a:ext cx="3028950" cy="24984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Response actions</a:t>
            </a:r>
          </a:p>
        </p:txBody>
      </p:sp>
      <p:sp>
        <p:nvSpPr>
          <p:cNvPr id="28" name="revision-text-305">
            <a:extLst xmlns:a="http://schemas.openxmlformats.org/drawingml/2006/main">
              <a:ext uri="{FF2B5EF4-FFF2-40B4-BE49-F238E27FC236}">
                <a16:creationId xmlns:a16="http://schemas.microsoft.com/office/drawing/2014/main" id="{96C774C7-3F79-4E85-84AF-0D7EC44EED22}"/>
              </a:ext>
            </a:extLst>
          </p:cNvPr>
          <p:cNvSpPr>
            <a:spLocks xmlns:a="http://schemas.openxmlformats.org/drawingml/2006/main" noGrp="1"/>
          </p:cNvSpPr>
          <p:nvPr/>
        </p:nvSpPr>
        <p:spPr>
          <a:xfrm xmlns:a="http://schemas.openxmlformats.org/drawingml/2006/main">
            <a:off x="8343900" y="4467225"/>
            <a:ext cx="3009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1125" b="0" lang="en-US">
                <a:solidFill>
                  <a:srgbClr val="111111"/>
                </a:solidFill>
                <a:latin typeface="微软雅黑"/>
                <a:ea typeface="微软雅黑"/>
                <a:cs typeface="微软雅黑"/>
              </a:rPr>
              <a:t>Device actions / Warnings / Alarms / Abort</a:t>
            </a:r>
          </a:p>
        </p:txBody>
      </p:sp>
      <p:sp>
        <p:nvSpPr>
          <p:cNvPr id="29" name="diagram-line-306">
            <a:extLst xmlns:a="http://schemas.openxmlformats.org/drawingml/2006/main">
              <a:ext uri="{FF2B5EF4-FFF2-40B4-BE49-F238E27FC236}">
                <a16:creationId xmlns:a16="http://schemas.microsoft.com/office/drawing/2014/main" id="{D8235FAB-F743-45B9-9F3C-E9ACF53BD5DB}"/>
              </a:ext>
            </a:extLst>
          </p:cNvPr>
          <p:cNvSpPr>
            <a:spLocks xmlns:a="http://schemas.openxmlformats.org/drawingml/2006/main" noGrp="1"/>
          </p:cNvSpPr>
          <p:nvPr/>
        </p:nvSpPr>
        <p:spPr>
          <a:xfrm xmlns:a="http://schemas.openxmlformats.org/drawingml/2006/main">
            <a:off x="390525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0" name="diagram-poly-307">
            <a:extLst xmlns:a="http://schemas.openxmlformats.org/drawingml/2006/main">
              <a:ext uri="{FF2B5EF4-FFF2-40B4-BE49-F238E27FC236}">
                <a16:creationId xmlns:a16="http://schemas.microsoft.com/office/drawing/2014/main" id="{D03FB178-3063-45B5-AB3F-09638A3EA59D}"/>
              </a:ext>
            </a:extLst>
          </p:cNvPr>
          <p:cNvSpPr>
            <a:spLocks xmlns:a="http://schemas.openxmlformats.org/drawingml/2006/main" noGrp="1"/>
          </p:cNvSpPr>
          <p:nvPr/>
        </p:nvSpPr>
        <p:spPr>
          <a:xfrm xmlns:a="http://schemas.openxmlformats.org/drawingml/2006/main">
            <a:off x="446722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1" name="diagram-line-308">
            <a:extLst xmlns:a="http://schemas.openxmlformats.org/drawingml/2006/main">
              <a:ext uri="{FF2B5EF4-FFF2-40B4-BE49-F238E27FC236}">
                <a16:creationId xmlns:a16="http://schemas.microsoft.com/office/drawing/2014/main" id="{CB0009F0-4B4B-45F6-84F1-0E344142355F}"/>
              </a:ext>
            </a:extLst>
          </p:cNvPr>
          <p:cNvSpPr>
            <a:spLocks xmlns:a="http://schemas.openxmlformats.org/drawingml/2006/main" noGrp="1"/>
          </p:cNvSpPr>
          <p:nvPr/>
        </p:nvSpPr>
        <p:spPr>
          <a:xfrm xmlns:a="http://schemas.openxmlformats.org/drawingml/2006/main">
            <a:off x="765810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2" name="diagram-poly-309">
            <a:extLst xmlns:a="http://schemas.openxmlformats.org/drawingml/2006/main">
              <a:ext uri="{FF2B5EF4-FFF2-40B4-BE49-F238E27FC236}">
                <a16:creationId xmlns:a16="http://schemas.microsoft.com/office/drawing/2014/main" id="{3F30C838-B014-4995-9EC3-E0C36C98AF75}"/>
              </a:ext>
            </a:extLst>
          </p:cNvPr>
          <p:cNvSpPr>
            <a:spLocks xmlns:a="http://schemas.openxmlformats.org/drawingml/2006/main" noGrp="1"/>
          </p:cNvSpPr>
          <p:nvPr/>
        </p:nvSpPr>
        <p:spPr>
          <a:xfrm xmlns:a="http://schemas.openxmlformats.org/drawingml/2006/main">
            <a:off x="822007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3" name="diagram-line-310">
            <a:extLst xmlns:a="http://schemas.openxmlformats.org/drawingml/2006/main">
              <a:ext uri="{FF2B5EF4-FFF2-40B4-BE49-F238E27FC236}">
                <a16:creationId xmlns:a16="http://schemas.microsoft.com/office/drawing/2014/main" id="{58FCCEF9-A829-4F0F-8506-B450226004AE}"/>
              </a:ext>
            </a:extLst>
          </p:cNvPr>
          <p:cNvSpPr>
            <a:spLocks xmlns:a="http://schemas.openxmlformats.org/drawingml/2006/main" noGrp="1"/>
          </p:cNvSpPr>
          <p:nvPr/>
        </p:nvSpPr>
        <p:spPr>
          <a:xfrm xmlns:a="http://schemas.openxmlformats.org/drawingml/2006/main">
            <a:off x="29051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4" name="diagram-line-311">
            <a:extLst xmlns:a="http://schemas.openxmlformats.org/drawingml/2006/main">
              <a:ext uri="{FF2B5EF4-FFF2-40B4-BE49-F238E27FC236}">
                <a16:creationId xmlns:a16="http://schemas.microsoft.com/office/drawing/2014/main" id="{78B23F70-91A0-4800-8067-D87593129CC3}"/>
              </a:ext>
            </a:extLst>
          </p:cNvPr>
          <p:cNvSpPr>
            <a:spLocks xmlns:a="http://schemas.openxmlformats.org/drawingml/2006/main" noGrp="1"/>
          </p:cNvSpPr>
          <p:nvPr/>
        </p:nvSpPr>
        <p:spPr>
          <a:xfrm xmlns:a="http://schemas.openxmlformats.org/drawingml/2006/main">
            <a:off x="29051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5" name="diagram-line-312">
            <a:extLst xmlns:a="http://schemas.openxmlformats.org/drawingml/2006/main">
              <a:ext uri="{FF2B5EF4-FFF2-40B4-BE49-F238E27FC236}">
                <a16:creationId xmlns:a16="http://schemas.microsoft.com/office/drawing/2014/main" id="{4595A9DA-F6D6-4016-95CB-CAC1581E975A}"/>
              </a:ext>
            </a:extLst>
          </p:cNvPr>
          <p:cNvSpPr>
            <a:spLocks xmlns:a="http://schemas.openxmlformats.org/drawingml/2006/main" noGrp="1"/>
          </p:cNvSpPr>
          <p:nvPr/>
        </p:nvSpPr>
        <p:spPr>
          <a:xfrm xmlns:a="http://schemas.openxmlformats.org/drawingml/2006/main">
            <a:off x="29051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6" name="diagram-line-313">
            <a:extLst xmlns:a="http://schemas.openxmlformats.org/drawingml/2006/main">
              <a:ext uri="{FF2B5EF4-FFF2-40B4-BE49-F238E27FC236}">
                <a16:creationId xmlns:a16="http://schemas.microsoft.com/office/drawing/2014/main" id="{E8A54181-6C51-4A44-9CE0-FD11FEB75F06}"/>
              </a:ext>
            </a:extLst>
          </p:cNvPr>
          <p:cNvSpPr>
            <a:spLocks xmlns:a="http://schemas.openxmlformats.org/drawingml/2006/main" noGrp="1"/>
          </p:cNvSpPr>
          <p:nvPr/>
        </p:nvSpPr>
        <p:spPr>
          <a:xfrm xmlns:a="http://schemas.openxmlformats.org/drawingml/2006/main">
            <a:off x="2905125" y="3019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7" name="diagram-line-314">
            <a:extLst xmlns:a="http://schemas.openxmlformats.org/drawingml/2006/main">
              <a:ext uri="{FF2B5EF4-FFF2-40B4-BE49-F238E27FC236}">
                <a16:creationId xmlns:a16="http://schemas.microsoft.com/office/drawing/2014/main" id="{3C237BBD-53E9-4BE3-AD49-CCA5229B555B}"/>
              </a:ext>
            </a:extLst>
          </p:cNvPr>
          <p:cNvSpPr>
            <a:spLocks xmlns:a="http://schemas.openxmlformats.org/drawingml/2006/main" noGrp="1"/>
          </p:cNvSpPr>
          <p:nvPr/>
        </p:nvSpPr>
        <p:spPr>
          <a:xfrm xmlns:a="http://schemas.openxmlformats.org/drawingml/2006/main">
            <a:off x="2905125" y="3133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8" name="diagram-line-315">
            <a:extLst xmlns:a="http://schemas.openxmlformats.org/drawingml/2006/main">
              <a:ext uri="{FF2B5EF4-FFF2-40B4-BE49-F238E27FC236}">
                <a16:creationId xmlns:a16="http://schemas.microsoft.com/office/drawing/2014/main" id="{6B69814E-1F64-4642-A602-66CF4840B1C4}"/>
              </a:ext>
            </a:extLst>
          </p:cNvPr>
          <p:cNvSpPr>
            <a:spLocks xmlns:a="http://schemas.openxmlformats.org/drawingml/2006/main" noGrp="1"/>
          </p:cNvSpPr>
          <p:nvPr/>
        </p:nvSpPr>
        <p:spPr>
          <a:xfrm xmlns:a="http://schemas.openxmlformats.org/drawingml/2006/main">
            <a:off x="2905125" y="3248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9" name="diagram-line-316">
            <a:extLst xmlns:a="http://schemas.openxmlformats.org/drawingml/2006/main">
              <a:ext uri="{FF2B5EF4-FFF2-40B4-BE49-F238E27FC236}">
                <a16:creationId xmlns:a16="http://schemas.microsoft.com/office/drawing/2014/main" id="{101C6761-BD8A-41C1-A076-5F95A20FCA9F}"/>
              </a:ext>
            </a:extLst>
          </p:cNvPr>
          <p:cNvSpPr>
            <a:spLocks xmlns:a="http://schemas.openxmlformats.org/drawingml/2006/main" noGrp="1"/>
          </p:cNvSpPr>
          <p:nvPr/>
        </p:nvSpPr>
        <p:spPr>
          <a:xfrm xmlns:a="http://schemas.openxmlformats.org/drawingml/2006/main">
            <a:off x="2905125" y="3362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0" name="diagram-line-317">
            <a:extLst xmlns:a="http://schemas.openxmlformats.org/drawingml/2006/main">
              <a:ext uri="{FF2B5EF4-FFF2-40B4-BE49-F238E27FC236}">
                <a16:creationId xmlns:a16="http://schemas.microsoft.com/office/drawing/2014/main" id="{426C6A96-8930-4696-8002-B28ACE694097}"/>
              </a:ext>
            </a:extLst>
          </p:cNvPr>
          <p:cNvSpPr>
            <a:spLocks xmlns:a="http://schemas.openxmlformats.org/drawingml/2006/main" noGrp="1"/>
          </p:cNvSpPr>
          <p:nvPr/>
        </p:nvSpPr>
        <p:spPr>
          <a:xfrm xmlns:a="http://schemas.openxmlformats.org/drawingml/2006/main">
            <a:off x="2905125" y="34766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1" name="diagram-line-318">
            <a:extLst xmlns:a="http://schemas.openxmlformats.org/drawingml/2006/main">
              <a:ext uri="{FF2B5EF4-FFF2-40B4-BE49-F238E27FC236}">
                <a16:creationId xmlns:a16="http://schemas.microsoft.com/office/drawing/2014/main" id="{99B36CA1-54C0-4F01-9575-E585700EA218}"/>
              </a:ext>
            </a:extLst>
          </p:cNvPr>
          <p:cNvSpPr>
            <a:spLocks xmlns:a="http://schemas.openxmlformats.org/drawingml/2006/main" noGrp="1"/>
          </p:cNvSpPr>
          <p:nvPr/>
        </p:nvSpPr>
        <p:spPr>
          <a:xfrm xmlns:a="http://schemas.openxmlformats.org/drawingml/2006/main">
            <a:off x="2905125" y="35909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2" name="diagram-line-319">
            <a:extLst xmlns:a="http://schemas.openxmlformats.org/drawingml/2006/main">
              <a:ext uri="{FF2B5EF4-FFF2-40B4-BE49-F238E27FC236}">
                <a16:creationId xmlns:a16="http://schemas.microsoft.com/office/drawing/2014/main" id="{638BB76B-F03D-4780-94F3-17EB4E880012}"/>
              </a:ext>
            </a:extLst>
          </p:cNvPr>
          <p:cNvSpPr>
            <a:spLocks xmlns:a="http://schemas.openxmlformats.org/drawingml/2006/main" noGrp="1"/>
          </p:cNvSpPr>
          <p:nvPr/>
        </p:nvSpPr>
        <p:spPr>
          <a:xfrm xmlns:a="http://schemas.openxmlformats.org/drawingml/2006/main">
            <a:off x="2905125" y="37052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3" name="diagram-line-320">
            <a:extLst xmlns:a="http://schemas.openxmlformats.org/drawingml/2006/main">
              <a:ext uri="{FF2B5EF4-FFF2-40B4-BE49-F238E27FC236}">
                <a16:creationId xmlns:a16="http://schemas.microsoft.com/office/drawing/2014/main" id="{3DF4A962-B35E-46D6-BE83-8F88C27DEC41}"/>
              </a:ext>
            </a:extLst>
          </p:cNvPr>
          <p:cNvSpPr>
            <a:spLocks xmlns:a="http://schemas.openxmlformats.org/drawingml/2006/main" noGrp="1"/>
          </p:cNvSpPr>
          <p:nvPr/>
        </p:nvSpPr>
        <p:spPr>
          <a:xfrm xmlns:a="http://schemas.openxmlformats.org/drawingml/2006/main">
            <a:off x="2905125" y="3819525"/>
            <a:ext cx="191" cy="19050"/>
          </a:xfrm>
          <a:custGeom xmlns:a="http://schemas.openxmlformats.org/drawingml/2006/main">
            <a:pathLst>
              <a:path w="191" h="19050">
                <a:moveTo>
                  <a:pt x="0" y="0"/>
                </a:moveTo>
                <a:lnTo>
                  <a:pt x="0" y="19050"/>
                </a:lnTo>
              </a:path>
            </a:pathLst>
          </a:custGeom>
          <a:noFill xmlns:a="http://schemas.openxmlformats.org/drawingml/2006/main"/>
          <a:ln xmlns:a="http://schemas.openxmlformats.org/drawingml/2006/main" w="14288">
            <a:solidFill>
              <a:srgbClr val="9A83BB"/>
            </a:solidFill>
          </a:ln>
        </p:spPr>
      </p:sp>
      <p:sp>
        <p:nvSpPr>
          <p:cNvPr id="44" name="diagram-poly-321">
            <a:extLst xmlns:a="http://schemas.openxmlformats.org/drawingml/2006/main">
              <a:ext uri="{FF2B5EF4-FFF2-40B4-BE49-F238E27FC236}">
                <a16:creationId xmlns:a16="http://schemas.microsoft.com/office/drawing/2014/main" id="{65BF1B7B-6CBF-479F-B982-F91ED1666A93}"/>
              </a:ext>
            </a:extLst>
          </p:cNvPr>
          <p:cNvSpPr>
            <a:spLocks xmlns:a="http://schemas.openxmlformats.org/drawingml/2006/main" noGrp="1"/>
          </p:cNvSpPr>
          <p:nvPr/>
        </p:nvSpPr>
        <p:spPr>
          <a:xfrm xmlns:a="http://schemas.openxmlformats.org/drawingml/2006/main">
            <a:off x="2875598" y="37719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45" name="revision-text-322">
            <a:extLst xmlns:a="http://schemas.openxmlformats.org/drawingml/2006/main">
              <a:ext uri="{FF2B5EF4-FFF2-40B4-BE49-F238E27FC236}">
                <a16:creationId xmlns:a16="http://schemas.microsoft.com/office/drawing/2014/main" id="{6D54FCB9-CEF1-49BD-B115-4DEA6862A13C}"/>
              </a:ext>
            </a:extLst>
          </p:cNvPr>
          <p:cNvSpPr>
            <a:spLocks xmlns:a="http://schemas.openxmlformats.org/drawingml/2006/main" noGrp="1"/>
          </p:cNvSpPr>
          <p:nvPr/>
        </p:nvSpPr>
        <p:spPr>
          <a:xfrm xmlns:a="http://schemas.openxmlformats.org/drawingml/2006/main">
            <a:off x="723900" y="3095625"/>
            <a:ext cx="211455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85" b="0">
                <a:solidFill>
                  <a:srgbClr val="9A83BB"/>
                </a:solidFill>
                <a:latin typeface="微软雅黑"/>
                <a:ea typeface="微软雅黑"/>
                <a:cs typeface="微软雅黑"/>
              </a:defRPr>
            </a:pPr>
            <a:r>
              <a:rPr sz="1485" b="0">
                <a:solidFill>
                  <a:srgbClr val="9A83BB"/>
                </a:solidFill>
                <a:latin typeface="微软雅黑"/>
                <a:ea typeface="微软雅黑"/>
                <a:cs typeface="微软雅黑"/>
              </a:rPr>
              <a:t>Workflow observations</a:t>
            </a:r>
          </a:p>
        </p:txBody>
      </p:sp>
      <p:sp>
        <p:nvSpPr>
          <p:cNvPr id="46" name="diagram-line-323">
            <a:extLst xmlns:a="http://schemas.openxmlformats.org/drawingml/2006/main">
              <a:ext uri="{FF2B5EF4-FFF2-40B4-BE49-F238E27FC236}">
                <a16:creationId xmlns:a16="http://schemas.microsoft.com/office/drawing/2014/main" id="{F117C527-4167-4FEF-A23F-4EC89BF7E26F}"/>
              </a:ext>
            </a:extLst>
          </p:cNvPr>
          <p:cNvSpPr>
            <a:spLocks xmlns:a="http://schemas.openxmlformats.org/drawingml/2006/main" noGrp="1"/>
          </p:cNvSpPr>
          <p:nvPr/>
        </p:nvSpPr>
        <p:spPr>
          <a:xfrm xmlns:a="http://schemas.openxmlformats.org/drawingml/2006/main">
            <a:off x="99536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7" name="diagram-line-324">
            <a:extLst xmlns:a="http://schemas.openxmlformats.org/drawingml/2006/main">
              <a:ext uri="{FF2B5EF4-FFF2-40B4-BE49-F238E27FC236}">
                <a16:creationId xmlns:a16="http://schemas.microsoft.com/office/drawing/2014/main" id="{FC10F012-7F70-4460-BFDB-A0FCEAE13BD2}"/>
              </a:ext>
            </a:extLst>
          </p:cNvPr>
          <p:cNvSpPr>
            <a:spLocks xmlns:a="http://schemas.openxmlformats.org/drawingml/2006/main" noGrp="1"/>
          </p:cNvSpPr>
          <p:nvPr/>
        </p:nvSpPr>
        <p:spPr>
          <a:xfrm xmlns:a="http://schemas.openxmlformats.org/drawingml/2006/main">
            <a:off x="99536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8" name="diagram-line-325">
            <a:extLst xmlns:a="http://schemas.openxmlformats.org/drawingml/2006/main">
              <a:ext uri="{FF2B5EF4-FFF2-40B4-BE49-F238E27FC236}">
                <a16:creationId xmlns:a16="http://schemas.microsoft.com/office/drawing/2014/main" id="{A1D4AAF0-94E5-40EB-8EF1-54DB37C5ABC9}"/>
              </a:ext>
            </a:extLst>
          </p:cNvPr>
          <p:cNvSpPr>
            <a:spLocks xmlns:a="http://schemas.openxmlformats.org/drawingml/2006/main" noGrp="1"/>
          </p:cNvSpPr>
          <p:nvPr/>
        </p:nvSpPr>
        <p:spPr>
          <a:xfrm xmlns:a="http://schemas.openxmlformats.org/drawingml/2006/main">
            <a:off x="99536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9" name="diagram-line-326">
            <a:extLst xmlns:a="http://schemas.openxmlformats.org/drawingml/2006/main">
              <a:ext uri="{FF2B5EF4-FFF2-40B4-BE49-F238E27FC236}">
                <a16:creationId xmlns:a16="http://schemas.microsoft.com/office/drawing/2014/main" id="{4A0174DB-A182-4036-BBC0-03FBAE0BDA64}"/>
              </a:ext>
            </a:extLst>
          </p:cNvPr>
          <p:cNvSpPr>
            <a:spLocks xmlns:a="http://schemas.openxmlformats.org/drawingml/2006/main" noGrp="1"/>
          </p:cNvSpPr>
          <p:nvPr/>
        </p:nvSpPr>
        <p:spPr>
          <a:xfrm xmlns:a="http://schemas.openxmlformats.org/drawingml/2006/main">
            <a:off x="9953625" y="301942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50" name="diagram-line-327">
            <a:extLst xmlns:a="http://schemas.openxmlformats.org/drawingml/2006/main">
              <a:ext uri="{FF2B5EF4-FFF2-40B4-BE49-F238E27FC236}">
                <a16:creationId xmlns:a16="http://schemas.microsoft.com/office/drawing/2014/main" id="{BA4ADA71-F4A5-4A77-961A-7B59F8326F30}"/>
              </a:ext>
            </a:extLst>
          </p:cNvPr>
          <p:cNvSpPr>
            <a:spLocks xmlns:a="http://schemas.openxmlformats.org/drawingml/2006/main" noGrp="1"/>
          </p:cNvSpPr>
          <p:nvPr/>
        </p:nvSpPr>
        <p:spPr>
          <a:xfrm xmlns:a="http://schemas.openxmlformats.org/drawingml/2006/main">
            <a:off x="9886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1" name="diagram-line-328">
            <a:extLst xmlns:a="http://schemas.openxmlformats.org/drawingml/2006/main">
              <a:ext uri="{FF2B5EF4-FFF2-40B4-BE49-F238E27FC236}">
                <a16:creationId xmlns:a16="http://schemas.microsoft.com/office/drawing/2014/main" id="{783A50DF-475E-48A6-A289-64119CEF9D12}"/>
              </a:ext>
            </a:extLst>
          </p:cNvPr>
          <p:cNvSpPr>
            <a:spLocks xmlns:a="http://schemas.openxmlformats.org/drawingml/2006/main" noGrp="1"/>
          </p:cNvSpPr>
          <p:nvPr/>
        </p:nvSpPr>
        <p:spPr>
          <a:xfrm xmlns:a="http://schemas.openxmlformats.org/drawingml/2006/main">
            <a:off x="9772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2" name="diagram-line-329">
            <a:extLst xmlns:a="http://schemas.openxmlformats.org/drawingml/2006/main">
              <a:ext uri="{FF2B5EF4-FFF2-40B4-BE49-F238E27FC236}">
                <a16:creationId xmlns:a16="http://schemas.microsoft.com/office/drawing/2014/main" id="{F5814474-4348-4111-A0E8-C6648C880C22}"/>
              </a:ext>
            </a:extLst>
          </p:cNvPr>
          <p:cNvSpPr>
            <a:spLocks xmlns:a="http://schemas.openxmlformats.org/drawingml/2006/main" noGrp="1"/>
          </p:cNvSpPr>
          <p:nvPr/>
        </p:nvSpPr>
        <p:spPr>
          <a:xfrm xmlns:a="http://schemas.openxmlformats.org/drawingml/2006/main">
            <a:off x="9658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3" name="diagram-line-330">
            <a:extLst xmlns:a="http://schemas.openxmlformats.org/drawingml/2006/main">
              <a:ext uri="{FF2B5EF4-FFF2-40B4-BE49-F238E27FC236}">
                <a16:creationId xmlns:a16="http://schemas.microsoft.com/office/drawing/2014/main" id="{A2245324-72E9-43E9-99BE-CC9B667E805A}"/>
              </a:ext>
            </a:extLst>
          </p:cNvPr>
          <p:cNvSpPr>
            <a:spLocks xmlns:a="http://schemas.openxmlformats.org/drawingml/2006/main" noGrp="1"/>
          </p:cNvSpPr>
          <p:nvPr/>
        </p:nvSpPr>
        <p:spPr>
          <a:xfrm xmlns:a="http://schemas.openxmlformats.org/drawingml/2006/main">
            <a:off x="9544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4" name="diagram-line-331">
            <a:extLst xmlns:a="http://schemas.openxmlformats.org/drawingml/2006/main">
              <a:ext uri="{FF2B5EF4-FFF2-40B4-BE49-F238E27FC236}">
                <a16:creationId xmlns:a16="http://schemas.microsoft.com/office/drawing/2014/main" id="{2FB358CF-8F83-4074-A21A-A9F5168EEC6A}"/>
              </a:ext>
            </a:extLst>
          </p:cNvPr>
          <p:cNvSpPr>
            <a:spLocks xmlns:a="http://schemas.openxmlformats.org/drawingml/2006/main" noGrp="1"/>
          </p:cNvSpPr>
          <p:nvPr/>
        </p:nvSpPr>
        <p:spPr>
          <a:xfrm xmlns:a="http://schemas.openxmlformats.org/drawingml/2006/main">
            <a:off x="9429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5" name="diagram-line-332">
            <a:extLst xmlns:a="http://schemas.openxmlformats.org/drawingml/2006/main">
              <a:ext uri="{FF2B5EF4-FFF2-40B4-BE49-F238E27FC236}">
                <a16:creationId xmlns:a16="http://schemas.microsoft.com/office/drawing/2014/main" id="{223EE21E-E30B-4EE6-9EC9-7E709AF213ED}"/>
              </a:ext>
            </a:extLst>
          </p:cNvPr>
          <p:cNvSpPr>
            <a:spLocks xmlns:a="http://schemas.openxmlformats.org/drawingml/2006/main" noGrp="1"/>
          </p:cNvSpPr>
          <p:nvPr/>
        </p:nvSpPr>
        <p:spPr>
          <a:xfrm xmlns:a="http://schemas.openxmlformats.org/drawingml/2006/main">
            <a:off x="9315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6" name="diagram-line-333">
            <a:extLst xmlns:a="http://schemas.openxmlformats.org/drawingml/2006/main">
              <a:ext uri="{FF2B5EF4-FFF2-40B4-BE49-F238E27FC236}">
                <a16:creationId xmlns:a16="http://schemas.microsoft.com/office/drawing/2014/main" id="{B2C3F653-EBCC-4613-978A-D00D289D44E8}"/>
              </a:ext>
            </a:extLst>
          </p:cNvPr>
          <p:cNvSpPr>
            <a:spLocks xmlns:a="http://schemas.openxmlformats.org/drawingml/2006/main" noGrp="1"/>
          </p:cNvSpPr>
          <p:nvPr/>
        </p:nvSpPr>
        <p:spPr>
          <a:xfrm xmlns:a="http://schemas.openxmlformats.org/drawingml/2006/main">
            <a:off x="9201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7" name="diagram-line-334">
            <a:extLst xmlns:a="http://schemas.openxmlformats.org/drawingml/2006/main">
              <a:ext uri="{FF2B5EF4-FFF2-40B4-BE49-F238E27FC236}">
                <a16:creationId xmlns:a16="http://schemas.microsoft.com/office/drawing/2014/main" id="{E80703C1-2E8B-4FDC-9B6A-31310489BBBA}"/>
              </a:ext>
            </a:extLst>
          </p:cNvPr>
          <p:cNvSpPr>
            <a:spLocks xmlns:a="http://schemas.openxmlformats.org/drawingml/2006/main" noGrp="1"/>
          </p:cNvSpPr>
          <p:nvPr/>
        </p:nvSpPr>
        <p:spPr>
          <a:xfrm xmlns:a="http://schemas.openxmlformats.org/drawingml/2006/main">
            <a:off x="9086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335">
            <a:extLst xmlns:a="http://schemas.openxmlformats.org/drawingml/2006/main">
              <a:ext uri="{FF2B5EF4-FFF2-40B4-BE49-F238E27FC236}">
                <a16:creationId xmlns:a16="http://schemas.microsoft.com/office/drawing/2014/main" id="{350E1A5F-F504-4750-9B8F-278EF61F1983}"/>
              </a:ext>
            </a:extLst>
          </p:cNvPr>
          <p:cNvSpPr>
            <a:spLocks xmlns:a="http://schemas.openxmlformats.org/drawingml/2006/main" noGrp="1"/>
          </p:cNvSpPr>
          <p:nvPr/>
        </p:nvSpPr>
        <p:spPr>
          <a:xfrm xmlns:a="http://schemas.openxmlformats.org/drawingml/2006/main">
            <a:off x="8972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336">
            <a:extLst xmlns:a="http://schemas.openxmlformats.org/drawingml/2006/main">
              <a:ext uri="{FF2B5EF4-FFF2-40B4-BE49-F238E27FC236}">
                <a16:creationId xmlns:a16="http://schemas.microsoft.com/office/drawing/2014/main" id="{9FF51160-3E49-48B2-8DF3-D86031C2D92E}"/>
              </a:ext>
            </a:extLst>
          </p:cNvPr>
          <p:cNvSpPr>
            <a:spLocks xmlns:a="http://schemas.openxmlformats.org/drawingml/2006/main" noGrp="1"/>
          </p:cNvSpPr>
          <p:nvPr/>
        </p:nvSpPr>
        <p:spPr>
          <a:xfrm xmlns:a="http://schemas.openxmlformats.org/drawingml/2006/main">
            <a:off x="8858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337">
            <a:extLst xmlns:a="http://schemas.openxmlformats.org/drawingml/2006/main">
              <a:ext uri="{FF2B5EF4-FFF2-40B4-BE49-F238E27FC236}">
                <a16:creationId xmlns:a16="http://schemas.microsoft.com/office/drawing/2014/main" id="{7B70D393-A1E2-40D5-ADDB-4CC82E6FDF65}"/>
              </a:ext>
            </a:extLst>
          </p:cNvPr>
          <p:cNvSpPr>
            <a:spLocks xmlns:a="http://schemas.openxmlformats.org/drawingml/2006/main" noGrp="1"/>
          </p:cNvSpPr>
          <p:nvPr/>
        </p:nvSpPr>
        <p:spPr>
          <a:xfrm xmlns:a="http://schemas.openxmlformats.org/drawingml/2006/main">
            <a:off x="8743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338">
            <a:extLst xmlns:a="http://schemas.openxmlformats.org/drawingml/2006/main">
              <a:ext uri="{FF2B5EF4-FFF2-40B4-BE49-F238E27FC236}">
                <a16:creationId xmlns:a16="http://schemas.microsoft.com/office/drawing/2014/main" id="{03FE5D45-8FFB-4E89-BDFD-437AD8703108}"/>
              </a:ext>
            </a:extLst>
          </p:cNvPr>
          <p:cNvSpPr>
            <a:spLocks xmlns:a="http://schemas.openxmlformats.org/drawingml/2006/main" noGrp="1"/>
          </p:cNvSpPr>
          <p:nvPr/>
        </p:nvSpPr>
        <p:spPr>
          <a:xfrm xmlns:a="http://schemas.openxmlformats.org/drawingml/2006/main">
            <a:off x="8629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339">
            <a:extLst xmlns:a="http://schemas.openxmlformats.org/drawingml/2006/main">
              <a:ext uri="{FF2B5EF4-FFF2-40B4-BE49-F238E27FC236}">
                <a16:creationId xmlns:a16="http://schemas.microsoft.com/office/drawing/2014/main" id="{109A12E9-D212-40C6-B7C8-1C0FF7A4F80A}"/>
              </a:ext>
            </a:extLst>
          </p:cNvPr>
          <p:cNvSpPr>
            <a:spLocks xmlns:a="http://schemas.openxmlformats.org/drawingml/2006/main" noGrp="1"/>
          </p:cNvSpPr>
          <p:nvPr/>
        </p:nvSpPr>
        <p:spPr>
          <a:xfrm xmlns:a="http://schemas.openxmlformats.org/drawingml/2006/main">
            <a:off x="8515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340">
            <a:extLst xmlns:a="http://schemas.openxmlformats.org/drawingml/2006/main">
              <a:ext uri="{FF2B5EF4-FFF2-40B4-BE49-F238E27FC236}">
                <a16:creationId xmlns:a16="http://schemas.microsoft.com/office/drawing/2014/main" id="{882628E3-DC4B-43A7-8AEA-F3674DCD221C}"/>
              </a:ext>
            </a:extLst>
          </p:cNvPr>
          <p:cNvSpPr>
            <a:spLocks xmlns:a="http://schemas.openxmlformats.org/drawingml/2006/main" noGrp="1"/>
          </p:cNvSpPr>
          <p:nvPr/>
        </p:nvSpPr>
        <p:spPr>
          <a:xfrm xmlns:a="http://schemas.openxmlformats.org/drawingml/2006/main">
            <a:off x="8401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341">
            <a:extLst xmlns:a="http://schemas.openxmlformats.org/drawingml/2006/main">
              <a:ext uri="{FF2B5EF4-FFF2-40B4-BE49-F238E27FC236}">
                <a16:creationId xmlns:a16="http://schemas.microsoft.com/office/drawing/2014/main" id="{C6718919-8154-4068-AA67-D2F564C1F08A}"/>
              </a:ext>
            </a:extLst>
          </p:cNvPr>
          <p:cNvSpPr>
            <a:spLocks xmlns:a="http://schemas.openxmlformats.org/drawingml/2006/main" noGrp="1"/>
          </p:cNvSpPr>
          <p:nvPr/>
        </p:nvSpPr>
        <p:spPr>
          <a:xfrm xmlns:a="http://schemas.openxmlformats.org/drawingml/2006/main">
            <a:off x="8286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342">
            <a:extLst xmlns:a="http://schemas.openxmlformats.org/drawingml/2006/main">
              <a:ext uri="{FF2B5EF4-FFF2-40B4-BE49-F238E27FC236}">
                <a16:creationId xmlns:a16="http://schemas.microsoft.com/office/drawing/2014/main" id="{55A8AD53-25DE-46E6-BC15-234EE1A4CE99}"/>
              </a:ext>
            </a:extLst>
          </p:cNvPr>
          <p:cNvSpPr>
            <a:spLocks xmlns:a="http://schemas.openxmlformats.org/drawingml/2006/main" noGrp="1"/>
          </p:cNvSpPr>
          <p:nvPr/>
        </p:nvSpPr>
        <p:spPr>
          <a:xfrm xmlns:a="http://schemas.openxmlformats.org/drawingml/2006/main">
            <a:off x="8172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343">
            <a:extLst xmlns:a="http://schemas.openxmlformats.org/drawingml/2006/main">
              <a:ext uri="{FF2B5EF4-FFF2-40B4-BE49-F238E27FC236}">
                <a16:creationId xmlns:a16="http://schemas.microsoft.com/office/drawing/2014/main" id="{294F686C-2438-476A-BE94-882B7D6FCBA8}"/>
              </a:ext>
            </a:extLst>
          </p:cNvPr>
          <p:cNvSpPr>
            <a:spLocks xmlns:a="http://schemas.openxmlformats.org/drawingml/2006/main" noGrp="1"/>
          </p:cNvSpPr>
          <p:nvPr/>
        </p:nvSpPr>
        <p:spPr>
          <a:xfrm xmlns:a="http://schemas.openxmlformats.org/drawingml/2006/main">
            <a:off x="8058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344">
            <a:extLst xmlns:a="http://schemas.openxmlformats.org/drawingml/2006/main">
              <a:ext uri="{FF2B5EF4-FFF2-40B4-BE49-F238E27FC236}">
                <a16:creationId xmlns:a16="http://schemas.microsoft.com/office/drawing/2014/main" id="{95EC674C-59A5-4414-9E07-B034760551DD}"/>
              </a:ext>
            </a:extLst>
          </p:cNvPr>
          <p:cNvSpPr>
            <a:spLocks xmlns:a="http://schemas.openxmlformats.org/drawingml/2006/main" noGrp="1"/>
          </p:cNvSpPr>
          <p:nvPr/>
        </p:nvSpPr>
        <p:spPr>
          <a:xfrm xmlns:a="http://schemas.openxmlformats.org/drawingml/2006/main">
            <a:off x="7943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345">
            <a:extLst xmlns:a="http://schemas.openxmlformats.org/drawingml/2006/main">
              <a:ext uri="{FF2B5EF4-FFF2-40B4-BE49-F238E27FC236}">
                <a16:creationId xmlns:a16="http://schemas.microsoft.com/office/drawing/2014/main" id="{B9CD5684-09B9-467A-8B24-2DAA87A70924}"/>
              </a:ext>
            </a:extLst>
          </p:cNvPr>
          <p:cNvSpPr>
            <a:spLocks xmlns:a="http://schemas.openxmlformats.org/drawingml/2006/main" noGrp="1"/>
          </p:cNvSpPr>
          <p:nvPr/>
        </p:nvSpPr>
        <p:spPr>
          <a:xfrm xmlns:a="http://schemas.openxmlformats.org/drawingml/2006/main">
            <a:off x="7829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346">
            <a:extLst xmlns:a="http://schemas.openxmlformats.org/drawingml/2006/main">
              <a:ext uri="{FF2B5EF4-FFF2-40B4-BE49-F238E27FC236}">
                <a16:creationId xmlns:a16="http://schemas.microsoft.com/office/drawing/2014/main" id="{AB5F26DC-5E2C-44CB-A94D-CDD9CE02AA99}"/>
              </a:ext>
            </a:extLst>
          </p:cNvPr>
          <p:cNvSpPr>
            <a:spLocks xmlns:a="http://schemas.openxmlformats.org/drawingml/2006/main" noGrp="1"/>
          </p:cNvSpPr>
          <p:nvPr/>
        </p:nvSpPr>
        <p:spPr>
          <a:xfrm xmlns:a="http://schemas.openxmlformats.org/drawingml/2006/main">
            <a:off x="7715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347">
            <a:extLst xmlns:a="http://schemas.openxmlformats.org/drawingml/2006/main">
              <a:ext uri="{FF2B5EF4-FFF2-40B4-BE49-F238E27FC236}">
                <a16:creationId xmlns:a16="http://schemas.microsoft.com/office/drawing/2014/main" id="{59C089D2-40B5-47CE-B1FB-933027981DA1}"/>
              </a:ext>
            </a:extLst>
          </p:cNvPr>
          <p:cNvSpPr>
            <a:spLocks xmlns:a="http://schemas.openxmlformats.org/drawingml/2006/main" noGrp="1"/>
          </p:cNvSpPr>
          <p:nvPr/>
        </p:nvSpPr>
        <p:spPr>
          <a:xfrm xmlns:a="http://schemas.openxmlformats.org/drawingml/2006/main">
            <a:off x="7600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348">
            <a:extLst xmlns:a="http://schemas.openxmlformats.org/drawingml/2006/main">
              <a:ext uri="{FF2B5EF4-FFF2-40B4-BE49-F238E27FC236}">
                <a16:creationId xmlns:a16="http://schemas.microsoft.com/office/drawing/2014/main" id="{BDD09A39-65DA-4CC9-B6F4-234B6D5FB2F9}"/>
              </a:ext>
            </a:extLst>
          </p:cNvPr>
          <p:cNvSpPr>
            <a:spLocks xmlns:a="http://schemas.openxmlformats.org/drawingml/2006/main" noGrp="1"/>
          </p:cNvSpPr>
          <p:nvPr/>
        </p:nvSpPr>
        <p:spPr>
          <a:xfrm xmlns:a="http://schemas.openxmlformats.org/drawingml/2006/main">
            <a:off x="7486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349">
            <a:extLst xmlns:a="http://schemas.openxmlformats.org/drawingml/2006/main">
              <a:ext uri="{FF2B5EF4-FFF2-40B4-BE49-F238E27FC236}">
                <a16:creationId xmlns:a16="http://schemas.microsoft.com/office/drawing/2014/main" id="{F1BAC22E-412F-4070-99E0-8ACE32129846}"/>
              </a:ext>
            </a:extLst>
          </p:cNvPr>
          <p:cNvSpPr>
            <a:spLocks xmlns:a="http://schemas.openxmlformats.org/drawingml/2006/main" noGrp="1"/>
          </p:cNvSpPr>
          <p:nvPr/>
        </p:nvSpPr>
        <p:spPr>
          <a:xfrm xmlns:a="http://schemas.openxmlformats.org/drawingml/2006/main">
            <a:off x="7372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350">
            <a:extLst xmlns:a="http://schemas.openxmlformats.org/drawingml/2006/main">
              <a:ext uri="{FF2B5EF4-FFF2-40B4-BE49-F238E27FC236}">
                <a16:creationId xmlns:a16="http://schemas.microsoft.com/office/drawing/2014/main" id="{65602776-2056-4B45-9131-621D1250FAB3}"/>
              </a:ext>
            </a:extLst>
          </p:cNvPr>
          <p:cNvSpPr>
            <a:spLocks xmlns:a="http://schemas.openxmlformats.org/drawingml/2006/main" noGrp="1"/>
          </p:cNvSpPr>
          <p:nvPr/>
        </p:nvSpPr>
        <p:spPr>
          <a:xfrm xmlns:a="http://schemas.openxmlformats.org/drawingml/2006/main">
            <a:off x="7258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351">
            <a:extLst xmlns:a="http://schemas.openxmlformats.org/drawingml/2006/main">
              <a:ext uri="{FF2B5EF4-FFF2-40B4-BE49-F238E27FC236}">
                <a16:creationId xmlns:a16="http://schemas.microsoft.com/office/drawing/2014/main" id="{77E55095-0A19-417F-B197-F72E0882E6AC}"/>
              </a:ext>
            </a:extLst>
          </p:cNvPr>
          <p:cNvSpPr>
            <a:spLocks xmlns:a="http://schemas.openxmlformats.org/drawingml/2006/main" noGrp="1"/>
          </p:cNvSpPr>
          <p:nvPr/>
        </p:nvSpPr>
        <p:spPr>
          <a:xfrm xmlns:a="http://schemas.openxmlformats.org/drawingml/2006/main">
            <a:off x="7143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352">
            <a:extLst xmlns:a="http://schemas.openxmlformats.org/drawingml/2006/main">
              <a:ext uri="{FF2B5EF4-FFF2-40B4-BE49-F238E27FC236}">
                <a16:creationId xmlns:a16="http://schemas.microsoft.com/office/drawing/2014/main" id="{2382A10F-9FD9-40FD-B1C7-69E7036E8A5F}"/>
              </a:ext>
            </a:extLst>
          </p:cNvPr>
          <p:cNvSpPr>
            <a:spLocks xmlns:a="http://schemas.openxmlformats.org/drawingml/2006/main" noGrp="1"/>
          </p:cNvSpPr>
          <p:nvPr/>
        </p:nvSpPr>
        <p:spPr>
          <a:xfrm xmlns:a="http://schemas.openxmlformats.org/drawingml/2006/main">
            <a:off x="7029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353">
            <a:extLst xmlns:a="http://schemas.openxmlformats.org/drawingml/2006/main">
              <a:ext uri="{FF2B5EF4-FFF2-40B4-BE49-F238E27FC236}">
                <a16:creationId xmlns:a16="http://schemas.microsoft.com/office/drawing/2014/main" id="{9F27CB1A-EED4-4485-8C5F-0643D6A6C925}"/>
              </a:ext>
            </a:extLst>
          </p:cNvPr>
          <p:cNvSpPr>
            <a:spLocks xmlns:a="http://schemas.openxmlformats.org/drawingml/2006/main" noGrp="1"/>
          </p:cNvSpPr>
          <p:nvPr/>
        </p:nvSpPr>
        <p:spPr>
          <a:xfrm xmlns:a="http://schemas.openxmlformats.org/drawingml/2006/main">
            <a:off x="6915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354">
            <a:extLst xmlns:a="http://schemas.openxmlformats.org/drawingml/2006/main">
              <a:ext uri="{FF2B5EF4-FFF2-40B4-BE49-F238E27FC236}">
                <a16:creationId xmlns:a16="http://schemas.microsoft.com/office/drawing/2014/main" id="{57690B34-7410-444E-9D38-04107A3BBA55}"/>
              </a:ext>
            </a:extLst>
          </p:cNvPr>
          <p:cNvSpPr>
            <a:spLocks xmlns:a="http://schemas.openxmlformats.org/drawingml/2006/main" noGrp="1"/>
          </p:cNvSpPr>
          <p:nvPr/>
        </p:nvSpPr>
        <p:spPr>
          <a:xfrm xmlns:a="http://schemas.openxmlformats.org/drawingml/2006/main">
            <a:off x="6800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8" name="diagram-line-355">
            <a:extLst xmlns:a="http://schemas.openxmlformats.org/drawingml/2006/main">
              <a:ext uri="{FF2B5EF4-FFF2-40B4-BE49-F238E27FC236}">
                <a16:creationId xmlns:a16="http://schemas.microsoft.com/office/drawing/2014/main" id="{03997531-CF00-4AB3-A23C-A0F4685365F5}"/>
              </a:ext>
            </a:extLst>
          </p:cNvPr>
          <p:cNvSpPr>
            <a:spLocks xmlns:a="http://schemas.openxmlformats.org/drawingml/2006/main" noGrp="1"/>
          </p:cNvSpPr>
          <p:nvPr/>
        </p:nvSpPr>
        <p:spPr>
          <a:xfrm xmlns:a="http://schemas.openxmlformats.org/drawingml/2006/main">
            <a:off x="6686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9" name="diagram-line-356">
            <a:extLst xmlns:a="http://schemas.openxmlformats.org/drawingml/2006/main">
              <a:ext uri="{FF2B5EF4-FFF2-40B4-BE49-F238E27FC236}">
                <a16:creationId xmlns:a16="http://schemas.microsoft.com/office/drawing/2014/main" id="{E77791CC-1B2A-4A22-B020-708700F8C7D9}"/>
              </a:ext>
            </a:extLst>
          </p:cNvPr>
          <p:cNvSpPr>
            <a:spLocks xmlns:a="http://schemas.openxmlformats.org/drawingml/2006/main" noGrp="1"/>
          </p:cNvSpPr>
          <p:nvPr/>
        </p:nvSpPr>
        <p:spPr>
          <a:xfrm xmlns:a="http://schemas.openxmlformats.org/drawingml/2006/main">
            <a:off x="6572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0" name="diagram-line-357">
            <a:extLst xmlns:a="http://schemas.openxmlformats.org/drawingml/2006/main">
              <a:ext uri="{FF2B5EF4-FFF2-40B4-BE49-F238E27FC236}">
                <a16:creationId xmlns:a16="http://schemas.microsoft.com/office/drawing/2014/main" id="{6A2F1488-FB90-4833-B20C-55BECA56E5AF}"/>
              </a:ext>
            </a:extLst>
          </p:cNvPr>
          <p:cNvSpPr>
            <a:spLocks xmlns:a="http://schemas.openxmlformats.org/drawingml/2006/main" noGrp="1"/>
          </p:cNvSpPr>
          <p:nvPr/>
        </p:nvSpPr>
        <p:spPr>
          <a:xfrm xmlns:a="http://schemas.openxmlformats.org/drawingml/2006/main">
            <a:off x="6457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1" name="diagram-line-358">
            <a:extLst xmlns:a="http://schemas.openxmlformats.org/drawingml/2006/main">
              <a:ext uri="{FF2B5EF4-FFF2-40B4-BE49-F238E27FC236}">
                <a16:creationId xmlns:a16="http://schemas.microsoft.com/office/drawing/2014/main" id="{9E0133BD-8ED2-40BA-B9EA-28093132B829}"/>
              </a:ext>
            </a:extLst>
          </p:cNvPr>
          <p:cNvSpPr>
            <a:spLocks xmlns:a="http://schemas.openxmlformats.org/drawingml/2006/main" noGrp="1"/>
          </p:cNvSpPr>
          <p:nvPr/>
        </p:nvSpPr>
        <p:spPr>
          <a:xfrm xmlns:a="http://schemas.openxmlformats.org/drawingml/2006/main">
            <a:off x="6343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2" name="diagram-line-359">
            <a:extLst xmlns:a="http://schemas.openxmlformats.org/drawingml/2006/main">
              <a:ext uri="{FF2B5EF4-FFF2-40B4-BE49-F238E27FC236}">
                <a16:creationId xmlns:a16="http://schemas.microsoft.com/office/drawing/2014/main" id="{197F2BE3-B7D9-47D7-8104-F4EC1FA312BB}"/>
              </a:ext>
            </a:extLst>
          </p:cNvPr>
          <p:cNvSpPr>
            <a:spLocks xmlns:a="http://schemas.openxmlformats.org/drawingml/2006/main" noGrp="1"/>
          </p:cNvSpPr>
          <p:nvPr/>
        </p:nvSpPr>
        <p:spPr>
          <a:xfrm xmlns:a="http://schemas.openxmlformats.org/drawingml/2006/main">
            <a:off x="6229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3" name="diagram-line-360">
            <a:extLst xmlns:a="http://schemas.openxmlformats.org/drawingml/2006/main">
              <a:ext uri="{FF2B5EF4-FFF2-40B4-BE49-F238E27FC236}">
                <a16:creationId xmlns:a16="http://schemas.microsoft.com/office/drawing/2014/main" id="{616BFCBC-1D12-449C-BA30-91F3B0BD7F0B}"/>
              </a:ext>
            </a:extLst>
          </p:cNvPr>
          <p:cNvSpPr>
            <a:spLocks xmlns:a="http://schemas.openxmlformats.org/drawingml/2006/main" noGrp="1"/>
          </p:cNvSpPr>
          <p:nvPr/>
        </p:nvSpPr>
        <p:spPr>
          <a:xfrm xmlns:a="http://schemas.openxmlformats.org/drawingml/2006/main">
            <a:off x="6115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4" name="diagram-line-361">
            <a:extLst xmlns:a="http://schemas.openxmlformats.org/drawingml/2006/main">
              <a:ext uri="{FF2B5EF4-FFF2-40B4-BE49-F238E27FC236}">
                <a16:creationId xmlns:a16="http://schemas.microsoft.com/office/drawing/2014/main" id="{224FCA2E-47DA-4B8E-B1DE-0AE180E56F62}"/>
              </a:ext>
            </a:extLst>
          </p:cNvPr>
          <p:cNvSpPr>
            <a:spLocks xmlns:a="http://schemas.openxmlformats.org/drawingml/2006/main" noGrp="1"/>
          </p:cNvSpPr>
          <p:nvPr/>
        </p:nvSpPr>
        <p:spPr>
          <a:xfrm xmlns:a="http://schemas.openxmlformats.org/drawingml/2006/main">
            <a:off x="6000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5" name="diagram-line-362">
            <a:extLst xmlns:a="http://schemas.openxmlformats.org/drawingml/2006/main">
              <a:ext uri="{FF2B5EF4-FFF2-40B4-BE49-F238E27FC236}">
                <a16:creationId xmlns:a16="http://schemas.microsoft.com/office/drawing/2014/main" id="{24548EB5-E3B8-43CD-89EE-9A4463FD41C8}"/>
              </a:ext>
            </a:extLst>
          </p:cNvPr>
          <p:cNvSpPr>
            <a:spLocks xmlns:a="http://schemas.openxmlformats.org/drawingml/2006/main" noGrp="1"/>
          </p:cNvSpPr>
          <p:nvPr/>
        </p:nvSpPr>
        <p:spPr>
          <a:xfrm xmlns:a="http://schemas.openxmlformats.org/drawingml/2006/main">
            <a:off x="5886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6" name="diagram-line-363">
            <a:extLst xmlns:a="http://schemas.openxmlformats.org/drawingml/2006/main">
              <a:ext uri="{FF2B5EF4-FFF2-40B4-BE49-F238E27FC236}">
                <a16:creationId xmlns:a16="http://schemas.microsoft.com/office/drawing/2014/main" id="{5178ECC6-801E-42FE-ABCA-587C63680FED}"/>
              </a:ext>
            </a:extLst>
          </p:cNvPr>
          <p:cNvSpPr>
            <a:spLocks xmlns:a="http://schemas.openxmlformats.org/drawingml/2006/main" noGrp="1"/>
          </p:cNvSpPr>
          <p:nvPr/>
        </p:nvSpPr>
        <p:spPr>
          <a:xfrm xmlns:a="http://schemas.openxmlformats.org/drawingml/2006/main">
            <a:off x="5772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7" name="diagram-line-364">
            <a:extLst xmlns:a="http://schemas.openxmlformats.org/drawingml/2006/main">
              <a:ext uri="{FF2B5EF4-FFF2-40B4-BE49-F238E27FC236}">
                <a16:creationId xmlns:a16="http://schemas.microsoft.com/office/drawing/2014/main" id="{0C8F0F79-8568-44A7-A452-2FA7E9F57016}"/>
              </a:ext>
            </a:extLst>
          </p:cNvPr>
          <p:cNvSpPr>
            <a:spLocks xmlns:a="http://schemas.openxmlformats.org/drawingml/2006/main" noGrp="1"/>
          </p:cNvSpPr>
          <p:nvPr/>
        </p:nvSpPr>
        <p:spPr>
          <a:xfrm xmlns:a="http://schemas.openxmlformats.org/drawingml/2006/main">
            <a:off x="5657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8" name="diagram-line-365">
            <a:extLst xmlns:a="http://schemas.openxmlformats.org/drawingml/2006/main">
              <a:ext uri="{FF2B5EF4-FFF2-40B4-BE49-F238E27FC236}">
                <a16:creationId xmlns:a16="http://schemas.microsoft.com/office/drawing/2014/main" id="{2ABC3A96-E25E-440B-AD32-BD08AFE5E3C1}"/>
              </a:ext>
            </a:extLst>
          </p:cNvPr>
          <p:cNvSpPr>
            <a:spLocks xmlns:a="http://schemas.openxmlformats.org/drawingml/2006/main" noGrp="1"/>
          </p:cNvSpPr>
          <p:nvPr/>
        </p:nvSpPr>
        <p:spPr>
          <a:xfrm xmlns:a="http://schemas.openxmlformats.org/drawingml/2006/main">
            <a:off x="5543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9" name="diagram-line-366">
            <a:extLst xmlns:a="http://schemas.openxmlformats.org/drawingml/2006/main">
              <a:ext uri="{FF2B5EF4-FFF2-40B4-BE49-F238E27FC236}">
                <a16:creationId xmlns:a16="http://schemas.microsoft.com/office/drawing/2014/main" id="{FC8F2524-819A-4858-BDEA-E89759954399}"/>
              </a:ext>
            </a:extLst>
          </p:cNvPr>
          <p:cNvSpPr>
            <a:spLocks xmlns:a="http://schemas.openxmlformats.org/drawingml/2006/main" noGrp="1"/>
          </p:cNvSpPr>
          <p:nvPr/>
        </p:nvSpPr>
        <p:spPr>
          <a:xfrm xmlns:a="http://schemas.openxmlformats.org/drawingml/2006/main">
            <a:off x="5429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0" name="diagram-line-367">
            <a:extLst xmlns:a="http://schemas.openxmlformats.org/drawingml/2006/main">
              <a:ext uri="{FF2B5EF4-FFF2-40B4-BE49-F238E27FC236}">
                <a16:creationId xmlns:a16="http://schemas.microsoft.com/office/drawing/2014/main" id="{B727650F-4FC5-4A2F-8852-31AA34D9A776}"/>
              </a:ext>
            </a:extLst>
          </p:cNvPr>
          <p:cNvSpPr>
            <a:spLocks xmlns:a="http://schemas.openxmlformats.org/drawingml/2006/main" noGrp="1"/>
          </p:cNvSpPr>
          <p:nvPr/>
        </p:nvSpPr>
        <p:spPr>
          <a:xfrm xmlns:a="http://schemas.openxmlformats.org/drawingml/2006/main">
            <a:off x="5314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1" name="diagram-line-368">
            <a:extLst xmlns:a="http://schemas.openxmlformats.org/drawingml/2006/main">
              <a:ext uri="{FF2B5EF4-FFF2-40B4-BE49-F238E27FC236}">
                <a16:creationId xmlns:a16="http://schemas.microsoft.com/office/drawing/2014/main" id="{14A3C91A-C017-4021-8995-BFAE6A7BA5F3}"/>
              </a:ext>
            </a:extLst>
          </p:cNvPr>
          <p:cNvSpPr>
            <a:spLocks xmlns:a="http://schemas.openxmlformats.org/drawingml/2006/main" noGrp="1"/>
          </p:cNvSpPr>
          <p:nvPr/>
        </p:nvSpPr>
        <p:spPr>
          <a:xfrm xmlns:a="http://schemas.openxmlformats.org/drawingml/2006/main">
            <a:off x="5200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2" name="diagram-line-369">
            <a:extLst xmlns:a="http://schemas.openxmlformats.org/drawingml/2006/main">
              <a:ext uri="{FF2B5EF4-FFF2-40B4-BE49-F238E27FC236}">
                <a16:creationId xmlns:a16="http://schemas.microsoft.com/office/drawing/2014/main" id="{6B4B04FA-0EF6-4932-8DB0-DD670FD6DB65}"/>
              </a:ext>
            </a:extLst>
          </p:cNvPr>
          <p:cNvSpPr>
            <a:spLocks xmlns:a="http://schemas.openxmlformats.org/drawingml/2006/main" noGrp="1"/>
          </p:cNvSpPr>
          <p:nvPr/>
        </p:nvSpPr>
        <p:spPr>
          <a:xfrm xmlns:a="http://schemas.openxmlformats.org/drawingml/2006/main">
            <a:off x="5086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3" name="diagram-line-370">
            <a:extLst xmlns:a="http://schemas.openxmlformats.org/drawingml/2006/main">
              <a:ext uri="{FF2B5EF4-FFF2-40B4-BE49-F238E27FC236}">
                <a16:creationId xmlns:a16="http://schemas.microsoft.com/office/drawing/2014/main" id="{A3591D80-663B-4BB4-BEFC-F0EE483FF3B5}"/>
              </a:ext>
            </a:extLst>
          </p:cNvPr>
          <p:cNvSpPr>
            <a:spLocks xmlns:a="http://schemas.openxmlformats.org/drawingml/2006/main" noGrp="1"/>
          </p:cNvSpPr>
          <p:nvPr/>
        </p:nvSpPr>
        <p:spPr>
          <a:xfrm xmlns:a="http://schemas.openxmlformats.org/drawingml/2006/main">
            <a:off x="4972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4" name="diagram-line-371">
            <a:extLst xmlns:a="http://schemas.openxmlformats.org/drawingml/2006/main">
              <a:ext uri="{FF2B5EF4-FFF2-40B4-BE49-F238E27FC236}">
                <a16:creationId xmlns:a16="http://schemas.microsoft.com/office/drawing/2014/main" id="{7F9BF74C-A098-4A3C-A845-49FDDBED9083}"/>
              </a:ext>
            </a:extLst>
          </p:cNvPr>
          <p:cNvSpPr>
            <a:spLocks xmlns:a="http://schemas.openxmlformats.org/drawingml/2006/main" noGrp="1"/>
          </p:cNvSpPr>
          <p:nvPr/>
        </p:nvSpPr>
        <p:spPr>
          <a:xfrm xmlns:a="http://schemas.openxmlformats.org/drawingml/2006/main">
            <a:off x="4857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5" name="diagram-line-372">
            <a:extLst xmlns:a="http://schemas.openxmlformats.org/drawingml/2006/main">
              <a:ext uri="{FF2B5EF4-FFF2-40B4-BE49-F238E27FC236}">
                <a16:creationId xmlns:a16="http://schemas.microsoft.com/office/drawing/2014/main" id="{AB78F7E6-2E73-4757-975A-B399B01FD661}"/>
              </a:ext>
            </a:extLst>
          </p:cNvPr>
          <p:cNvSpPr>
            <a:spLocks xmlns:a="http://schemas.openxmlformats.org/drawingml/2006/main" noGrp="1"/>
          </p:cNvSpPr>
          <p:nvPr/>
        </p:nvSpPr>
        <p:spPr>
          <a:xfrm xmlns:a="http://schemas.openxmlformats.org/drawingml/2006/main">
            <a:off x="4743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6" name="diagram-line-373">
            <a:extLst xmlns:a="http://schemas.openxmlformats.org/drawingml/2006/main">
              <a:ext uri="{FF2B5EF4-FFF2-40B4-BE49-F238E27FC236}">
                <a16:creationId xmlns:a16="http://schemas.microsoft.com/office/drawing/2014/main" id="{E307DDA4-6609-4822-8869-607709AA8EA3}"/>
              </a:ext>
            </a:extLst>
          </p:cNvPr>
          <p:cNvSpPr>
            <a:spLocks xmlns:a="http://schemas.openxmlformats.org/drawingml/2006/main" noGrp="1"/>
          </p:cNvSpPr>
          <p:nvPr/>
        </p:nvSpPr>
        <p:spPr>
          <a:xfrm xmlns:a="http://schemas.openxmlformats.org/drawingml/2006/main">
            <a:off x="4629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7" name="diagram-line-374">
            <a:extLst xmlns:a="http://schemas.openxmlformats.org/drawingml/2006/main">
              <a:ext uri="{FF2B5EF4-FFF2-40B4-BE49-F238E27FC236}">
                <a16:creationId xmlns:a16="http://schemas.microsoft.com/office/drawing/2014/main" id="{D0481D0E-2285-4A21-AD2B-A822A9B29353}"/>
              </a:ext>
            </a:extLst>
          </p:cNvPr>
          <p:cNvSpPr>
            <a:spLocks xmlns:a="http://schemas.openxmlformats.org/drawingml/2006/main" noGrp="1"/>
          </p:cNvSpPr>
          <p:nvPr/>
        </p:nvSpPr>
        <p:spPr>
          <a:xfrm xmlns:a="http://schemas.openxmlformats.org/drawingml/2006/main">
            <a:off x="4514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8" name="diagram-line-375">
            <a:extLst xmlns:a="http://schemas.openxmlformats.org/drawingml/2006/main">
              <a:ext uri="{FF2B5EF4-FFF2-40B4-BE49-F238E27FC236}">
                <a16:creationId xmlns:a16="http://schemas.microsoft.com/office/drawing/2014/main" id="{4FE2024E-B774-4A2E-9684-D8A68957CE81}"/>
              </a:ext>
            </a:extLst>
          </p:cNvPr>
          <p:cNvSpPr>
            <a:spLocks xmlns:a="http://schemas.openxmlformats.org/drawingml/2006/main" noGrp="1"/>
          </p:cNvSpPr>
          <p:nvPr/>
        </p:nvSpPr>
        <p:spPr>
          <a:xfrm xmlns:a="http://schemas.openxmlformats.org/drawingml/2006/main">
            <a:off x="4400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9" name="diagram-line-376">
            <a:extLst xmlns:a="http://schemas.openxmlformats.org/drawingml/2006/main">
              <a:ext uri="{FF2B5EF4-FFF2-40B4-BE49-F238E27FC236}">
                <a16:creationId xmlns:a16="http://schemas.microsoft.com/office/drawing/2014/main" id="{BF9B4AE1-A6EF-402A-843E-3E670032508C}"/>
              </a:ext>
            </a:extLst>
          </p:cNvPr>
          <p:cNvSpPr>
            <a:spLocks xmlns:a="http://schemas.openxmlformats.org/drawingml/2006/main" noGrp="1"/>
          </p:cNvSpPr>
          <p:nvPr/>
        </p:nvSpPr>
        <p:spPr>
          <a:xfrm xmlns:a="http://schemas.openxmlformats.org/drawingml/2006/main">
            <a:off x="4286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0" name="diagram-line-377">
            <a:extLst xmlns:a="http://schemas.openxmlformats.org/drawingml/2006/main">
              <a:ext uri="{FF2B5EF4-FFF2-40B4-BE49-F238E27FC236}">
                <a16:creationId xmlns:a16="http://schemas.microsoft.com/office/drawing/2014/main" id="{E501289E-03F0-4E10-896B-12C95493B1A0}"/>
              </a:ext>
            </a:extLst>
          </p:cNvPr>
          <p:cNvSpPr>
            <a:spLocks xmlns:a="http://schemas.openxmlformats.org/drawingml/2006/main" noGrp="1"/>
          </p:cNvSpPr>
          <p:nvPr/>
        </p:nvSpPr>
        <p:spPr>
          <a:xfrm xmlns:a="http://schemas.openxmlformats.org/drawingml/2006/main">
            <a:off x="4171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1" name="diagram-line-378">
            <a:extLst xmlns:a="http://schemas.openxmlformats.org/drawingml/2006/main">
              <a:ext uri="{FF2B5EF4-FFF2-40B4-BE49-F238E27FC236}">
                <a16:creationId xmlns:a16="http://schemas.microsoft.com/office/drawing/2014/main" id="{E1C24D14-85F2-48F1-B1E5-C961331C3AB9}"/>
              </a:ext>
            </a:extLst>
          </p:cNvPr>
          <p:cNvSpPr>
            <a:spLocks xmlns:a="http://schemas.openxmlformats.org/drawingml/2006/main" noGrp="1"/>
          </p:cNvSpPr>
          <p:nvPr/>
        </p:nvSpPr>
        <p:spPr>
          <a:xfrm xmlns:a="http://schemas.openxmlformats.org/drawingml/2006/main">
            <a:off x="4057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2" name="diagram-line-379">
            <a:extLst xmlns:a="http://schemas.openxmlformats.org/drawingml/2006/main">
              <a:ext uri="{FF2B5EF4-FFF2-40B4-BE49-F238E27FC236}">
                <a16:creationId xmlns:a16="http://schemas.microsoft.com/office/drawing/2014/main" id="{FDB10E15-CB36-4862-AA73-9350755EA940}"/>
              </a:ext>
            </a:extLst>
          </p:cNvPr>
          <p:cNvSpPr>
            <a:spLocks xmlns:a="http://schemas.openxmlformats.org/drawingml/2006/main" noGrp="1"/>
          </p:cNvSpPr>
          <p:nvPr/>
        </p:nvSpPr>
        <p:spPr>
          <a:xfrm xmlns:a="http://schemas.openxmlformats.org/drawingml/2006/main">
            <a:off x="3943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3" name="diagram-line-380">
            <a:extLst xmlns:a="http://schemas.openxmlformats.org/drawingml/2006/main">
              <a:ext uri="{FF2B5EF4-FFF2-40B4-BE49-F238E27FC236}">
                <a16:creationId xmlns:a16="http://schemas.microsoft.com/office/drawing/2014/main" id="{AA319BA0-9D78-426E-8BD5-B7944B65F9E1}"/>
              </a:ext>
            </a:extLst>
          </p:cNvPr>
          <p:cNvSpPr>
            <a:spLocks xmlns:a="http://schemas.openxmlformats.org/drawingml/2006/main" noGrp="1"/>
          </p:cNvSpPr>
          <p:nvPr/>
        </p:nvSpPr>
        <p:spPr>
          <a:xfrm xmlns:a="http://schemas.openxmlformats.org/drawingml/2006/main">
            <a:off x="3829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4" name="diagram-line-381">
            <a:extLst xmlns:a="http://schemas.openxmlformats.org/drawingml/2006/main">
              <a:ext uri="{FF2B5EF4-FFF2-40B4-BE49-F238E27FC236}">
                <a16:creationId xmlns:a16="http://schemas.microsoft.com/office/drawing/2014/main" id="{CCF43C56-7D46-40F9-90F9-B5173D45F4FA}"/>
              </a:ext>
            </a:extLst>
          </p:cNvPr>
          <p:cNvSpPr>
            <a:spLocks xmlns:a="http://schemas.openxmlformats.org/drawingml/2006/main" noGrp="1"/>
          </p:cNvSpPr>
          <p:nvPr/>
        </p:nvSpPr>
        <p:spPr>
          <a:xfrm xmlns:a="http://schemas.openxmlformats.org/drawingml/2006/main">
            <a:off x="3714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5" name="diagram-line-382">
            <a:extLst xmlns:a="http://schemas.openxmlformats.org/drawingml/2006/main">
              <a:ext uri="{FF2B5EF4-FFF2-40B4-BE49-F238E27FC236}">
                <a16:creationId xmlns:a16="http://schemas.microsoft.com/office/drawing/2014/main" id="{FB3F151F-C996-4CB9-AB81-2480FEA02F1A}"/>
              </a:ext>
            </a:extLst>
          </p:cNvPr>
          <p:cNvSpPr>
            <a:spLocks xmlns:a="http://schemas.openxmlformats.org/drawingml/2006/main" noGrp="1"/>
          </p:cNvSpPr>
          <p:nvPr/>
        </p:nvSpPr>
        <p:spPr>
          <a:xfrm xmlns:a="http://schemas.openxmlformats.org/drawingml/2006/main">
            <a:off x="3714750" y="3057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6" name="diagram-line-383">
            <a:extLst xmlns:a="http://schemas.openxmlformats.org/drawingml/2006/main">
              <a:ext uri="{FF2B5EF4-FFF2-40B4-BE49-F238E27FC236}">
                <a16:creationId xmlns:a16="http://schemas.microsoft.com/office/drawing/2014/main" id="{3F3C93A5-5CFF-456B-B889-AF16BBF6E224}"/>
              </a:ext>
            </a:extLst>
          </p:cNvPr>
          <p:cNvSpPr>
            <a:spLocks xmlns:a="http://schemas.openxmlformats.org/drawingml/2006/main" noGrp="1"/>
          </p:cNvSpPr>
          <p:nvPr/>
        </p:nvSpPr>
        <p:spPr>
          <a:xfrm xmlns:a="http://schemas.openxmlformats.org/drawingml/2006/main">
            <a:off x="3714750" y="3171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7" name="diagram-line-384">
            <a:extLst xmlns:a="http://schemas.openxmlformats.org/drawingml/2006/main">
              <a:ext uri="{FF2B5EF4-FFF2-40B4-BE49-F238E27FC236}">
                <a16:creationId xmlns:a16="http://schemas.microsoft.com/office/drawing/2014/main" id="{48478DAC-6223-4248-B379-1783EF4EAD5C}"/>
              </a:ext>
            </a:extLst>
          </p:cNvPr>
          <p:cNvSpPr>
            <a:spLocks xmlns:a="http://schemas.openxmlformats.org/drawingml/2006/main" noGrp="1"/>
          </p:cNvSpPr>
          <p:nvPr/>
        </p:nvSpPr>
        <p:spPr>
          <a:xfrm xmlns:a="http://schemas.openxmlformats.org/drawingml/2006/main">
            <a:off x="3714750" y="3286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8" name="diagram-line-385">
            <a:extLst xmlns:a="http://schemas.openxmlformats.org/drawingml/2006/main">
              <a:ext uri="{FF2B5EF4-FFF2-40B4-BE49-F238E27FC236}">
                <a16:creationId xmlns:a16="http://schemas.microsoft.com/office/drawing/2014/main" id="{F5F4EE6A-3585-4735-8F2A-66A5B20FC0DD}"/>
              </a:ext>
            </a:extLst>
          </p:cNvPr>
          <p:cNvSpPr>
            <a:spLocks xmlns:a="http://schemas.openxmlformats.org/drawingml/2006/main" noGrp="1"/>
          </p:cNvSpPr>
          <p:nvPr/>
        </p:nvSpPr>
        <p:spPr>
          <a:xfrm xmlns:a="http://schemas.openxmlformats.org/drawingml/2006/main">
            <a:off x="3714750" y="3400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9" name="diagram-line-386">
            <a:extLst xmlns:a="http://schemas.openxmlformats.org/drawingml/2006/main">
              <a:ext uri="{FF2B5EF4-FFF2-40B4-BE49-F238E27FC236}">
                <a16:creationId xmlns:a16="http://schemas.microsoft.com/office/drawing/2014/main" id="{D826B58B-29D4-491E-9746-978444B5B85F}"/>
              </a:ext>
            </a:extLst>
          </p:cNvPr>
          <p:cNvSpPr>
            <a:spLocks xmlns:a="http://schemas.openxmlformats.org/drawingml/2006/main" noGrp="1"/>
          </p:cNvSpPr>
          <p:nvPr/>
        </p:nvSpPr>
        <p:spPr>
          <a:xfrm xmlns:a="http://schemas.openxmlformats.org/drawingml/2006/main">
            <a:off x="3714750" y="3514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0" name="diagram-line-387">
            <a:extLst xmlns:a="http://schemas.openxmlformats.org/drawingml/2006/main">
              <a:ext uri="{FF2B5EF4-FFF2-40B4-BE49-F238E27FC236}">
                <a16:creationId xmlns:a16="http://schemas.microsoft.com/office/drawing/2014/main" id="{0C7B60BD-90D7-4196-BFBF-DDA5B7DD27C8}"/>
              </a:ext>
            </a:extLst>
          </p:cNvPr>
          <p:cNvSpPr>
            <a:spLocks xmlns:a="http://schemas.openxmlformats.org/drawingml/2006/main" noGrp="1"/>
          </p:cNvSpPr>
          <p:nvPr/>
        </p:nvSpPr>
        <p:spPr>
          <a:xfrm xmlns:a="http://schemas.openxmlformats.org/drawingml/2006/main">
            <a:off x="3714750" y="3629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1" name="diagram-line-388">
            <a:extLst xmlns:a="http://schemas.openxmlformats.org/drawingml/2006/main">
              <a:ext uri="{FF2B5EF4-FFF2-40B4-BE49-F238E27FC236}">
                <a16:creationId xmlns:a16="http://schemas.microsoft.com/office/drawing/2014/main" id="{4E3956E3-EA38-429E-9D34-B1E26E4AA8EA}"/>
              </a:ext>
            </a:extLst>
          </p:cNvPr>
          <p:cNvSpPr>
            <a:spLocks xmlns:a="http://schemas.openxmlformats.org/drawingml/2006/main" noGrp="1"/>
          </p:cNvSpPr>
          <p:nvPr/>
        </p:nvSpPr>
        <p:spPr>
          <a:xfrm xmlns:a="http://schemas.openxmlformats.org/drawingml/2006/main">
            <a:off x="3714750" y="3743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2" name="diagram-poly-389">
            <a:extLst xmlns:a="http://schemas.openxmlformats.org/drawingml/2006/main">
              <a:ext uri="{FF2B5EF4-FFF2-40B4-BE49-F238E27FC236}">
                <a16:creationId xmlns:a16="http://schemas.microsoft.com/office/drawing/2014/main" id="{96BD7758-AA27-4F4B-B3E4-28E92531C652}"/>
              </a:ext>
            </a:extLst>
          </p:cNvPr>
          <p:cNvSpPr>
            <a:spLocks xmlns:a="http://schemas.openxmlformats.org/drawingml/2006/main" noGrp="1"/>
          </p:cNvSpPr>
          <p:nvPr/>
        </p:nvSpPr>
        <p:spPr>
          <a:xfrm xmlns:a="http://schemas.openxmlformats.org/drawingml/2006/main">
            <a:off x="3685223" y="37719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revision-text-390">
            <a:extLst xmlns:a="http://schemas.openxmlformats.org/drawingml/2006/main">
              <a:ext uri="{FF2B5EF4-FFF2-40B4-BE49-F238E27FC236}">
                <a16:creationId xmlns:a16="http://schemas.microsoft.com/office/drawing/2014/main" id="{751B563B-1A02-4EAE-A2B9-6D9CFB972E0B}"/>
              </a:ext>
            </a:extLst>
          </p:cNvPr>
          <p:cNvSpPr>
            <a:spLocks xmlns:a="http://schemas.openxmlformats.org/drawingml/2006/main" noGrp="1"/>
          </p:cNvSpPr>
          <p:nvPr/>
        </p:nvSpPr>
        <p:spPr>
          <a:xfrm xmlns:a="http://schemas.openxmlformats.org/drawingml/2006/main">
            <a:off x="7553325" y="2781300"/>
            <a:ext cx="20955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0">
                <a:solidFill>
                  <a:srgbClr val="799A39"/>
                </a:solidFill>
                <a:latin typeface="微软雅黑"/>
                <a:ea typeface="微软雅黑"/>
                <a:cs typeface="微软雅黑"/>
              </a:defRPr>
            </a:pPr>
            <a:r>
              <a:rPr sz="1500" b="0">
                <a:solidFill>
                  <a:srgbClr val="799A39"/>
                </a:solidFill>
                <a:latin typeface="微软雅黑"/>
                <a:ea typeface="微软雅黑"/>
                <a:cs typeface="微软雅黑"/>
              </a:rPr>
              <a:t>Resource observations</a:t>
            </a:r>
          </a:p>
        </p:txBody>
      </p:sp>
      <p:sp>
        <p:nvSpPr>
          <p:cNvPr id="114" name="diagram-line-391">
            <a:extLst xmlns:a="http://schemas.openxmlformats.org/drawingml/2006/main">
              <a:ext uri="{FF2B5EF4-FFF2-40B4-BE49-F238E27FC236}">
                <a16:creationId xmlns:a16="http://schemas.microsoft.com/office/drawing/2014/main" id="{382671A5-8327-4184-9F68-6AD276475DC4}"/>
              </a:ext>
            </a:extLst>
          </p:cNvPr>
          <p:cNvSpPr>
            <a:spLocks xmlns:a="http://schemas.openxmlformats.org/drawingml/2006/main" noGrp="1"/>
          </p:cNvSpPr>
          <p:nvPr/>
        </p:nvSpPr>
        <p:spPr>
          <a:xfrm xmlns:a="http://schemas.openxmlformats.org/drawingml/2006/main">
            <a:off x="11001375" y="37719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5" name="diagram-line-392">
            <a:extLst xmlns:a="http://schemas.openxmlformats.org/drawingml/2006/main">
              <a:ext uri="{FF2B5EF4-FFF2-40B4-BE49-F238E27FC236}">
                <a16:creationId xmlns:a16="http://schemas.microsoft.com/office/drawing/2014/main" id="{2D352FAC-C30A-4F5A-95B8-0252B90DC594}"/>
              </a:ext>
            </a:extLst>
          </p:cNvPr>
          <p:cNvSpPr>
            <a:spLocks xmlns:a="http://schemas.openxmlformats.org/drawingml/2006/main" noGrp="1"/>
          </p:cNvSpPr>
          <p:nvPr/>
        </p:nvSpPr>
        <p:spPr>
          <a:xfrm xmlns:a="http://schemas.openxmlformats.org/drawingml/2006/main">
            <a:off x="11001375" y="36576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6" name="diagram-line-393">
            <a:extLst xmlns:a="http://schemas.openxmlformats.org/drawingml/2006/main">
              <a:ext uri="{FF2B5EF4-FFF2-40B4-BE49-F238E27FC236}">
                <a16:creationId xmlns:a16="http://schemas.microsoft.com/office/drawing/2014/main" id="{2330C869-98E0-4635-9F5F-589B10E34985}"/>
              </a:ext>
            </a:extLst>
          </p:cNvPr>
          <p:cNvSpPr>
            <a:spLocks xmlns:a="http://schemas.openxmlformats.org/drawingml/2006/main" noGrp="1"/>
          </p:cNvSpPr>
          <p:nvPr/>
        </p:nvSpPr>
        <p:spPr>
          <a:xfrm xmlns:a="http://schemas.openxmlformats.org/drawingml/2006/main">
            <a:off x="11001375" y="35433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7" name="diagram-line-394">
            <a:extLst xmlns:a="http://schemas.openxmlformats.org/drawingml/2006/main">
              <a:ext uri="{FF2B5EF4-FFF2-40B4-BE49-F238E27FC236}">
                <a16:creationId xmlns:a16="http://schemas.microsoft.com/office/drawing/2014/main" id="{5C93EAC1-1133-4700-A40E-1047E45DE57A}"/>
              </a:ext>
            </a:extLst>
          </p:cNvPr>
          <p:cNvSpPr>
            <a:spLocks xmlns:a="http://schemas.openxmlformats.org/drawingml/2006/main" noGrp="1"/>
          </p:cNvSpPr>
          <p:nvPr/>
        </p:nvSpPr>
        <p:spPr>
          <a:xfrm xmlns:a="http://schemas.openxmlformats.org/drawingml/2006/main">
            <a:off x="11001375" y="34671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18" name="diagram-line-395">
            <a:extLst xmlns:a="http://schemas.openxmlformats.org/drawingml/2006/main">
              <a:ext uri="{FF2B5EF4-FFF2-40B4-BE49-F238E27FC236}">
                <a16:creationId xmlns:a16="http://schemas.microsoft.com/office/drawing/2014/main" id="{5CFD0FAA-937E-4414-AF25-0AB57140FA03}"/>
              </a:ext>
            </a:extLst>
          </p:cNvPr>
          <p:cNvSpPr>
            <a:spLocks xmlns:a="http://schemas.openxmlformats.org/drawingml/2006/main" noGrp="1"/>
          </p:cNvSpPr>
          <p:nvPr/>
        </p:nvSpPr>
        <p:spPr>
          <a:xfrm xmlns:a="http://schemas.openxmlformats.org/drawingml/2006/main">
            <a:off x="10934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19" name="diagram-line-396">
            <a:extLst xmlns:a="http://schemas.openxmlformats.org/drawingml/2006/main">
              <a:ext uri="{FF2B5EF4-FFF2-40B4-BE49-F238E27FC236}">
                <a16:creationId xmlns:a16="http://schemas.microsoft.com/office/drawing/2014/main" id="{E0219B14-D767-40BC-9629-19674068389C}"/>
              </a:ext>
            </a:extLst>
          </p:cNvPr>
          <p:cNvSpPr>
            <a:spLocks xmlns:a="http://schemas.openxmlformats.org/drawingml/2006/main" noGrp="1"/>
          </p:cNvSpPr>
          <p:nvPr/>
        </p:nvSpPr>
        <p:spPr>
          <a:xfrm xmlns:a="http://schemas.openxmlformats.org/drawingml/2006/main">
            <a:off x="10820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0" name="diagram-line-397">
            <a:extLst xmlns:a="http://schemas.openxmlformats.org/drawingml/2006/main">
              <a:ext uri="{FF2B5EF4-FFF2-40B4-BE49-F238E27FC236}">
                <a16:creationId xmlns:a16="http://schemas.microsoft.com/office/drawing/2014/main" id="{ECB6B917-703F-407D-9126-8F775BA219B1}"/>
              </a:ext>
            </a:extLst>
          </p:cNvPr>
          <p:cNvSpPr>
            <a:spLocks xmlns:a="http://schemas.openxmlformats.org/drawingml/2006/main" noGrp="1"/>
          </p:cNvSpPr>
          <p:nvPr/>
        </p:nvSpPr>
        <p:spPr>
          <a:xfrm xmlns:a="http://schemas.openxmlformats.org/drawingml/2006/main">
            <a:off x="10706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1" name="diagram-line-398">
            <a:extLst xmlns:a="http://schemas.openxmlformats.org/drawingml/2006/main">
              <a:ext uri="{FF2B5EF4-FFF2-40B4-BE49-F238E27FC236}">
                <a16:creationId xmlns:a16="http://schemas.microsoft.com/office/drawing/2014/main" id="{5A80E1B1-D762-42E4-9464-AE8455967B8D}"/>
              </a:ext>
            </a:extLst>
          </p:cNvPr>
          <p:cNvSpPr>
            <a:spLocks xmlns:a="http://schemas.openxmlformats.org/drawingml/2006/main" noGrp="1"/>
          </p:cNvSpPr>
          <p:nvPr/>
        </p:nvSpPr>
        <p:spPr>
          <a:xfrm xmlns:a="http://schemas.openxmlformats.org/drawingml/2006/main">
            <a:off x="10591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2" name="diagram-line-399">
            <a:extLst xmlns:a="http://schemas.openxmlformats.org/drawingml/2006/main">
              <a:ext uri="{FF2B5EF4-FFF2-40B4-BE49-F238E27FC236}">
                <a16:creationId xmlns:a16="http://schemas.microsoft.com/office/drawing/2014/main" id="{004E92A7-31BD-46D9-8060-6ADD7AEC8ED7}"/>
              </a:ext>
            </a:extLst>
          </p:cNvPr>
          <p:cNvSpPr>
            <a:spLocks xmlns:a="http://schemas.openxmlformats.org/drawingml/2006/main" noGrp="1"/>
          </p:cNvSpPr>
          <p:nvPr/>
        </p:nvSpPr>
        <p:spPr>
          <a:xfrm xmlns:a="http://schemas.openxmlformats.org/drawingml/2006/main">
            <a:off x="10477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3" name="diagram-line-400">
            <a:extLst xmlns:a="http://schemas.openxmlformats.org/drawingml/2006/main">
              <a:ext uri="{FF2B5EF4-FFF2-40B4-BE49-F238E27FC236}">
                <a16:creationId xmlns:a16="http://schemas.microsoft.com/office/drawing/2014/main" id="{72213977-99B5-4E64-ABBA-7F30EA6E3FAB}"/>
              </a:ext>
            </a:extLst>
          </p:cNvPr>
          <p:cNvSpPr>
            <a:spLocks xmlns:a="http://schemas.openxmlformats.org/drawingml/2006/main" noGrp="1"/>
          </p:cNvSpPr>
          <p:nvPr/>
        </p:nvSpPr>
        <p:spPr>
          <a:xfrm xmlns:a="http://schemas.openxmlformats.org/drawingml/2006/main">
            <a:off x="10363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4" name="diagram-line-401">
            <a:extLst xmlns:a="http://schemas.openxmlformats.org/drawingml/2006/main">
              <a:ext uri="{FF2B5EF4-FFF2-40B4-BE49-F238E27FC236}">
                <a16:creationId xmlns:a16="http://schemas.microsoft.com/office/drawing/2014/main" id="{8CCAF125-A4B8-437D-AD24-8ED2DF5C1CD8}"/>
              </a:ext>
            </a:extLst>
          </p:cNvPr>
          <p:cNvSpPr>
            <a:spLocks xmlns:a="http://schemas.openxmlformats.org/drawingml/2006/main" noGrp="1"/>
          </p:cNvSpPr>
          <p:nvPr/>
        </p:nvSpPr>
        <p:spPr>
          <a:xfrm xmlns:a="http://schemas.openxmlformats.org/drawingml/2006/main">
            <a:off x="10248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5" name="diagram-line-402">
            <a:extLst xmlns:a="http://schemas.openxmlformats.org/drawingml/2006/main">
              <a:ext uri="{FF2B5EF4-FFF2-40B4-BE49-F238E27FC236}">
                <a16:creationId xmlns:a16="http://schemas.microsoft.com/office/drawing/2014/main" id="{41851FC1-74F7-4866-853F-22C0D55BAF35}"/>
              </a:ext>
            </a:extLst>
          </p:cNvPr>
          <p:cNvSpPr>
            <a:spLocks xmlns:a="http://schemas.openxmlformats.org/drawingml/2006/main" noGrp="1"/>
          </p:cNvSpPr>
          <p:nvPr/>
        </p:nvSpPr>
        <p:spPr>
          <a:xfrm xmlns:a="http://schemas.openxmlformats.org/drawingml/2006/main">
            <a:off x="10134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6" name="diagram-line-403">
            <a:extLst xmlns:a="http://schemas.openxmlformats.org/drawingml/2006/main">
              <a:ext uri="{FF2B5EF4-FFF2-40B4-BE49-F238E27FC236}">
                <a16:creationId xmlns:a16="http://schemas.microsoft.com/office/drawing/2014/main" id="{EB392FB9-02E8-481C-8476-B48A091D4E99}"/>
              </a:ext>
            </a:extLst>
          </p:cNvPr>
          <p:cNvSpPr>
            <a:spLocks xmlns:a="http://schemas.openxmlformats.org/drawingml/2006/main" noGrp="1"/>
          </p:cNvSpPr>
          <p:nvPr/>
        </p:nvSpPr>
        <p:spPr>
          <a:xfrm xmlns:a="http://schemas.openxmlformats.org/drawingml/2006/main">
            <a:off x="10020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7" name="diagram-line-404">
            <a:extLst xmlns:a="http://schemas.openxmlformats.org/drawingml/2006/main">
              <a:ext uri="{FF2B5EF4-FFF2-40B4-BE49-F238E27FC236}">
                <a16:creationId xmlns:a16="http://schemas.microsoft.com/office/drawing/2014/main" id="{4752C750-5CF1-4063-81A1-A7A89943960A}"/>
              </a:ext>
            </a:extLst>
          </p:cNvPr>
          <p:cNvSpPr>
            <a:spLocks xmlns:a="http://schemas.openxmlformats.org/drawingml/2006/main" noGrp="1"/>
          </p:cNvSpPr>
          <p:nvPr/>
        </p:nvSpPr>
        <p:spPr>
          <a:xfrm xmlns:a="http://schemas.openxmlformats.org/drawingml/2006/main">
            <a:off x="9906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8" name="diagram-line-405">
            <a:extLst xmlns:a="http://schemas.openxmlformats.org/drawingml/2006/main">
              <a:ext uri="{FF2B5EF4-FFF2-40B4-BE49-F238E27FC236}">
                <a16:creationId xmlns:a16="http://schemas.microsoft.com/office/drawing/2014/main" id="{0987AD23-D5BD-4762-A17C-46A08DCA317F}"/>
              </a:ext>
            </a:extLst>
          </p:cNvPr>
          <p:cNvSpPr>
            <a:spLocks xmlns:a="http://schemas.openxmlformats.org/drawingml/2006/main" noGrp="1"/>
          </p:cNvSpPr>
          <p:nvPr/>
        </p:nvSpPr>
        <p:spPr>
          <a:xfrm xmlns:a="http://schemas.openxmlformats.org/drawingml/2006/main">
            <a:off x="9791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9" name="diagram-line-406">
            <a:extLst xmlns:a="http://schemas.openxmlformats.org/drawingml/2006/main">
              <a:ext uri="{FF2B5EF4-FFF2-40B4-BE49-F238E27FC236}">
                <a16:creationId xmlns:a16="http://schemas.microsoft.com/office/drawing/2014/main" id="{7FC0DDCB-BF75-4879-9B49-07D64E8149FA}"/>
              </a:ext>
            </a:extLst>
          </p:cNvPr>
          <p:cNvSpPr>
            <a:spLocks xmlns:a="http://schemas.openxmlformats.org/drawingml/2006/main" noGrp="1"/>
          </p:cNvSpPr>
          <p:nvPr/>
        </p:nvSpPr>
        <p:spPr>
          <a:xfrm xmlns:a="http://schemas.openxmlformats.org/drawingml/2006/main">
            <a:off x="9677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0" name="diagram-line-407">
            <a:extLst xmlns:a="http://schemas.openxmlformats.org/drawingml/2006/main">
              <a:ext uri="{FF2B5EF4-FFF2-40B4-BE49-F238E27FC236}">
                <a16:creationId xmlns:a16="http://schemas.microsoft.com/office/drawing/2014/main" id="{7D4CFB78-AA83-4CEB-ABCC-E2BDA43D5F35}"/>
              </a:ext>
            </a:extLst>
          </p:cNvPr>
          <p:cNvSpPr>
            <a:spLocks xmlns:a="http://schemas.openxmlformats.org/drawingml/2006/main" noGrp="1"/>
          </p:cNvSpPr>
          <p:nvPr/>
        </p:nvSpPr>
        <p:spPr>
          <a:xfrm xmlns:a="http://schemas.openxmlformats.org/drawingml/2006/main">
            <a:off x="9563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1" name="diagram-line-408">
            <a:extLst xmlns:a="http://schemas.openxmlformats.org/drawingml/2006/main">
              <a:ext uri="{FF2B5EF4-FFF2-40B4-BE49-F238E27FC236}">
                <a16:creationId xmlns:a16="http://schemas.microsoft.com/office/drawing/2014/main" id="{ED49B390-EF2C-4094-B623-544D8534DB4E}"/>
              </a:ext>
            </a:extLst>
          </p:cNvPr>
          <p:cNvSpPr>
            <a:spLocks xmlns:a="http://schemas.openxmlformats.org/drawingml/2006/main" noGrp="1"/>
          </p:cNvSpPr>
          <p:nvPr/>
        </p:nvSpPr>
        <p:spPr>
          <a:xfrm xmlns:a="http://schemas.openxmlformats.org/drawingml/2006/main">
            <a:off x="9448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2" name="diagram-line-409">
            <a:extLst xmlns:a="http://schemas.openxmlformats.org/drawingml/2006/main">
              <a:ext uri="{FF2B5EF4-FFF2-40B4-BE49-F238E27FC236}">
                <a16:creationId xmlns:a16="http://schemas.microsoft.com/office/drawing/2014/main" id="{896A6BEA-9BB2-4422-98F7-3275367B29BC}"/>
              </a:ext>
            </a:extLst>
          </p:cNvPr>
          <p:cNvSpPr>
            <a:spLocks xmlns:a="http://schemas.openxmlformats.org/drawingml/2006/main" noGrp="1"/>
          </p:cNvSpPr>
          <p:nvPr/>
        </p:nvSpPr>
        <p:spPr>
          <a:xfrm xmlns:a="http://schemas.openxmlformats.org/drawingml/2006/main">
            <a:off x="9334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3" name="diagram-line-410">
            <a:extLst xmlns:a="http://schemas.openxmlformats.org/drawingml/2006/main">
              <a:ext uri="{FF2B5EF4-FFF2-40B4-BE49-F238E27FC236}">
                <a16:creationId xmlns:a16="http://schemas.microsoft.com/office/drawing/2014/main" id="{633350EF-6D0C-4A43-AF70-0228BF9C9007}"/>
              </a:ext>
            </a:extLst>
          </p:cNvPr>
          <p:cNvSpPr>
            <a:spLocks xmlns:a="http://schemas.openxmlformats.org/drawingml/2006/main" noGrp="1"/>
          </p:cNvSpPr>
          <p:nvPr/>
        </p:nvSpPr>
        <p:spPr>
          <a:xfrm xmlns:a="http://schemas.openxmlformats.org/drawingml/2006/main">
            <a:off x="9220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4" name="diagram-line-411">
            <a:extLst xmlns:a="http://schemas.openxmlformats.org/drawingml/2006/main">
              <a:ext uri="{FF2B5EF4-FFF2-40B4-BE49-F238E27FC236}">
                <a16:creationId xmlns:a16="http://schemas.microsoft.com/office/drawing/2014/main" id="{A557DF83-CA1D-494D-A3E8-9A7502E67C6B}"/>
              </a:ext>
            </a:extLst>
          </p:cNvPr>
          <p:cNvSpPr>
            <a:spLocks xmlns:a="http://schemas.openxmlformats.org/drawingml/2006/main" noGrp="1"/>
          </p:cNvSpPr>
          <p:nvPr/>
        </p:nvSpPr>
        <p:spPr>
          <a:xfrm xmlns:a="http://schemas.openxmlformats.org/drawingml/2006/main">
            <a:off x="9105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5" name="diagram-line-412">
            <a:extLst xmlns:a="http://schemas.openxmlformats.org/drawingml/2006/main">
              <a:ext uri="{FF2B5EF4-FFF2-40B4-BE49-F238E27FC236}">
                <a16:creationId xmlns:a16="http://schemas.microsoft.com/office/drawing/2014/main" id="{8541C185-156E-4677-87BB-5B61A71E81A2}"/>
              </a:ext>
            </a:extLst>
          </p:cNvPr>
          <p:cNvSpPr>
            <a:spLocks xmlns:a="http://schemas.openxmlformats.org/drawingml/2006/main" noGrp="1"/>
          </p:cNvSpPr>
          <p:nvPr/>
        </p:nvSpPr>
        <p:spPr>
          <a:xfrm xmlns:a="http://schemas.openxmlformats.org/drawingml/2006/main">
            <a:off x="8991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6" name="diagram-line-413">
            <a:extLst xmlns:a="http://schemas.openxmlformats.org/drawingml/2006/main">
              <a:ext uri="{FF2B5EF4-FFF2-40B4-BE49-F238E27FC236}">
                <a16:creationId xmlns:a16="http://schemas.microsoft.com/office/drawing/2014/main" id="{031D4E2E-285C-48B0-9A96-ED1CE5168F1D}"/>
              </a:ext>
            </a:extLst>
          </p:cNvPr>
          <p:cNvSpPr>
            <a:spLocks xmlns:a="http://schemas.openxmlformats.org/drawingml/2006/main" noGrp="1"/>
          </p:cNvSpPr>
          <p:nvPr/>
        </p:nvSpPr>
        <p:spPr>
          <a:xfrm xmlns:a="http://schemas.openxmlformats.org/drawingml/2006/main">
            <a:off x="8877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7" name="diagram-line-414">
            <a:extLst xmlns:a="http://schemas.openxmlformats.org/drawingml/2006/main">
              <a:ext uri="{FF2B5EF4-FFF2-40B4-BE49-F238E27FC236}">
                <a16:creationId xmlns:a16="http://schemas.microsoft.com/office/drawing/2014/main" id="{BAC5BE5A-E8C0-4CB2-889E-CCD260EEA106}"/>
              </a:ext>
            </a:extLst>
          </p:cNvPr>
          <p:cNvSpPr>
            <a:spLocks xmlns:a="http://schemas.openxmlformats.org/drawingml/2006/main" noGrp="1"/>
          </p:cNvSpPr>
          <p:nvPr/>
        </p:nvSpPr>
        <p:spPr>
          <a:xfrm xmlns:a="http://schemas.openxmlformats.org/drawingml/2006/main">
            <a:off x="8763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8" name="diagram-line-415">
            <a:extLst xmlns:a="http://schemas.openxmlformats.org/drawingml/2006/main">
              <a:ext uri="{FF2B5EF4-FFF2-40B4-BE49-F238E27FC236}">
                <a16:creationId xmlns:a16="http://schemas.microsoft.com/office/drawing/2014/main" id="{4D05B7BE-FB9B-4B71-A383-E073128C8CA4}"/>
              </a:ext>
            </a:extLst>
          </p:cNvPr>
          <p:cNvSpPr>
            <a:spLocks xmlns:a="http://schemas.openxmlformats.org/drawingml/2006/main" noGrp="1"/>
          </p:cNvSpPr>
          <p:nvPr/>
        </p:nvSpPr>
        <p:spPr>
          <a:xfrm xmlns:a="http://schemas.openxmlformats.org/drawingml/2006/main">
            <a:off x="8648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9" name="diagram-line-416">
            <a:extLst xmlns:a="http://schemas.openxmlformats.org/drawingml/2006/main">
              <a:ext uri="{FF2B5EF4-FFF2-40B4-BE49-F238E27FC236}">
                <a16:creationId xmlns:a16="http://schemas.microsoft.com/office/drawing/2014/main" id="{C2B1BED9-421E-4180-8FE6-7521C47FA774}"/>
              </a:ext>
            </a:extLst>
          </p:cNvPr>
          <p:cNvSpPr>
            <a:spLocks xmlns:a="http://schemas.openxmlformats.org/drawingml/2006/main" noGrp="1"/>
          </p:cNvSpPr>
          <p:nvPr/>
        </p:nvSpPr>
        <p:spPr>
          <a:xfrm xmlns:a="http://schemas.openxmlformats.org/drawingml/2006/main">
            <a:off x="8534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0" name="diagram-line-417">
            <a:extLst xmlns:a="http://schemas.openxmlformats.org/drawingml/2006/main">
              <a:ext uri="{FF2B5EF4-FFF2-40B4-BE49-F238E27FC236}">
                <a16:creationId xmlns:a16="http://schemas.microsoft.com/office/drawing/2014/main" id="{E7EEDC9B-1FE2-4AD9-8845-12666C81BCC8}"/>
              </a:ext>
            </a:extLst>
          </p:cNvPr>
          <p:cNvSpPr>
            <a:spLocks xmlns:a="http://schemas.openxmlformats.org/drawingml/2006/main" noGrp="1"/>
          </p:cNvSpPr>
          <p:nvPr/>
        </p:nvSpPr>
        <p:spPr>
          <a:xfrm xmlns:a="http://schemas.openxmlformats.org/drawingml/2006/main">
            <a:off x="8420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1" name="diagram-line-418">
            <a:extLst xmlns:a="http://schemas.openxmlformats.org/drawingml/2006/main">
              <a:ext uri="{FF2B5EF4-FFF2-40B4-BE49-F238E27FC236}">
                <a16:creationId xmlns:a16="http://schemas.microsoft.com/office/drawing/2014/main" id="{310B083A-E601-44DB-B89E-723B69CA046F}"/>
              </a:ext>
            </a:extLst>
          </p:cNvPr>
          <p:cNvSpPr>
            <a:spLocks xmlns:a="http://schemas.openxmlformats.org/drawingml/2006/main" noGrp="1"/>
          </p:cNvSpPr>
          <p:nvPr/>
        </p:nvSpPr>
        <p:spPr>
          <a:xfrm xmlns:a="http://schemas.openxmlformats.org/drawingml/2006/main">
            <a:off x="8305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2" name="diagram-line-419">
            <a:extLst xmlns:a="http://schemas.openxmlformats.org/drawingml/2006/main">
              <a:ext uri="{FF2B5EF4-FFF2-40B4-BE49-F238E27FC236}">
                <a16:creationId xmlns:a16="http://schemas.microsoft.com/office/drawing/2014/main" id="{CD316DD5-F626-464B-B045-6CE6E94FF4EF}"/>
              </a:ext>
            </a:extLst>
          </p:cNvPr>
          <p:cNvSpPr>
            <a:spLocks xmlns:a="http://schemas.openxmlformats.org/drawingml/2006/main" noGrp="1"/>
          </p:cNvSpPr>
          <p:nvPr/>
        </p:nvSpPr>
        <p:spPr>
          <a:xfrm xmlns:a="http://schemas.openxmlformats.org/drawingml/2006/main">
            <a:off x="8191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3" name="diagram-line-420">
            <a:extLst xmlns:a="http://schemas.openxmlformats.org/drawingml/2006/main">
              <a:ext uri="{FF2B5EF4-FFF2-40B4-BE49-F238E27FC236}">
                <a16:creationId xmlns:a16="http://schemas.microsoft.com/office/drawing/2014/main" id="{92215573-C924-4F83-8230-8B6D54B5815A}"/>
              </a:ext>
            </a:extLst>
          </p:cNvPr>
          <p:cNvSpPr>
            <a:spLocks xmlns:a="http://schemas.openxmlformats.org/drawingml/2006/main" noGrp="1"/>
          </p:cNvSpPr>
          <p:nvPr/>
        </p:nvSpPr>
        <p:spPr>
          <a:xfrm xmlns:a="http://schemas.openxmlformats.org/drawingml/2006/main">
            <a:off x="8077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4" name="diagram-line-421">
            <a:extLst xmlns:a="http://schemas.openxmlformats.org/drawingml/2006/main">
              <a:ext uri="{FF2B5EF4-FFF2-40B4-BE49-F238E27FC236}">
                <a16:creationId xmlns:a16="http://schemas.microsoft.com/office/drawing/2014/main" id="{19707FF8-E2C8-4929-A48C-F36C397AFE45}"/>
              </a:ext>
            </a:extLst>
          </p:cNvPr>
          <p:cNvSpPr>
            <a:spLocks xmlns:a="http://schemas.openxmlformats.org/drawingml/2006/main" noGrp="1"/>
          </p:cNvSpPr>
          <p:nvPr/>
        </p:nvSpPr>
        <p:spPr>
          <a:xfrm xmlns:a="http://schemas.openxmlformats.org/drawingml/2006/main">
            <a:off x="7962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5" name="diagram-line-422">
            <a:extLst xmlns:a="http://schemas.openxmlformats.org/drawingml/2006/main">
              <a:ext uri="{FF2B5EF4-FFF2-40B4-BE49-F238E27FC236}">
                <a16:creationId xmlns:a16="http://schemas.microsoft.com/office/drawing/2014/main" id="{BFBBF100-42FF-474A-931C-9EC2C9B0A7D6}"/>
              </a:ext>
            </a:extLst>
          </p:cNvPr>
          <p:cNvSpPr>
            <a:spLocks xmlns:a="http://schemas.openxmlformats.org/drawingml/2006/main" noGrp="1"/>
          </p:cNvSpPr>
          <p:nvPr/>
        </p:nvSpPr>
        <p:spPr>
          <a:xfrm xmlns:a="http://schemas.openxmlformats.org/drawingml/2006/main">
            <a:off x="7848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6" name="diagram-line-423">
            <a:extLst xmlns:a="http://schemas.openxmlformats.org/drawingml/2006/main">
              <a:ext uri="{FF2B5EF4-FFF2-40B4-BE49-F238E27FC236}">
                <a16:creationId xmlns:a16="http://schemas.microsoft.com/office/drawing/2014/main" id="{5B0F5038-C69B-4D4F-A09C-56DAA394E616}"/>
              </a:ext>
            </a:extLst>
          </p:cNvPr>
          <p:cNvSpPr>
            <a:spLocks xmlns:a="http://schemas.openxmlformats.org/drawingml/2006/main" noGrp="1"/>
          </p:cNvSpPr>
          <p:nvPr/>
        </p:nvSpPr>
        <p:spPr>
          <a:xfrm xmlns:a="http://schemas.openxmlformats.org/drawingml/2006/main">
            <a:off x="7734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7" name="diagram-line-424">
            <a:extLst xmlns:a="http://schemas.openxmlformats.org/drawingml/2006/main">
              <a:ext uri="{FF2B5EF4-FFF2-40B4-BE49-F238E27FC236}">
                <a16:creationId xmlns:a16="http://schemas.microsoft.com/office/drawing/2014/main" id="{3D7121D8-A61F-4DE5-8CF3-FC2BD5598B72}"/>
              </a:ext>
            </a:extLst>
          </p:cNvPr>
          <p:cNvSpPr>
            <a:spLocks xmlns:a="http://schemas.openxmlformats.org/drawingml/2006/main" noGrp="1"/>
          </p:cNvSpPr>
          <p:nvPr/>
        </p:nvSpPr>
        <p:spPr>
          <a:xfrm xmlns:a="http://schemas.openxmlformats.org/drawingml/2006/main">
            <a:off x="7620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8" name="diagram-line-425">
            <a:extLst xmlns:a="http://schemas.openxmlformats.org/drawingml/2006/main">
              <a:ext uri="{FF2B5EF4-FFF2-40B4-BE49-F238E27FC236}">
                <a16:creationId xmlns:a16="http://schemas.microsoft.com/office/drawing/2014/main" id="{A0CB5F7C-3CC6-4E1E-9F39-FCCE8150E3E6}"/>
              </a:ext>
            </a:extLst>
          </p:cNvPr>
          <p:cNvSpPr>
            <a:spLocks xmlns:a="http://schemas.openxmlformats.org/drawingml/2006/main" noGrp="1"/>
          </p:cNvSpPr>
          <p:nvPr/>
        </p:nvSpPr>
        <p:spPr>
          <a:xfrm xmlns:a="http://schemas.openxmlformats.org/drawingml/2006/main">
            <a:off x="7505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9" name="diagram-line-426">
            <a:extLst xmlns:a="http://schemas.openxmlformats.org/drawingml/2006/main">
              <a:ext uri="{FF2B5EF4-FFF2-40B4-BE49-F238E27FC236}">
                <a16:creationId xmlns:a16="http://schemas.microsoft.com/office/drawing/2014/main" id="{D6C082B6-00DF-4189-B3B6-C1F5F1D42983}"/>
              </a:ext>
            </a:extLst>
          </p:cNvPr>
          <p:cNvSpPr>
            <a:spLocks xmlns:a="http://schemas.openxmlformats.org/drawingml/2006/main" noGrp="1"/>
          </p:cNvSpPr>
          <p:nvPr/>
        </p:nvSpPr>
        <p:spPr>
          <a:xfrm xmlns:a="http://schemas.openxmlformats.org/drawingml/2006/main">
            <a:off x="7391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0" name="diagram-line-427">
            <a:extLst xmlns:a="http://schemas.openxmlformats.org/drawingml/2006/main">
              <a:ext uri="{FF2B5EF4-FFF2-40B4-BE49-F238E27FC236}">
                <a16:creationId xmlns:a16="http://schemas.microsoft.com/office/drawing/2014/main" id="{C6E47B0F-BA3D-45F5-8A51-DE7521308DFA}"/>
              </a:ext>
            </a:extLst>
          </p:cNvPr>
          <p:cNvSpPr>
            <a:spLocks xmlns:a="http://schemas.openxmlformats.org/drawingml/2006/main" noGrp="1"/>
          </p:cNvSpPr>
          <p:nvPr/>
        </p:nvSpPr>
        <p:spPr>
          <a:xfrm xmlns:a="http://schemas.openxmlformats.org/drawingml/2006/main">
            <a:off x="7277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1" name="diagram-line-428">
            <a:extLst xmlns:a="http://schemas.openxmlformats.org/drawingml/2006/main">
              <a:ext uri="{FF2B5EF4-FFF2-40B4-BE49-F238E27FC236}">
                <a16:creationId xmlns:a16="http://schemas.microsoft.com/office/drawing/2014/main" id="{6B4E5A96-6BF0-4856-BBFC-B3900151EEF5}"/>
              </a:ext>
            </a:extLst>
          </p:cNvPr>
          <p:cNvSpPr>
            <a:spLocks xmlns:a="http://schemas.openxmlformats.org/drawingml/2006/main" noGrp="1"/>
          </p:cNvSpPr>
          <p:nvPr/>
        </p:nvSpPr>
        <p:spPr>
          <a:xfrm xmlns:a="http://schemas.openxmlformats.org/drawingml/2006/main">
            <a:off x="7162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2" name="diagram-line-429">
            <a:extLst xmlns:a="http://schemas.openxmlformats.org/drawingml/2006/main">
              <a:ext uri="{FF2B5EF4-FFF2-40B4-BE49-F238E27FC236}">
                <a16:creationId xmlns:a16="http://schemas.microsoft.com/office/drawing/2014/main" id="{985B2F08-173F-476A-84E4-DAC6D36A9CF0}"/>
              </a:ext>
            </a:extLst>
          </p:cNvPr>
          <p:cNvSpPr>
            <a:spLocks xmlns:a="http://schemas.openxmlformats.org/drawingml/2006/main" noGrp="1"/>
          </p:cNvSpPr>
          <p:nvPr/>
        </p:nvSpPr>
        <p:spPr>
          <a:xfrm xmlns:a="http://schemas.openxmlformats.org/drawingml/2006/main">
            <a:off x="7048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3" name="diagram-line-430">
            <a:extLst xmlns:a="http://schemas.openxmlformats.org/drawingml/2006/main">
              <a:ext uri="{FF2B5EF4-FFF2-40B4-BE49-F238E27FC236}">
                <a16:creationId xmlns:a16="http://schemas.microsoft.com/office/drawing/2014/main" id="{8E8A303D-C619-4ED0-8303-9D0733F754DB}"/>
              </a:ext>
            </a:extLst>
          </p:cNvPr>
          <p:cNvSpPr>
            <a:spLocks xmlns:a="http://schemas.openxmlformats.org/drawingml/2006/main" noGrp="1"/>
          </p:cNvSpPr>
          <p:nvPr/>
        </p:nvSpPr>
        <p:spPr>
          <a:xfrm xmlns:a="http://schemas.openxmlformats.org/drawingml/2006/main">
            <a:off x="6934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4" name="diagram-line-431">
            <a:extLst xmlns:a="http://schemas.openxmlformats.org/drawingml/2006/main">
              <a:ext uri="{FF2B5EF4-FFF2-40B4-BE49-F238E27FC236}">
                <a16:creationId xmlns:a16="http://schemas.microsoft.com/office/drawing/2014/main" id="{6B0A8D32-4E96-4C5D-9422-C308870CC9F9}"/>
              </a:ext>
            </a:extLst>
          </p:cNvPr>
          <p:cNvSpPr>
            <a:spLocks xmlns:a="http://schemas.openxmlformats.org/drawingml/2006/main" noGrp="1"/>
          </p:cNvSpPr>
          <p:nvPr/>
        </p:nvSpPr>
        <p:spPr>
          <a:xfrm xmlns:a="http://schemas.openxmlformats.org/drawingml/2006/main">
            <a:off x="6819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5" name="diagram-line-432">
            <a:extLst xmlns:a="http://schemas.openxmlformats.org/drawingml/2006/main">
              <a:ext uri="{FF2B5EF4-FFF2-40B4-BE49-F238E27FC236}">
                <a16:creationId xmlns:a16="http://schemas.microsoft.com/office/drawing/2014/main" id="{83DDF9D7-589F-40DB-B9F1-076703EC2896}"/>
              </a:ext>
            </a:extLst>
          </p:cNvPr>
          <p:cNvSpPr>
            <a:spLocks xmlns:a="http://schemas.openxmlformats.org/drawingml/2006/main" noGrp="1"/>
          </p:cNvSpPr>
          <p:nvPr/>
        </p:nvSpPr>
        <p:spPr>
          <a:xfrm xmlns:a="http://schemas.openxmlformats.org/drawingml/2006/main">
            <a:off x="6705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6" name="diagram-line-433">
            <a:extLst xmlns:a="http://schemas.openxmlformats.org/drawingml/2006/main">
              <a:ext uri="{FF2B5EF4-FFF2-40B4-BE49-F238E27FC236}">
                <a16:creationId xmlns:a16="http://schemas.microsoft.com/office/drawing/2014/main" id="{6796A36D-C111-49C3-8995-02A5A66A7ED3}"/>
              </a:ext>
            </a:extLst>
          </p:cNvPr>
          <p:cNvSpPr>
            <a:spLocks xmlns:a="http://schemas.openxmlformats.org/drawingml/2006/main" noGrp="1"/>
          </p:cNvSpPr>
          <p:nvPr/>
        </p:nvSpPr>
        <p:spPr>
          <a:xfrm xmlns:a="http://schemas.openxmlformats.org/drawingml/2006/main">
            <a:off x="6591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7" name="diagram-line-434">
            <a:extLst xmlns:a="http://schemas.openxmlformats.org/drawingml/2006/main">
              <a:ext uri="{FF2B5EF4-FFF2-40B4-BE49-F238E27FC236}">
                <a16:creationId xmlns:a16="http://schemas.microsoft.com/office/drawing/2014/main" id="{44741AE2-6208-4A73-89D2-EC45ED999001}"/>
              </a:ext>
            </a:extLst>
          </p:cNvPr>
          <p:cNvSpPr>
            <a:spLocks xmlns:a="http://schemas.openxmlformats.org/drawingml/2006/main" noGrp="1"/>
          </p:cNvSpPr>
          <p:nvPr/>
        </p:nvSpPr>
        <p:spPr>
          <a:xfrm xmlns:a="http://schemas.openxmlformats.org/drawingml/2006/main">
            <a:off x="6477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8" name="diagram-line-435">
            <a:extLst xmlns:a="http://schemas.openxmlformats.org/drawingml/2006/main">
              <a:ext uri="{FF2B5EF4-FFF2-40B4-BE49-F238E27FC236}">
                <a16:creationId xmlns:a16="http://schemas.microsoft.com/office/drawing/2014/main" id="{982A53C6-0306-429C-ADFD-FAE8A7533609}"/>
              </a:ext>
            </a:extLst>
          </p:cNvPr>
          <p:cNvSpPr>
            <a:spLocks xmlns:a="http://schemas.openxmlformats.org/drawingml/2006/main" noGrp="1"/>
          </p:cNvSpPr>
          <p:nvPr/>
        </p:nvSpPr>
        <p:spPr>
          <a:xfrm xmlns:a="http://schemas.openxmlformats.org/drawingml/2006/main">
            <a:off x="6362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9" name="diagram-line-436">
            <a:extLst xmlns:a="http://schemas.openxmlformats.org/drawingml/2006/main">
              <a:ext uri="{FF2B5EF4-FFF2-40B4-BE49-F238E27FC236}">
                <a16:creationId xmlns:a16="http://schemas.microsoft.com/office/drawing/2014/main" id="{E0A41A3F-60C1-491E-B57F-144D9DCA1E82}"/>
              </a:ext>
            </a:extLst>
          </p:cNvPr>
          <p:cNvSpPr>
            <a:spLocks xmlns:a="http://schemas.openxmlformats.org/drawingml/2006/main" noGrp="1"/>
          </p:cNvSpPr>
          <p:nvPr/>
        </p:nvSpPr>
        <p:spPr>
          <a:xfrm xmlns:a="http://schemas.openxmlformats.org/drawingml/2006/main">
            <a:off x="6248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0" name="diagram-line-437">
            <a:extLst xmlns:a="http://schemas.openxmlformats.org/drawingml/2006/main">
              <a:ext uri="{FF2B5EF4-FFF2-40B4-BE49-F238E27FC236}">
                <a16:creationId xmlns:a16="http://schemas.microsoft.com/office/drawing/2014/main" id="{E76FEAF8-C0A3-45B4-A166-6562118E1AAE}"/>
              </a:ext>
            </a:extLst>
          </p:cNvPr>
          <p:cNvSpPr>
            <a:spLocks xmlns:a="http://schemas.openxmlformats.org/drawingml/2006/main" noGrp="1"/>
          </p:cNvSpPr>
          <p:nvPr/>
        </p:nvSpPr>
        <p:spPr>
          <a:xfrm xmlns:a="http://schemas.openxmlformats.org/drawingml/2006/main">
            <a:off x="6134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1" name="diagram-line-438">
            <a:extLst xmlns:a="http://schemas.openxmlformats.org/drawingml/2006/main">
              <a:ext uri="{FF2B5EF4-FFF2-40B4-BE49-F238E27FC236}">
                <a16:creationId xmlns:a16="http://schemas.microsoft.com/office/drawing/2014/main" id="{A0EA8F77-D05D-47AC-BB74-FF9227FCA341}"/>
              </a:ext>
            </a:extLst>
          </p:cNvPr>
          <p:cNvSpPr>
            <a:spLocks xmlns:a="http://schemas.openxmlformats.org/drawingml/2006/main" noGrp="1"/>
          </p:cNvSpPr>
          <p:nvPr/>
        </p:nvSpPr>
        <p:spPr>
          <a:xfrm xmlns:a="http://schemas.openxmlformats.org/drawingml/2006/main">
            <a:off x="6096000" y="3400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2" name="diagram-line-439">
            <a:extLst xmlns:a="http://schemas.openxmlformats.org/drawingml/2006/main">
              <a:ext uri="{FF2B5EF4-FFF2-40B4-BE49-F238E27FC236}">
                <a16:creationId xmlns:a16="http://schemas.microsoft.com/office/drawing/2014/main" id="{DD8719FD-E42D-4BA6-8C01-772A1538D9EB}"/>
              </a:ext>
            </a:extLst>
          </p:cNvPr>
          <p:cNvSpPr>
            <a:spLocks xmlns:a="http://schemas.openxmlformats.org/drawingml/2006/main" noGrp="1"/>
          </p:cNvSpPr>
          <p:nvPr/>
        </p:nvSpPr>
        <p:spPr>
          <a:xfrm xmlns:a="http://schemas.openxmlformats.org/drawingml/2006/main">
            <a:off x="6096000" y="32861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3" name="diagram-line-440">
            <a:extLst xmlns:a="http://schemas.openxmlformats.org/drawingml/2006/main">
              <a:ext uri="{FF2B5EF4-FFF2-40B4-BE49-F238E27FC236}">
                <a16:creationId xmlns:a16="http://schemas.microsoft.com/office/drawing/2014/main" id="{440D60FC-A0AB-4F6E-A60B-C83796563AA4}"/>
              </a:ext>
            </a:extLst>
          </p:cNvPr>
          <p:cNvSpPr>
            <a:spLocks xmlns:a="http://schemas.openxmlformats.org/drawingml/2006/main" noGrp="1"/>
          </p:cNvSpPr>
          <p:nvPr/>
        </p:nvSpPr>
        <p:spPr>
          <a:xfrm xmlns:a="http://schemas.openxmlformats.org/drawingml/2006/main">
            <a:off x="6096000" y="31718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4" name="diagram-line-441">
            <a:extLst xmlns:a="http://schemas.openxmlformats.org/drawingml/2006/main">
              <a:ext uri="{FF2B5EF4-FFF2-40B4-BE49-F238E27FC236}">
                <a16:creationId xmlns:a16="http://schemas.microsoft.com/office/drawing/2014/main" id="{7679D9E3-1450-4402-BAB9-B8A2B803F815}"/>
              </a:ext>
            </a:extLst>
          </p:cNvPr>
          <p:cNvSpPr>
            <a:spLocks xmlns:a="http://schemas.openxmlformats.org/drawingml/2006/main" noGrp="1"/>
          </p:cNvSpPr>
          <p:nvPr/>
        </p:nvSpPr>
        <p:spPr>
          <a:xfrm xmlns:a="http://schemas.openxmlformats.org/drawingml/2006/main">
            <a:off x="6096000" y="30575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5" name="diagram-line-442">
            <a:extLst xmlns:a="http://schemas.openxmlformats.org/drawingml/2006/main">
              <a:ext uri="{FF2B5EF4-FFF2-40B4-BE49-F238E27FC236}">
                <a16:creationId xmlns:a16="http://schemas.microsoft.com/office/drawing/2014/main" id="{ABB3F6F3-50B1-4BB5-81AB-1DE10FC30B7F}"/>
              </a:ext>
            </a:extLst>
          </p:cNvPr>
          <p:cNvSpPr>
            <a:spLocks xmlns:a="http://schemas.openxmlformats.org/drawingml/2006/main" noGrp="1"/>
          </p:cNvSpPr>
          <p:nvPr/>
        </p:nvSpPr>
        <p:spPr>
          <a:xfrm xmlns:a="http://schemas.openxmlformats.org/drawingml/2006/main">
            <a:off x="6096000" y="29432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6" name="diagram-line-443">
            <a:extLst xmlns:a="http://schemas.openxmlformats.org/drawingml/2006/main">
              <a:ext uri="{FF2B5EF4-FFF2-40B4-BE49-F238E27FC236}">
                <a16:creationId xmlns:a16="http://schemas.microsoft.com/office/drawing/2014/main" id="{852C484B-7980-4392-8252-3417EB983C83}"/>
              </a:ext>
            </a:extLst>
          </p:cNvPr>
          <p:cNvSpPr>
            <a:spLocks xmlns:a="http://schemas.openxmlformats.org/drawingml/2006/main" noGrp="1"/>
          </p:cNvSpPr>
          <p:nvPr/>
        </p:nvSpPr>
        <p:spPr>
          <a:xfrm xmlns:a="http://schemas.openxmlformats.org/drawingml/2006/main">
            <a:off x="6096000" y="2828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7" name="diagram-line-444">
            <a:extLst xmlns:a="http://schemas.openxmlformats.org/drawingml/2006/main">
              <a:ext uri="{FF2B5EF4-FFF2-40B4-BE49-F238E27FC236}">
                <a16:creationId xmlns:a16="http://schemas.microsoft.com/office/drawing/2014/main" id="{398896AB-1D1F-4D89-A1EA-478C1D5FF0EA}"/>
              </a:ext>
            </a:extLst>
          </p:cNvPr>
          <p:cNvSpPr>
            <a:spLocks xmlns:a="http://schemas.openxmlformats.org/drawingml/2006/main" noGrp="1"/>
          </p:cNvSpPr>
          <p:nvPr/>
        </p:nvSpPr>
        <p:spPr>
          <a:xfrm xmlns:a="http://schemas.openxmlformats.org/drawingml/2006/main">
            <a:off x="6096000" y="2714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8" name="diagram-line-445">
            <a:extLst xmlns:a="http://schemas.openxmlformats.org/drawingml/2006/main">
              <a:ext uri="{FF2B5EF4-FFF2-40B4-BE49-F238E27FC236}">
                <a16:creationId xmlns:a16="http://schemas.microsoft.com/office/drawing/2014/main" id="{89346D55-C434-4A52-8FF5-67C1598D6A93}"/>
              </a:ext>
            </a:extLst>
          </p:cNvPr>
          <p:cNvSpPr>
            <a:spLocks xmlns:a="http://schemas.openxmlformats.org/drawingml/2006/main" noGrp="1"/>
          </p:cNvSpPr>
          <p:nvPr/>
        </p:nvSpPr>
        <p:spPr>
          <a:xfrm xmlns:a="http://schemas.openxmlformats.org/drawingml/2006/main">
            <a:off x="6096000" y="2600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446">
            <a:extLst xmlns:a="http://schemas.openxmlformats.org/drawingml/2006/main">
              <a:ext uri="{FF2B5EF4-FFF2-40B4-BE49-F238E27FC236}">
                <a16:creationId xmlns:a16="http://schemas.microsoft.com/office/drawing/2014/main" id="{5536E71A-9467-4524-AF44-D9025978A3DB}"/>
              </a:ext>
            </a:extLst>
          </p:cNvPr>
          <p:cNvSpPr>
            <a:spLocks xmlns:a="http://schemas.openxmlformats.org/drawingml/2006/main" noGrp="1"/>
          </p:cNvSpPr>
          <p:nvPr/>
        </p:nvSpPr>
        <p:spPr>
          <a:xfrm xmlns:a="http://schemas.openxmlformats.org/drawingml/2006/main">
            <a:off x="6096000" y="2486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447">
            <a:extLst xmlns:a="http://schemas.openxmlformats.org/drawingml/2006/main">
              <a:ext uri="{FF2B5EF4-FFF2-40B4-BE49-F238E27FC236}">
                <a16:creationId xmlns:a16="http://schemas.microsoft.com/office/drawing/2014/main" id="{EA574B40-5AFA-452E-9D78-75180E700902}"/>
              </a:ext>
            </a:extLst>
          </p:cNvPr>
          <p:cNvSpPr>
            <a:spLocks xmlns:a="http://schemas.openxmlformats.org/drawingml/2006/main" noGrp="1"/>
          </p:cNvSpPr>
          <p:nvPr/>
        </p:nvSpPr>
        <p:spPr>
          <a:xfrm xmlns:a="http://schemas.openxmlformats.org/drawingml/2006/main">
            <a:off x="6096000" y="23717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1" name="diagram-line-448">
            <a:extLst xmlns:a="http://schemas.openxmlformats.org/drawingml/2006/main">
              <a:ext uri="{FF2B5EF4-FFF2-40B4-BE49-F238E27FC236}">
                <a16:creationId xmlns:a16="http://schemas.microsoft.com/office/drawing/2014/main" id="{172761FD-0935-485E-A0BA-F175EE416C2C}"/>
              </a:ext>
            </a:extLst>
          </p:cNvPr>
          <p:cNvSpPr>
            <a:spLocks xmlns:a="http://schemas.openxmlformats.org/drawingml/2006/main" noGrp="1"/>
          </p:cNvSpPr>
          <p:nvPr/>
        </p:nvSpPr>
        <p:spPr>
          <a:xfrm xmlns:a="http://schemas.openxmlformats.org/drawingml/2006/main">
            <a:off x="6096000" y="2257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2" name="diagram-line-449">
            <a:extLst xmlns:a="http://schemas.openxmlformats.org/drawingml/2006/main">
              <a:ext uri="{FF2B5EF4-FFF2-40B4-BE49-F238E27FC236}">
                <a16:creationId xmlns:a16="http://schemas.microsoft.com/office/drawing/2014/main" id="{42E23C44-5984-41D9-A153-DEDA0F6D599C}"/>
              </a:ext>
            </a:extLst>
          </p:cNvPr>
          <p:cNvSpPr>
            <a:spLocks xmlns:a="http://schemas.openxmlformats.org/drawingml/2006/main" noGrp="1"/>
          </p:cNvSpPr>
          <p:nvPr/>
        </p:nvSpPr>
        <p:spPr>
          <a:xfrm xmlns:a="http://schemas.openxmlformats.org/drawingml/2006/main">
            <a:off x="6029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450">
            <a:extLst xmlns:a="http://schemas.openxmlformats.org/drawingml/2006/main">
              <a:ext uri="{FF2B5EF4-FFF2-40B4-BE49-F238E27FC236}">
                <a16:creationId xmlns:a16="http://schemas.microsoft.com/office/drawing/2014/main" id="{EB4B43D9-9DD0-4E58-9957-8C469DB4F164}"/>
              </a:ext>
            </a:extLst>
          </p:cNvPr>
          <p:cNvSpPr>
            <a:spLocks xmlns:a="http://schemas.openxmlformats.org/drawingml/2006/main" noGrp="1"/>
          </p:cNvSpPr>
          <p:nvPr/>
        </p:nvSpPr>
        <p:spPr>
          <a:xfrm xmlns:a="http://schemas.openxmlformats.org/drawingml/2006/main">
            <a:off x="59150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451">
            <a:extLst xmlns:a="http://schemas.openxmlformats.org/drawingml/2006/main">
              <a:ext uri="{FF2B5EF4-FFF2-40B4-BE49-F238E27FC236}">
                <a16:creationId xmlns:a16="http://schemas.microsoft.com/office/drawing/2014/main" id="{04FFD347-EEE5-45A4-996A-D14ED8EAEDEB}"/>
              </a:ext>
            </a:extLst>
          </p:cNvPr>
          <p:cNvSpPr>
            <a:spLocks xmlns:a="http://schemas.openxmlformats.org/drawingml/2006/main" noGrp="1"/>
          </p:cNvSpPr>
          <p:nvPr/>
        </p:nvSpPr>
        <p:spPr>
          <a:xfrm xmlns:a="http://schemas.openxmlformats.org/drawingml/2006/main">
            <a:off x="58007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452">
            <a:extLst xmlns:a="http://schemas.openxmlformats.org/drawingml/2006/main">
              <a:ext uri="{FF2B5EF4-FFF2-40B4-BE49-F238E27FC236}">
                <a16:creationId xmlns:a16="http://schemas.microsoft.com/office/drawing/2014/main" id="{9F9D4D33-9255-406F-BD79-763371F2C1D7}"/>
              </a:ext>
            </a:extLst>
          </p:cNvPr>
          <p:cNvSpPr>
            <a:spLocks xmlns:a="http://schemas.openxmlformats.org/drawingml/2006/main" noGrp="1"/>
          </p:cNvSpPr>
          <p:nvPr/>
        </p:nvSpPr>
        <p:spPr>
          <a:xfrm xmlns:a="http://schemas.openxmlformats.org/drawingml/2006/main">
            <a:off x="56864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453">
            <a:extLst xmlns:a="http://schemas.openxmlformats.org/drawingml/2006/main">
              <a:ext uri="{FF2B5EF4-FFF2-40B4-BE49-F238E27FC236}">
                <a16:creationId xmlns:a16="http://schemas.microsoft.com/office/drawing/2014/main" id="{94B0C5D5-BBCB-4645-B0C1-19994381D986}"/>
              </a:ext>
            </a:extLst>
          </p:cNvPr>
          <p:cNvSpPr>
            <a:spLocks xmlns:a="http://schemas.openxmlformats.org/drawingml/2006/main" noGrp="1"/>
          </p:cNvSpPr>
          <p:nvPr/>
        </p:nvSpPr>
        <p:spPr>
          <a:xfrm xmlns:a="http://schemas.openxmlformats.org/drawingml/2006/main">
            <a:off x="55721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454">
            <a:extLst xmlns:a="http://schemas.openxmlformats.org/drawingml/2006/main">
              <a:ext uri="{FF2B5EF4-FFF2-40B4-BE49-F238E27FC236}">
                <a16:creationId xmlns:a16="http://schemas.microsoft.com/office/drawing/2014/main" id="{9A9E9C65-C7EC-4E6F-BACA-7F68DACA3DAF}"/>
              </a:ext>
            </a:extLst>
          </p:cNvPr>
          <p:cNvSpPr>
            <a:spLocks xmlns:a="http://schemas.openxmlformats.org/drawingml/2006/main" noGrp="1"/>
          </p:cNvSpPr>
          <p:nvPr/>
        </p:nvSpPr>
        <p:spPr>
          <a:xfrm xmlns:a="http://schemas.openxmlformats.org/drawingml/2006/main">
            <a:off x="54578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455">
            <a:extLst xmlns:a="http://schemas.openxmlformats.org/drawingml/2006/main">
              <a:ext uri="{FF2B5EF4-FFF2-40B4-BE49-F238E27FC236}">
                <a16:creationId xmlns:a16="http://schemas.microsoft.com/office/drawing/2014/main" id="{0FBB0227-D694-418A-86DF-05AC9B373BAB}"/>
              </a:ext>
            </a:extLst>
          </p:cNvPr>
          <p:cNvSpPr>
            <a:spLocks xmlns:a="http://schemas.openxmlformats.org/drawingml/2006/main" noGrp="1"/>
          </p:cNvSpPr>
          <p:nvPr/>
        </p:nvSpPr>
        <p:spPr>
          <a:xfrm xmlns:a="http://schemas.openxmlformats.org/drawingml/2006/main">
            <a:off x="53435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456">
            <a:extLst xmlns:a="http://schemas.openxmlformats.org/drawingml/2006/main">
              <a:ext uri="{FF2B5EF4-FFF2-40B4-BE49-F238E27FC236}">
                <a16:creationId xmlns:a16="http://schemas.microsoft.com/office/drawing/2014/main" id="{3FB4A156-16E3-4C3C-84D5-45D643EF020A}"/>
              </a:ext>
            </a:extLst>
          </p:cNvPr>
          <p:cNvSpPr>
            <a:spLocks xmlns:a="http://schemas.openxmlformats.org/drawingml/2006/main" noGrp="1"/>
          </p:cNvSpPr>
          <p:nvPr/>
        </p:nvSpPr>
        <p:spPr>
          <a:xfrm xmlns:a="http://schemas.openxmlformats.org/drawingml/2006/main">
            <a:off x="52292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457">
            <a:extLst xmlns:a="http://schemas.openxmlformats.org/drawingml/2006/main">
              <a:ext uri="{FF2B5EF4-FFF2-40B4-BE49-F238E27FC236}">
                <a16:creationId xmlns:a16="http://schemas.microsoft.com/office/drawing/2014/main" id="{8277A738-C729-4FA0-BD3A-204C8826AC71}"/>
              </a:ext>
            </a:extLst>
          </p:cNvPr>
          <p:cNvSpPr>
            <a:spLocks xmlns:a="http://schemas.openxmlformats.org/drawingml/2006/main" noGrp="1"/>
          </p:cNvSpPr>
          <p:nvPr/>
        </p:nvSpPr>
        <p:spPr>
          <a:xfrm xmlns:a="http://schemas.openxmlformats.org/drawingml/2006/main">
            <a:off x="51149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458">
            <a:extLst xmlns:a="http://schemas.openxmlformats.org/drawingml/2006/main">
              <a:ext uri="{FF2B5EF4-FFF2-40B4-BE49-F238E27FC236}">
                <a16:creationId xmlns:a16="http://schemas.microsoft.com/office/drawing/2014/main" id="{5C2406D1-20E4-4EB5-B868-945FD596154E}"/>
              </a:ext>
            </a:extLst>
          </p:cNvPr>
          <p:cNvSpPr>
            <a:spLocks xmlns:a="http://schemas.openxmlformats.org/drawingml/2006/main" noGrp="1"/>
          </p:cNvSpPr>
          <p:nvPr/>
        </p:nvSpPr>
        <p:spPr>
          <a:xfrm xmlns:a="http://schemas.openxmlformats.org/drawingml/2006/main">
            <a:off x="50006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459">
            <a:extLst xmlns:a="http://schemas.openxmlformats.org/drawingml/2006/main">
              <a:ext uri="{FF2B5EF4-FFF2-40B4-BE49-F238E27FC236}">
                <a16:creationId xmlns:a16="http://schemas.microsoft.com/office/drawing/2014/main" id="{556B6558-DB7A-421C-88E6-63528CD1CD23}"/>
              </a:ext>
            </a:extLst>
          </p:cNvPr>
          <p:cNvSpPr>
            <a:spLocks xmlns:a="http://schemas.openxmlformats.org/drawingml/2006/main" noGrp="1"/>
          </p:cNvSpPr>
          <p:nvPr/>
        </p:nvSpPr>
        <p:spPr>
          <a:xfrm xmlns:a="http://schemas.openxmlformats.org/drawingml/2006/main">
            <a:off x="4886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460">
            <a:extLst xmlns:a="http://schemas.openxmlformats.org/drawingml/2006/main">
              <a:ext uri="{FF2B5EF4-FFF2-40B4-BE49-F238E27FC236}">
                <a16:creationId xmlns:a16="http://schemas.microsoft.com/office/drawing/2014/main" id="{F4D7E6F2-5667-47D0-A936-1B5A4A62C7B7}"/>
              </a:ext>
            </a:extLst>
          </p:cNvPr>
          <p:cNvSpPr>
            <a:spLocks xmlns:a="http://schemas.openxmlformats.org/drawingml/2006/main" noGrp="1"/>
          </p:cNvSpPr>
          <p:nvPr/>
        </p:nvSpPr>
        <p:spPr>
          <a:xfrm xmlns:a="http://schemas.openxmlformats.org/drawingml/2006/main">
            <a:off x="4810125" y="2247900"/>
            <a:ext cx="28575" cy="191"/>
          </a:xfrm>
          <a:custGeom xmlns:a="http://schemas.openxmlformats.org/drawingml/2006/main">
            <a:pathLst>
              <a:path w="28575" h="191">
                <a:moveTo>
                  <a:pt x="28575" y="0"/>
                </a:moveTo>
                <a:lnTo>
                  <a:pt x="0" y="0"/>
                </a:lnTo>
              </a:path>
            </a:pathLst>
          </a:custGeom>
          <a:noFill xmlns:a="http://schemas.openxmlformats.org/drawingml/2006/main"/>
          <a:ln xmlns:a="http://schemas.openxmlformats.org/drawingml/2006/main" w="14288">
            <a:solidFill>
              <a:srgbClr val="B15F20"/>
            </a:solidFill>
          </a:ln>
        </p:spPr>
      </p:sp>
      <p:sp>
        <p:nvSpPr>
          <p:cNvPr id="184" name="diagram-poly-461">
            <a:extLst xmlns:a="http://schemas.openxmlformats.org/drawingml/2006/main">
              <a:ext uri="{FF2B5EF4-FFF2-40B4-BE49-F238E27FC236}">
                <a16:creationId xmlns:a16="http://schemas.microsoft.com/office/drawing/2014/main" id="{D6E50208-C296-4A7C-9F48-AF051E2A1109}"/>
              </a:ext>
            </a:extLst>
          </p:cNvPr>
          <p:cNvSpPr>
            <a:spLocks xmlns:a="http://schemas.openxmlformats.org/drawingml/2006/main" noGrp="1"/>
          </p:cNvSpPr>
          <p:nvPr/>
        </p:nvSpPr>
        <p:spPr>
          <a:xfrm xmlns:a="http://schemas.openxmlformats.org/drawingml/2006/main">
            <a:off x="4810125" y="22183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185" name="diagram-line-462">
            <a:extLst xmlns:a="http://schemas.openxmlformats.org/drawingml/2006/main">
              <a:ext uri="{FF2B5EF4-FFF2-40B4-BE49-F238E27FC236}">
                <a16:creationId xmlns:a16="http://schemas.microsoft.com/office/drawing/2014/main" id="{085F71D5-F0A0-48D2-BEC6-41B4E5F47AC7}"/>
              </a:ext>
            </a:extLst>
          </p:cNvPr>
          <p:cNvSpPr>
            <a:spLocks xmlns:a="http://schemas.openxmlformats.org/drawingml/2006/main" noGrp="1"/>
          </p:cNvSpPr>
          <p:nvPr/>
        </p:nvSpPr>
        <p:spPr>
          <a:xfrm xmlns:a="http://schemas.openxmlformats.org/drawingml/2006/main">
            <a:off x="6096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6" name="diagram-line-463">
            <a:extLst xmlns:a="http://schemas.openxmlformats.org/drawingml/2006/main">
              <a:ext uri="{FF2B5EF4-FFF2-40B4-BE49-F238E27FC236}">
                <a16:creationId xmlns:a16="http://schemas.microsoft.com/office/drawing/2014/main" id="{AEC1CFBA-4421-42B6-A37A-2184229D58A6}"/>
              </a:ext>
            </a:extLst>
          </p:cNvPr>
          <p:cNvSpPr>
            <a:spLocks xmlns:a="http://schemas.openxmlformats.org/drawingml/2006/main" noGrp="1"/>
          </p:cNvSpPr>
          <p:nvPr/>
        </p:nvSpPr>
        <p:spPr>
          <a:xfrm xmlns:a="http://schemas.openxmlformats.org/drawingml/2006/main">
            <a:off x="62103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7" name="diagram-line-464">
            <a:extLst xmlns:a="http://schemas.openxmlformats.org/drawingml/2006/main">
              <a:ext uri="{FF2B5EF4-FFF2-40B4-BE49-F238E27FC236}">
                <a16:creationId xmlns:a16="http://schemas.microsoft.com/office/drawing/2014/main" id="{7D297D36-FC32-4467-AD5A-3E5B31C96963}"/>
              </a:ext>
            </a:extLst>
          </p:cNvPr>
          <p:cNvSpPr>
            <a:spLocks xmlns:a="http://schemas.openxmlformats.org/drawingml/2006/main" noGrp="1"/>
          </p:cNvSpPr>
          <p:nvPr/>
        </p:nvSpPr>
        <p:spPr>
          <a:xfrm xmlns:a="http://schemas.openxmlformats.org/drawingml/2006/main">
            <a:off x="63246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8" name="diagram-line-465">
            <a:extLst xmlns:a="http://schemas.openxmlformats.org/drawingml/2006/main">
              <a:ext uri="{FF2B5EF4-FFF2-40B4-BE49-F238E27FC236}">
                <a16:creationId xmlns:a16="http://schemas.microsoft.com/office/drawing/2014/main" id="{6EB2C7D3-E7BC-4625-8E47-0DAD9A3B3518}"/>
              </a:ext>
            </a:extLst>
          </p:cNvPr>
          <p:cNvSpPr>
            <a:spLocks xmlns:a="http://schemas.openxmlformats.org/drawingml/2006/main" noGrp="1"/>
          </p:cNvSpPr>
          <p:nvPr/>
        </p:nvSpPr>
        <p:spPr>
          <a:xfrm xmlns:a="http://schemas.openxmlformats.org/drawingml/2006/main">
            <a:off x="64389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9" name="diagram-line-466">
            <a:extLst xmlns:a="http://schemas.openxmlformats.org/drawingml/2006/main">
              <a:ext uri="{FF2B5EF4-FFF2-40B4-BE49-F238E27FC236}">
                <a16:creationId xmlns:a16="http://schemas.microsoft.com/office/drawing/2014/main" id="{3E897E0C-C52C-406F-938B-272621278D25}"/>
              </a:ext>
            </a:extLst>
          </p:cNvPr>
          <p:cNvSpPr>
            <a:spLocks xmlns:a="http://schemas.openxmlformats.org/drawingml/2006/main" noGrp="1"/>
          </p:cNvSpPr>
          <p:nvPr/>
        </p:nvSpPr>
        <p:spPr>
          <a:xfrm xmlns:a="http://schemas.openxmlformats.org/drawingml/2006/main">
            <a:off x="65532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0" name="diagram-line-467">
            <a:extLst xmlns:a="http://schemas.openxmlformats.org/drawingml/2006/main">
              <a:ext uri="{FF2B5EF4-FFF2-40B4-BE49-F238E27FC236}">
                <a16:creationId xmlns:a16="http://schemas.microsoft.com/office/drawing/2014/main" id="{0096694E-5DD8-4A2D-A054-1F45AF1AF3D1}"/>
              </a:ext>
            </a:extLst>
          </p:cNvPr>
          <p:cNvSpPr>
            <a:spLocks xmlns:a="http://schemas.openxmlformats.org/drawingml/2006/main" noGrp="1"/>
          </p:cNvSpPr>
          <p:nvPr/>
        </p:nvSpPr>
        <p:spPr>
          <a:xfrm xmlns:a="http://schemas.openxmlformats.org/drawingml/2006/main">
            <a:off x="66675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1" name="diagram-line-468">
            <a:extLst xmlns:a="http://schemas.openxmlformats.org/drawingml/2006/main">
              <a:ext uri="{FF2B5EF4-FFF2-40B4-BE49-F238E27FC236}">
                <a16:creationId xmlns:a16="http://schemas.microsoft.com/office/drawing/2014/main" id="{1F5EC6D0-35E2-4E1E-8AD7-079D232B405C}"/>
              </a:ext>
            </a:extLst>
          </p:cNvPr>
          <p:cNvSpPr>
            <a:spLocks xmlns:a="http://schemas.openxmlformats.org/drawingml/2006/main" noGrp="1"/>
          </p:cNvSpPr>
          <p:nvPr/>
        </p:nvSpPr>
        <p:spPr>
          <a:xfrm xmlns:a="http://schemas.openxmlformats.org/drawingml/2006/main">
            <a:off x="67818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2" name="diagram-line-469">
            <a:extLst xmlns:a="http://schemas.openxmlformats.org/drawingml/2006/main">
              <a:ext uri="{FF2B5EF4-FFF2-40B4-BE49-F238E27FC236}">
                <a16:creationId xmlns:a16="http://schemas.microsoft.com/office/drawing/2014/main" id="{FABE3C0D-BA74-4DFC-BC40-8DCE6D14258D}"/>
              </a:ext>
            </a:extLst>
          </p:cNvPr>
          <p:cNvSpPr>
            <a:spLocks xmlns:a="http://schemas.openxmlformats.org/drawingml/2006/main" noGrp="1"/>
          </p:cNvSpPr>
          <p:nvPr/>
        </p:nvSpPr>
        <p:spPr>
          <a:xfrm xmlns:a="http://schemas.openxmlformats.org/drawingml/2006/main">
            <a:off x="68961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3" name="diagram-line-470">
            <a:extLst xmlns:a="http://schemas.openxmlformats.org/drawingml/2006/main">
              <a:ext uri="{FF2B5EF4-FFF2-40B4-BE49-F238E27FC236}">
                <a16:creationId xmlns:a16="http://schemas.microsoft.com/office/drawing/2014/main" id="{DD170C0D-B06F-4C7A-B634-B06D15ACCEE0}"/>
              </a:ext>
            </a:extLst>
          </p:cNvPr>
          <p:cNvSpPr>
            <a:spLocks xmlns:a="http://schemas.openxmlformats.org/drawingml/2006/main" noGrp="1"/>
          </p:cNvSpPr>
          <p:nvPr/>
        </p:nvSpPr>
        <p:spPr>
          <a:xfrm xmlns:a="http://schemas.openxmlformats.org/drawingml/2006/main">
            <a:off x="70104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4" name="diagram-line-471">
            <a:extLst xmlns:a="http://schemas.openxmlformats.org/drawingml/2006/main">
              <a:ext uri="{FF2B5EF4-FFF2-40B4-BE49-F238E27FC236}">
                <a16:creationId xmlns:a16="http://schemas.microsoft.com/office/drawing/2014/main" id="{4456CE21-5830-46C1-9F4F-19E12ACF6DFB}"/>
              </a:ext>
            </a:extLst>
          </p:cNvPr>
          <p:cNvSpPr>
            <a:spLocks xmlns:a="http://schemas.openxmlformats.org/drawingml/2006/main" noGrp="1"/>
          </p:cNvSpPr>
          <p:nvPr/>
        </p:nvSpPr>
        <p:spPr>
          <a:xfrm xmlns:a="http://schemas.openxmlformats.org/drawingml/2006/main">
            <a:off x="71247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5" name="diagram-line-472">
            <a:extLst xmlns:a="http://schemas.openxmlformats.org/drawingml/2006/main">
              <a:ext uri="{FF2B5EF4-FFF2-40B4-BE49-F238E27FC236}">
                <a16:creationId xmlns:a16="http://schemas.microsoft.com/office/drawing/2014/main" id="{14DF53E3-B819-422A-9116-A90EC948C231}"/>
              </a:ext>
            </a:extLst>
          </p:cNvPr>
          <p:cNvSpPr>
            <a:spLocks xmlns:a="http://schemas.openxmlformats.org/drawingml/2006/main" noGrp="1"/>
          </p:cNvSpPr>
          <p:nvPr/>
        </p:nvSpPr>
        <p:spPr>
          <a:xfrm xmlns:a="http://schemas.openxmlformats.org/drawingml/2006/main">
            <a:off x="7239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6" name="diagram-line-473">
            <a:extLst xmlns:a="http://schemas.openxmlformats.org/drawingml/2006/main">
              <a:ext uri="{FF2B5EF4-FFF2-40B4-BE49-F238E27FC236}">
                <a16:creationId xmlns:a16="http://schemas.microsoft.com/office/drawing/2014/main" id="{54FC32F0-7E45-409E-A613-5E52684794E6}"/>
              </a:ext>
            </a:extLst>
          </p:cNvPr>
          <p:cNvSpPr>
            <a:spLocks xmlns:a="http://schemas.openxmlformats.org/drawingml/2006/main" noGrp="1"/>
          </p:cNvSpPr>
          <p:nvPr/>
        </p:nvSpPr>
        <p:spPr>
          <a:xfrm xmlns:a="http://schemas.openxmlformats.org/drawingml/2006/main">
            <a:off x="7353300" y="2247900"/>
            <a:ext cx="28575" cy="191"/>
          </a:xfrm>
          <a:custGeom xmlns:a="http://schemas.openxmlformats.org/drawingml/2006/main">
            <a:pathLst>
              <a:path w="28575" h="191">
                <a:moveTo>
                  <a:pt x="0" y="0"/>
                </a:moveTo>
                <a:lnTo>
                  <a:pt x="28575" y="0"/>
                </a:lnTo>
              </a:path>
            </a:pathLst>
          </a:custGeom>
          <a:noFill xmlns:a="http://schemas.openxmlformats.org/drawingml/2006/main"/>
          <a:ln xmlns:a="http://schemas.openxmlformats.org/drawingml/2006/main" w="14288">
            <a:solidFill>
              <a:srgbClr val="B15F20"/>
            </a:solidFill>
          </a:ln>
        </p:spPr>
      </p:sp>
      <p:sp>
        <p:nvSpPr>
          <p:cNvPr id="197" name="diagram-poly-474">
            <a:extLst xmlns:a="http://schemas.openxmlformats.org/drawingml/2006/main">
              <a:ext uri="{FF2B5EF4-FFF2-40B4-BE49-F238E27FC236}">
                <a16:creationId xmlns:a16="http://schemas.microsoft.com/office/drawing/2014/main" id="{39B5D076-E083-4475-9BC9-144046DB0FC7}"/>
              </a:ext>
            </a:extLst>
          </p:cNvPr>
          <p:cNvSpPr>
            <a:spLocks xmlns:a="http://schemas.openxmlformats.org/drawingml/2006/main" noGrp="1"/>
          </p:cNvSpPr>
          <p:nvPr/>
        </p:nvSpPr>
        <p:spPr>
          <a:xfrm xmlns:a="http://schemas.openxmlformats.org/drawingml/2006/main">
            <a:off x="7315200" y="2218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98" name="revision-text-475">
            <a:extLst xmlns:a="http://schemas.openxmlformats.org/drawingml/2006/main">
              <a:ext uri="{FF2B5EF4-FFF2-40B4-BE49-F238E27FC236}">
                <a16:creationId xmlns:a16="http://schemas.microsoft.com/office/drawing/2014/main" id="{3D33144E-85DA-4292-8029-B52FB7D2BF6A}"/>
              </a:ext>
            </a:extLst>
          </p:cNvPr>
          <p:cNvSpPr>
            <a:spLocks xmlns:a="http://schemas.openxmlformats.org/drawingml/2006/main" noGrp="1"/>
          </p:cNvSpPr>
          <p:nvPr/>
        </p:nvSpPr>
        <p:spPr>
          <a:xfrm xmlns:a="http://schemas.openxmlformats.org/drawingml/2006/main">
            <a:off x="6953250" y="3495675"/>
            <a:ext cx="3905250" cy="24984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25" b="0">
                <a:solidFill>
                  <a:srgbClr val="B15F20"/>
                </a:solidFill>
                <a:latin typeface="微软雅黑"/>
                <a:ea typeface="微软雅黑"/>
                <a:cs typeface="微软雅黑"/>
              </a:defRPr>
            </a:pPr>
            <a:r>
              <a:rPr sz="1260" b="0" lang="en-US">
                <a:solidFill>
                  <a:srgbClr val="B15F20"/>
                </a:solidFill>
                <a:latin typeface="微软雅黑"/>
                <a:ea typeface="微软雅黑"/>
                <a:cs typeface="微软雅黑"/>
              </a:rPr>
              <a:t>Actions return via node / state machine interfaces</a:t>
            </a:r>
          </a:p>
        </p:txBody>
      </p:sp>
      <p:sp>
        <p:nvSpPr>
          <p:cNvPr id="199" name="revision-text-476">
            <a:extLst xmlns:a="http://schemas.openxmlformats.org/drawingml/2006/main">
              <a:ext uri="{FF2B5EF4-FFF2-40B4-BE49-F238E27FC236}">
                <a16:creationId xmlns:a16="http://schemas.microsoft.com/office/drawing/2014/main" id="{7D7AF629-49B2-410B-BBCB-83CB6DDF2C7F}"/>
              </a:ext>
            </a:extLst>
          </p:cNvPr>
          <p:cNvSpPr>
            <a:spLocks xmlns:a="http://schemas.openxmlformats.org/drawingml/2006/main" noGrp="1"/>
          </p:cNvSpPr>
          <p:nvPr/>
        </p:nvSpPr>
        <p:spPr>
          <a:xfrm xmlns:a="http://schemas.openxmlformats.org/drawingml/2006/main">
            <a:off x="61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Intrinsic constraints</a:t>
            </a:r>
          </a:p>
        </p:txBody>
      </p:sp>
      <p:sp>
        <p:nvSpPr>
          <p:cNvPr id="200" name="revision-text-477">
            <a:extLst xmlns:a="http://schemas.openxmlformats.org/drawingml/2006/main">
              <a:ext uri="{FF2B5EF4-FFF2-40B4-BE49-F238E27FC236}">
                <a16:creationId xmlns:a16="http://schemas.microsoft.com/office/drawing/2014/main" id="{C93053CF-A694-4F89-AB27-B70D11C8DE51}"/>
              </a:ext>
            </a:extLst>
          </p:cNvPr>
          <p:cNvSpPr>
            <a:spLocks xmlns:a="http://schemas.openxmlformats.org/drawingml/2006/main" noGrp="1"/>
          </p:cNvSpPr>
          <p:nvPr/>
        </p:nvSpPr>
        <p:spPr>
          <a:xfrm xmlns:a="http://schemas.openxmlformats.org/drawingml/2006/main">
            <a:off x="619125" y="5762625"/>
            <a:ext cx="3333750" cy="3238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470" b="0">
                <a:solidFill>
                  <a:srgbClr val="152C40"/>
                </a:solidFill>
                <a:latin typeface="微软雅黑"/>
                <a:ea typeface="微软雅黑"/>
                <a:cs typeface="微软雅黑"/>
              </a:defRPr>
            </a:pPr>
            <a:r>
              <a:rPr sz="1215" b="0" lang="en-US">
                <a:solidFill>
                  <a:srgbClr val="152C40"/>
                </a:solidFill>
                <a:latin typeface="微软雅黑"/>
                <a:ea typeface="微软雅黑"/>
                <a:cs typeface="微软雅黑"/>
              </a:rPr>
              <a:t>Handled locally by the device state machine</a:t>
            </a:r>
          </a:p>
        </p:txBody>
      </p:sp>
      <p:sp>
        <p:nvSpPr>
          <p:cNvPr id="201" name="revision-text-478">
            <a:extLst xmlns:a="http://schemas.openxmlformats.org/drawingml/2006/main">
              <a:ext uri="{FF2B5EF4-FFF2-40B4-BE49-F238E27FC236}">
                <a16:creationId xmlns:a16="http://schemas.microsoft.com/office/drawing/2014/main" id="{D0283CD1-C73F-40DF-B681-A5B5BAD38C99}"/>
              </a:ext>
            </a:extLst>
          </p:cNvPr>
          <p:cNvSpPr>
            <a:spLocks xmlns:a="http://schemas.openxmlformats.org/drawingml/2006/main" noGrp="1"/>
          </p:cNvSpPr>
          <p:nvPr/>
        </p:nvSpPr>
        <p:spPr>
          <a:xfrm xmlns:a="http://schemas.openxmlformats.org/drawingml/2006/main">
            <a:off x="4429125" y="5314950"/>
            <a:ext cx="3314700" cy="3333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27" b="1">
                <a:solidFill>
                  <a:srgbClr val="1C3C5C"/>
                </a:solidFill>
                <a:latin typeface="微软雅黑"/>
                <a:ea typeface="微软雅黑"/>
                <a:cs typeface="微软雅黑"/>
              </a:defRPr>
            </a:pPr>
            <a:r>
              <a:rPr sz="1627" b="1" lang="en-US">
                <a:solidFill>
                  <a:srgbClr val="1C3C5C"/>
                </a:solidFill>
                <a:latin typeface="微软雅黑"/>
                <a:ea typeface="微软雅黑"/>
                <a:cs typeface="微软雅黑"/>
              </a:rPr>
              <a:t>Laboratory-wide constraints</a:t>
            </a:r>
          </a:p>
        </p:txBody>
      </p:sp>
      <p:sp>
        <p:nvSpPr>
          <p:cNvPr id="202" name="revision-text-479">
            <a:extLst xmlns:a="http://schemas.openxmlformats.org/drawingml/2006/main">
              <a:ext uri="{FF2B5EF4-FFF2-40B4-BE49-F238E27FC236}">
                <a16:creationId xmlns:a16="http://schemas.microsoft.com/office/drawing/2014/main" id="{3C8E8CA5-450D-4907-BE8E-F868FFC5436B}"/>
              </a:ext>
            </a:extLst>
          </p:cNvPr>
          <p:cNvSpPr>
            <a:spLocks xmlns:a="http://schemas.openxmlformats.org/drawingml/2006/main" noGrp="1"/>
          </p:cNvSpPr>
          <p:nvPr/>
        </p:nvSpPr>
        <p:spPr>
          <a:xfrm xmlns:a="http://schemas.openxmlformats.org/drawingml/2006/main">
            <a:off x="4429125" y="5762625"/>
            <a:ext cx="3333750" cy="3238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425" b="0">
                <a:solidFill>
                  <a:srgbClr val="152C40"/>
                </a:solidFill>
                <a:latin typeface="微软雅黑"/>
                <a:ea typeface="微软雅黑"/>
                <a:cs typeface="微软雅黑"/>
              </a:defRPr>
            </a:pPr>
            <a:r>
              <a:rPr sz="1245" b="0" lang="en-US">
                <a:solidFill>
                  <a:srgbClr val="152C40"/>
                </a:solidFill>
                <a:latin typeface="微软雅黑"/>
                <a:ea typeface="微软雅黑"/>
                <a:cs typeface="微软雅黑"/>
              </a:rPr>
              <a:t>Continuously monitor laboratory operation</a:t>
            </a:r>
          </a:p>
        </p:txBody>
      </p:sp>
      <p:sp>
        <p:nvSpPr>
          <p:cNvPr id="203" name="revision-text-480">
            <a:extLst xmlns:a="http://schemas.openxmlformats.org/drawingml/2006/main">
              <a:ext uri="{FF2B5EF4-FFF2-40B4-BE49-F238E27FC236}">
                <a16:creationId xmlns:a16="http://schemas.microsoft.com/office/drawing/2014/main" id="{FDCD0919-CE3A-407C-B7CA-49F4574EB683}"/>
              </a:ext>
            </a:extLst>
          </p:cNvPr>
          <p:cNvSpPr>
            <a:spLocks xmlns:a="http://schemas.openxmlformats.org/drawingml/2006/main" noGrp="1"/>
          </p:cNvSpPr>
          <p:nvPr/>
        </p:nvSpPr>
        <p:spPr>
          <a:xfrm xmlns:a="http://schemas.openxmlformats.org/drawingml/2006/main">
            <a:off x="823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Task constraints</a:t>
            </a:r>
          </a:p>
        </p:txBody>
      </p:sp>
      <p:sp>
        <p:nvSpPr>
          <p:cNvPr id="204" name="revision-text-481">
            <a:extLst xmlns:a="http://schemas.openxmlformats.org/drawingml/2006/main">
              <a:ext uri="{FF2B5EF4-FFF2-40B4-BE49-F238E27FC236}">
                <a16:creationId xmlns:a16="http://schemas.microsoft.com/office/drawing/2014/main" id="{194C9726-1A51-446C-8F29-825282B1282A}"/>
              </a:ext>
            </a:extLst>
          </p:cNvPr>
          <p:cNvSpPr>
            <a:spLocks xmlns:a="http://schemas.openxmlformats.org/drawingml/2006/main" noGrp="1"/>
          </p:cNvSpPr>
          <p:nvPr/>
        </p:nvSpPr>
        <p:spPr>
          <a:xfrm xmlns:a="http://schemas.openxmlformats.org/drawingml/2006/main">
            <a:off x="8239125" y="5762625"/>
            <a:ext cx="3333750" cy="3238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0">
                <a:solidFill>
                  <a:srgbClr val="152C40"/>
                </a:solidFill>
                <a:latin typeface="微软雅黑"/>
                <a:ea typeface="微软雅黑"/>
                <a:cs typeface="微软雅黑"/>
              </a:defRPr>
            </a:pPr>
            <a:r>
              <a:rPr sz="1650" b="0" lang="en-US">
                <a:solidFill>
                  <a:srgbClr val="152C40"/>
                </a:solidFill>
                <a:latin typeface="微软雅黑"/>
                <a:ea typeface="微软雅黑"/>
                <a:cs typeface="微软雅黑"/>
              </a:rPr>
              <a:t>Apply during task execution</a:t>
            </a:r>
          </a:p>
        </p:txBody>
      </p:sp>
    </p:spTree>
    <p:extLst>
      <p:ext uri="{BB962C8B-B14F-4D97-AF65-F5344CB8AC3E}">
        <p14:creationId xmlns:p14="http://schemas.microsoft.com/office/powerpoint/2010/main" val="3856181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8AAFB1-5111-40FE-8DCC-2BBFC2DDFA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F71EAD-36CE-4921-98BC-071A06456CD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4000"/>
              </ns0:lnSpc>
              <ns0:spcBef>
                <ns0:spcPts val="0"/>
              </ns0:spcBef>
              <ns0:spcAft>
                <ns0:spcPts val="0"/>
              </ns0:spcAft>
              <ns0:buNone/>
              <ns0:defRPr sz="2850" b="1">
                <ns0:solidFill>
                  <ns0:srgbClr val="FFFFFF"/>
                </ns0:solidFill>
                <ns0:latin typeface="微软雅黑"/>
                <ns0:ea typeface="微软雅黑"/>
                <ns0:cs typeface="微软雅黑"/>
              </ns0:defRPr>
            </ns0:pPr>
            <ns0:r>
              <ns0:rPr sz="2850" b="1" lang="en-US">
                <ns0:solidFill>
                  <ns0:srgbClr val="FFFFFF"/>
                </ns0:solidFill>
                <ns0:latin typeface="微软雅黑"/>
                <ns0:ea typeface="微软雅黑"/>
                <ns0:cs typeface="微软雅黑"/>
              </ns0:rPr>
              <ns0:t>7  Key mechanism: the shared execution path</ns0:t>
            </ns0:r>
          </ns0:p>
        </p:txBody>
      </p:sp>
      <p:sp>
        <p:nvSpPr>
          <p:cNvPr id="10" name="TextBox 9">
            <a:extLst xmlns:a="http://schemas.openxmlformats.org/drawingml/2006/main">
              <a:ext uri="{FF2B5EF4-FFF2-40B4-BE49-F238E27FC236}">
                <a16:creationId xmlns:a16="http://schemas.microsoft.com/office/drawing/2014/main" id="{7537C702-E5BC-427A-A108-9B666D423B0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CB41B90F-F851-41ED-81F8-5BD1200BA19F}"/>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7/10</a:t>
            </a:r>
          </a:p>
        </p:txBody>
      </p:sp>
      <p:sp>
        <p:nvSpPr>
          <p:cNvPr id="12" name="revision-text-482">
            <a:extLst xmlns:a="http://schemas.openxmlformats.org/drawingml/2006/main">
              <a:ext uri="{FF2B5EF4-FFF2-40B4-BE49-F238E27FC236}">
                <a16:creationId xmlns:a16="http://schemas.microsoft.com/office/drawing/2014/main" id="{C6377D4F-632A-47F6-9482-2E9058CC85E7}"/>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785" b="0">
                <a:solidFill>
                  <a:srgbClr val="152C40"/>
                </a:solidFill>
                <a:latin typeface="微软雅黑"/>
                <a:ea typeface="微软雅黑"/>
                <a:cs typeface="微软雅黑"/>
              </a:defRPr>
            </a:pPr>
            <a:r>
              <a:rPr sz="1425" b="0" lang="en-US">
                <a:solidFill>
                  <a:srgbClr val="152C40"/>
                </a:solidFill>
                <a:latin typeface="微软雅黑"/>
                <a:ea typeface="微软雅黑"/>
                <a:cs typeface="微软雅黑"/>
              </a:rPr>
              <a:t>Workflows organize steps. Device requests run through the state machine and Adapter. Feedback returns through the models.</a:t>
            </a:r>
          </a:p>
        </p:txBody>
      </p:sp>
      <p:sp>
        <p:nvSpPr>
          <p:cNvPr id="13" name="diagram-poly-483">
            <a:extLst xmlns:a="http://schemas.openxmlformats.org/drawingml/2006/main">
              <a:ext uri="{FF2B5EF4-FFF2-40B4-BE49-F238E27FC236}">
                <a16:creationId xmlns:a16="http://schemas.microsoft.com/office/drawing/2014/main" id="{96BBD72A-B24A-4E54-841A-73EFE14CFF1E}"/>
              </a:ext>
            </a:extLst>
          </p:cNvPr>
          <p:cNvSpPr>
            <a:spLocks xmlns:a="http://schemas.openxmlformats.org/drawingml/2006/main" noGrp="1"/>
          </p:cNvSpPr>
          <p:nvPr/>
        </p:nvSpPr>
        <p:spPr>
          <a:xfrm xmlns:a="http://schemas.openxmlformats.org/drawingml/2006/main">
            <a:off x="381000" y="1524000"/>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AF8FC"/>
          </a:solidFill>
          <a:ln xmlns:a="http://schemas.openxmlformats.org/drawingml/2006/main" w="8934">
            <a:solidFill>
              <a:srgbClr val="6F7B83"/>
            </a:solidFill>
          </a:ln>
        </p:spPr>
      </p:sp>
      <p:sp>
        <p:nvSpPr>
          <p:cNvPr id="14" name="diagram-poly-484">
            <a:extLst xmlns:a="http://schemas.openxmlformats.org/drawingml/2006/main">
              <a:ext uri="{FF2B5EF4-FFF2-40B4-BE49-F238E27FC236}">
                <a16:creationId xmlns:a16="http://schemas.microsoft.com/office/drawing/2014/main" id="{21FFF2EC-903C-4A7F-993A-DD7EAEBB5532}"/>
              </a:ext>
            </a:extLst>
          </p:cNvPr>
          <p:cNvSpPr>
            <a:spLocks xmlns:a="http://schemas.openxmlformats.org/drawingml/2006/main" noGrp="1"/>
          </p:cNvSpPr>
          <p:nvPr/>
        </p:nvSpPr>
        <p:spPr>
          <a:xfrm xmlns:a="http://schemas.openxmlformats.org/drawingml/2006/main">
            <a:off x="381000" y="1979657"/>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EE9F2"/>
          </a:solidFill>
          <a:ln xmlns:a="http://schemas.openxmlformats.org/drawingml/2006/main" w="8934">
            <a:solidFill>
              <a:srgbClr val="6F7B83"/>
            </a:solidFill>
          </a:ln>
        </p:spPr>
      </p:sp>
      <p:sp>
        <p:nvSpPr>
          <p:cNvPr id="15" name="diagram-poly-485">
            <a:extLst xmlns:a="http://schemas.openxmlformats.org/drawingml/2006/main">
              <a:ext uri="{FF2B5EF4-FFF2-40B4-BE49-F238E27FC236}">
                <a16:creationId xmlns:a16="http://schemas.microsoft.com/office/drawing/2014/main" id="{E106AAD2-10EE-4C6F-B57A-B3663B680538}"/>
              </a:ext>
            </a:extLst>
          </p:cNvPr>
          <p:cNvSpPr>
            <a:spLocks xmlns:a="http://schemas.openxmlformats.org/drawingml/2006/main" noGrp="1"/>
          </p:cNvSpPr>
          <p:nvPr/>
        </p:nvSpPr>
        <p:spPr>
          <a:xfrm xmlns:a="http://schemas.openxmlformats.org/drawingml/2006/main">
            <a:off x="3311500" y="1524000"/>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EE9F2"/>
          </a:solidFill>
          <a:ln xmlns:a="http://schemas.openxmlformats.org/drawingml/2006/main" w="8934">
            <a:solidFill>
              <a:srgbClr val="6F7B83"/>
            </a:solidFill>
          </a:ln>
        </p:spPr>
      </p:sp>
      <p:sp>
        <p:nvSpPr>
          <p:cNvPr id="16" name="revision-text-486">
            <a:extLst xmlns:a="http://schemas.openxmlformats.org/drawingml/2006/main">
              <a:ext uri="{FF2B5EF4-FFF2-40B4-BE49-F238E27FC236}">
                <a16:creationId xmlns:a16="http://schemas.microsoft.com/office/drawing/2014/main" id="{A5133E09-CA1D-4006-8A77-E8E5CB0C7E49}"/>
              </a:ext>
            </a:extLst>
          </p:cNvPr>
          <p:cNvSpPr>
            <a:spLocks xmlns:a="http://schemas.openxmlformats.org/drawingml/2006/main" noGrp="1"/>
          </p:cNvSpPr>
          <p:nvPr/>
        </p:nvSpPr>
        <p:spPr>
          <a:xfrm xmlns:a="http://schemas.openxmlformats.org/drawingml/2006/main">
            <a:off x="1256576" y="1532934"/>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Workflow layer</a:t>
            </a:r>
          </a:p>
        </p:txBody>
      </p:sp>
      <p:sp>
        <p:nvSpPr>
          <p:cNvPr id="17" name="diagram-poly-487">
            <a:extLst xmlns:a="http://schemas.openxmlformats.org/drawingml/2006/main">
              <a:ext uri="{FF2B5EF4-FFF2-40B4-BE49-F238E27FC236}">
                <a16:creationId xmlns:a16="http://schemas.microsoft.com/office/drawing/2014/main" id="{4A97286A-B739-4272-B620-0B418F25532E}"/>
              </a:ext>
            </a:extLst>
          </p:cNvPr>
          <p:cNvSpPr>
            <a:spLocks xmlns:a="http://schemas.openxmlformats.org/drawingml/2006/main" noGrp="1"/>
          </p:cNvSpPr>
          <p:nvPr/>
        </p:nvSpPr>
        <p:spPr>
          <a:xfrm xmlns:a="http://schemas.openxmlformats.org/drawingml/2006/main">
            <a:off x="515017"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18" name="revision-text-488">
            <a:extLst xmlns:a="http://schemas.openxmlformats.org/drawingml/2006/main">
              <a:ext uri="{FF2B5EF4-FFF2-40B4-BE49-F238E27FC236}">
                <a16:creationId xmlns:a16="http://schemas.microsoft.com/office/drawing/2014/main" id="{1AB0CEF2-B48C-4484-98BC-33E87779BE57}"/>
              </a:ext>
            </a:extLst>
          </p:cNvPr>
          <p:cNvSpPr>
            <a:spLocks xmlns:a="http://schemas.openxmlformats.org/drawingml/2006/main" noGrp="1"/>
          </p:cNvSpPr>
          <p:nvPr/>
        </p:nvSpPr>
        <p:spPr>
          <a:xfrm xmlns:a="http://schemas.openxmlformats.org/drawingml/2006/main">
            <a:off x="559689" y="1818837"/>
            <a:ext cx="821969" cy="18208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85" b="0">
                <a:solidFill>
                  <a:srgbClr val="152C40"/>
                </a:solidFill>
                <a:latin typeface="微软雅黑"/>
                <a:ea typeface="微软雅黑"/>
                <a:cs typeface="微软雅黑"/>
              </a:defRPr>
            </a:pPr>
            <a:r>
              <a:rPr sz="730" b="0" lang="en-US">
                <a:solidFill>
                  <a:srgbClr val="152C40"/>
                </a:solidFill>
                <a:latin typeface="微软雅黑"/>
                <a:ea typeface="微软雅黑"/>
                <a:cs typeface="微软雅黑"/>
              </a:rPr>
              <a:t>Device task node</a:t>
            </a:r>
          </a:p>
        </p:txBody>
      </p:sp>
      <p:sp>
        <p:nvSpPr>
          <p:cNvPr id="19" name="diagram-poly-489">
            <a:extLst xmlns:a="http://schemas.openxmlformats.org/drawingml/2006/main">
              <a:ext uri="{FF2B5EF4-FFF2-40B4-BE49-F238E27FC236}">
                <a16:creationId xmlns:a16="http://schemas.microsoft.com/office/drawing/2014/main" id="{D65E61EB-1155-4BB2-BA3F-B4C3D59646C8}"/>
              </a:ext>
            </a:extLst>
          </p:cNvPr>
          <p:cNvSpPr>
            <a:spLocks xmlns:a="http://schemas.openxmlformats.org/drawingml/2006/main" noGrp="1"/>
          </p:cNvSpPr>
          <p:nvPr/>
        </p:nvSpPr>
        <p:spPr>
          <a:xfrm xmlns:a="http://schemas.openxmlformats.org/drawingml/2006/main">
            <a:off x="1453134"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0" name="revision-text-490">
            <a:extLst xmlns:a="http://schemas.openxmlformats.org/drawingml/2006/main">
              <a:ext uri="{FF2B5EF4-FFF2-40B4-BE49-F238E27FC236}">
                <a16:creationId xmlns:a16="http://schemas.microsoft.com/office/drawing/2014/main" id="{6DC43C0F-FFF0-44D6-8D7F-7CA82B03FCC7}"/>
              </a:ext>
            </a:extLst>
          </p:cNvPr>
          <p:cNvSpPr>
            <a:spLocks xmlns:a="http://schemas.openxmlformats.org/drawingml/2006/main" noGrp="1"/>
          </p:cNvSpPr>
          <p:nvPr/>
        </p:nvSpPr>
        <p:spPr>
          <a:xfrm xmlns:a="http://schemas.openxmlformats.org/drawingml/2006/main">
            <a:off x="1497806" y="1818837"/>
            <a:ext cx="821969" cy="18208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85" b="0">
                <a:solidFill>
                  <a:srgbClr val="152C40"/>
                </a:solidFill>
                <a:latin typeface="微软雅黑"/>
                <a:ea typeface="微软雅黑"/>
                <a:cs typeface="微软雅黑"/>
              </a:defRPr>
            </a:pPr>
            <a:r>
              <a:rPr sz="730" b="0" lang="en-US">
                <a:solidFill>
                  <a:srgbClr val="152C40"/>
                </a:solidFill>
                <a:latin typeface="微软雅黑"/>
                <a:ea typeface="微软雅黑"/>
                <a:cs typeface="微软雅黑"/>
              </a:rPr>
              <a:t>Device task node</a:t>
            </a:r>
          </a:p>
        </p:txBody>
      </p:sp>
      <p:sp>
        <p:nvSpPr>
          <p:cNvPr id="21" name="diagram-poly-491">
            <a:extLst xmlns:a="http://schemas.openxmlformats.org/drawingml/2006/main">
              <a:ext uri="{FF2B5EF4-FFF2-40B4-BE49-F238E27FC236}">
                <a16:creationId xmlns:a16="http://schemas.microsoft.com/office/drawing/2014/main" id="{11BF08EA-C657-47AF-B236-A59DB050A0FB}"/>
              </a:ext>
            </a:extLst>
          </p:cNvPr>
          <p:cNvSpPr>
            <a:spLocks xmlns:a="http://schemas.openxmlformats.org/drawingml/2006/main" noGrp="1"/>
          </p:cNvSpPr>
          <p:nvPr/>
        </p:nvSpPr>
        <p:spPr>
          <a:xfrm xmlns:a="http://schemas.openxmlformats.org/drawingml/2006/main">
            <a:off x="2391251"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2" name="revision-text-492">
            <a:extLst xmlns:a="http://schemas.openxmlformats.org/drawingml/2006/main">
              <a:ext uri="{FF2B5EF4-FFF2-40B4-BE49-F238E27FC236}">
                <a16:creationId xmlns:a16="http://schemas.microsoft.com/office/drawing/2014/main" id="{1AAA35F1-C41A-4864-AE2F-E0275D335579}"/>
              </a:ext>
            </a:extLst>
          </p:cNvPr>
          <p:cNvSpPr>
            <a:spLocks xmlns:a="http://schemas.openxmlformats.org/drawingml/2006/main" noGrp="1"/>
          </p:cNvSpPr>
          <p:nvPr/>
        </p:nvSpPr>
        <p:spPr>
          <a:xfrm xmlns:a="http://schemas.openxmlformats.org/drawingml/2006/main">
            <a:off x="2435924" y="1818837"/>
            <a:ext cx="821969" cy="18208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85" b="0">
                <a:solidFill>
                  <a:srgbClr val="152C40"/>
                </a:solidFill>
                <a:latin typeface="微软雅黑"/>
                <a:ea typeface="微软雅黑"/>
                <a:cs typeface="微软雅黑"/>
              </a:defRPr>
            </a:pPr>
            <a:r>
              <a:rPr sz="730" b="0" lang="en-US">
                <a:solidFill>
                  <a:srgbClr val="152C40"/>
                </a:solidFill>
                <a:latin typeface="微软雅黑"/>
                <a:ea typeface="微软雅黑"/>
                <a:cs typeface="微软雅黑"/>
              </a:rPr>
              <a:t>Device task node</a:t>
            </a:r>
          </a:p>
        </p:txBody>
      </p:sp>
      <p:sp>
        <p:nvSpPr>
          <p:cNvPr id="23" name="diagram-line-493">
            <a:extLst xmlns:a="http://schemas.openxmlformats.org/drawingml/2006/main">
              <a:ext uri="{FF2B5EF4-FFF2-40B4-BE49-F238E27FC236}">
                <a16:creationId xmlns:a16="http://schemas.microsoft.com/office/drawing/2014/main" id="{DC2090F8-B4A5-4A99-B3A5-BC41168F691D}"/>
              </a:ext>
            </a:extLst>
          </p:cNvPr>
          <p:cNvSpPr>
            <a:spLocks xmlns:a="http://schemas.openxmlformats.org/drawingml/2006/main" noGrp="1"/>
          </p:cNvSpPr>
          <p:nvPr/>
        </p:nvSpPr>
        <p:spPr>
          <a:xfrm xmlns:a="http://schemas.openxmlformats.org/drawingml/2006/main">
            <a:off x="1319117"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4" name="diagram-poly-494">
            <a:extLst xmlns:a="http://schemas.openxmlformats.org/drawingml/2006/main">
              <a:ext uri="{FF2B5EF4-FFF2-40B4-BE49-F238E27FC236}">
                <a16:creationId xmlns:a16="http://schemas.microsoft.com/office/drawing/2014/main" id="{3814F026-67C3-46E8-A582-D49FE11D90E9}"/>
              </a:ext>
            </a:extLst>
          </p:cNvPr>
          <p:cNvSpPr>
            <a:spLocks xmlns:a="http://schemas.openxmlformats.org/drawingml/2006/main" noGrp="1"/>
          </p:cNvSpPr>
          <p:nvPr/>
        </p:nvSpPr>
        <p:spPr>
          <a:xfrm xmlns:a="http://schemas.openxmlformats.org/drawingml/2006/main">
            <a:off x="1408462"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5" name="diagram-line-495">
            <a:extLst xmlns:a="http://schemas.openxmlformats.org/drawingml/2006/main">
              <a:ext uri="{FF2B5EF4-FFF2-40B4-BE49-F238E27FC236}">
                <a16:creationId xmlns:a16="http://schemas.microsoft.com/office/drawing/2014/main" id="{1B714668-B3EC-4200-BD30-4C75F937DB56}"/>
              </a:ext>
            </a:extLst>
          </p:cNvPr>
          <p:cNvSpPr>
            <a:spLocks xmlns:a="http://schemas.openxmlformats.org/drawingml/2006/main" noGrp="1"/>
          </p:cNvSpPr>
          <p:nvPr/>
        </p:nvSpPr>
        <p:spPr>
          <a:xfrm xmlns:a="http://schemas.openxmlformats.org/drawingml/2006/main">
            <a:off x="2257235"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6" name="diagram-poly-496">
            <a:extLst xmlns:a="http://schemas.openxmlformats.org/drawingml/2006/main">
              <a:ext uri="{FF2B5EF4-FFF2-40B4-BE49-F238E27FC236}">
                <a16:creationId xmlns:a16="http://schemas.microsoft.com/office/drawing/2014/main" id="{8A81D061-099B-4C0E-AF3D-9C12E40DD864}"/>
              </a:ext>
            </a:extLst>
          </p:cNvPr>
          <p:cNvSpPr>
            <a:spLocks xmlns:a="http://schemas.openxmlformats.org/drawingml/2006/main" noGrp="1"/>
          </p:cNvSpPr>
          <p:nvPr/>
        </p:nvSpPr>
        <p:spPr>
          <a:xfrm xmlns:a="http://schemas.openxmlformats.org/drawingml/2006/main">
            <a:off x="2346579"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7" name="diagram-poly-497">
            <a:extLst xmlns:a="http://schemas.openxmlformats.org/drawingml/2006/main">
              <a:ext uri="{FF2B5EF4-FFF2-40B4-BE49-F238E27FC236}">
                <a16:creationId xmlns:a16="http://schemas.microsoft.com/office/drawing/2014/main" id="{95F085A6-B7A4-4D7A-B93E-528CE314444F}"/>
              </a:ext>
            </a:extLst>
          </p:cNvPr>
          <p:cNvSpPr>
            <a:spLocks xmlns:a="http://schemas.openxmlformats.org/drawingml/2006/main" noGrp="1"/>
          </p:cNvSpPr>
          <p:nvPr/>
        </p:nvSpPr>
        <p:spPr>
          <a:xfrm xmlns:a="http://schemas.openxmlformats.org/drawingml/2006/main">
            <a:off x="381000" y="2917774"/>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6F9EF"/>
          </a:solidFill>
          <a:ln xmlns:a="http://schemas.openxmlformats.org/drawingml/2006/main" w="8934">
            <a:solidFill>
              <a:srgbClr val="6F7B83"/>
            </a:solidFill>
          </a:ln>
        </p:spPr>
      </p:sp>
      <p:sp>
        <p:nvSpPr>
          <p:cNvPr id="28" name="diagram-poly-498">
            <a:extLst xmlns:a="http://schemas.openxmlformats.org/drawingml/2006/main">
              <a:ext uri="{FF2B5EF4-FFF2-40B4-BE49-F238E27FC236}">
                <a16:creationId xmlns:a16="http://schemas.microsoft.com/office/drawing/2014/main" id="{84F144C5-7FC9-46BB-9E0C-22FFA8E67F22}"/>
              </a:ext>
            </a:extLst>
          </p:cNvPr>
          <p:cNvSpPr>
            <a:spLocks xmlns:a="http://schemas.openxmlformats.org/drawingml/2006/main" noGrp="1"/>
          </p:cNvSpPr>
          <p:nvPr/>
        </p:nvSpPr>
        <p:spPr>
          <a:xfrm xmlns:a="http://schemas.openxmlformats.org/drawingml/2006/main">
            <a:off x="381000" y="3373431"/>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9F0DB"/>
          </a:solidFill>
          <a:ln xmlns:a="http://schemas.openxmlformats.org/drawingml/2006/main" w="8934">
            <a:solidFill>
              <a:srgbClr val="6F7B83"/>
            </a:solidFill>
          </a:ln>
        </p:spPr>
      </p:sp>
      <p:sp>
        <p:nvSpPr>
          <p:cNvPr id="29" name="diagram-poly-499">
            <a:extLst xmlns:a="http://schemas.openxmlformats.org/drawingml/2006/main">
              <a:ext uri="{FF2B5EF4-FFF2-40B4-BE49-F238E27FC236}">
                <a16:creationId xmlns:a16="http://schemas.microsoft.com/office/drawing/2014/main" id="{2101010C-3120-460E-8BFB-E4D50B225C03}"/>
              </a:ext>
            </a:extLst>
          </p:cNvPr>
          <p:cNvSpPr>
            <a:spLocks xmlns:a="http://schemas.openxmlformats.org/drawingml/2006/main" noGrp="1"/>
          </p:cNvSpPr>
          <p:nvPr/>
        </p:nvSpPr>
        <p:spPr>
          <a:xfrm xmlns:a="http://schemas.openxmlformats.org/drawingml/2006/main">
            <a:off x="3311500" y="2917774"/>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9F0DB"/>
          </a:solidFill>
          <a:ln xmlns:a="http://schemas.openxmlformats.org/drawingml/2006/main" w="8934">
            <a:solidFill>
              <a:srgbClr val="6F7B83"/>
            </a:solidFill>
          </a:ln>
        </p:spPr>
      </p:sp>
      <p:sp>
        <p:nvSpPr>
          <p:cNvPr id="30" name="revision-text-500">
            <a:extLst xmlns:a="http://schemas.openxmlformats.org/drawingml/2006/main">
              <a:ext uri="{FF2B5EF4-FFF2-40B4-BE49-F238E27FC236}">
                <a16:creationId xmlns:a16="http://schemas.microsoft.com/office/drawing/2014/main" id="{EB2E7E33-6BA8-45EE-AA67-986D2A2E7AE1}"/>
              </a:ext>
            </a:extLst>
          </p:cNvPr>
          <p:cNvSpPr>
            <a:spLocks xmlns:a="http://schemas.openxmlformats.org/drawingml/2006/main" noGrp="1"/>
          </p:cNvSpPr>
          <p:nvPr/>
        </p:nvSpPr>
        <p:spPr>
          <a:xfrm xmlns:a="http://schemas.openxmlformats.org/drawingml/2006/main">
            <a:off x="1256576" y="2926709"/>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Device model layer</a:t>
            </a:r>
          </a:p>
        </p:txBody>
      </p:sp>
      <p:sp>
        <p:nvSpPr>
          <p:cNvPr id="31" name="diagram-poly-501">
            <a:extLst xmlns:a="http://schemas.openxmlformats.org/drawingml/2006/main">
              <a:ext uri="{FF2B5EF4-FFF2-40B4-BE49-F238E27FC236}">
                <a16:creationId xmlns:a16="http://schemas.microsoft.com/office/drawing/2014/main" id="{185EFCC1-CE3F-4856-94EB-01645AD9240D}"/>
              </a:ext>
            </a:extLst>
          </p:cNvPr>
          <p:cNvSpPr>
            <a:spLocks xmlns:a="http://schemas.openxmlformats.org/drawingml/2006/main" noGrp="1"/>
          </p:cNvSpPr>
          <p:nvPr/>
        </p:nvSpPr>
        <p:spPr>
          <a:xfrm xmlns:a="http://schemas.openxmlformats.org/drawingml/2006/main">
            <a:off x="515017"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2" name="revision-text-502">
            <a:extLst xmlns:a="http://schemas.openxmlformats.org/drawingml/2006/main">
              <a:ext uri="{FF2B5EF4-FFF2-40B4-BE49-F238E27FC236}">
                <a16:creationId xmlns:a16="http://schemas.microsoft.com/office/drawing/2014/main" id="{5C3548B4-66D5-45A6-B384-0D197AC9E1E9}"/>
              </a:ext>
            </a:extLst>
          </p:cNvPr>
          <p:cNvSpPr>
            <a:spLocks xmlns:a="http://schemas.openxmlformats.org/drawingml/2006/main" noGrp="1"/>
          </p:cNvSpPr>
          <p:nvPr/>
        </p:nvSpPr>
        <p:spPr>
          <a:xfrm xmlns:a="http://schemas.openxmlformats.org/drawingml/2006/main">
            <a:off x="559689"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3" name="diagram-poly-503">
            <a:extLst xmlns:a="http://schemas.openxmlformats.org/drawingml/2006/main">
              <a:ext uri="{FF2B5EF4-FFF2-40B4-BE49-F238E27FC236}">
                <a16:creationId xmlns:a16="http://schemas.microsoft.com/office/drawing/2014/main" id="{769E272B-3E55-421A-B5E5-9430F5A41B3F}"/>
              </a:ext>
            </a:extLst>
          </p:cNvPr>
          <p:cNvSpPr>
            <a:spLocks xmlns:a="http://schemas.openxmlformats.org/drawingml/2006/main" noGrp="1"/>
          </p:cNvSpPr>
          <p:nvPr/>
        </p:nvSpPr>
        <p:spPr>
          <a:xfrm xmlns:a="http://schemas.openxmlformats.org/drawingml/2006/main">
            <a:off x="1453134"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4" name="revision-text-504">
            <a:extLst xmlns:a="http://schemas.openxmlformats.org/drawingml/2006/main">
              <a:ext uri="{FF2B5EF4-FFF2-40B4-BE49-F238E27FC236}">
                <a16:creationId xmlns:a16="http://schemas.microsoft.com/office/drawing/2014/main" id="{A71B12FE-6A43-4765-B62B-AECAF88B5B44}"/>
              </a:ext>
            </a:extLst>
          </p:cNvPr>
          <p:cNvSpPr>
            <a:spLocks xmlns:a="http://schemas.openxmlformats.org/drawingml/2006/main" noGrp="1"/>
          </p:cNvSpPr>
          <p:nvPr/>
        </p:nvSpPr>
        <p:spPr>
          <a:xfrm xmlns:a="http://schemas.openxmlformats.org/drawingml/2006/main">
            <a:off x="1497806"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5" name="diagram-poly-505">
            <a:extLst xmlns:a="http://schemas.openxmlformats.org/drawingml/2006/main">
              <a:ext uri="{FF2B5EF4-FFF2-40B4-BE49-F238E27FC236}">
                <a16:creationId xmlns:a16="http://schemas.microsoft.com/office/drawing/2014/main" id="{223FF219-ABF5-4712-A3BD-E56CEFE5AA2F}"/>
              </a:ext>
            </a:extLst>
          </p:cNvPr>
          <p:cNvSpPr>
            <a:spLocks xmlns:a="http://schemas.openxmlformats.org/drawingml/2006/main" noGrp="1"/>
          </p:cNvSpPr>
          <p:nvPr/>
        </p:nvSpPr>
        <p:spPr>
          <a:xfrm xmlns:a="http://schemas.openxmlformats.org/drawingml/2006/main">
            <a:off x="2391251"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6" name="revision-text-506">
            <a:extLst xmlns:a="http://schemas.openxmlformats.org/drawingml/2006/main">
              <a:ext uri="{FF2B5EF4-FFF2-40B4-BE49-F238E27FC236}">
                <a16:creationId xmlns:a16="http://schemas.microsoft.com/office/drawing/2014/main" id="{165F7636-727B-4078-B8ED-EAE5AFB5F321}"/>
              </a:ext>
            </a:extLst>
          </p:cNvPr>
          <p:cNvSpPr>
            <a:spLocks xmlns:a="http://schemas.openxmlformats.org/drawingml/2006/main" noGrp="1"/>
          </p:cNvSpPr>
          <p:nvPr/>
        </p:nvSpPr>
        <p:spPr>
          <a:xfrm xmlns:a="http://schemas.openxmlformats.org/drawingml/2006/main">
            <a:off x="2435924"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7" name="diagram-poly-507">
            <a:extLst xmlns:a="http://schemas.openxmlformats.org/drawingml/2006/main">
              <a:ext uri="{FF2B5EF4-FFF2-40B4-BE49-F238E27FC236}">
                <a16:creationId xmlns:a16="http://schemas.microsoft.com/office/drawing/2014/main" id="{B4857909-F3E8-4BB4-A6C2-F1E74916EAE0}"/>
              </a:ext>
            </a:extLst>
          </p:cNvPr>
          <p:cNvSpPr>
            <a:spLocks xmlns:a="http://schemas.openxmlformats.org/drawingml/2006/main" noGrp="1"/>
          </p:cNvSpPr>
          <p:nvPr/>
        </p:nvSpPr>
        <p:spPr>
          <a:xfrm xmlns:a="http://schemas.openxmlformats.org/drawingml/2006/main">
            <a:off x="381000" y="4400893"/>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FF8E2"/>
          </a:solidFill>
          <a:ln xmlns:a="http://schemas.openxmlformats.org/drawingml/2006/main" w="8934">
            <a:solidFill>
              <a:srgbClr val="6F7B83"/>
            </a:solidFill>
          </a:ln>
        </p:spPr>
      </p:sp>
      <p:sp>
        <p:nvSpPr>
          <p:cNvPr id="38" name="diagram-poly-508">
            <a:extLst xmlns:a="http://schemas.openxmlformats.org/drawingml/2006/main">
              <a:ext uri="{FF2B5EF4-FFF2-40B4-BE49-F238E27FC236}">
                <a16:creationId xmlns:a16="http://schemas.microsoft.com/office/drawing/2014/main" id="{F1543E92-D7EE-4CAC-81A6-D17DCF3C7046}"/>
              </a:ext>
            </a:extLst>
          </p:cNvPr>
          <p:cNvSpPr>
            <a:spLocks xmlns:a="http://schemas.openxmlformats.org/drawingml/2006/main" noGrp="1"/>
          </p:cNvSpPr>
          <p:nvPr/>
        </p:nvSpPr>
        <p:spPr>
          <a:xfrm xmlns:a="http://schemas.openxmlformats.org/drawingml/2006/main">
            <a:off x="381000" y="4856550"/>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8E8B0"/>
          </a:solidFill>
          <a:ln xmlns:a="http://schemas.openxmlformats.org/drawingml/2006/main" w="8934">
            <a:solidFill>
              <a:srgbClr val="6F7B83"/>
            </a:solidFill>
          </a:ln>
        </p:spPr>
      </p:sp>
      <p:sp>
        <p:nvSpPr>
          <p:cNvPr id="39" name="diagram-poly-509">
            <a:extLst xmlns:a="http://schemas.openxmlformats.org/drawingml/2006/main">
              <a:ext uri="{FF2B5EF4-FFF2-40B4-BE49-F238E27FC236}">
                <a16:creationId xmlns:a16="http://schemas.microsoft.com/office/drawing/2014/main" id="{D4EEF13E-1B65-4DD8-A1CD-874E812F830A}"/>
              </a:ext>
            </a:extLst>
          </p:cNvPr>
          <p:cNvSpPr>
            <a:spLocks xmlns:a="http://schemas.openxmlformats.org/drawingml/2006/main" noGrp="1"/>
          </p:cNvSpPr>
          <p:nvPr/>
        </p:nvSpPr>
        <p:spPr>
          <a:xfrm xmlns:a="http://schemas.openxmlformats.org/drawingml/2006/main">
            <a:off x="3311500" y="4400893"/>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8E8B0"/>
          </a:solidFill>
          <a:ln xmlns:a="http://schemas.openxmlformats.org/drawingml/2006/main" w="8934">
            <a:solidFill>
              <a:srgbClr val="6F7B83"/>
            </a:solidFill>
          </a:ln>
        </p:spPr>
      </p:sp>
      <p:sp>
        <p:nvSpPr>
          <p:cNvPr id="40" name="revision-text-510">
            <a:extLst xmlns:a="http://schemas.openxmlformats.org/drawingml/2006/main">
              <a:ext uri="{FF2B5EF4-FFF2-40B4-BE49-F238E27FC236}">
                <a16:creationId xmlns:a16="http://schemas.microsoft.com/office/drawing/2014/main" id="{D0ED65B6-923C-4948-B128-81DE4025D02F}"/>
              </a:ext>
            </a:extLst>
          </p:cNvPr>
          <p:cNvSpPr>
            <a:spLocks xmlns:a="http://schemas.openxmlformats.org/drawingml/2006/main" noGrp="1"/>
          </p:cNvSpPr>
          <p:nvPr/>
        </p:nvSpPr>
        <p:spPr>
          <a:xfrm xmlns:a="http://schemas.openxmlformats.org/drawingml/2006/main">
            <a:off x="1256576" y="4409827"/>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Adapter layer</a:t>
            </a:r>
          </a:p>
        </p:txBody>
      </p:sp>
      <p:sp>
        <p:nvSpPr>
          <p:cNvPr id="41" name="diagram-poly-511">
            <a:extLst xmlns:a="http://schemas.openxmlformats.org/drawingml/2006/main">
              <a:ext uri="{FF2B5EF4-FFF2-40B4-BE49-F238E27FC236}">
                <a16:creationId xmlns:a16="http://schemas.microsoft.com/office/drawing/2014/main" id="{A54ADFD1-06A9-4CD7-877C-7297130B26AC}"/>
              </a:ext>
            </a:extLst>
          </p:cNvPr>
          <p:cNvSpPr>
            <a:spLocks xmlns:a="http://schemas.openxmlformats.org/drawingml/2006/main" noGrp="1"/>
          </p:cNvSpPr>
          <p:nvPr/>
        </p:nvSpPr>
        <p:spPr>
          <a:xfrm xmlns:a="http://schemas.openxmlformats.org/drawingml/2006/main">
            <a:off x="515017"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2" name="revision-text-512">
            <a:extLst xmlns:a="http://schemas.openxmlformats.org/drawingml/2006/main">
              <a:ext uri="{FF2B5EF4-FFF2-40B4-BE49-F238E27FC236}">
                <a16:creationId xmlns:a16="http://schemas.microsoft.com/office/drawing/2014/main" id="{7491ADB7-1FB3-4644-B760-5BCB8B894567}"/>
              </a:ext>
            </a:extLst>
          </p:cNvPr>
          <p:cNvSpPr>
            <a:spLocks xmlns:a="http://schemas.openxmlformats.org/drawingml/2006/main" noGrp="1"/>
          </p:cNvSpPr>
          <p:nvPr/>
        </p:nvSpPr>
        <p:spPr>
          <a:xfrm xmlns:a="http://schemas.openxmlformats.org/drawingml/2006/main">
            <a:off x="559689"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3" name="diagram-poly-513">
            <a:extLst xmlns:a="http://schemas.openxmlformats.org/drawingml/2006/main">
              <a:ext uri="{FF2B5EF4-FFF2-40B4-BE49-F238E27FC236}">
                <a16:creationId xmlns:a16="http://schemas.microsoft.com/office/drawing/2014/main" id="{A2A12EB1-51F9-4876-9FF0-2150D613C9F1}"/>
              </a:ext>
            </a:extLst>
          </p:cNvPr>
          <p:cNvSpPr>
            <a:spLocks xmlns:a="http://schemas.openxmlformats.org/drawingml/2006/main" noGrp="1"/>
          </p:cNvSpPr>
          <p:nvPr/>
        </p:nvSpPr>
        <p:spPr>
          <a:xfrm xmlns:a="http://schemas.openxmlformats.org/drawingml/2006/main">
            <a:off x="1453134"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4" name="revision-text-514">
            <a:extLst xmlns:a="http://schemas.openxmlformats.org/drawingml/2006/main">
              <a:ext uri="{FF2B5EF4-FFF2-40B4-BE49-F238E27FC236}">
                <a16:creationId xmlns:a16="http://schemas.microsoft.com/office/drawing/2014/main" id="{FF0517A1-EC5B-4D85-B6C5-EBBA616EF232}"/>
              </a:ext>
            </a:extLst>
          </p:cNvPr>
          <p:cNvSpPr>
            <a:spLocks xmlns:a="http://schemas.openxmlformats.org/drawingml/2006/main" noGrp="1"/>
          </p:cNvSpPr>
          <p:nvPr/>
        </p:nvSpPr>
        <p:spPr>
          <a:xfrm xmlns:a="http://schemas.openxmlformats.org/drawingml/2006/main">
            <a:off x="1497806"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5" name="diagram-poly-515">
            <a:extLst xmlns:a="http://schemas.openxmlformats.org/drawingml/2006/main">
              <a:ext uri="{FF2B5EF4-FFF2-40B4-BE49-F238E27FC236}">
                <a16:creationId xmlns:a16="http://schemas.microsoft.com/office/drawing/2014/main" id="{68F66A23-3644-4ECB-83A4-F4A724CC1A1E}"/>
              </a:ext>
            </a:extLst>
          </p:cNvPr>
          <p:cNvSpPr>
            <a:spLocks xmlns:a="http://schemas.openxmlformats.org/drawingml/2006/main" noGrp="1"/>
          </p:cNvSpPr>
          <p:nvPr/>
        </p:nvSpPr>
        <p:spPr>
          <a:xfrm xmlns:a="http://schemas.openxmlformats.org/drawingml/2006/main">
            <a:off x="2391251"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6" name="revision-text-516">
            <a:extLst xmlns:a="http://schemas.openxmlformats.org/drawingml/2006/main">
              <a:ext uri="{FF2B5EF4-FFF2-40B4-BE49-F238E27FC236}">
                <a16:creationId xmlns:a16="http://schemas.microsoft.com/office/drawing/2014/main" id="{AF944D3E-1FEE-4CC4-9CE4-4368ADD6791D}"/>
              </a:ext>
            </a:extLst>
          </p:cNvPr>
          <p:cNvSpPr>
            <a:spLocks xmlns:a="http://schemas.openxmlformats.org/drawingml/2006/main" noGrp="1"/>
          </p:cNvSpPr>
          <p:nvPr/>
        </p:nvSpPr>
        <p:spPr>
          <a:xfrm xmlns:a="http://schemas.openxmlformats.org/drawingml/2006/main">
            <a:off x="2435924"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7" name="diagram-poly-517">
            <a:extLst xmlns:a="http://schemas.openxmlformats.org/drawingml/2006/main">
              <a:ext uri="{FF2B5EF4-FFF2-40B4-BE49-F238E27FC236}">
                <a16:creationId xmlns:a16="http://schemas.microsoft.com/office/drawing/2014/main" id="{A67A6C52-CA41-434D-9BB9-6F6415F548BF}"/>
              </a:ext>
            </a:extLst>
          </p:cNvPr>
          <p:cNvSpPr>
            <a:spLocks xmlns:a="http://schemas.openxmlformats.org/drawingml/2006/main" noGrp="1"/>
          </p:cNvSpPr>
          <p:nvPr/>
        </p:nvSpPr>
        <p:spPr>
          <a:xfrm xmlns:a="http://schemas.openxmlformats.org/drawingml/2006/main">
            <a:off x="381000" y="5473027"/>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EF5EE"/>
          </a:solidFill>
          <a:ln xmlns:a="http://schemas.openxmlformats.org/drawingml/2006/main" w="8934">
            <a:solidFill>
              <a:srgbClr val="6F7B83"/>
            </a:solidFill>
          </a:ln>
        </p:spPr>
      </p:sp>
      <p:sp>
        <p:nvSpPr>
          <p:cNvPr id="48" name="diagram-poly-518">
            <a:extLst xmlns:a="http://schemas.openxmlformats.org/drawingml/2006/main">
              <a:ext uri="{FF2B5EF4-FFF2-40B4-BE49-F238E27FC236}">
                <a16:creationId xmlns:a16="http://schemas.microsoft.com/office/drawing/2014/main" id="{7CC91B75-9372-4343-A123-5FFB5B1C4355}"/>
              </a:ext>
            </a:extLst>
          </p:cNvPr>
          <p:cNvSpPr>
            <a:spLocks xmlns:a="http://schemas.openxmlformats.org/drawingml/2006/main" noGrp="1"/>
          </p:cNvSpPr>
          <p:nvPr/>
        </p:nvSpPr>
        <p:spPr>
          <a:xfrm xmlns:a="http://schemas.openxmlformats.org/drawingml/2006/main">
            <a:off x="381000" y="5928684"/>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BEADB"/>
          </a:solidFill>
          <a:ln xmlns:a="http://schemas.openxmlformats.org/drawingml/2006/main" w="8934">
            <a:solidFill>
              <a:srgbClr val="6F7B83"/>
            </a:solidFill>
          </a:ln>
        </p:spPr>
      </p:sp>
      <p:sp>
        <p:nvSpPr>
          <p:cNvPr id="49" name="diagram-poly-519">
            <a:extLst xmlns:a="http://schemas.openxmlformats.org/drawingml/2006/main">
              <a:ext uri="{FF2B5EF4-FFF2-40B4-BE49-F238E27FC236}">
                <a16:creationId xmlns:a16="http://schemas.microsoft.com/office/drawing/2014/main" id="{82A8EF75-ABF5-4798-A9C1-423133CA10B7}"/>
              </a:ext>
            </a:extLst>
          </p:cNvPr>
          <p:cNvSpPr>
            <a:spLocks xmlns:a="http://schemas.openxmlformats.org/drawingml/2006/main" noGrp="1"/>
          </p:cNvSpPr>
          <p:nvPr/>
        </p:nvSpPr>
        <p:spPr>
          <a:xfrm xmlns:a="http://schemas.openxmlformats.org/drawingml/2006/main">
            <a:off x="3311500" y="5473027"/>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BEADB"/>
          </a:solidFill>
          <a:ln xmlns:a="http://schemas.openxmlformats.org/drawingml/2006/main" w="8934">
            <a:solidFill>
              <a:srgbClr val="6F7B83"/>
            </a:solidFill>
          </a:ln>
        </p:spPr>
      </p:sp>
      <p:sp>
        <p:nvSpPr>
          <p:cNvPr id="50" name="revision-text-520">
            <a:extLst xmlns:a="http://schemas.openxmlformats.org/drawingml/2006/main">
              <a:ext uri="{FF2B5EF4-FFF2-40B4-BE49-F238E27FC236}">
                <a16:creationId xmlns:a16="http://schemas.microsoft.com/office/drawing/2014/main" id="{80B6717F-AFFF-4FE1-8450-CCAB08D09E6A}"/>
              </a:ext>
            </a:extLst>
          </p:cNvPr>
          <p:cNvSpPr>
            <a:spLocks xmlns:a="http://schemas.openxmlformats.org/drawingml/2006/main" noGrp="1"/>
          </p:cNvSpPr>
          <p:nvPr/>
        </p:nvSpPr>
        <p:spPr>
          <a:xfrm xmlns:a="http://schemas.openxmlformats.org/drawingml/2006/main">
            <a:off x="1256576" y="5481961"/>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Physical device</a:t>
            </a:r>
          </a:p>
        </p:txBody>
      </p:sp>
      <p:sp>
        <p:nvSpPr>
          <p:cNvPr id="51" name="diagram-poly-521">
            <a:extLst xmlns:a="http://schemas.openxmlformats.org/drawingml/2006/main">
              <a:ext uri="{FF2B5EF4-FFF2-40B4-BE49-F238E27FC236}">
                <a16:creationId xmlns:a16="http://schemas.microsoft.com/office/drawing/2014/main" id="{D986E6DD-111D-46EF-83D9-DDC9C8298ED4}"/>
              </a:ext>
            </a:extLst>
          </p:cNvPr>
          <p:cNvSpPr>
            <a:spLocks xmlns:a="http://schemas.openxmlformats.org/drawingml/2006/main" noGrp="1"/>
          </p:cNvSpPr>
          <p:nvPr/>
        </p:nvSpPr>
        <p:spPr>
          <a:xfrm xmlns:a="http://schemas.openxmlformats.org/drawingml/2006/main">
            <a:off x="515017"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2" name="revision-text-522">
            <a:extLst xmlns:a="http://schemas.openxmlformats.org/drawingml/2006/main">
              <a:ext uri="{FF2B5EF4-FFF2-40B4-BE49-F238E27FC236}">
                <a16:creationId xmlns:a16="http://schemas.microsoft.com/office/drawing/2014/main" id="{D481C098-8BF5-48A3-80EE-251D9289B1EC}"/>
              </a:ext>
            </a:extLst>
          </p:cNvPr>
          <p:cNvSpPr>
            <a:spLocks xmlns:a="http://schemas.openxmlformats.org/drawingml/2006/main" noGrp="1"/>
          </p:cNvSpPr>
          <p:nvPr/>
        </p:nvSpPr>
        <p:spPr>
          <a:xfrm xmlns:a="http://schemas.openxmlformats.org/drawingml/2006/main">
            <a:off x="559689"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3" name="diagram-poly-523">
            <a:extLst xmlns:a="http://schemas.openxmlformats.org/drawingml/2006/main">
              <a:ext uri="{FF2B5EF4-FFF2-40B4-BE49-F238E27FC236}">
                <a16:creationId xmlns:a16="http://schemas.microsoft.com/office/drawing/2014/main" id="{426AE25C-4E3D-4384-A5EA-C9A4ACC8A52D}"/>
              </a:ext>
            </a:extLst>
          </p:cNvPr>
          <p:cNvSpPr>
            <a:spLocks xmlns:a="http://schemas.openxmlformats.org/drawingml/2006/main" noGrp="1"/>
          </p:cNvSpPr>
          <p:nvPr/>
        </p:nvSpPr>
        <p:spPr>
          <a:xfrm xmlns:a="http://schemas.openxmlformats.org/drawingml/2006/main">
            <a:off x="1453134"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4" name="revision-text-524">
            <a:extLst xmlns:a="http://schemas.openxmlformats.org/drawingml/2006/main">
              <a:ext uri="{FF2B5EF4-FFF2-40B4-BE49-F238E27FC236}">
                <a16:creationId xmlns:a16="http://schemas.microsoft.com/office/drawing/2014/main" id="{42942DAE-2A3C-4E00-BE5C-95B6A509330E}"/>
              </a:ext>
            </a:extLst>
          </p:cNvPr>
          <p:cNvSpPr>
            <a:spLocks xmlns:a="http://schemas.openxmlformats.org/drawingml/2006/main" noGrp="1"/>
          </p:cNvSpPr>
          <p:nvPr/>
        </p:nvSpPr>
        <p:spPr>
          <a:xfrm xmlns:a="http://schemas.openxmlformats.org/drawingml/2006/main">
            <a:off x="1497806"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5" name="diagram-poly-525">
            <a:extLst xmlns:a="http://schemas.openxmlformats.org/drawingml/2006/main">
              <a:ext uri="{FF2B5EF4-FFF2-40B4-BE49-F238E27FC236}">
                <a16:creationId xmlns:a16="http://schemas.microsoft.com/office/drawing/2014/main" id="{A601DD13-4C82-4161-B5C7-AF67C91C0747}"/>
              </a:ext>
            </a:extLst>
          </p:cNvPr>
          <p:cNvSpPr>
            <a:spLocks xmlns:a="http://schemas.openxmlformats.org/drawingml/2006/main" noGrp="1"/>
          </p:cNvSpPr>
          <p:nvPr/>
        </p:nvSpPr>
        <p:spPr>
          <a:xfrm xmlns:a="http://schemas.openxmlformats.org/drawingml/2006/main">
            <a:off x="2391251"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6" name="revision-text-526">
            <a:extLst xmlns:a="http://schemas.openxmlformats.org/drawingml/2006/main">
              <a:ext uri="{FF2B5EF4-FFF2-40B4-BE49-F238E27FC236}">
                <a16:creationId xmlns:a16="http://schemas.microsoft.com/office/drawing/2014/main" id="{38A4EB9D-E1A4-46BA-9891-C7DFAC24BFA1}"/>
              </a:ext>
            </a:extLst>
          </p:cNvPr>
          <p:cNvSpPr>
            <a:spLocks xmlns:a="http://schemas.openxmlformats.org/drawingml/2006/main" noGrp="1"/>
          </p:cNvSpPr>
          <p:nvPr/>
        </p:nvSpPr>
        <p:spPr>
          <a:xfrm xmlns:a="http://schemas.openxmlformats.org/drawingml/2006/main">
            <a:off x="2435924"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7" name="diagram-line-527">
            <a:extLst xmlns:a="http://schemas.openxmlformats.org/drawingml/2006/main">
              <a:ext uri="{FF2B5EF4-FFF2-40B4-BE49-F238E27FC236}">
                <a16:creationId xmlns:a16="http://schemas.microsoft.com/office/drawing/2014/main" id="{1BA62E02-A574-4B8B-A4A0-271132E5A71B}"/>
              </a:ext>
            </a:extLst>
          </p:cNvPr>
          <p:cNvSpPr>
            <a:spLocks xmlns:a="http://schemas.openxmlformats.org/drawingml/2006/main" noGrp="1"/>
          </p:cNvSpPr>
          <p:nvPr/>
        </p:nvSpPr>
        <p:spPr>
          <a:xfrm xmlns:a="http://schemas.openxmlformats.org/drawingml/2006/main">
            <a:off x="6132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8" name="diagram-line-528">
            <a:extLst xmlns:a="http://schemas.openxmlformats.org/drawingml/2006/main">
              <a:ext uri="{FF2B5EF4-FFF2-40B4-BE49-F238E27FC236}">
                <a16:creationId xmlns:a16="http://schemas.microsoft.com/office/drawing/2014/main" id="{C654FD9F-DB31-4F2A-8A17-0F120241CADB}"/>
              </a:ext>
            </a:extLst>
          </p:cNvPr>
          <p:cNvSpPr>
            <a:spLocks xmlns:a="http://schemas.openxmlformats.org/drawingml/2006/main" noGrp="1"/>
          </p:cNvSpPr>
          <p:nvPr/>
        </p:nvSpPr>
        <p:spPr>
          <a:xfrm xmlns:a="http://schemas.openxmlformats.org/drawingml/2006/main">
            <a:off x="6132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9" name="diagram-line-529">
            <a:extLst xmlns:a="http://schemas.openxmlformats.org/drawingml/2006/main">
              <a:ext uri="{FF2B5EF4-FFF2-40B4-BE49-F238E27FC236}">
                <a16:creationId xmlns:a16="http://schemas.microsoft.com/office/drawing/2014/main" id="{275A50C5-2C9F-4EAE-B80B-8187AF0E8365}"/>
              </a:ext>
            </a:extLst>
          </p:cNvPr>
          <p:cNvSpPr>
            <a:spLocks xmlns:a="http://schemas.openxmlformats.org/drawingml/2006/main" noGrp="1"/>
          </p:cNvSpPr>
          <p:nvPr/>
        </p:nvSpPr>
        <p:spPr>
          <a:xfrm xmlns:a="http://schemas.openxmlformats.org/drawingml/2006/main">
            <a:off x="6132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0" name="diagram-line-530">
            <a:extLst xmlns:a="http://schemas.openxmlformats.org/drawingml/2006/main">
              <a:ext uri="{FF2B5EF4-FFF2-40B4-BE49-F238E27FC236}">
                <a16:creationId xmlns:a16="http://schemas.microsoft.com/office/drawing/2014/main" id="{E22501D2-DCB0-442D-BEB4-D4C7EEC48DE7}"/>
              </a:ext>
            </a:extLst>
          </p:cNvPr>
          <p:cNvSpPr>
            <a:spLocks xmlns:a="http://schemas.openxmlformats.org/drawingml/2006/main" noGrp="1"/>
          </p:cNvSpPr>
          <p:nvPr/>
        </p:nvSpPr>
        <p:spPr>
          <a:xfrm xmlns:a="http://schemas.openxmlformats.org/drawingml/2006/main">
            <a:off x="6132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1" name="diagram-line-531">
            <a:extLst xmlns:a="http://schemas.openxmlformats.org/drawingml/2006/main">
              <a:ext uri="{FF2B5EF4-FFF2-40B4-BE49-F238E27FC236}">
                <a16:creationId xmlns:a16="http://schemas.microsoft.com/office/drawing/2014/main" id="{20ECBDC7-3A63-479D-A4FE-9340671B88C8}"/>
              </a:ext>
            </a:extLst>
          </p:cNvPr>
          <p:cNvSpPr>
            <a:spLocks xmlns:a="http://schemas.openxmlformats.org/drawingml/2006/main" noGrp="1"/>
          </p:cNvSpPr>
          <p:nvPr/>
        </p:nvSpPr>
        <p:spPr>
          <a:xfrm xmlns:a="http://schemas.openxmlformats.org/drawingml/2006/main">
            <a:off x="6132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2" name="diagram-line-532">
            <a:extLst xmlns:a="http://schemas.openxmlformats.org/drawingml/2006/main">
              <a:ext uri="{FF2B5EF4-FFF2-40B4-BE49-F238E27FC236}">
                <a16:creationId xmlns:a16="http://schemas.microsoft.com/office/drawing/2014/main" id="{57B7FBD2-0356-4CC7-887C-C5B70B35F961}"/>
              </a:ext>
            </a:extLst>
          </p:cNvPr>
          <p:cNvSpPr>
            <a:spLocks xmlns:a="http://schemas.openxmlformats.org/drawingml/2006/main" noGrp="1"/>
          </p:cNvSpPr>
          <p:nvPr/>
        </p:nvSpPr>
        <p:spPr>
          <a:xfrm xmlns:a="http://schemas.openxmlformats.org/drawingml/2006/main">
            <a:off x="6132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3" name="diagram-line-533">
            <a:extLst xmlns:a="http://schemas.openxmlformats.org/drawingml/2006/main">
              <a:ext uri="{FF2B5EF4-FFF2-40B4-BE49-F238E27FC236}">
                <a16:creationId xmlns:a16="http://schemas.microsoft.com/office/drawing/2014/main" id="{335E6A39-5063-4B75-B7FF-5DEA0D7DD413}"/>
              </a:ext>
            </a:extLst>
          </p:cNvPr>
          <p:cNvSpPr>
            <a:spLocks xmlns:a="http://schemas.openxmlformats.org/drawingml/2006/main" noGrp="1"/>
          </p:cNvSpPr>
          <p:nvPr/>
        </p:nvSpPr>
        <p:spPr>
          <a:xfrm xmlns:a="http://schemas.openxmlformats.org/drawingml/2006/main">
            <a:off x="6132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4" name="diagram-line-534">
            <a:extLst xmlns:a="http://schemas.openxmlformats.org/drawingml/2006/main">
              <a:ext uri="{FF2B5EF4-FFF2-40B4-BE49-F238E27FC236}">
                <a16:creationId xmlns:a16="http://schemas.microsoft.com/office/drawing/2014/main" id="{724D7067-20DD-4B28-80F9-387EF61D11CF}"/>
              </a:ext>
            </a:extLst>
          </p:cNvPr>
          <p:cNvSpPr>
            <a:spLocks xmlns:a="http://schemas.openxmlformats.org/drawingml/2006/main" noGrp="1"/>
          </p:cNvSpPr>
          <p:nvPr/>
        </p:nvSpPr>
        <p:spPr>
          <a:xfrm xmlns:a="http://schemas.openxmlformats.org/drawingml/2006/main">
            <a:off x="6132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5" name="diagram-line-535">
            <a:extLst xmlns:a="http://schemas.openxmlformats.org/drawingml/2006/main">
              <a:ext uri="{FF2B5EF4-FFF2-40B4-BE49-F238E27FC236}">
                <a16:creationId xmlns:a16="http://schemas.microsoft.com/office/drawing/2014/main" id="{6EEC8D02-8160-4B1D-95B0-2B70949346F0}"/>
              </a:ext>
            </a:extLst>
          </p:cNvPr>
          <p:cNvSpPr>
            <a:spLocks xmlns:a="http://schemas.openxmlformats.org/drawingml/2006/main" noGrp="1"/>
          </p:cNvSpPr>
          <p:nvPr/>
        </p:nvSpPr>
        <p:spPr>
          <a:xfrm xmlns:a="http://schemas.openxmlformats.org/drawingml/2006/main">
            <a:off x="6132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6" name="diagram-line-536">
            <a:extLst xmlns:a="http://schemas.openxmlformats.org/drawingml/2006/main">
              <a:ext uri="{FF2B5EF4-FFF2-40B4-BE49-F238E27FC236}">
                <a16:creationId xmlns:a16="http://schemas.microsoft.com/office/drawing/2014/main" id="{9FFA6114-7AD9-4C36-92EA-EA2FEAF26CA9}"/>
              </a:ext>
            </a:extLst>
          </p:cNvPr>
          <p:cNvSpPr>
            <a:spLocks xmlns:a="http://schemas.openxmlformats.org/drawingml/2006/main" noGrp="1"/>
          </p:cNvSpPr>
          <p:nvPr/>
        </p:nvSpPr>
        <p:spPr>
          <a:xfrm xmlns:a="http://schemas.openxmlformats.org/drawingml/2006/main">
            <a:off x="6132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7" name="diagram-line-537">
            <a:extLst xmlns:a="http://schemas.openxmlformats.org/drawingml/2006/main">
              <a:ext uri="{FF2B5EF4-FFF2-40B4-BE49-F238E27FC236}">
                <a16:creationId xmlns:a16="http://schemas.microsoft.com/office/drawing/2014/main" id="{6F45EDA0-D81E-4A66-9167-8B15F0355388}"/>
              </a:ext>
            </a:extLst>
          </p:cNvPr>
          <p:cNvSpPr>
            <a:spLocks xmlns:a="http://schemas.openxmlformats.org/drawingml/2006/main" noGrp="1"/>
          </p:cNvSpPr>
          <p:nvPr/>
        </p:nvSpPr>
        <p:spPr>
          <a:xfrm xmlns:a="http://schemas.openxmlformats.org/drawingml/2006/main">
            <a:off x="6132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8" name="diagram-line-538">
            <a:extLst xmlns:a="http://schemas.openxmlformats.org/drawingml/2006/main">
              <a:ext uri="{FF2B5EF4-FFF2-40B4-BE49-F238E27FC236}">
                <a16:creationId xmlns:a16="http://schemas.microsoft.com/office/drawing/2014/main" id="{F1AE1E23-ED9A-4931-8336-35A659D8BA94}"/>
              </a:ext>
            </a:extLst>
          </p:cNvPr>
          <p:cNvSpPr>
            <a:spLocks xmlns:a="http://schemas.openxmlformats.org/drawingml/2006/main" noGrp="1"/>
          </p:cNvSpPr>
          <p:nvPr/>
        </p:nvSpPr>
        <p:spPr>
          <a:xfrm xmlns:a="http://schemas.openxmlformats.org/drawingml/2006/main">
            <a:off x="6132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69" name="diagram-line-539">
            <a:extLst xmlns:a="http://schemas.openxmlformats.org/drawingml/2006/main">
              <a:ext uri="{FF2B5EF4-FFF2-40B4-BE49-F238E27FC236}">
                <a16:creationId xmlns:a16="http://schemas.microsoft.com/office/drawing/2014/main" id="{4D7AEC51-E696-4361-9FF6-CB7830CEF0B9}"/>
              </a:ext>
            </a:extLst>
          </p:cNvPr>
          <p:cNvSpPr>
            <a:spLocks xmlns:a="http://schemas.openxmlformats.org/drawingml/2006/main" noGrp="1"/>
          </p:cNvSpPr>
          <p:nvPr/>
        </p:nvSpPr>
        <p:spPr>
          <a:xfrm xmlns:a="http://schemas.openxmlformats.org/drawingml/2006/main">
            <a:off x="1542479"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0" name="diagram-line-540">
            <a:extLst xmlns:a="http://schemas.openxmlformats.org/drawingml/2006/main">
              <a:ext uri="{FF2B5EF4-FFF2-40B4-BE49-F238E27FC236}">
                <a16:creationId xmlns:a16="http://schemas.microsoft.com/office/drawing/2014/main" id="{D1DEE276-B71D-41C3-A2E4-4A3B49401A96}"/>
              </a:ext>
            </a:extLst>
          </p:cNvPr>
          <p:cNvSpPr>
            <a:spLocks xmlns:a="http://schemas.openxmlformats.org/drawingml/2006/main" noGrp="1"/>
          </p:cNvSpPr>
          <p:nvPr/>
        </p:nvSpPr>
        <p:spPr>
          <a:xfrm xmlns:a="http://schemas.openxmlformats.org/drawingml/2006/main">
            <a:off x="1542479"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1" name="diagram-line-541">
            <a:extLst xmlns:a="http://schemas.openxmlformats.org/drawingml/2006/main">
              <a:ext uri="{FF2B5EF4-FFF2-40B4-BE49-F238E27FC236}">
                <a16:creationId xmlns:a16="http://schemas.microsoft.com/office/drawing/2014/main" id="{BCAB525D-8BDF-4B4C-8F4A-FA0C8B79872D}"/>
              </a:ext>
            </a:extLst>
          </p:cNvPr>
          <p:cNvSpPr>
            <a:spLocks xmlns:a="http://schemas.openxmlformats.org/drawingml/2006/main" noGrp="1"/>
          </p:cNvSpPr>
          <p:nvPr/>
        </p:nvSpPr>
        <p:spPr>
          <a:xfrm xmlns:a="http://schemas.openxmlformats.org/drawingml/2006/main">
            <a:off x="1542479"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2" name="diagram-line-542">
            <a:extLst xmlns:a="http://schemas.openxmlformats.org/drawingml/2006/main">
              <a:ext uri="{FF2B5EF4-FFF2-40B4-BE49-F238E27FC236}">
                <a16:creationId xmlns:a16="http://schemas.microsoft.com/office/drawing/2014/main" id="{422C9AD9-0C05-4074-B672-F5760735AF1E}"/>
              </a:ext>
            </a:extLst>
          </p:cNvPr>
          <p:cNvSpPr>
            <a:spLocks xmlns:a="http://schemas.openxmlformats.org/drawingml/2006/main" noGrp="1"/>
          </p:cNvSpPr>
          <p:nvPr/>
        </p:nvSpPr>
        <p:spPr>
          <a:xfrm xmlns:a="http://schemas.openxmlformats.org/drawingml/2006/main">
            <a:off x="1542479"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3" name="diagram-line-543">
            <a:extLst xmlns:a="http://schemas.openxmlformats.org/drawingml/2006/main">
              <a:ext uri="{FF2B5EF4-FFF2-40B4-BE49-F238E27FC236}">
                <a16:creationId xmlns:a16="http://schemas.microsoft.com/office/drawing/2014/main" id="{59CBB77A-624C-4A79-A101-10E8CB8ADD40}"/>
              </a:ext>
            </a:extLst>
          </p:cNvPr>
          <p:cNvSpPr>
            <a:spLocks xmlns:a="http://schemas.openxmlformats.org/drawingml/2006/main" noGrp="1"/>
          </p:cNvSpPr>
          <p:nvPr/>
        </p:nvSpPr>
        <p:spPr>
          <a:xfrm xmlns:a="http://schemas.openxmlformats.org/drawingml/2006/main">
            <a:off x="1542479"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4" name="diagram-line-544">
            <a:extLst xmlns:a="http://schemas.openxmlformats.org/drawingml/2006/main">
              <a:ext uri="{FF2B5EF4-FFF2-40B4-BE49-F238E27FC236}">
                <a16:creationId xmlns:a16="http://schemas.microsoft.com/office/drawing/2014/main" id="{07147EBB-E38D-44F6-A580-D46A2B9228A7}"/>
              </a:ext>
            </a:extLst>
          </p:cNvPr>
          <p:cNvSpPr>
            <a:spLocks xmlns:a="http://schemas.openxmlformats.org/drawingml/2006/main" noGrp="1"/>
          </p:cNvSpPr>
          <p:nvPr/>
        </p:nvSpPr>
        <p:spPr>
          <a:xfrm xmlns:a="http://schemas.openxmlformats.org/drawingml/2006/main">
            <a:off x="1542479"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5" name="diagram-line-545">
            <a:extLst xmlns:a="http://schemas.openxmlformats.org/drawingml/2006/main">
              <a:ext uri="{FF2B5EF4-FFF2-40B4-BE49-F238E27FC236}">
                <a16:creationId xmlns:a16="http://schemas.microsoft.com/office/drawing/2014/main" id="{FDFF8437-8C69-42C0-9C97-75793B12B935}"/>
              </a:ext>
            </a:extLst>
          </p:cNvPr>
          <p:cNvSpPr>
            <a:spLocks xmlns:a="http://schemas.openxmlformats.org/drawingml/2006/main" noGrp="1"/>
          </p:cNvSpPr>
          <p:nvPr/>
        </p:nvSpPr>
        <p:spPr>
          <a:xfrm xmlns:a="http://schemas.openxmlformats.org/drawingml/2006/main">
            <a:off x="1542479"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6" name="diagram-line-546">
            <a:extLst xmlns:a="http://schemas.openxmlformats.org/drawingml/2006/main">
              <a:ext uri="{FF2B5EF4-FFF2-40B4-BE49-F238E27FC236}">
                <a16:creationId xmlns:a16="http://schemas.microsoft.com/office/drawing/2014/main" id="{ABF4A0FE-609E-4553-8B5E-6FF4F19CE67F}"/>
              </a:ext>
            </a:extLst>
          </p:cNvPr>
          <p:cNvSpPr>
            <a:spLocks xmlns:a="http://schemas.openxmlformats.org/drawingml/2006/main" noGrp="1"/>
          </p:cNvSpPr>
          <p:nvPr/>
        </p:nvSpPr>
        <p:spPr>
          <a:xfrm xmlns:a="http://schemas.openxmlformats.org/drawingml/2006/main">
            <a:off x="1542479"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7" name="diagram-line-547">
            <a:extLst xmlns:a="http://schemas.openxmlformats.org/drawingml/2006/main">
              <a:ext uri="{FF2B5EF4-FFF2-40B4-BE49-F238E27FC236}">
                <a16:creationId xmlns:a16="http://schemas.microsoft.com/office/drawing/2014/main" id="{BDF11F9E-E6D7-4D5E-8C18-54FC8004C8D9}"/>
              </a:ext>
            </a:extLst>
          </p:cNvPr>
          <p:cNvSpPr>
            <a:spLocks xmlns:a="http://schemas.openxmlformats.org/drawingml/2006/main" noGrp="1"/>
          </p:cNvSpPr>
          <p:nvPr/>
        </p:nvSpPr>
        <p:spPr>
          <a:xfrm xmlns:a="http://schemas.openxmlformats.org/drawingml/2006/main">
            <a:off x="1542479"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8" name="diagram-line-548">
            <a:extLst xmlns:a="http://schemas.openxmlformats.org/drawingml/2006/main">
              <a:ext uri="{FF2B5EF4-FFF2-40B4-BE49-F238E27FC236}">
                <a16:creationId xmlns:a16="http://schemas.microsoft.com/office/drawing/2014/main" id="{6A0D3440-BF6F-49A8-94F3-B5871F8C7B16}"/>
              </a:ext>
            </a:extLst>
          </p:cNvPr>
          <p:cNvSpPr>
            <a:spLocks xmlns:a="http://schemas.openxmlformats.org/drawingml/2006/main" noGrp="1"/>
          </p:cNvSpPr>
          <p:nvPr/>
        </p:nvSpPr>
        <p:spPr>
          <a:xfrm xmlns:a="http://schemas.openxmlformats.org/drawingml/2006/main">
            <a:off x="1542479"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9" name="diagram-line-549">
            <a:extLst xmlns:a="http://schemas.openxmlformats.org/drawingml/2006/main">
              <a:ext uri="{FF2B5EF4-FFF2-40B4-BE49-F238E27FC236}">
                <a16:creationId xmlns:a16="http://schemas.microsoft.com/office/drawing/2014/main" id="{450B594D-CB09-4A8C-99DB-F8C236353A1D}"/>
              </a:ext>
            </a:extLst>
          </p:cNvPr>
          <p:cNvSpPr>
            <a:spLocks xmlns:a="http://schemas.openxmlformats.org/drawingml/2006/main" noGrp="1"/>
          </p:cNvSpPr>
          <p:nvPr/>
        </p:nvSpPr>
        <p:spPr>
          <a:xfrm xmlns:a="http://schemas.openxmlformats.org/drawingml/2006/main">
            <a:off x="1542479"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0" name="diagram-line-550">
            <a:extLst xmlns:a="http://schemas.openxmlformats.org/drawingml/2006/main">
              <a:ext uri="{FF2B5EF4-FFF2-40B4-BE49-F238E27FC236}">
                <a16:creationId xmlns:a16="http://schemas.microsoft.com/office/drawing/2014/main" id="{14D98A22-2547-4E86-A83D-37D106AD3421}"/>
              </a:ext>
            </a:extLst>
          </p:cNvPr>
          <p:cNvSpPr>
            <a:spLocks xmlns:a="http://schemas.openxmlformats.org/drawingml/2006/main" noGrp="1"/>
          </p:cNvSpPr>
          <p:nvPr/>
        </p:nvSpPr>
        <p:spPr>
          <a:xfrm xmlns:a="http://schemas.openxmlformats.org/drawingml/2006/main">
            <a:off x="1542479"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81" name="diagram-line-551">
            <a:extLst xmlns:a="http://schemas.openxmlformats.org/drawingml/2006/main">
              <a:ext uri="{FF2B5EF4-FFF2-40B4-BE49-F238E27FC236}">
                <a16:creationId xmlns:a16="http://schemas.microsoft.com/office/drawing/2014/main" id="{1A0A19B7-9F1A-4358-827A-DC470BE9CEF7}"/>
              </a:ext>
            </a:extLst>
          </p:cNvPr>
          <p:cNvSpPr>
            <a:spLocks xmlns:a="http://schemas.openxmlformats.org/drawingml/2006/main" noGrp="1"/>
          </p:cNvSpPr>
          <p:nvPr/>
        </p:nvSpPr>
        <p:spPr>
          <a:xfrm xmlns:a="http://schemas.openxmlformats.org/drawingml/2006/main">
            <a:off x="24805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2" name="diagram-line-552">
            <a:extLst xmlns:a="http://schemas.openxmlformats.org/drawingml/2006/main">
              <a:ext uri="{FF2B5EF4-FFF2-40B4-BE49-F238E27FC236}">
                <a16:creationId xmlns:a16="http://schemas.microsoft.com/office/drawing/2014/main" id="{BF923804-7B89-4E08-8B73-C6D015E8EE5A}"/>
              </a:ext>
            </a:extLst>
          </p:cNvPr>
          <p:cNvSpPr>
            <a:spLocks xmlns:a="http://schemas.openxmlformats.org/drawingml/2006/main" noGrp="1"/>
          </p:cNvSpPr>
          <p:nvPr/>
        </p:nvSpPr>
        <p:spPr>
          <a:xfrm xmlns:a="http://schemas.openxmlformats.org/drawingml/2006/main">
            <a:off x="24805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3" name="diagram-line-553">
            <a:extLst xmlns:a="http://schemas.openxmlformats.org/drawingml/2006/main">
              <a:ext uri="{FF2B5EF4-FFF2-40B4-BE49-F238E27FC236}">
                <a16:creationId xmlns:a16="http://schemas.microsoft.com/office/drawing/2014/main" id="{59BB95C7-1230-4D70-9272-C88B1C33BC86}"/>
              </a:ext>
            </a:extLst>
          </p:cNvPr>
          <p:cNvSpPr>
            <a:spLocks xmlns:a="http://schemas.openxmlformats.org/drawingml/2006/main" noGrp="1"/>
          </p:cNvSpPr>
          <p:nvPr/>
        </p:nvSpPr>
        <p:spPr>
          <a:xfrm xmlns:a="http://schemas.openxmlformats.org/drawingml/2006/main">
            <a:off x="24805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4" name="diagram-line-554">
            <a:extLst xmlns:a="http://schemas.openxmlformats.org/drawingml/2006/main">
              <a:ext uri="{FF2B5EF4-FFF2-40B4-BE49-F238E27FC236}">
                <a16:creationId xmlns:a16="http://schemas.microsoft.com/office/drawing/2014/main" id="{6691A384-24AC-460E-AB39-3DC107B5D25C}"/>
              </a:ext>
            </a:extLst>
          </p:cNvPr>
          <p:cNvSpPr>
            <a:spLocks xmlns:a="http://schemas.openxmlformats.org/drawingml/2006/main" noGrp="1"/>
          </p:cNvSpPr>
          <p:nvPr/>
        </p:nvSpPr>
        <p:spPr>
          <a:xfrm xmlns:a="http://schemas.openxmlformats.org/drawingml/2006/main">
            <a:off x="24805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5" name="diagram-line-555">
            <a:extLst xmlns:a="http://schemas.openxmlformats.org/drawingml/2006/main">
              <a:ext uri="{FF2B5EF4-FFF2-40B4-BE49-F238E27FC236}">
                <a16:creationId xmlns:a16="http://schemas.microsoft.com/office/drawing/2014/main" id="{9576FDA6-8E10-4528-BE7E-D836442EFAFB}"/>
              </a:ext>
            </a:extLst>
          </p:cNvPr>
          <p:cNvSpPr>
            <a:spLocks xmlns:a="http://schemas.openxmlformats.org/drawingml/2006/main" noGrp="1"/>
          </p:cNvSpPr>
          <p:nvPr/>
        </p:nvSpPr>
        <p:spPr>
          <a:xfrm xmlns:a="http://schemas.openxmlformats.org/drawingml/2006/main">
            <a:off x="24805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6" name="diagram-line-556">
            <a:extLst xmlns:a="http://schemas.openxmlformats.org/drawingml/2006/main">
              <a:ext uri="{FF2B5EF4-FFF2-40B4-BE49-F238E27FC236}">
                <a16:creationId xmlns:a16="http://schemas.microsoft.com/office/drawing/2014/main" id="{16094F5B-3DC7-4CF7-AC7E-2D489A0BA82B}"/>
              </a:ext>
            </a:extLst>
          </p:cNvPr>
          <p:cNvSpPr>
            <a:spLocks xmlns:a="http://schemas.openxmlformats.org/drawingml/2006/main" noGrp="1"/>
          </p:cNvSpPr>
          <p:nvPr/>
        </p:nvSpPr>
        <p:spPr>
          <a:xfrm xmlns:a="http://schemas.openxmlformats.org/drawingml/2006/main">
            <a:off x="24805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7" name="diagram-line-557">
            <a:extLst xmlns:a="http://schemas.openxmlformats.org/drawingml/2006/main">
              <a:ext uri="{FF2B5EF4-FFF2-40B4-BE49-F238E27FC236}">
                <a16:creationId xmlns:a16="http://schemas.microsoft.com/office/drawing/2014/main" id="{F50EF680-3F0C-4C46-AD7F-B7354C07F249}"/>
              </a:ext>
            </a:extLst>
          </p:cNvPr>
          <p:cNvSpPr>
            <a:spLocks xmlns:a="http://schemas.openxmlformats.org/drawingml/2006/main" noGrp="1"/>
          </p:cNvSpPr>
          <p:nvPr/>
        </p:nvSpPr>
        <p:spPr>
          <a:xfrm xmlns:a="http://schemas.openxmlformats.org/drawingml/2006/main">
            <a:off x="24805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8" name="diagram-line-558">
            <a:extLst xmlns:a="http://schemas.openxmlformats.org/drawingml/2006/main">
              <a:ext uri="{FF2B5EF4-FFF2-40B4-BE49-F238E27FC236}">
                <a16:creationId xmlns:a16="http://schemas.microsoft.com/office/drawing/2014/main" id="{9A7D27E7-0B2E-45B9-8CA9-325411ABE741}"/>
              </a:ext>
            </a:extLst>
          </p:cNvPr>
          <p:cNvSpPr>
            <a:spLocks xmlns:a="http://schemas.openxmlformats.org/drawingml/2006/main" noGrp="1"/>
          </p:cNvSpPr>
          <p:nvPr/>
        </p:nvSpPr>
        <p:spPr>
          <a:xfrm xmlns:a="http://schemas.openxmlformats.org/drawingml/2006/main">
            <a:off x="24805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9" name="diagram-line-559">
            <a:extLst xmlns:a="http://schemas.openxmlformats.org/drawingml/2006/main">
              <a:ext uri="{FF2B5EF4-FFF2-40B4-BE49-F238E27FC236}">
                <a16:creationId xmlns:a16="http://schemas.microsoft.com/office/drawing/2014/main" id="{FE90F789-70FC-4771-83AD-E71A5DF49911}"/>
              </a:ext>
            </a:extLst>
          </p:cNvPr>
          <p:cNvSpPr>
            <a:spLocks xmlns:a="http://schemas.openxmlformats.org/drawingml/2006/main" noGrp="1"/>
          </p:cNvSpPr>
          <p:nvPr/>
        </p:nvSpPr>
        <p:spPr>
          <a:xfrm xmlns:a="http://schemas.openxmlformats.org/drawingml/2006/main">
            <a:off x="24805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0" name="diagram-line-560">
            <a:extLst xmlns:a="http://schemas.openxmlformats.org/drawingml/2006/main">
              <a:ext uri="{FF2B5EF4-FFF2-40B4-BE49-F238E27FC236}">
                <a16:creationId xmlns:a16="http://schemas.microsoft.com/office/drawing/2014/main" id="{1D7EAA73-A08D-4548-B734-81709D788061}"/>
              </a:ext>
            </a:extLst>
          </p:cNvPr>
          <p:cNvSpPr>
            <a:spLocks xmlns:a="http://schemas.openxmlformats.org/drawingml/2006/main" noGrp="1"/>
          </p:cNvSpPr>
          <p:nvPr/>
        </p:nvSpPr>
        <p:spPr>
          <a:xfrm xmlns:a="http://schemas.openxmlformats.org/drawingml/2006/main">
            <a:off x="24805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1" name="diagram-line-561">
            <a:extLst xmlns:a="http://schemas.openxmlformats.org/drawingml/2006/main">
              <a:ext uri="{FF2B5EF4-FFF2-40B4-BE49-F238E27FC236}">
                <a16:creationId xmlns:a16="http://schemas.microsoft.com/office/drawing/2014/main" id="{492CC2A8-B2A3-4D0A-9075-DDC9AB72481C}"/>
              </a:ext>
            </a:extLst>
          </p:cNvPr>
          <p:cNvSpPr>
            <a:spLocks xmlns:a="http://schemas.openxmlformats.org/drawingml/2006/main" noGrp="1"/>
          </p:cNvSpPr>
          <p:nvPr/>
        </p:nvSpPr>
        <p:spPr>
          <a:xfrm xmlns:a="http://schemas.openxmlformats.org/drawingml/2006/main">
            <a:off x="24805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2" name="diagram-line-562">
            <a:extLst xmlns:a="http://schemas.openxmlformats.org/drawingml/2006/main">
              <a:ext uri="{FF2B5EF4-FFF2-40B4-BE49-F238E27FC236}">
                <a16:creationId xmlns:a16="http://schemas.microsoft.com/office/drawing/2014/main" id="{CFE66518-0FDC-45D4-A90A-8D65C0B0C079}"/>
              </a:ext>
            </a:extLst>
          </p:cNvPr>
          <p:cNvSpPr>
            <a:spLocks xmlns:a="http://schemas.openxmlformats.org/drawingml/2006/main" noGrp="1"/>
          </p:cNvSpPr>
          <p:nvPr/>
        </p:nvSpPr>
        <p:spPr>
          <a:xfrm xmlns:a="http://schemas.openxmlformats.org/drawingml/2006/main">
            <a:off x="24805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93" name="diagram-line-563">
            <a:extLst xmlns:a="http://schemas.openxmlformats.org/drawingml/2006/main">
              <a:ext uri="{FF2B5EF4-FFF2-40B4-BE49-F238E27FC236}">
                <a16:creationId xmlns:a16="http://schemas.microsoft.com/office/drawing/2014/main" id="{14D0960B-739C-4807-B458-38D65968C0EC}"/>
              </a:ext>
            </a:extLst>
          </p:cNvPr>
          <p:cNvSpPr>
            <a:spLocks xmlns:a="http://schemas.openxmlformats.org/drawingml/2006/main" noGrp="1"/>
          </p:cNvSpPr>
          <p:nvPr/>
        </p:nvSpPr>
        <p:spPr>
          <a:xfrm xmlns:a="http://schemas.openxmlformats.org/drawingml/2006/main">
            <a:off x="3240024"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4" name="diagram-line-564">
            <a:extLst xmlns:a="http://schemas.openxmlformats.org/drawingml/2006/main">
              <a:ext uri="{FF2B5EF4-FFF2-40B4-BE49-F238E27FC236}">
                <a16:creationId xmlns:a16="http://schemas.microsoft.com/office/drawing/2014/main" id="{C507EEF8-0E52-4B4D-B905-85202EC44DB6}"/>
              </a:ext>
            </a:extLst>
          </p:cNvPr>
          <p:cNvSpPr>
            <a:spLocks xmlns:a="http://schemas.openxmlformats.org/drawingml/2006/main" noGrp="1"/>
          </p:cNvSpPr>
          <p:nvPr/>
        </p:nvSpPr>
        <p:spPr>
          <a:xfrm xmlns:a="http://schemas.openxmlformats.org/drawingml/2006/main">
            <a:off x="3240024"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5" name="diagram-line-565">
            <a:extLst xmlns:a="http://schemas.openxmlformats.org/drawingml/2006/main">
              <a:ext uri="{FF2B5EF4-FFF2-40B4-BE49-F238E27FC236}">
                <a16:creationId xmlns:a16="http://schemas.microsoft.com/office/drawing/2014/main" id="{CBB882E3-E165-401D-ACAA-AB54B6924501}"/>
              </a:ext>
            </a:extLst>
          </p:cNvPr>
          <p:cNvSpPr>
            <a:spLocks xmlns:a="http://schemas.openxmlformats.org/drawingml/2006/main" noGrp="1"/>
          </p:cNvSpPr>
          <p:nvPr/>
        </p:nvSpPr>
        <p:spPr>
          <a:xfrm xmlns:a="http://schemas.openxmlformats.org/drawingml/2006/main">
            <a:off x="3240024"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6" name="diagram-line-566">
            <a:extLst xmlns:a="http://schemas.openxmlformats.org/drawingml/2006/main">
              <a:ext uri="{FF2B5EF4-FFF2-40B4-BE49-F238E27FC236}">
                <a16:creationId xmlns:a16="http://schemas.microsoft.com/office/drawing/2014/main" id="{D1168FB4-A28C-4BA1-835C-8746F9B57132}"/>
              </a:ext>
            </a:extLst>
          </p:cNvPr>
          <p:cNvSpPr>
            <a:spLocks xmlns:a="http://schemas.openxmlformats.org/drawingml/2006/main" noGrp="1"/>
          </p:cNvSpPr>
          <p:nvPr/>
        </p:nvSpPr>
        <p:spPr>
          <a:xfrm xmlns:a="http://schemas.openxmlformats.org/drawingml/2006/main">
            <a:off x="3240024"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7" name="diagram-line-567">
            <a:extLst xmlns:a="http://schemas.openxmlformats.org/drawingml/2006/main">
              <a:ext uri="{FF2B5EF4-FFF2-40B4-BE49-F238E27FC236}">
                <a16:creationId xmlns:a16="http://schemas.microsoft.com/office/drawing/2014/main" id="{010759E0-6B1F-4D82-AEBD-1C3A948B3078}"/>
              </a:ext>
            </a:extLst>
          </p:cNvPr>
          <p:cNvSpPr>
            <a:spLocks xmlns:a="http://schemas.openxmlformats.org/drawingml/2006/main" noGrp="1"/>
          </p:cNvSpPr>
          <p:nvPr/>
        </p:nvSpPr>
        <p:spPr>
          <a:xfrm xmlns:a="http://schemas.openxmlformats.org/drawingml/2006/main">
            <a:off x="3240024"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8" name="diagram-line-568">
            <a:extLst xmlns:a="http://schemas.openxmlformats.org/drawingml/2006/main">
              <a:ext uri="{FF2B5EF4-FFF2-40B4-BE49-F238E27FC236}">
                <a16:creationId xmlns:a16="http://schemas.microsoft.com/office/drawing/2014/main" id="{6C221BB0-1538-4423-8A71-196CB6C2A658}"/>
              </a:ext>
            </a:extLst>
          </p:cNvPr>
          <p:cNvSpPr>
            <a:spLocks xmlns:a="http://schemas.openxmlformats.org/drawingml/2006/main" noGrp="1"/>
          </p:cNvSpPr>
          <p:nvPr/>
        </p:nvSpPr>
        <p:spPr>
          <a:xfrm xmlns:a="http://schemas.openxmlformats.org/drawingml/2006/main">
            <a:off x="3240024"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9" name="diagram-line-569">
            <a:extLst xmlns:a="http://schemas.openxmlformats.org/drawingml/2006/main">
              <a:ext uri="{FF2B5EF4-FFF2-40B4-BE49-F238E27FC236}">
                <a16:creationId xmlns:a16="http://schemas.microsoft.com/office/drawing/2014/main" id="{BE5AD261-31FA-4211-89AC-87C9BFDE62B7}"/>
              </a:ext>
            </a:extLst>
          </p:cNvPr>
          <p:cNvSpPr>
            <a:spLocks xmlns:a="http://schemas.openxmlformats.org/drawingml/2006/main" noGrp="1"/>
          </p:cNvSpPr>
          <p:nvPr/>
        </p:nvSpPr>
        <p:spPr>
          <a:xfrm xmlns:a="http://schemas.openxmlformats.org/drawingml/2006/main">
            <a:off x="3240024"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0" name="diagram-line-570">
            <a:extLst xmlns:a="http://schemas.openxmlformats.org/drawingml/2006/main">
              <a:ext uri="{FF2B5EF4-FFF2-40B4-BE49-F238E27FC236}">
                <a16:creationId xmlns:a16="http://schemas.microsoft.com/office/drawing/2014/main" id="{7EF211C8-83F3-43B0-96C9-2F822728AAB9}"/>
              </a:ext>
            </a:extLst>
          </p:cNvPr>
          <p:cNvSpPr>
            <a:spLocks xmlns:a="http://schemas.openxmlformats.org/drawingml/2006/main" noGrp="1"/>
          </p:cNvSpPr>
          <p:nvPr/>
        </p:nvSpPr>
        <p:spPr>
          <a:xfrm xmlns:a="http://schemas.openxmlformats.org/drawingml/2006/main">
            <a:off x="3240024"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1" name="diagram-line-571">
            <a:extLst xmlns:a="http://schemas.openxmlformats.org/drawingml/2006/main">
              <a:ext uri="{FF2B5EF4-FFF2-40B4-BE49-F238E27FC236}">
                <a16:creationId xmlns:a16="http://schemas.microsoft.com/office/drawing/2014/main" id="{F8F4F123-6252-4BBB-97F9-9FA10AE0E543}"/>
              </a:ext>
            </a:extLst>
          </p:cNvPr>
          <p:cNvSpPr>
            <a:spLocks xmlns:a="http://schemas.openxmlformats.org/drawingml/2006/main" noGrp="1"/>
          </p:cNvSpPr>
          <p:nvPr/>
        </p:nvSpPr>
        <p:spPr>
          <a:xfrm xmlns:a="http://schemas.openxmlformats.org/drawingml/2006/main">
            <a:off x="3240024"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2" name="diagram-line-572">
            <a:extLst xmlns:a="http://schemas.openxmlformats.org/drawingml/2006/main">
              <a:ext uri="{FF2B5EF4-FFF2-40B4-BE49-F238E27FC236}">
                <a16:creationId xmlns:a16="http://schemas.microsoft.com/office/drawing/2014/main" id="{4BA2BBB5-A932-4443-A420-2ED154F34B3A}"/>
              </a:ext>
            </a:extLst>
          </p:cNvPr>
          <p:cNvSpPr>
            <a:spLocks xmlns:a="http://schemas.openxmlformats.org/drawingml/2006/main" noGrp="1"/>
          </p:cNvSpPr>
          <p:nvPr/>
        </p:nvSpPr>
        <p:spPr>
          <a:xfrm xmlns:a="http://schemas.openxmlformats.org/drawingml/2006/main">
            <a:off x="3240024"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3" name="diagram-line-573">
            <a:extLst xmlns:a="http://schemas.openxmlformats.org/drawingml/2006/main">
              <a:ext uri="{FF2B5EF4-FFF2-40B4-BE49-F238E27FC236}">
                <a16:creationId xmlns:a16="http://schemas.microsoft.com/office/drawing/2014/main" id="{DA3CDE4C-9108-4571-88FA-FD6F05EDD0C9}"/>
              </a:ext>
            </a:extLst>
          </p:cNvPr>
          <p:cNvSpPr>
            <a:spLocks xmlns:a="http://schemas.openxmlformats.org/drawingml/2006/main" noGrp="1"/>
          </p:cNvSpPr>
          <p:nvPr/>
        </p:nvSpPr>
        <p:spPr>
          <a:xfrm xmlns:a="http://schemas.openxmlformats.org/drawingml/2006/main">
            <a:off x="3240024"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4" name="diagram-line-574">
            <a:extLst xmlns:a="http://schemas.openxmlformats.org/drawingml/2006/main">
              <a:ext uri="{FF2B5EF4-FFF2-40B4-BE49-F238E27FC236}">
                <a16:creationId xmlns:a16="http://schemas.microsoft.com/office/drawing/2014/main" id="{D284FF17-49AB-4AFD-97F3-601F307099B8}"/>
              </a:ext>
            </a:extLst>
          </p:cNvPr>
          <p:cNvSpPr>
            <a:spLocks xmlns:a="http://schemas.openxmlformats.org/drawingml/2006/main" noGrp="1"/>
          </p:cNvSpPr>
          <p:nvPr/>
        </p:nvSpPr>
        <p:spPr>
          <a:xfrm xmlns:a="http://schemas.openxmlformats.org/drawingml/2006/main">
            <a:off x="3240024"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05" name="diagram-line-575">
            <a:extLst xmlns:a="http://schemas.openxmlformats.org/drawingml/2006/main">
              <a:ext uri="{FF2B5EF4-FFF2-40B4-BE49-F238E27FC236}">
                <a16:creationId xmlns:a16="http://schemas.microsoft.com/office/drawing/2014/main" id="{29EC31C4-828B-40D1-9279-8790925348AC}"/>
              </a:ext>
            </a:extLst>
          </p:cNvPr>
          <p:cNvSpPr>
            <a:spLocks xmlns:a="http://schemas.openxmlformats.org/drawingml/2006/main" noGrp="1"/>
          </p:cNvSpPr>
          <p:nvPr/>
        </p:nvSpPr>
        <p:spPr>
          <a:xfrm xmlns:a="http://schemas.openxmlformats.org/drawingml/2006/main">
            <a:off x="943870" y="2131543"/>
            <a:ext cx="179" cy="1009593"/>
          </a:xfrm>
          <a:custGeom xmlns:a="http://schemas.openxmlformats.org/drawingml/2006/main">
            <a:pathLst>
              <a:path w="191" h="1076325">
                <a:moveTo>
                  <a:pt x="0" y="0"/>
                </a:moveTo>
                <a:lnTo>
                  <a:pt x="0" y="1076325"/>
                </a:lnTo>
              </a:path>
            </a:pathLst>
          </a:custGeom>
          <a:noFill xmlns:a="http://schemas.openxmlformats.org/drawingml/2006/main"/>
          <a:ln xmlns:a="http://schemas.openxmlformats.org/drawingml/2006/main" w="13402">
            <a:solidFill>
              <a:srgbClr val="28849C"/>
            </a:solidFill>
          </a:ln>
        </p:spPr>
      </p:sp>
      <p:sp>
        <p:nvSpPr>
          <p:cNvPr id="106" name="diagram-poly-576">
            <a:extLst xmlns:a="http://schemas.openxmlformats.org/drawingml/2006/main">
              <a:ext uri="{FF2B5EF4-FFF2-40B4-BE49-F238E27FC236}">
                <a16:creationId xmlns:a16="http://schemas.microsoft.com/office/drawing/2014/main" id="{393CA95B-69E5-4AFE-8222-612BDA80AB65}"/>
              </a:ext>
            </a:extLst>
          </p:cNvPr>
          <p:cNvSpPr>
            <a:spLocks xmlns:a="http://schemas.openxmlformats.org/drawingml/2006/main" noGrp="1"/>
          </p:cNvSpPr>
          <p:nvPr/>
        </p:nvSpPr>
        <p:spPr>
          <a:xfrm xmlns:a="http://schemas.openxmlformats.org/drawingml/2006/main">
            <a:off x="916174" y="3078594"/>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07" name="diagram-line-577">
            <a:extLst xmlns:a="http://schemas.openxmlformats.org/drawingml/2006/main">
              <a:ext uri="{FF2B5EF4-FFF2-40B4-BE49-F238E27FC236}">
                <a16:creationId xmlns:a16="http://schemas.microsoft.com/office/drawing/2014/main" id="{D55C09AD-F13D-4903-BB2E-D7DFDC041753}"/>
              </a:ext>
            </a:extLst>
          </p:cNvPr>
          <p:cNvSpPr>
            <a:spLocks xmlns:a="http://schemas.openxmlformats.org/drawingml/2006/main" noGrp="1"/>
          </p:cNvSpPr>
          <p:nvPr/>
        </p:nvSpPr>
        <p:spPr>
          <a:xfrm xmlns:a="http://schemas.openxmlformats.org/drawingml/2006/main">
            <a:off x="1336986" y="2131543"/>
            <a:ext cx="179" cy="1009593"/>
          </a:xfrm>
          <a:custGeom xmlns:a="http://schemas.openxmlformats.org/drawingml/2006/main">
            <a:pathLst>
              <a:path w="191" h="1076325">
                <a:moveTo>
                  <a:pt x="0" y="1076325"/>
                </a:moveTo>
                <a:lnTo>
                  <a:pt x="0" y="0"/>
                </a:lnTo>
              </a:path>
            </a:pathLst>
          </a:custGeom>
          <a:noFill xmlns:a="http://schemas.openxmlformats.org/drawingml/2006/main"/>
          <a:ln xmlns:a="http://schemas.openxmlformats.org/drawingml/2006/main" w="13402">
            <a:solidFill>
              <a:srgbClr val="799A39"/>
            </a:solidFill>
          </a:ln>
        </p:spPr>
      </p:sp>
      <p:sp>
        <p:nvSpPr>
          <p:cNvPr id="108" name="diagram-poly-578">
            <a:extLst xmlns:a="http://schemas.openxmlformats.org/drawingml/2006/main">
              <a:ext uri="{FF2B5EF4-FFF2-40B4-BE49-F238E27FC236}">
                <a16:creationId xmlns:a16="http://schemas.microsoft.com/office/drawing/2014/main" id="{935E56F8-C14E-489D-BAC7-1BD6F9BB9013}"/>
              </a:ext>
            </a:extLst>
          </p:cNvPr>
          <p:cNvSpPr>
            <a:spLocks xmlns:a="http://schemas.openxmlformats.org/drawingml/2006/main" noGrp="1"/>
          </p:cNvSpPr>
          <p:nvPr/>
        </p:nvSpPr>
        <p:spPr>
          <a:xfrm xmlns:a="http://schemas.openxmlformats.org/drawingml/2006/main">
            <a:off x="1309289" y="2131543"/>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09" name="revision-text-579">
            <a:extLst xmlns:a="http://schemas.openxmlformats.org/drawingml/2006/main">
              <a:ext uri="{FF2B5EF4-FFF2-40B4-BE49-F238E27FC236}">
                <a16:creationId xmlns:a16="http://schemas.microsoft.com/office/drawing/2014/main" id="{C01779A8-E664-4588-B669-4DC8872B6939}"/>
              </a:ext>
            </a:extLst>
          </p:cNvPr>
          <p:cNvSpPr>
            <a:spLocks xmlns:a="http://schemas.openxmlformats.org/drawingml/2006/main" noGrp="1"/>
          </p:cNvSpPr>
          <p:nvPr/>
        </p:nvSpPr>
        <p:spPr>
          <a:xfrm xmlns:a="http://schemas.openxmlformats.org/drawingml/2006/main">
            <a:off x="613296" y="2448716"/>
            <a:ext cx="321640" cy="3702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18" b="0">
                <a:solidFill>
                  <a:srgbClr val="28849C"/>
                </a:solidFill>
                <a:latin typeface="微软雅黑"/>
                <a:ea typeface="微软雅黑"/>
                <a:cs typeface="微软雅黑"/>
              </a:defRPr>
            </a:pPr>
            <a:r>
              <a:rPr sz="728" b="0" lang="en-US">
                <a:solidFill>
                  <a:srgbClr val="28849C"/>
                </a:solidFill>
                <a:latin typeface="微软雅黑"/>
                <a:ea typeface="微软雅黑"/>
                <a:cs typeface="微软雅黑"/>
              </a:rPr>
              <a:t>Run</a:t>
            </a:r>
          </a:p>
          <a:p>
            <a:pPr algn="ctr">
              <a:lnSpc>
                <a:spcPct val="104000"/>
              </a:lnSpc>
              <a:spcBef>
                <a:spcPts val="0"/>
              </a:spcBef>
              <a:spcAft>
                <a:spcPts val="0"/>
              </a:spcAft>
              <a:buNone/>
              <a:defRPr sz="818" b="0">
                <a:solidFill>
                  <a:srgbClr val="28849C"/>
                </a:solidFill>
                <a:latin typeface="微软雅黑"/>
                <a:ea typeface="微软雅黑"/>
                <a:cs typeface="微软雅黑"/>
              </a:defRPr>
            </a:pPr>
            <a:r>
              <a:rPr sz="728" b="0" lang="en-US">
                <a:solidFill>
                  <a:srgbClr val="28849C"/>
                </a:solidFill>
                <a:latin typeface="微软雅黑"/>
                <a:ea typeface="微软雅黑"/>
                <a:cs typeface="微软雅黑"/>
              </a:rPr>
              <a:t>signal</a:t>
            </a:r>
          </a:p>
        </p:txBody>
      </p:sp>
      <p:sp>
        <p:nvSpPr>
          <p:cNvPr id="110" name="revision-text-580">
            <a:extLst xmlns:a="http://schemas.openxmlformats.org/drawingml/2006/main">
              <a:ext uri="{FF2B5EF4-FFF2-40B4-BE49-F238E27FC236}">
                <a16:creationId xmlns:a16="http://schemas.microsoft.com/office/drawing/2014/main" id="{26A59E21-08C7-4FC9-B3B3-1E53A9B9877A}"/>
              </a:ext>
            </a:extLst>
          </p:cNvPr>
          <p:cNvSpPr>
            <a:spLocks xmlns:a="http://schemas.openxmlformats.org/drawingml/2006/main" noGrp="1"/>
          </p:cNvSpPr>
          <p:nvPr/>
        </p:nvSpPr>
        <p:spPr>
          <a:xfrm xmlns:a="http://schemas.openxmlformats.org/drawingml/2006/main">
            <a:off x="1363790"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State</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11" name="diagram-line-581">
            <a:extLst xmlns:a="http://schemas.openxmlformats.org/drawingml/2006/main">
              <a:ext uri="{FF2B5EF4-FFF2-40B4-BE49-F238E27FC236}">
                <a16:creationId xmlns:a16="http://schemas.microsoft.com/office/drawing/2014/main" id="{C342B24D-0A70-4E4C-A4AC-95388410F302}"/>
              </a:ext>
            </a:extLst>
          </p:cNvPr>
          <p:cNvSpPr>
            <a:spLocks xmlns:a="http://schemas.openxmlformats.org/drawingml/2006/main" noGrp="1"/>
          </p:cNvSpPr>
          <p:nvPr/>
        </p:nvSpPr>
        <p:spPr>
          <a:xfrm xmlns:a="http://schemas.openxmlformats.org/drawingml/2006/main">
            <a:off x="6132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2" name="diagram-line-582">
            <a:extLst xmlns:a="http://schemas.openxmlformats.org/drawingml/2006/main">
              <a:ext uri="{FF2B5EF4-FFF2-40B4-BE49-F238E27FC236}">
                <a16:creationId xmlns:a16="http://schemas.microsoft.com/office/drawing/2014/main" id="{96022175-939D-4B14-988E-D6728D147096}"/>
              </a:ext>
            </a:extLst>
          </p:cNvPr>
          <p:cNvSpPr>
            <a:spLocks xmlns:a="http://schemas.openxmlformats.org/drawingml/2006/main" noGrp="1"/>
          </p:cNvSpPr>
          <p:nvPr/>
        </p:nvSpPr>
        <p:spPr>
          <a:xfrm xmlns:a="http://schemas.openxmlformats.org/drawingml/2006/main">
            <a:off x="6132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3" name="diagram-line-583">
            <a:extLst xmlns:a="http://schemas.openxmlformats.org/drawingml/2006/main">
              <a:ext uri="{FF2B5EF4-FFF2-40B4-BE49-F238E27FC236}">
                <a16:creationId xmlns:a16="http://schemas.microsoft.com/office/drawing/2014/main" id="{899F29A8-2A51-4B74-834D-6D6360E02456}"/>
              </a:ext>
            </a:extLst>
          </p:cNvPr>
          <p:cNvSpPr>
            <a:spLocks xmlns:a="http://schemas.openxmlformats.org/drawingml/2006/main" noGrp="1"/>
          </p:cNvSpPr>
          <p:nvPr/>
        </p:nvSpPr>
        <p:spPr>
          <a:xfrm xmlns:a="http://schemas.openxmlformats.org/drawingml/2006/main">
            <a:off x="6132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4" name="diagram-line-584">
            <a:extLst xmlns:a="http://schemas.openxmlformats.org/drawingml/2006/main">
              <a:ext uri="{FF2B5EF4-FFF2-40B4-BE49-F238E27FC236}">
                <a16:creationId xmlns:a16="http://schemas.microsoft.com/office/drawing/2014/main" id="{C2037DD4-7062-4DCC-BF46-872CE257100C}"/>
              </a:ext>
            </a:extLst>
          </p:cNvPr>
          <p:cNvSpPr>
            <a:spLocks xmlns:a="http://schemas.openxmlformats.org/drawingml/2006/main" noGrp="1"/>
          </p:cNvSpPr>
          <p:nvPr/>
        </p:nvSpPr>
        <p:spPr>
          <a:xfrm xmlns:a="http://schemas.openxmlformats.org/drawingml/2006/main">
            <a:off x="6132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5" name="diagram-line-585">
            <a:extLst xmlns:a="http://schemas.openxmlformats.org/drawingml/2006/main">
              <a:ext uri="{FF2B5EF4-FFF2-40B4-BE49-F238E27FC236}">
                <a16:creationId xmlns:a16="http://schemas.microsoft.com/office/drawing/2014/main" id="{E03A4141-56FF-4C5C-BC9D-7F84421D8690}"/>
              </a:ext>
            </a:extLst>
          </p:cNvPr>
          <p:cNvSpPr>
            <a:spLocks xmlns:a="http://schemas.openxmlformats.org/drawingml/2006/main" noGrp="1"/>
          </p:cNvSpPr>
          <p:nvPr/>
        </p:nvSpPr>
        <p:spPr>
          <a:xfrm xmlns:a="http://schemas.openxmlformats.org/drawingml/2006/main">
            <a:off x="6132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6" name="diagram-line-586">
            <a:extLst xmlns:a="http://schemas.openxmlformats.org/drawingml/2006/main">
              <a:ext uri="{FF2B5EF4-FFF2-40B4-BE49-F238E27FC236}">
                <a16:creationId xmlns:a16="http://schemas.microsoft.com/office/drawing/2014/main" id="{B68A3A7A-51A0-4A1C-8DEB-BDB8F3A8B627}"/>
              </a:ext>
            </a:extLst>
          </p:cNvPr>
          <p:cNvSpPr>
            <a:spLocks xmlns:a="http://schemas.openxmlformats.org/drawingml/2006/main" noGrp="1"/>
          </p:cNvSpPr>
          <p:nvPr/>
        </p:nvSpPr>
        <p:spPr>
          <a:xfrm xmlns:a="http://schemas.openxmlformats.org/drawingml/2006/main">
            <a:off x="6132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7" name="diagram-line-587">
            <a:extLst xmlns:a="http://schemas.openxmlformats.org/drawingml/2006/main">
              <a:ext uri="{FF2B5EF4-FFF2-40B4-BE49-F238E27FC236}">
                <a16:creationId xmlns:a16="http://schemas.microsoft.com/office/drawing/2014/main" id="{C382EBA3-B010-4FD7-BC5C-2BE8B19F316D}"/>
              </a:ext>
            </a:extLst>
          </p:cNvPr>
          <p:cNvSpPr>
            <a:spLocks xmlns:a="http://schemas.openxmlformats.org/drawingml/2006/main" noGrp="1"/>
          </p:cNvSpPr>
          <p:nvPr/>
        </p:nvSpPr>
        <p:spPr>
          <a:xfrm xmlns:a="http://schemas.openxmlformats.org/drawingml/2006/main">
            <a:off x="6132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8" name="diagram-line-588">
            <a:extLst xmlns:a="http://schemas.openxmlformats.org/drawingml/2006/main">
              <a:ext uri="{FF2B5EF4-FFF2-40B4-BE49-F238E27FC236}">
                <a16:creationId xmlns:a16="http://schemas.microsoft.com/office/drawing/2014/main" id="{6D4903DF-BFDB-4362-BE83-A0542F3B3D1E}"/>
              </a:ext>
            </a:extLst>
          </p:cNvPr>
          <p:cNvSpPr>
            <a:spLocks xmlns:a="http://schemas.openxmlformats.org/drawingml/2006/main" noGrp="1"/>
          </p:cNvSpPr>
          <p:nvPr/>
        </p:nvSpPr>
        <p:spPr>
          <a:xfrm xmlns:a="http://schemas.openxmlformats.org/drawingml/2006/main">
            <a:off x="6132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9" name="diagram-line-589">
            <a:extLst xmlns:a="http://schemas.openxmlformats.org/drawingml/2006/main">
              <a:ext uri="{FF2B5EF4-FFF2-40B4-BE49-F238E27FC236}">
                <a16:creationId xmlns:a16="http://schemas.microsoft.com/office/drawing/2014/main" id="{EF8F72FE-5824-48AE-954E-22A0F17618A7}"/>
              </a:ext>
            </a:extLst>
          </p:cNvPr>
          <p:cNvSpPr>
            <a:spLocks xmlns:a="http://schemas.openxmlformats.org/drawingml/2006/main" noGrp="1"/>
          </p:cNvSpPr>
          <p:nvPr/>
        </p:nvSpPr>
        <p:spPr>
          <a:xfrm xmlns:a="http://schemas.openxmlformats.org/drawingml/2006/main">
            <a:off x="6132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0" name="diagram-line-590">
            <a:extLst xmlns:a="http://schemas.openxmlformats.org/drawingml/2006/main">
              <a:ext uri="{FF2B5EF4-FFF2-40B4-BE49-F238E27FC236}">
                <a16:creationId xmlns:a16="http://schemas.microsoft.com/office/drawing/2014/main" id="{4C662789-25C3-4332-8952-411169B32AE2}"/>
              </a:ext>
            </a:extLst>
          </p:cNvPr>
          <p:cNvSpPr>
            <a:spLocks xmlns:a="http://schemas.openxmlformats.org/drawingml/2006/main" noGrp="1"/>
          </p:cNvSpPr>
          <p:nvPr/>
        </p:nvSpPr>
        <p:spPr>
          <a:xfrm xmlns:a="http://schemas.openxmlformats.org/drawingml/2006/main">
            <a:off x="6132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1" name="diagram-line-591">
            <a:extLst xmlns:a="http://schemas.openxmlformats.org/drawingml/2006/main">
              <a:ext uri="{FF2B5EF4-FFF2-40B4-BE49-F238E27FC236}">
                <a16:creationId xmlns:a16="http://schemas.microsoft.com/office/drawing/2014/main" id="{66EEC97C-9BB2-49D3-8BF0-7FBE7529D621}"/>
              </a:ext>
            </a:extLst>
          </p:cNvPr>
          <p:cNvSpPr>
            <a:spLocks xmlns:a="http://schemas.openxmlformats.org/drawingml/2006/main" noGrp="1"/>
          </p:cNvSpPr>
          <p:nvPr/>
        </p:nvSpPr>
        <p:spPr>
          <a:xfrm xmlns:a="http://schemas.openxmlformats.org/drawingml/2006/main">
            <a:off x="6132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2" name="diagram-line-592">
            <a:extLst xmlns:a="http://schemas.openxmlformats.org/drawingml/2006/main">
              <a:ext uri="{FF2B5EF4-FFF2-40B4-BE49-F238E27FC236}">
                <a16:creationId xmlns:a16="http://schemas.microsoft.com/office/drawing/2014/main" id="{DA57F1D2-7281-4077-8AFE-C479F0679DA7}"/>
              </a:ext>
            </a:extLst>
          </p:cNvPr>
          <p:cNvSpPr>
            <a:spLocks xmlns:a="http://schemas.openxmlformats.org/drawingml/2006/main" noGrp="1"/>
          </p:cNvSpPr>
          <p:nvPr/>
        </p:nvSpPr>
        <p:spPr>
          <a:xfrm xmlns:a="http://schemas.openxmlformats.org/drawingml/2006/main">
            <a:off x="6132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3" name="diagram-line-593">
            <a:extLst xmlns:a="http://schemas.openxmlformats.org/drawingml/2006/main">
              <a:ext uri="{FF2B5EF4-FFF2-40B4-BE49-F238E27FC236}">
                <a16:creationId xmlns:a16="http://schemas.microsoft.com/office/drawing/2014/main" id="{2085BE7D-9B95-4881-9571-3616F3255B02}"/>
              </a:ext>
            </a:extLst>
          </p:cNvPr>
          <p:cNvSpPr>
            <a:spLocks xmlns:a="http://schemas.openxmlformats.org/drawingml/2006/main" noGrp="1"/>
          </p:cNvSpPr>
          <p:nvPr/>
        </p:nvSpPr>
        <p:spPr>
          <a:xfrm xmlns:a="http://schemas.openxmlformats.org/drawingml/2006/main">
            <a:off x="1542479"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4" name="diagram-line-594">
            <a:extLst xmlns:a="http://schemas.openxmlformats.org/drawingml/2006/main">
              <a:ext uri="{FF2B5EF4-FFF2-40B4-BE49-F238E27FC236}">
                <a16:creationId xmlns:a16="http://schemas.microsoft.com/office/drawing/2014/main" id="{463365AD-8AA0-440A-9937-333062A8BB00}"/>
              </a:ext>
            </a:extLst>
          </p:cNvPr>
          <p:cNvSpPr>
            <a:spLocks xmlns:a="http://schemas.openxmlformats.org/drawingml/2006/main" noGrp="1"/>
          </p:cNvSpPr>
          <p:nvPr/>
        </p:nvSpPr>
        <p:spPr>
          <a:xfrm xmlns:a="http://schemas.openxmlformats.org/drawingml/2006/main">
            <a:off x="1542479"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5" name="diagram-line-595">
            <a:extLst xmlns:a="http://schemas.openxmlformats.org/drawingml/2006/main">
              <a:ext uri="{FF2B5EF4-FFF2-40B4-BE49-F238E27FC236}">
                <a16:creationId xmlns:a16="http://schemas.microsoft.com/office/drawing/2014/main" id="{B2527023-3ADD-4980-A53A-F52238CBB1D5}"/>
              </a:ext>
            </a:extLst>
          </p:cNvPr>
          <p:cNvSpPr>
            <a:spLocks xmlns:a="http://schemas.openxmlformats.org/drawingml/2006/main" noGrp="1"/>
          </p:cNvSpPr>
          <p:nvPr/>
        </p:nvSpPr>
        <p:spPr>
          <a:xfrm xmlns:a="http://schemas.openxmlformats.org/drawingml/2006/main">
            <a:off x="1542479"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6" name="diagram-line-596">
            <a:extLst xmlns:a="http://schemas.openxmlformats.org/drawingml/2006/main">
              <a:ext uri="{FF2B5EF4-FFF2-40B4-BE49-F238E27FC236}">
                <a16:creationId xmlns:a16="http://schemas.microsoft.com/office/drawing/2014/main" id="{6A4AB5BD-E233-4D3F-A734-928E8B2774FE}"/>
              </a:ext>
            </a:extLst>
          </p:cNvPr>
          <p:cNvSpPr>
            <a:spLocks xmlns:a="http://schemas.openxmlformats.org/drawingml/2006/main" noGrp="1"/>
          </p:cNvSpPr>
          <p:nvPr/>
        </p:nvSpPr>
        <p:spPr>
          <a:xfrm xmlns:a="http://schemas.openxmlformats.org/drawingml/2006/main">
            <a:off x="1542479"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7" name="diagram-line-597">
            <a:extLst xmlns:a="http://schemas.openxmlformats.org/drawingml/2006/main">
              <a:ext uri="{FF2B5EF4-FFF2-40B4-BE49-F238E27FC236}">
                <a16:creationId xmlns:a16="http://schemas.microsoft.com/office/drawing/2014/main" id="{70DB09F5-50C7-485A-9095-71EF69DE4E3F}"/>
              </a:ext>
            </a:extLst>
          </p:cNvPr>
          <p:cNvSpPr>
            <a:spLocks xmlns:a="http://schemas.openxmlformats.org/drawingml/2006/main" noGrp="1"/>
          </p:cNvSpPr>
          <p:nvPr/>
        </p:nvSpPr>
        <p:spPr>
          <a:xfrm xmlns:a="http://schemas.openxmlformats.org/drawingml/2006/main">
            <a:off x="1542479"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8" name="diagram-line-598">
            <a:extLst xmlns:a="http://schemas.openxmlformats.org/drawingml/2006/main">
              <a:ext uri="{FF2B5EF4-FFF2-40B4-BE49-F238E27FC236}">
                <a16:creationId xmlns:a16="http://schemas.microsoft.com/office/drawing/2014/main" id="{3A35300C-8FA1-4E28-AA9C-D59FA417E04A}"/>
              </a:ext>
            </a:extLst>
          </p:cNvPr>
          <p:cNvSpPr>
            <a:spLocks xmlns:a="http://schemas.openxmlformats.org/drawingml/2006/main" noGrp="1"/>
          </p:cNvSpPr>
          <p:nvPr/>
        </p:nvSpPr>
        <p:spPr>
          <a:xfrm xmlns:a="http://schemas.openxmlformats.org/drawingml/2006/main">
            <a:off x="1542479"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9" name="diagram-line-599">
            <a:extLst xmlns:a="http://schemas.openxmlformats.org/drawingml/2006/main">
              <a:ext uri="{FF2B5EF4-FFF2-40B4-BE49-F238E27FC236}">
                <a16:creationId xmlns:a16="http://schemas.microsoft.com/office/drawing/2014/main" id="{A7353203-74EB-4FE0-8FCF-E9085D030FBE}"/>
              </a:ext>
            </a:extLst>
          </p:cNvPr>
          <p:cNvSpPr>
            <a:spLocks xmlns:a="http://schemas.openxmlformats.org/drawingml/2006/main" noGrp="1"/>
          </p:cNvSpPr>
          <p:nvPr/>
        </p:nvSpPr>
        <p:spPr>
          <a:xfrm xmlns:a="http://schemas.openxmlformats.org/drawingml/2006/main">
            <a:off x="1542479"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0" name="diagram-line-600">
            <a:extLst xmlns:a="http://schemas.openxmlformats.org/drawingml/2006/main">
              <a:ext uri="{FF2B5EF4-FFF2-40B4-BE49-F238E27FC236}">
                <a16:creationId xmlns:a16="http://schemas.microsoft.com/office/drawing/2014/main" id="{1BDCF773-D078-469C-A825-0B9D9E4083FC}"/>
              </a:ext>
            </a:extLst>
          </p:cNvPr>
          <p:cNvSpPr>
            <a:spLocks xmlns:a="http://schemas.openxmlformats.org/drawingml/2006/main" noGrp="1"/>
          </p:cNvSpPr>
          <p:nvPr/>
        </p:nvSpPr>
        <p:spPr>
          <a:xfrm xmlns:a="http://schemas.openxmlformats.org/drawingml/2006/main">
            <a:off x="1542479"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1" name="diagram-line-601">
            <a:extLst xmlns:a="http://schemas.openxmlformats.org/drawingml/2006/main">
              <a:ext uri="{FF2B5EF4-FFF2-40B4-BE49-F238E27FC236}">
                <a16:creationId xmlns:a16="http://schemas.microsoft.com/office/drawing/2014/main" id="{88890F26-6591-417C-BB2D-F2E7965FB8A3}"/>
              </a:ext>
            </a:extLst>
          </p:cNvPr>
          <p:cNvSpPr>
            <a:spLocks xmlns:a="http://schemas.openxmlformats.org/drawingml/2006/main" noGrp="1"/>
          </p:cNvSpPr>
          <p:nvPr/>
        </p:nvSpPr>
        <p:spPr>
          <a:xfrm xmlns:a="http://schemas.openxmlformats.org/drawingml/2006/main">
            <a:off x="1542479"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2" name="diagram-line-602">
            <a:extLst xmlns:a="http://schemas.openxmlformats.org/drawingml/2006/main">
              <a:ext uri="{FF2B5EF4-FFF2-40B4-BE49-F238E27FC236}">
                <a16:creationId xmlns:a16="http://schemas.microsoft.com/office/drawing/2014/main" id="{CB65931F-36D0-4640-B4AE-0DBADE5C2BFF}"/>
              </a:ext>
            </a:extLst>
          </p:cNvPr>
          <p:cNvSpPr>
            <a:spLocks xmlns:a="http://schemas.openxmlformats.org/drawingml/2006/main" noGrp="1"/>
          </p:cNvSpPr>
          <p:nvPr/>
        </p:nvSpPr>
        <p:spPr>
          <a:xfrm xmlns:a="http://schemas.openxmlformats.org/drawingml/2006/main">
            <a:off x="1542479"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3" name="diagram-line-603">
            <a:extLst xmlns:a="http://schemas.openxmlformats.org/drawingml/2006/main">
              <a:ext uri="{FF2B5EF4-FFF2-40B4-BE49-F238E27FC236}">
                <a16:creationId xmlns:a16="http://schemas.microsoft.com/office/drawing/2014/main" id="{3579B169-89DE-490C-81B5-15A355596A5E}"/>
              </a:ext>
            </a:extLst>
          </p:cNvPr>
          <p:cNvSpPr>
            <a:spLocks xmlns:a="http://schemas.openxmlformats.org/drawingml/2006/main" noGrp="1"/>
          </p:cNvSpPr>
          <p:nvPr/>
        </p:nvSpPr>
        <p:spPr>
          <a:xfrm xmlns:a="http://schemas.openxmlformats.org/drawingml/2006/main">
            <a:off x="1542479"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4" name="diagram-line-604">
            <a:extLst xmlns:a="http://schemas.openxmlformats.org/drawingml/2006/main">
              <a:ext uri="{FF2B5EF4-FFF2-40B4-BE49-F238E27FC236}">
                <a16:creationId xmlns:a16="http://schemas.microsoft.com/office/drawing/2014/main" id="{97811E10-D863-4139-8BF3-A3A1F0E70D2A}"/>
              </a:ext>
            </a:extLst>
          </p:cNvPr>
          <p:cNvSpPr>
            <a:spLocks xmlns:a="http://schemas.openxmlformats.org/drawingml/2006/main" noGrp="1"/>
          </p:cNvSpPr>
          <p:nvPr/>
        </p:nvSpPr>
        <p:spPr>
          <a:xfrm xmlns:a="http://schemas.openxmlformats.org/drawingml/2006/main">
            <a:off x="1542479"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5" name="diagram-line-605">
            <a:extLst xmlns:a="http://schemas.openxmlformats.org/drawingml/2006/main">
              <a:ext uri="{FF2B5EF4-FFF2-40B4-BE49-F238E27FC236}">
                <a16:creationId xmlns:a16="http://schemas.microsoft.com/office/drawing/2014/main" id="{660ADFB1-DE03-441D-B0E3-E9BE5F8EE21E}"/>
              </a:ext>
            </a:extLst>
          </p:cNvPr>
          <p:cNvSpPr>
            <a:spLocks xmlns:a="http://schemas.openxmlformats.org/drawingml/2006/main" noGrp="1"/>
          </p:cNvSpPr>
          <p:nvPr/>
        </p:nvSpPr>
        <p:spPr>
          <a:xfrm xmlns:a="http://schemas.openxmlformats.org/drawingml/2006/main">
            <a:off x="24805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6" name="diagram-line-606">
            <a:extLst xmlns:a="http://schemas.openxmlformats.org/drawingml/2006/main">
              <a:ext uri="{FF2B5EF4-FFF2-40B4-BE49-F238E27FC236}">
                <a16:creationId xmlns:a16="http://schemas.microsoft.com/office/drawing/2014/main" id="{945040B7-C71E-49DF-98C6-2E244BEC6046}"/>
              </a:ext>
            </a:extLst>
          </p:cNvPr>
          <p:cNvSpPr>
            <a:spLocks xmlns:a="http://schemas.openxmlformats.org/drawingml/2006/main" noGrp="1"/>
          </p:cNvSpPr>
          <p:nvPr/>
        </p:nvSpPr>
        <p:spPr>
          <a:xfrm xmlns:a="http://schemas.openxmlformats.org/drawingml/2006/main">
            <a:off x="24805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7" name="diagram-line-607">
            <a:extLst xmlns:a="http://schemas.openxmlformats.org/drawingml/2006/main">
              <a:ext uri="{FF2B5EF4-FFF2-40B4-BE49-F238E27FC236}">
                <a16:creationId xmlns:a16="http://schemas.microsoft.com/office/drawing/2014/main" id="{8A6C8F11-ED27-4469-948D-5C0582DD5CC5}"/>
              </a:ext>
            </a:extLst>
          </p:cNvPr>
          <p:cNvSpPr>
            <a:spLocks xmlns:a="http://schemas.openxmlformats.org/drawingml/2006/main" noGrp="1"/>
          </p:cNvSpPr>
          <p:nvPr/>
        </p:nvSpPr>
        <p:spPr>
          <a:xfrm xmlns:a="http://schemas.openxmlformats.org/drawingml/2006/main">
            <a:off x="24805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8" name="diagram-line-608">
            <a:extLst xmlns:a="http://schemas.openxmlformats.org/drawingml/2006/main">
              <a:ext uri="{FF2B5EF4-FFF2-40B4-BE49-F238E27FC236}">
                <a16:creationId xmlns:a16="http://schemas.microsoft.com/office/drawing/2014/main" id="{94F51D7C-0070-4F57-9A01-378C443CC7E1}"/>
              </a:ext>
            </a:extLst>
          </p:cNvPr>
          <p:cNvSpPr>
            <a:spLocks xmlns:a="http://schemas.openxmlformats.org/drawingml/2006/main" noGrp="1"/>
          </p:cNvSpPr>
          <p:nvPr/>
        </p:nvSpPr>
        <p:spPr>
          <a:xfrm xmlns:a="http://schemas.openxmlformats.org/drawingml/2006/main">
            <a:off x="24805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9" name="diagram-line-609">
            <a:extLst xmlns:a="http://schemas.openxmlformats.org/drawingml/2006/main">
              <a:ext uri="{FF2B5EF4-FFF2-40B4-BE49-F238E27FC236}">
                <a16:creationId xmlns:a16="http://schemas.microsoft.com/office/drawing/2014/main" id="{A5FC78FC-E0F1-461C-9512-BE94DC98E8A9}"/>
              </a:ext>
            </a:extLst>
          </p:cNvPr>
          <p:cNvSpPr>
            <a:spLocks xmlns:a="http://schemas.openxmlformats.org/drawingml/2006/main" noGrp="1"/>
          </p:cNvSpPr>
          <p:nvPr/>
        </p:nvSpPr>
        <p:spPr>
          <a:xfrm xmlns:a="http://schemas.openxmlformats.org/drawingml/2006/main">
            <a:off x="24805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0" name="diagram-line-610">
            <a:extLst xmlns:a="http://schemas.openxmlformats.org/drawingml/2006/main">
              <a:ext uri="{FF2B5EF4-FFF2-40B4-BE49-F238E27FC236}">
                <a16:creationId xmlns:a16="http://schemas.microsoft.com/office/drawing/2014/main" id="{FE152AF0-EE8B-4F1C-973E-D0484DA79111}"/>
              </a:ext>
            </a:extLst>
          </p:cNvPr>
          <p:cNvSpPr>
            <a:spLocks xmlns:a="http://schemas.openxmlformats.org/drawingml/2006/main" noGrp="1"/>
          </p:cNvSpPr>
          <p:nvPr/>
        </p:nvSpPr>
        <p:spPr>
          <a:xfrm xmlns:a="http://schemas.openxmlformats.org/drawingml/2006/main">
            <a:off x="24805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1" name="diagram-line-611">
            <a:extLst xmlns:a="http://schemas.openxmlformats.org/drawingml/2006/main">
              <a:ext uri="{FF2B5EF4-FFF2-40B4-BE49-F238E27FC236}">
                <a16:creationId xmlns:a16="http://schemas.microsoft.com/office/drawing/2014/main" id="{31EBBD0C-641A-4164-A0DB-F6E874EF4392}"/>
              </a:ext>
            </a:extLst>
          </p:cNvPr>
          <p:cNvSpPr>
            <a:spLocks xmlns:a="http://schemas.openxmlformats.org/drawingml/2006/main" noGrp="1"/>
          </p:cNvSpPr>
          <p:nvPr/>
        </p:nvSpPr>
        <p:spPr>
          <a:xfrm xmlns:a="http://schemas.openxmlformats.org/drawingml/2006/main">
            <a:off x="24805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2" name="diagram-line-612">
            <a:extLst xmlns:a="http://schemas.openxmlformats.org/drawingml/2006/main">
              <a:ext uri="{FF2B5EF4-FFF2-40B4-BE49-F238E27FC236}">
                <a16:creationId xmlns:a16="http://schemas.microsoft.com/office/drawing/2014/main" id="{D1A75AC5-BDA9-482F-A026-17DF7EF89F73}"/>
              </a:ext>
            </a:extLst>
          </p:cNvPr>
          <p:cNvSpPr>
            <a:spLocks xmlns:a="http://schemas.openxmlformats.org/drawingml/2006/main" noGrp="1"/>
          </p:cNvSpPr>
          <p:nvPr/>
        </p:nvSpPr>
        <p:spPr>
          <a:xfrm xmlns:a="http://schemas.openxmlformats.org/drawingml/2006/main">
            <a:off x="24805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3" name="diagram-line-613">
            <a:extLst xmlns:a="http://schemas.openxmlformats.org/drawingml/2006/main">
              <a:ext uri="{FF2B5EF4-FFF2-40B4-BE49-F238E27FC236}">
                <a16:creationId xmlns:a16="http://schemas.microsoft.com/office/drawing/2014/main" id="{CE162E5A-DC18-43B8-BBF7-6A5667DC8B13}"/>
              </a:ext>
            </a:extLst>
          </p:cNvPr>
          <p:cNvSpPr>
            <a:spLocks xmlns:a="http://schemas.openxmlformats.org/drawingml/2006/main" noGrp="1"/>
          </p:cNvSpPr>
          <p:nvPr/>
        </p:nvSpPr>
        <p:spPr>
          <a:xfrm xmlns:a="http://schemas.openxmlformats.org/drawingml/2006/main">
            <a:off x="24805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4" name="diagram-line-614">
            <a:extLst xmlns:a="http://schemas.openxmlformats.org/drawingml/2006/main">
              <a:ext uri="{FF2B5EF4-FFF2-40B4-BE49-F238E27FC236}">
                <a16:creationId xmlns:a16="http://schemas.microsoft.com/office/drawing/2014/main" id="{A422D95B-3BAB-4035-9F38-0F529695F7B8}"/>
              </a:ext>
            </a:extLst>
          </p:cNvPr>
          <p:cNvSpPr>
            <a:spLocks xmlns:a="http://schemas.openxmlformats.org/drawingml/2006/main" noGrp="1"/>
          </p:cNvSpPr>
          <p:nvPr/>
        </p:nvSpPr>
        <p:spPr>
          <a:xfrm xmlns:a="http://schemas.openxmlformats.org/drawingml/2006/main">
            <a:off x="24805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5" name="diagram-line-615">
            <a:extLst xmlns:a="http://schemas.openxmlformats.org/drawingml/2006/main">
              <a:ext uri="{FF2B5EF4-FFF2-40B4-BE49-F238E27FC236}">
                <a16:creationId xmlns:a16="http://schemas.microsoft.com/office/drawing/2014/main" id="{82581021-892F-49A4-AA13-38707B823DD6}"/>
              </a:ext>
            </a:extLst>
          </p:cNvPr>
          <p:cNvSpPr>
            <a:spLocks xmlns:a="http://schemas.openxmlformats.org/drawingml/2006/main" noGrp="1"/>
          </p:cNvSpPr>
          <p:nvPr/>
        </p:nvSpPr>
        <p:spPr>
          <a:xfrm xmlns:a="http://schemas.openxmlformats.org/drawingml/2006/main">
            <a:off x="24805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6" name="diagram-line-616">
            <a:extLst xmlns:a="http://schemas.openxmlformats.org/drawingml/2006/main">
              <a:ext uri="{FF2B5EF4-FFF2-40B4-BE49-F238E27FC236}">
                <a16:creationId xmlns:a16="http://schemas.microsoft.com/office/drawing/2014/main" id="{BCED48E3-8054-43B4-AF4D-21CA147AAE3A}"/>
              </a:ext>
            </a:extLst>
          </p:cNvPr>
          <p:cNvSpPr>
            <a:spLocks xmlns:a="http://schemas.openxmlformats.org/drawingml/2006/main" noGrp="1"/>
          </p:cNvSpPr>
          <p:nvPr/>
        </p:nvSpPr>
        <p:spPr>
          <a:xfrm xmlns:a="http://schemas.openxmlformats.org/drawingml/2006/main">
            <a:off x="24805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7" name="diagram-line-617">
            <a:extLst xmlns:a="http://schemas.openxmlformats.org/drawingml/2006/main">
              <a:ext uri="{FF2B5EF4-FFF2-40B4-BE49-F238E27FC236}">
                <a16:creationId xmlns:a16="http://schemas.microsoft.com/office/drawing/2014/main" id="{4C8CD542-D76E-4FCE-A0A2-787F393DF02D}"/>
              </a:ext>
            </a:extLst>
          </p:cNvPr>
          <p:cNvSpPr>
            <a:spLocks xmlns:a="http://schemas.openxmlformats.org/drawingml/2006/main" noGrp="1"/>
          </p:cNvSpPr>
          <p:nvPr/>
        </p:nvSpPr>
        <p:spPr>
          <a:xfrm xmlns:a="http://schemas.openxmlformats.org/drawingml/2006/main">
            <a:off x="3240024"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8" name="diagram-line-618">
            <a:extLst xmlns:a="http://schemas.openxmlformats.org/drawingml/2006/main">
              <a:ext uri="{FF2B5EF4-FFF2-40B4-BE49-F238E27FC236}">
                <a16:creationId xmlns:a16="http://schemas.microsoft.com/office/drawing/2014/main" id="{A2528ECF-8B26-4144-A66A-2D67A16324F1}"/>
              </a:ext>
            </a:extLst>
          </p:cNvPr>
          <p:cNvSpPr>
            <a:spLocks xmlns:a="http://schemas.openxmlformats.org/drawingml/2006/main" noGrp="1"/>
          </p:cNvSpPr>
          <p:nvPr/>
        </p:nvSpPr>
        <p:spPr>
          <a:xfrm xmlns:a="http://schemas.openxmlformats.org/drawingml/2006/main">
            <a:off x="3240024"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9" name="diagram-line-619">
            <a:extLst xmlns:a="http://schemas.openxmlformats.org/drawingml/2006/main">
              <a:ext uri="{FF2B5EF4-FFF2-40B4-BE49-F238E27FC236}">
                <a16:creationId xmlns:a16="http://schemas.microsoft.com/office/drawing/2014/main" id="{81151338-B549-40A2-B1EB-B89FE8E2D201}"/>
              </a:ext>
            </a:extLst>
          </p:cNvPr>
          <p:cNvSpPr>
            <a:spLocks xmlns:a="http://schemas.openxmlformats.org/drawingml/2006/main" noGrp="1"/>
          </p:cNvSpPr>
          <p:nvPr/>
        </p:nvSpPr>
        <p:spPr>
          <a:xfrm xmlns:a="http://schemas.openxmlformats.org/drawingml/2006/main">
            <a:off x="3240024"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0" name="diagram-line-620">
            <a:extLst xmlns:a="http://schemas.openxmlformats.org/drawingml/2006/main">
              <a:ext uri="{FF2B5EF4-FFF2-40B4-BE49-F238E27FC236}">
                <a16:creationId xmlns:a16="http://schemas.microsoft.com/office/drawing/2014/main" id="{F230E1AC-D329-4E66-9BAD-51F75DC83672}"/>
              </a:ext>
            </a:extLst>
          </p:cNvPr>
          <p:cNvSpPr>
            <a:spLocks xmlns:a="http://schemas.openxmlformats.org/drawingml/2006/main" noGrp="1"/>
          </p:cNvSpPr>
          <p:nvPr/>
        </p:nvSpPr>
        <p:spPr>
          <a:xfrm xmlns:a="http://schemas.openxmlformats.org/drawingml/2006/main">
            <a:off x="3240024"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1" name="diagram-line-621">
            <a:extLst xmlns:a="http://schemas.openxmlformats.org/drawingml/2006/main">
              <a:ext uri="{FF2B5EF4-FFF2-40B4-BE49-F238E27FC236}">
                <a16:creationId xmlns:a16="http://schemas.microsoft.com/office/drawing/2014/main" id="{A9916A11-E338-4CF8-88B7-C35F2C146BA0}"/>
              </a:ext>
            </a:extLst>
          </p:cNvPr>
          <p:cNvSpPr>
            <a:spLocks xmlns:a="http://schemas.openxmlformats.org/drawingml/2006/main" noGrp="1"/>
          </p:cNvSpPr>
          <p:nvPr/>
        </p:nvSpPr>
        <p:spPr>
          <a:xfrm xmlns:a="http://schemas.openxmlformats.org/drawingml/2006/main">
            <a:off x="3240024"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2" name="diagram-line-622">
            <a:extLst xmlns:a="http://schemas.openxmlformats.org/drawingml/2006/main">
              <a:ext uri="{FF2B5EF4-FFF2-40B4-BE49-F238E27FC236}">
                <a16:creationId xmlns:a16="http://schemas.microsoft.com/office/drawing/2014/main" id="{E1981750-D71C-4748-89FD-BBE3F042C0F4}"/>
              </a:ext>
            </a:extLst>
          </p:cNvPr>
          <p:cNvSpPr>
            <a:spLocks xmlns:a="http://schemas.openxmlformats.org/drawingml/2006/main" noGrp="1"/>
          </p:cNvSpPr>
          <p:nvPr/>
        </p:nvSpPr>
        <p:spPr>
          <a:xfrm xmlns:a="http://schemas.openxmlformats.org/drawingml/2006/main">
            <a:off x="3240024"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3" name="diagram-line-623">
            <a:extLst xmlns:a="http://schemas.openxmlformats.org/drawingml/2006/main">
              <a:ext uri="{FF2B5EF4-FFF2-40B4-BE49-F238E27FC236}">
                <a16:creationId xmlns:a16="http://schemas.microsoft.com/office/drawing/2014/main" id="{8809A510-9E05-460A-A174-E13CC442BE07}"/>
              </a:ext>
            </a:extLst>
          </p:cNvPr>
          <p:cNvSpPr>
            <a:spLocks xmlns:a="http://schemas.openxmlformats.org/drawingml/2006/main" noGrp="1"/>
          </p:cNvSpPr>
          <p:nvPr/>
        </p:nvSpPr>
        <p:spPr>
          <a:xfrm xmlns:a="http://schemas.openxmlformats.org/drawingml/2006/main">
            <a:off x="3240024"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4" name="diagram-line-624">
            <a:extLst xmlns:a="http://schemas.openxmlformats.org/drawingml/2006/main">
              <a:ext uri="{FF2B5EF4-FFF2-40B4-BE49-F238E27FC236}">
                <a16:creationId xmlns:a16="http://schemas.microsoft.com/office/drawing/2014/main" id="{76D1B96B-F77A-40D8-9DB1-1C11E26339F6}"/>
              </a:ext>
            </a:extLst>
          </p:cNvPr>
          <p:cNvSpPr>
            <a:spLocks xmlns:a="http://schemas.openxmlformats.org/drawingml/2006/main" noGrp="1"/>
          </p:cNvSpPr>
          <p:nvPr/>
        </p:nvSpPr>
        <p:spPr>
          <a:xfrm xmlns:a="http://schemas.openxmlformats.org/drawingml/2006/main">
            <a:off x="3240024"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5" name="diagram-line-625">
            <a:extLst xmlns:a="http://schemas.openxmlformats.org/drawingml/2006/main">
              <a:ext uri="{FF2B5EF4-FFF2-40B4-BE49-F238E27FC236}">
                <a16:creationId xmlns:a16="http://schemas.microsoft.com/office/drawing/2014/main" id="{5A3F5ACD-B840-4557-B331-86C68B6590CA}"/>
              </a:ext>
            </a:extLst>
          </p:cNvPr>
          <p:cNvSpPr>
            <a:spLocks xmlns:a="http://schemas.openxmlformats.org/drawingml/2006/main" noGrp="1"/>
          </p:cNvSpPr>
          <p:nvPr/>
        </p:nvSpPr>
        <p:spPr>
          <a:xfrm xmlns:a="http://schemas.openxmlformats.org/drawingml/2006/main">
            <a:off x="3240024"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6" name="diagram-line-626">
            <a:extLst xmlns:a="http://schemas.openxmlformats.org/drawingml/2006/main">
              <a:ext uri="{FF2B5EF4-FFF2-40B4-BE49-F238E27FC236}">
                <a16:creationId xmlns:a16="http://schemas.microsoft.com/office/drawing/2014/main" id="{7CA6ABDC-97AF-4640-9663-7C094C8576A8}"/>
              </a:ext>
            </a:extLst>
          </p:cNvPr>
          <p:cNvSpPr>
            <a:spLocks xmlns:a="http://schemas.openxmlformats.org/drawingml/2006/main" noGrp="1"/>
          </p:cNvSpPr>
          <p:nvPr/>
        </p:nvSpPr>
        <p:spPr>
          <a:xfrm xmlns:a="http://schemas.openxmlformats.org/drawingml/2006/main">
            <a:off x="3240024"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7" name="diagram-line-627">
            <a:extLst xmlns:a="http://schemas.openxmlformats.org/drawingml/2006/main">
              <a:ext uri="{FF2B5EF4-FFF2-40B4-BE49-F238E27FC236}">
                <a16:creationId xmlns:a16="http://schemas.microsoft.com/office/drawing/2014/main" id="{C18B4440-1E20-4AA1-8034-6C047E073370}"/>
              </a:ext>
            </a:extLst>
          </p:cNvPr>
          <p:cNvSpPr>
            <a:spLocks xmlns:a="http://schemas.openxmlformats.org/drawingml/2006/main" noGrp="1"/>
          </p:cNvSpPr>
          <p:nvPr/>
        </p:nvSpPr>
        <p:spPr>
          <a:xfrm xmlns:a="http://schemas.openxmlformats.org/drawingml/2006/main">
            <a:off x="3240024"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8" name="diagram-line-628">
            <a:extLst xmlns:a="http://schemas.openxmlformats.org/drawingml/2006/main">
              <a:ext uri="{FF2B5EF4-FFF2-40B4-BE49-F238E27FC236}">
                <a16:creationId xmlns:a16="http://schemas.microsoft.com/office/drawing/2014/main" id="{3DDAF032-C0D3-43D9-8475-35D8F8CBB541}"/>
              </a:ext>
            </a:extLst>
          </p:cNvPr>
          <p:cNvSpPr>
            <a:spLocks xmlns:a="http://schemas.openxmlformats.org/drawingml/2006/main" noGrp="1"/>
          </p:cNvSpPr>
          <p:nvPr/>
        </p:nvSpPr>
        <p:spPr>
          <a:xfrm xmlns:a="http://schemas.openxmlformats.org/drawingml/2006/main">
            <a:off x="3240024"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9" name="diagram-line-629">
            <a:extLst xmlns:a="http://schemas.openxmlformats.org/drawingml/2006/main">
              <a:ext uri="{FF2B5EF4-FFF2-40B4-BE49-F238E27FC236}">
                <a16:creationId xmlns:a16="http://schemas.microsoft.com/office/drawing/2014/main" id="{9F3C818C-3ECD-4328-A285-A72E6DED3A1F}"/>
              </a:ext>
            </a:extLst>
          </p:cNvPr>
          <p:cNvSpPr>
            <a:spLocks xmlns:a="http://schemas.openxmlformats.org/drawingml/2006/main" noGrp="1"/>
          </p:cNvSpPr>
          <p:nvPr/>
        </p:nvSpPr>
        <p:spPr>
          <a:xfrm xmlns:a="http://schemas.openxmlformats.org/drawingml/2006/main">
            <a:off x="943870" y="3525317"/>
            <a:ext cx="179" cy="1098937"/>
          </a:xfrm>
          <a:custGeom xmlns:a="http://schemas.openxmlformats.org/drawingml/2006/main">
            <a:pathLst>
              <a:path w="191" h="1171575">
                <a:moveTo>
                  <a:pt x="0" y="0"/>
                </a:moveTo>
                <a:lnTo>
                  <a:pt x="0" y="1171575"/>
                </a:lnTo>
              </a:path>
            </a:pathLst>
          </a:custGeom>
          <a:noFill xmlns:a="http://schemas.openxmlformats.org/drawingml/2006/main"/>
          <a:ln xmlns:a="http://schemas.openxmlformats.org/drawingml/2006/main" w="13402">
            <a:solidFill>
              <a:srgbClr val="28849C"/>
            </a:solidFill>
          </a:ln>
        </p:spPr>
      </p:sp>
      <p:sp>
        <p:nvSpPr>
          <p:cNvPr id="160" name="diagram-poly-630">
            <a:extLst xmlns:a="http://schemas.openxmlformats.org/drawingml/2006/main">
              <a:ext uri="{FF2B5EF4-FFF2-40B4-BE49-F238E27FC236}">
                <a16:creationId xmlns:a16="http://schemas.microsoft.com/office/drawing/2014/main" id="{82B70D10-8762-42D6-939F-C9FA0C1292FF}"/>
              </a:ext>
            </a:extLst>
          </p:cNvPr>
          <p:cNvSpPr>
            <a:spLocks xmlns:a="http://schemas.openxmlformats.org/drawingml/2006/main" noGrp="1"/>
          </p:cNvSpPr>
          <p:nvPr/>
        </p:nvSpPr>
        <p:spPr>
          <a:xfrm xmlns:a="http://schemas.openxmlformats.org/drawingml/2006/main">
            <a:off x="916174" y="4561713"/>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61" name="diagram-line-631">
            <a:extLst xmlns:a="http://schemas.openxmlformats.org/drawingml/2006/main">
              <a:ext uri="{FF2B5EF4-FFF2-40B4-BE49-F238E27FC236}">
                <a16:creationId xmlns:a16="http://schemas.microsoft.com/office/drawing/2014/main" id="{80D96714-4EF5-4EE1-A3D8-471C77010178}"/>
              </a:ext>
            </a:extLst>
          </p:cNvPr>
          <p:cNvSpPr>
            <a:spLocks xmlns:a="http://schemas.openxmlformats.org/drawingml/2006/main" noGrp="1"/>
          </p:cNvSpPr>
          <p:nvPr/>
        </p:nvSpPr>
        <p:spPr>
          <a:xfrm xmlns:a="http://schemas.openxmlformats.org/drawingml/2006/main">
            <a:off x="1336986" y="3525317"/>
            <a:ext cx="179" cy="1098937"/>
          </a:xfrm>
          <a:custGeom xmlns:a="http://schemas.openxmlformats.org/drawingml/2006/main">
            <a:pathLst>
              <a:path w="191" h="1171575">
                <a:moveTo>
                  <a:pt x="0" y="1171575"/>
                </a:moveTo>
                <a:lnTo>
                  <a:pt x="0" y="0"/>
                </a:lnTo>
              </a:path>
            </a:pathLst>
          </a:custGeom>
          <a:noFill xmlns:a="http://schemas.openxmlformats.org/drawingml/2006/main"/>
          <a:ln xmlns:a="http://schemas.openxmlformats.org/drawingml/2006/main" w="13402">
            <a:solidFill>
              <a:srgbClr val="799A39"/>
            </a:solidFill>
          </a:ln>
        </p:spPr>
      </p:sp>
      <p:sp>
        <p:nvSpPr>
          <p:cNvPr id="162" name="diagram-poly-632">
            <a:extLst xmlns:a="http://schemas.openxmlformats.org/drawingml/2006/main">
              <a:ext uri="{FF2B5EF4-FFF2-40B4-BE49-F238E27FC236}">
                <a16:creationId xmlns:a16="http://schemas.microsoft.com/office/drawing/2014/main" id="{C3C4F5B0-88A4-4C6E-867E-5E3699B10E12}"/>
              </a:ext>
            </a:extLst>
          </p:cNvPr>
          <p:cNvSpPr>
            <a:spLocks xmlns:a="http://schemas.openxmlformats.org/drawingml/2006/main" noGrp="1"/>
          </p:cNvSpPr>
          <p:nvPr/>
        </p:nvSpPr>
        <p:spPr>
          <a:xfrm xmlns:a="http://schemas.openxmlformats.org/drawingml/2006/main">
            <a:off x="1309289" y="352531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63" name="revision-text-633">
            <a:extLst xmlns:a="http://schemas.openxmlformats.org/drawingml/2006/main">
              <a:ext uri="{FF2B5EF4-FFF2-40B4-BE49-F238E27FC236}">
                <a16:creationId xmlns:a16="http://schemas.microsoft.com/office/drawing/2014/main" id="{FF6A0DAD-F826-4E5E-9FDD-1322E973EB09}"/>
              </a:ext>
            </a:extLst>
          </p:cNvPr>
          <p:cNvSpPr>
            <a:spLocks xmlns:a="http://schemas.openxmlformats.org/drawingml/2006/main" noGrp="1"/>
          </p:cNvSpPr>
          <p:nvPr/>
        </p:nvSpPr>
        <p:spPr>
          <a:xfrm xmlns:a="http://schemas.openxmlformats.org/drawingml/2006/main">
            <a:off x="613296"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Control</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164" name="revision-text-634">
            <a:extLst xmlns:a="http://schemas.openxmlformats.org/drawingml/2006/main">
              <a:ext uri="{FF2B5EF4-FFF2-40B4-BE49-F238E27FC236}">
                <a16:creationId xmlns:a16="http://schemas.microsoft.com/office/drawing/2014/main" id="{47F2EB55-5E54-4DFF-A2A5-14CCCA726C42}"/>
              </a:ext>
            </a:extLst>
          </p:cNvPr>
          <p:cNvSpPr>
            <a:spLocks xmlns:a="http://schemas.openxmlformats.org/drawingml/2006/main" noGrp="1"/>
          </p:cNvSpPr>
          <p:nvPr/>
        </p:nvSpPr>
        <p:spPr>
          <a:xfrm xmlns:a="http://schemas.openxmlformats.org/drawingml/2006/main">
            <a:off x="1363790"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65" name="diagram-line-635">
            <a:extLst xmlns:a="http://schemas.openxmlformats.org/drawingml/2006/main">
              <a:ext uri="{FF2B5EF4-FFF2-40B4-BE49-F238E27FC236}">
                <a16:creationId xmlns:a16="http://schemas.microsoft.com/office/drawing/2014/main" id="{7051A056-E588-4007-B77C-94C67CA53B33}"/>
              </a:ext>
            </a:extLst>
          </p:cNvPr>
          <p:cNvSpPr>
            <a:spLocks xmlns:a="http://schemas.openxmlformats.org/drawingml/2006/main" noGrp="1"/>
          </p:cNvSpPr>
          <p:nvPr/>
        </p:nvSpPr>
        <p:spPr>
          <a:xfrm xmlns:a="http://schemas.openxmlformats.org/drawingml/2006/main">
            <a:off x="6132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6" name="diagram-line-636">
            <a:extLst xmlns:a="http://schemas.openxmlformats.org/drawingml/2006/main">
              <a:ext uri="{FF2B5EF4-FFF2-40B4-BE49-F238E27FC236}">
                <a16:creationId xmlns:a16="http://schemas.microsoft.com/office/drawing/2014/main" id="{34050F61-650C-4D1D-B01F-FBB13B95734C}"/>
              </a:ext>
            </a:extLst>
          </p:cNvPr>
          <p:cNvSpPr>
            <a:spLocks xmlns:a="http://schemas.openxmlformats.org/drawingml/2006/main" noGrp="1"/>
          </p:cNvSpPr>
          <p:nvPr/>
        </p:nvSpPr>
        <p:spPr>
          <a:xfrm xmlns:a="http://schemas.openxmlformats.org/drawingml/2006/main">
            <a:off x="6132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7" name="diagram-line-637">
            <a:extLst xmlns:a="http://schemas.openxmlformats.org/drawingml/2006/main">
              <a:ext uri="{FF2B5EF4-FFF2-40B4-BE49-F238E27FC236}">
                <a16:creationId xmlns:a16="http://schemas.microsoft.com/office/drawing/2014/main" id="{1431DBE8-F5FB-4FF5-A304-9A51B1069E35}"/>
              </a:ext>
            </a:extLst>
          </p:cNvPr>
          <p:cNvSpPr>
            <a:spLocks xmlns:a="http://schemas.openxmlformats.org/drawingml/2006/main" noGrp="1"/>
          </p:cNvSpPr>
          <p:nvPr/>
        </p:nvSpPr>
        <p:spPr>
          <a:xfrm xmlns:a="http://schemas.openxmlformats.org/drawingml/2006/main">
            <a:off x="6132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8" name="diagram-line-638">
            <a:extLst xmlns:a="http://schemas.openxmlformats.org/drawingml/2006/main">
              <a:ext uri="{FF2B5EF4-FFF2-40B4-BE49-F238E27FC236}">
                <a16:creationId xmlns:a16="http://schemas.microsoft.com/office/drawing/2014/main" id="{B9FCE04D-2513-460E-A4CC-76B65E68A8D1}"/>
              </a:ext>
            </a:extLst>
          </p:cNvPr>
          <p:cNvSpPr>
            <a:spLocks xmlns:a="http://schemas.openxmlformats.org/drawingml/2006/main" noGrp="1"/>
          </p:cNvSpPr>
          <p:nvPr/>
        </p:nvSpPr>
        <p:spPr>
          <a:xfrm xmlns:a="http://schemas.openxmlformats.org/drawingml/2006/main">
            <a:off x="6132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9" name="diagram-line-639">
            <a:extLst xmlns:a="http://schemas.openxmlformats.org/drawingml/2006/main">
              <a:ext uri="{FF2B5EF4-FFF2-40B4-BE49-F238E27FC236}">
                <a16:creationId xmlns:a16="http://schemas.microsoft.com/office/drawing/2014/main" id="{2B80CAEA-6DAA-4767-AE26-64BA02C2D83A}"/>
              </a:ext>
            </a:extLst>
          </p:cNvPr>
          <p:cNvSpPr>
            <a:spLocks xmlns:a="http://schemas.openxmlformats.org/drawingml/2006/main" noGrp="1"/>
          </p:cNvSpPr>
          <p:nvPr/>
        </p:nvSpPr>
        <p:spPr>
          <a:xfrm xmlns:a="http://schemas.openxmlformats.org/drawingml/2006/main">
            <a:off x="6132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0" name="diagram-line-640">
            <a:extLst xmlns:a="http://schemas.openxmlformats.org/drawingml/2006/main">
              <a:ext uri="{FF2B5EF4-FFF2-40B4-BE49-F238E27FC236}">
                <a16:creationId xmlns:a16="http://schemas.microsoft.com/office/drawing/2014/main" id="{C65C70D4-7313-4F93-BD9E-DEFE973E3202}"/>
              </a:ext>
            </a:extLst>
          </p:cNvPr>
          <p:cNvSpPr>
            <a:spLocks xmlns:a="http://schemas.openxmlformats.org/drawingml/2006/main" noGrp="1"/>
          </p:cNvSpPr>
          <p:nvPr/>
        </p:nvSpPr>
        <p:spPr>
          <a:xfrm xmlns:a="http://schemas.openxmlformats.org/drawingml/2006/main">
            <a:off x="6132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1" name="diagram-line-641">
            <a:extLst xmlns:a="http://schemas.openxmlformats.org/drawingml/2006/main">
              <a:ext uri="{FF2B5EF4-FFF2-40B4-BE49-F238E27FC236}">
                <a16:creationId xmlns:a16="http://schemas.microsoft.com/office/drawing/2014/main" id="{4C543D40-3184-48DE-AC11-2051A3BAA6D0}"/>
              </a:ext>
            </a:extLst>
          </p:cNvPr>
          <p:cNvSpPr>
            <a:spLocks xmlns:a="http://schemas.openxmlformats.org/drawingml/2006/main" noGrp="1"/>
          </p:cNvSpPr>
          <p:nvPr/>
        </p:nvSpPr>
        <p:spPr>
          <a:xfrm xmlns:a="http://schemas.openxmlformats.org/drawingml/2006/main">
            <a:off x="6132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2" name="diagram-line-642">
            <a:extLst xmlns:a="http://schemas.openxmlformats.org/drawingml/2006/main">
              <a:ext uri="{FF2B5EF4-FFF2-40B4-BE49-F238E27FC236}">
                <a16:creationId xmlns:a16="http://schemas.microsoft.com/office/drawing/2014/main" id="{C603FC67-9619-4546-96EE-D3F913A3D9ED}"/>
              </a:ext>
            </a:extLst>
          </p:cNvPr>
          <p:cNvSpPr>
            <a:spLocks xmlns:a="http://schemas.openxmlformats.org/drawingml/2006/main" noGrp="1"/>
          </p:cNvSpPr>
          <p:nvPr/>
        </p:nvSpPr>
        <p:spPr>
          <a:xfrm xmlns:a="http://schemas.openxmlformats.org/drawingml/2006/main">
            <a:off x="6132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3" name="diagram-line-643">
            <a:extLst xmlns:a="http://schemas.openxmlformats.org/drawingml/2006/main">
              <a:ext uri="{FF2B5EF4-FFF2-40B4-BE49-F238E27FC236}">
                <a16:creationId xmlns:a16="http://schemas.microsoft.com/office/drawing/2014/main" id="{9AF26A5A-FF86-4370-92C7-A31FF2988432}"/>
              </a:ext>
            </a:extLst>
          </p:cNvPr>
          <p:cNvSpPr>
            <a:spLocks xmlns:a="http://schemas.openxmlformats.org/drawingml/2006/main" noGrp="1"/>
          </p:cNvSpPr>
          <p:nvPr/>
        </p:nvSpPr>
        <p:spPr>
          <a:xfrm xmlns:a="http://schemas.openxmlformats.org/drawingml/2006/main">
            <a:off x="6132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74" name="diagram-line-644">
            <a:extLst xmlns:a="http://schemas.openxmlformats.org/drawingml/2006/main">
              <a:ext uri="{FF2B5EF4-FFF2-40B4-BE49-F238E27FC236}">
                <a16:creationId xmlns:a16="http://schemas.microsoft.com/office/drawing/2014/main" id="{133A9F43-B8BC-46E4-83C2-9162BBABA5EB}"/>
              </a:ext>
            </a:extLst>
          </p:cNvPr>
          <p:cNvSpPr>
            <a:spLocks xmlns:a="http://schemas.openxmlformats.org/drawingml/2006/main" noGrp="1"/>
          </p:cNvSpPr>
          <p:nvPr/>
        </p:nvSpPr>
        <p:spPr>
          <a:xfrm xmlns:a="http://schemas.openxmlformats.org/drawingml/2006/main">
            <a:off x="1542479"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5" name="diagram-line-645">
            <a:extLst xmlns:a="http://schemas.openxmlformats.org/drawingml/2006/main">
              <a:ext uri="{FF2B5EF4-FFF2-40B4-BE49-F238E27FC236}">
                <a16:creationId xmlns:a16="http://schemas.microsoft.com/office/drawing/2014/main" id="{496BE79F-F6AF-4DF5-B008-D93C83AFAAD7}"/>
              </a:ext>
            </a:extLst>
          </p:cNvPr>
          <p:cNvSpPr>
            <a:spLocks xmlns:a="http://schemas.openxmlformats.org/drawingml/2006/main" noGrp="1"/>
          </p:cNvSpPr>
          <p:nvPr/>
        </p:nvSpPr>
        <p:spPr>
          <a:xfrm xmlns:a="http://schemas.openxmlformats.org/drawingml/2006/main">
            <a:off x="1542479"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6" name="diagram-line-646">
            <a:extLst xmlns:a="http://schemas.openxmlformats.org/drawingml/2006/main">
              <a:ext uri="{FF2B5EF4-FFF2-40B4-BE49-F238E27FC236}">
                <a16:creationId xmlns:a16="http://schemas.microsoft.com/office/drawing/2014/main" id="{02FBF9E1-C450-4972-AB7E-3EFF5FE9190E}"/>
              </a:ext>
            </a:extLst>
          </p:cNvPr>
          <p:cNvSpPr>
            <a:spLocks xmlns:a="http://schemas.openxmlformats.org/drawingml/2006/main" noGrp="1"/>
          </p:cNvSpPr>
          <p:nvPr/>
        </p:nvSpPr>
        <p:spPr>
          <a:xfrm xmlns:a="http://schemas.openxmlformats.org/drawingml/2006/main">
            <a:off x="1542479"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7" name="diagram-line-647">
            <a:extLst xmlns:a="http://schemas.openxmlformats.org/drawingml/2006/main">
              <a:ext uri="{FF2B5EF4-FFF2-40B4-BE49-F238E27FC236}">
                <a16:creationId xmlns:a16="http://schemas.microsoft.com/office/drawing/2014/main" id="{CD67C977-E4C5-4858-99BE-5366625274D6}"/>
              </a:ext>
            </a:extLst>
          </p:cNvPr>
          <p:cNvSpPr>
            <a:spLocks xmlns:a="http://schemas.openxmlformats.org/drawingml/2006/main" noGrp="1"/>
          </p:cNvSpPr>
          <p:nvPr/>
        </p:nvSpPr>
        <p:spPr>
          <a:xfrm xmlns:a="http://schemas.openxmlformats.org/drawingml/2006/main">
            <a:off x="1542479"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8" name="diagram-line-648">
            <a:extLst xmlns:a="http://schemas.openxmlformats.org/drawingml/2006/main">
              <a:ext uri="{FF2B5EF4-FFF2-40B4-BE49-F238E27FC236}">
                <a16:creationId xmlns:a16="http://schemas.microsoft.com/office/drawing/2014/main" id="{1978AC43-9C28-43FD-984F-AEE98135BA81}"/>
              </a:ext>
            </a:extLst>
          </p:cNvPr>
          <p:cNvSpPr>
            <a:spLocks xmlns:a="http://schemas.openxmlformats.org/drawingml/2006/main" noGrp="1"/>
          </p:cNvSpPr>
          <p:nvPr/>
        </p:nvSpPr>
        <p:spPr>
          <a:xfrm xmlns:a="http://schemas.openxmlformats.org/drawingml/2006/main">
            <a:off x="1542479"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9" name="diagram-line-649">
            <a:extLst xmlns:a="http://schemas.openxmlformats.org/drawingml/2006/main">
              <a:ext uri="{FF2B5EF4-FFF2-40B4-BE49-F238E27FC236}">
                <a16:creationId xmlns:a16="http://schemas.microsoft.com/office/drawing/2014/main" id="{B805F464-FC54-4160-9610-BC4FC6039F51}"/>
              </a:ext>
            </a:extLst>
          </p:cNvPr>
          <p:cNvSpPr>
            <a:spLocks xmlns:a="http://schemas.openxmlformats.org/drawingml/2006/main" noGrp="1"/>
          </p:cNvSpPr>
          <p:nvPr/>
        </p:nvSpPr>
        <p:spPr>
          <a:xfrm xmlns:a="http://schemas.openxmlformats.org/drawingml/2006/main">
            <a:off x="1542479"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0" name="diagram-line-650">
            <a:extLst xmlns:a="http://schemas.openxmlformats.org/drawingml/2006/main">
              <a:ext uri="{FF2B5EF4-FFF2-40B4-BE49-F238E27FC236}">
                <a16:creationId xmlns:a16="http://schemas.microsoft.com/office/drawing/2014/main" id="{A8D01125-7A32-40B3-A900-BEEFD82DC18C}"/>
              </a:ext>
            </a:extLst>
          </p:cNvPr>
          <p:cNvSpPr>
            <a:spLocks xmlns:a="http://schemas.openxmlformats.org/drawingml/2006/main" noGrp="1"/>
          </p:cNvSpPr>
          <p:nvPr/>
        </p:nvSpPr>
        <p:spPr>
          <a:xfrm xmlns:a="http://schemas.openxmlformats.org/drawingml/2006/main">
            <a:off x="1542479"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1" name="diagram-line-651">
            <a:extLst xmlns:a="http://schemas.openxmlformats.org/drawingml/2006/main">
              <a:ext uri="{FF2B5EF4-FFF2-40B4-BE49-F238E27FC236}">
                <a16:creationId xmlns:a16="http://schemas.microsoft.com/office/drawing/2014/main" id="{2FB173C9-430F-4395-A7E4-5042B7787E8E}"/>
              </a:ext>
            </a:extLst>
          </p:cNvPr>
          <p:cNvSpPr>
            <a:spLocks xmlns:a="http://schemas.openxmlformats.org/drawingml/2006/main" noGrp="1"/>
          </p:cNvSpPr>
          <p:nvPr/>
        </p:nvSpPr>
        <p:spPr>
          <a:xfrm xmlns:a="http://schemas.openxmlformats.org/drawingml/2006/main">
            <a:off x="1542479"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2" name="diagram-line-652">
            <a:extLst xmlns:a="http://schemas.openxmlformats.org/drawingml/2006/main">
              <a:ext uri="{FF2B5EF4-FFF2-40B4-BE49-F238E27FC236}">
                <a16:creationId xmlns:a16="http://schemas.microsoft.com/office/drawing/2014/main" id="{21210F1A-0FCE-4C6C-A9A3-D566C72941F9}"/>
              </a:ext>
            </a:extLst>
          </p:cNvPr>
          <p:cNvSpPr>
            <a:spLocks xmlns:a="http://schemas.openxmlformats.org/drawingml/2006/main" noGrp="1"/>
          </p:cNvSpPr>
          <p:nvPr/>
        </p:nvSpPr>
        <p:spPr>
          <a:xfrm xmlns:a="http://schemas.openxmlformats.org/drawingml/2006/main">
            <a:off x="1542479"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83" name="diagram-line-653">
            <a:extLst xmlns:a="http://schemas.openxmlformats.org/drawingml/2006/main">
              <a:ext uri="{FF2B5EF4-FFF2-40B4-BE49-F238E27FC236}">
                <a16:creationId xmlns:a16="http://schemas.microsoft.com/office/drawing/2014/main" id="{15BA0DDA-4FB3-4E21-B350-4058B2B8E928}"/>
              </a:ext>
            </a:extLst>
          </p:cNvPr>
          <p:cNvSpPr>
            <a:spLocks xmlns:a="http://schemas.openxmlformats.org/drawingml/2006/main" noGrp="1"/>
          </p:cNvSpPr>
          <p:nvPr/>
        </p:nvSpPr>
        <p:spPr>
          <a:xfrm xmlns:a="http://schemas.openxmlformats.org/drawingml/2006/main">
            <a:off x="24805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4" name="diagram-line-654">
            <a:extLst xmlns:a="http://schemas.openxmlformats.org/drawingml/2006/main">
              <a:ext uri="{FF2B5EF4-FFF2-40B4-BE49-F238E27FC236}">
                <a16:creationId xmlns:a16="http://schemas.microsoft.com/office/drawing/2014/main" id="{E4BAD42C-F08C-4F96-8445-FF6A7FED1AF3}"/>
              </a:ext>
            </a:extLst>
          </p:cNvPr>
          <p:cNvSpPr>
            <a:spLocks xmlns:a="http://schemas.openxmlformats.org/drawingml/2006/main" noGrp="1"/>
          </p:cNvSpPr>
          <p:nvPr/>
        </p:nvSpPr>
        <p:spPr>
          <a:xfrm xmlns:a="http://schemas.openxmlformats.org/drawingml/2006/main">
            <a:off x="24805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5" name="diagram-line-655">
            <a:extLst xmlns:a="http://schemas.openxmlformats.org/drawingml/2006/main">
              <a:ext uri="{FF2B5EF4-FFF2-40B4-BE49-F238E27FC236}">
                <a16:creationId xmlns:a16="http://schemas.microsoft.com/office/drawing/2014/main" id="{A0F6F158-D353-4B84-BB4D-774371A0CAC8}"/>
              </a:ext>
            </a:extLst>
          </p:cNvPr>
          <p:cNvSpPr>
            <a:spLocks xmlns:a="http://schemas.openxmlformats.org/drawingml/2006/main" noGrp="1"/>
          </p:cNvSpPr>
          <p:nvPr/>
        </p:nvSpPr>
        <p:spPr>
          <a:xfrm xmlns:a="http://schemas.openxmlformats.org/drawingml/2006/main">
            <a:off x="24805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6" name="diagram-line-656">
            <a:extLst xmlns:a="http://schemas.openxmlformats.org/drawingml/2006/main">
              <a:ext uri="{FF2B5EF4-FFF2-40B4-BE49-F238E27FC236}">
                <a16:creationId xmlns:a16="http://schemas.microsoft.com/office/drawing/2014/main" id="{E4502BCA-AEA6-43E8-87F1-4FF312355F95}"/>
              </a:ext>
            </a:extLst>
          </p:cNvPr>
          <p:cNvSpPr>
            <a:spLocks xmlns:a="http://schemas.openxmlformats.org/drawingml/2006/main" noGrp="1"/>
          </p:cNvSpPr>
          <p:nvPr/>
        </p:nvSpPr>
        <p:spPr>
          <a:xfrm xmlns:a="http://schemas.openxmlformats.org/drawingml/2006/main">
            <a:off x="24805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7" name="diagram-line-657">
            <a:extLst xmlns:a="http://schemas.openxmlformats.org/drawingml/2006/main">
              <a:ext uri="{FF2B5EF4-FFF2-40B4-BE49-F238E27FC236}">
                <a16:creationId xmlns:a16="http://schemas.microsoft.com/office/drawing/2014/main" id="{AB1F2D36-E3A7-49AA-B389-A6B747E515F2}"/>
              </a:ext>
            </a:extLst>
          </p:cNvPr>
          <p:cNvSpPr>
            <a:spLocks xmlns:a="http://schemas.openxmlformats.org/drawingml/2006/main" noGrp="1"/>
          </p:cNvSpPr>
          <p:nvPr/>
        </p:nvSpPr>
        <p:spPr>
          <a:xfrm xmlns:a="http://schemas.openxmlformats.org/drawingml/2006/main">
            <a:off x="24805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8" name="diagram-line-658">
            <a:extLst xmlns:a="http://schemas.openxmlformats.org/drawingml/2006/main">
              <a:ext uri="{FF2B5EF4-FFF2-40B4-BE49-F238E27FC236}">
                <a16:creationId xmlns:a16="http://schemas.microsoft.com/office/drawing/2014/main" id="{4200DAD3-D997-4452-8BB8-8D5E88A5C08E}"/>
              </a:ext>
            </a:extLst>
          </p:cNvPr>
          <p:cNvSpPr>
            <a:spLocks xmlns:a="http://schemas.openxmlformats.org/drawingml/2006/main" noGrp="1"/>
          </p:cNvSpPr>
          <p:nvPr/>
        </p:nvSpPr>
        <p:spPr>
          <a:xfrm xmlns:a="http://schemas.openxmlformats.org/drawingml/2006/main">
            <a:off x="24805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9" name="diagram-line-659">
            <a:extLst xmlns:a="http://schemas.openxmlformats.org/drawingml/2006/main">
              <a:ext uri="{FF2B5EF4-FFF2-40B4-BE49-F238E27FC236}">
                <a16:creationId xmlns:a16="http://schemas.microsoft.com/office/drawing/2014/main" id="{97800AA7-C188-4BCC-B0C9-D2910365B8B4}"/>
              </a:ext>
            </a:extLst>
          </p:cNvPr>
          <p:cNvSpPr>
            <a:spLocks xmlns:a="http://schemas.openxmlformats.org/drawingml/2006/main" noGrp="1"/>
          </p:cNvSpPr>
          <p:nvPr/>
        </p:nvSpPr>
        <p:spPr>
          <a:xfrm xmlns:a="http://schemas.openxmlformats.org/drawingml/2006/main">
            <a:off x="24805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0" name="diagram-line-660">
            <a:extLst xmlns:a="http://schemas.openxmlformats.org/drawingml/2006/main">
              <a:ext uri="{FF2B5EF4-FFF2-40B4-BE49-F238E27FC236}">
                <a16:creationId xmlns:a16="http://schemas.microsoft.com/office/drawing/2014/main" id="{DB63A9A7-AF6B-46F7-A9F0-B03AD2BD89E5}"/>
              </a:ext>
            </a:extLst>
          </p:cNvPr>
          <p:cNvSpPr>
            <a:spLocks xmlns:a="http://schemas.openxmlformats.org/drawingml/2006/main" noGrp="1"/>
          </p:cNvSpPr>
          <p:nvPr/>
        </p:nvSpPr>
        <p:spPr>
          <a:xfrm xmlns:a="http://schemas.openxmlformats.org/drawingml/2006/main">
            <a:off x="24805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1" name="diagram-line-661">
            <a:extLst xmlns:a="http://schemas.openxmlformats.org/drawingml/2006/main">
              <a:ext uri="{FF2B5EF4-FFF2-40B4-BE49-F238E27FC236}">
                <a16:creationId xmlns:a16="http://schemas.microsoft.com/office/drawing/2014/main" id="{6E175906-F9D9-49D8-9080-5FF2EBED5EEB}"/>
              </a:ext>
            </a:extLst>
          </p:cNvPr>
          <p:cNvSpPr>
            <a:spLocks xmlns:a="http://schemas.openxmlformats.org/drawingml/2006/main" noGrp="1"/>
          </p:cNvSpPr>
          <p:nvPr/>
        </p:nvSpPr>
        <p:spPr>
          <a:xfrm xmlns:a="http://schemas.openxmlformats.org/drawingml/2006/main">
            <a:off x="24805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92" name="diagram-line-662">
            <a:extLst xmlns:a="http://schemas.openxmlformats.org/drawingml/2006/main">
              <a:ext uri="{FF2B5EF4-FFF2-40B4-BE49-F238E27FC236}">
                <a16:creationId xmlns:a16="http://schemas.microsoft.com/office/drawing/2014/main" id="{84D6B0DF-3B22-4D3D-9D95-3FA53B45D18D}"/>
              </a:ext>
            </a:extLst>
          </p:cNvPr>
          <p:cNvSpPr>
            <a:spLocks xmlns:a="http://schemas.openxmlformats.org/drawingml/2006/main" noGrp="1"/>
          </p:cNvSpPr>
          <p:nvPr/>
        </p:nvSpPr>
        <p:spPr>
          <a:xfrm xmlns:a="http://schemas.openxmlformats.org/drawingml/2006/main">
            <a:off x="3240024"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3" name="diagram-line-663">
            <a:extLst xmlns:a="http://schemas.openxmlformats.org/drawingml/2006/main">
              <a:ext uri="{FF2B5EF4-FFF2-40B4-BE49-F238E27FC236}">
                <a16:creationId xmlns:a16="http://schemas.microsoft.com/office/drawing/2014/main" id="{A2E1C391-5FD0-4C0F-807C-89650F5B483C}"/>
              </a:ext>
            </a:extLst>
          </p:cNvPr>
          <p:cNvSpPr>
            <a:spLocks xmlns:a="http://schemas.openxmlformats.org/drawingml/2006/main" noGrp="1"/>
          </p:cNvSpPr>
          <p:nvPr/>
        </p:nvSpPr>
        <p:spPr>
          <a:xfrm xmlns:a="http://schemas.openxmlformats.org/drawingml/2006/main">
            <a:off x="3240024"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4" name="diagram-line-664">
            <a:extLst xmlns:a="http://schemas.openxmlformats.org/drawingml/2006/main">
              <a:ext uri="{FF2B5EF4-FFF2-40B4-BE49-F238E27FC236}">
                <a16:creationId xmlns:a16="http://schemas.microsoft.com/office/drawing/2014/main" id="{4B9F1AB2-B3AB-4880-80A9-3C2B6C511C5D}"/>
              </a:ext>
            </a:extLst>
          </p:cNvPr>
          <p:cNvSpPr>
            <a:spLocks xmlns:a="http://schemas.openxmlformats.org/drawingml/2006/main" noGrp="1"/>
          </p:cNvSpPr>
          <p:nvPr/>
        </p:nvSpPr>
        <p:spPr>
          <a:xfrm xmlns:a="http://schemas.openxmlformats.org/drawingml/2006/main">
            <a:off x="3240024"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5" name="diagram-line-665">
            <a:extLst xmlns:a="http://schemas.openxmlformats.org/drawingml/2006/main">
              <a:ext uri="{FF2B5EF4-FFF2-40B4-BE49-F238E27FC236}">
                <a16:creationId xmlns:a16="http://schemas.microsoft.com/office/drawing/2014/main" id="{4D990717-0201-4391-928A-655255015584}"/>
              </a:ext>
            </a:extLst>
          </p:cNvPr>
          <p:cNvSpPr>
            <a:spLocks xmlns:a="http://schemas.openxmlformats.org/drawingml/2006/main" noGrp="1"/>
          </p:cNvSpPr>
          <p:nvPr/>
        </p:nvSpPr>
        <p:spPr>
          <a:xfrm xmlns:a="http://schemas.openxmlformats.org/drawingml/2006/main">
            <a:off x="3240024"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6" name="diagram-line-666">
            <a:extLst xmlns:a="http://schemas.openxmlformats.org/drawingml/2006/main">
              <a:ext uri="{FF2B5EF4-FFF2-40B4-BE49-F238E27FC236}">
                <a16:creationId xmlns:a16="http://schemas.microsoft.com/office/drawing/2014/main" id="{DA758160-E0C4-48FD-8B8B-3F50CDBF3EB6}"/>
              </a:ext>
            </a:extLst>
          </p:cNvPr>
          <p:cNvSpPr>
            <a:spLocks xmlns:a="http://schemas.openxmlformats.org/drawingml/2006/main" noGrp="1"/>
          </p:cNvSpPr>
          <p:nvPr/>
        </p:nvSpPr>
        <p:spPr>
          <a:xfrm xmlns:a="http://schemas.openxmlformats.org/drawingml/2006/main">
            <a:off x="3240024"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7" name="diagram-line-667">
            <a:extLst xmlns:a="http://schemas.openxmlformats.org/drawingml/2006/main">
              <a:ext uri="{FF2B5EF4-FFF2-40B4-BE49-F238E27FC236}">
                <a16:creationId xmlns:a16="http://schemas.microsoft.com/office/drawing/2014/main" id="{66197C94-50BB-4C86-9E84-26244834EF58}"/>
              </a:ext>
            </a:extLst>
          </p:cNvPr>
          <p:cNvSpPr>
            <a:spLocks xmlns:a="http://schemas.openxmlformats.org/drawingml/2006/main" noGrp="1"/>
          </p:cNvSpPr>
          <p:nvPr/>
        </p:nvSpPr>
        <p:spPr>
          <a:xfrm xmlns:a="http://schemas.openxmlformats.org/drawingml/2006/main">
            <a:off x="3240024"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8" name="diagram-line-668">
            <a:extLst xmlns:a="http://schemas.openxmlformats.org/drawingml/2006/main">
              <a:ext uri="{FF2B5EF4-FFF2-40B4-BE49-F238E27FC236}">
                <a16:creationId xmlns:a16="http://schemas.microsoft.com/office/drawing/2014/main" id="{F01511C2-9756-409C-A6B1-3C571D4D60E9}"/>
              </a:ext>
            </a:extLst>
          </p:cNvPr>
          <p:cNvSpPr>
            <a:spLocks xmlns:a="http://schemas.openxmlformats.org/drawingml/2006/main" noGrp="1"/>
          </p:cNvSpPr>
          <p:nvPr/>
        </p:nvSpPr>
        <p:spPr>
          <a:xfrm xmlns:a="http://schemas.openxmlformats.org/drawingml/2006/main">
            <a:off x="3240024"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9" name="diagram-line-669">
            <a:extLst xmlns:a="http://schemas.openxmlformats.org/drawingml/2006/main">
              <a:ext uri="{FF2B5EF4-FFF2-40B4-BE49-F238E27FC236}">
                <a16:creationId xmlns:a16="http://schemas.microsoft.com/office/drawing/2014/main" id="{29232605-37AF-4CC0-9A33-785B18098601}"/>
              </a:ext>
            </a:extLst>
          </p:cNvPr>
          <p:cNvSpPr>
            <a:spLocks xmlns:a="http://schemas.openxmlformats.org/drawingml/2006/main" noGrp="1"/>
          </p:cNvSpPr>
          <p:nvPr/>
        </p:nvSpPr>
        <p:spPr>
          <a:xfrm xmlns:a="http://schemas.openxmlformats.org/drawingml/2006/main">
            <a:off x="3240024"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200" name="diagram-line-670">
            <a:extLst xmlns:a="http://schemas.openxmlformats.org/drawingml/2006/main">
              <a:ext uri="{FF2B5EF4-FFF2-40B4-BE49-F238E27FC236}">
                <a16:creationId xmlns:a16="http://schemas.microsoft.com/office/drawing/2014/main" id="{C0787EE0-2457-40FE-B879-3EE10A02B833}"/>
              </a:ext>
            </a:extLst>
          </p:cNvPr>
          <p:cNvSpPr>
            <a:spLocks xmlns:a="http://schemas.openxmlformats.org/drawingml/2006/main" noGrp="1"/>
          </p:cNvSpPr>
          <p:nvPr/>
        </p:nvSpPr>
        <p:spPr>
          <a:xfrm xmlns:a="http://schemas.openxmlformats.org/drawingml/2006/main">
            <a:off x="3240024"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201" name="diagram-line-671">
            <a:extLst xmlns:a="http://schemas.openxmlformats.org/drawingml/2006/main">
              <a:ext uri="{FF2B5EF4-FFF2-40B4-BE49-F238E27FC236}">
                <a16:creationId xmlns:a16="http://schemas.microsoft.com/office/drawing/2014/main" id="{0648DEA0-1116-4929-A4DC-B37389E62232}"/>
              </a:ext>
            </a:extLst>
          </p:cNvPr>
          <p:cNvSpPr>
            <a:spLocks xmlns:a="http://schemas.openxmlformats.org/drawingml/2006/main" noGrp="1"/>
          </p:cNvSpPr>
          <p:nvPr/>
        </p:nvSpPr>
        <p:spPr>
          <a:xfrm xmlns:a="http://schemas.openxmlformats.org/drawingml/2006/main">
            <a:off x="943870" y="5008435"/>
            <a:ext cx="179" cy="687953"/>
          </a:xfrm>
          <a:custGeom xmlns:a="http://schemas.openxmlformats.org/drawingml/2006/main">
            <a:pathLst>
              <a:path w="191" h="733425">
                <a:moveTo>
                  <a:pt x="0" y="0"/>
                </a:moveTo>
                <a:lnTo>
                  <a:pt x="0" y="733425"/>
                </a:lnTo>
              </a:path>
            </a:pathLst>
          </a:custGeom>
          <a:noFill xmlns:a="http://schemas.openxmlformats.org/drawingml/2006/main"/>
          <a:ln xmlns:a="http://schemas.openxmlformats.org/drawingml/2006/main" w="13402">
            <a:solidFill>
              <a:srgbClr val="28849C"/>
            </a:solidFill>
          </a:ln>
        </p:spPr>
      </p:sp>
      <p:sp>
        <p:nvSpPr>
          <p:cNvPr id="202" name="diagram-poly-672">
            <a:extLst xmlns:a="http://schemas.openxmlformats.org/drawingml/2006/main">
              <a:ext uri="{FF2B5EF4-FFF2-40B4-BE49-F238E27FC236}">
                <a16:creationId xmlns:a16="http://schemas.microsoft.com/office/drawing/2014/main" id="{13BBE605-A0C8-4EBF-B07B-96620F3F40A7}"/>
              </a:ext>
            </a:extLst>
          </p:cNvPr>
          <p:cNvSpPr>
            <a:spLocks xmlns:a="http://schemas.openxmlformats.org/drawingml/2006/main" noGrp="1"/>
          </p:cNvSpPr>
          <p:nvPr/>
        </p:nvSpPr>
        <p:spPr>
          <a:xfrm xmlns:a="http://schemas.openxmlformats.org/drawingml/2006/main">
            <a:off x="916174" y="5633847"/>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03" name="diagram-line-673">
            <a:extLst xmlns:a="http://schemas.openxmlformats.org/drawingml/2006/main">
              <a:ext uri="{FF2B5EF4-FFF2-40B4-BE49-F238E27FC236}">
                <a16:creationId xmlns:a16="http://schemas.microsoft.com/office/drawing/2014/main" id="{274AA487-312B-419E-9D24-701F3C8CF834}"/>
              </a:ext>
            </a:extLst>
          </p:cNvPr>
          <p:cNvSpPr>
            <a:spLocks xmlns:a="http://schemas.openxmlformats.org/drawingml/2006/main" noGrp="1"/>
          </p:cNvSpPr>
          <p:nvPr/>
        </p:nvSpPr>
        <p:spPr>
          <a:xfrm xmlns:a="http://schemas.openxmlformats.org/drawingml/2006/main">
            <a:off x="1336986" y="5008435"/>
            <a:ext cx="179" cy="687953"/>
          </a:xfrm>
          <a:custGeom xmlns:a="http://schemas.openxmlformats.org/drawingml/2006/main">
            <a:pathLst>
              <a:path w="191" h="733425">
                <a:moveTo>
                  <a:pt x="0" y="733425"/>
                </a:moveTo>
                <a:lnTo>
                  <a:pt x="0" y="0"/>
                </a:lnTo>
              </a:path>
            </a:pathLst>
          </a:custGeom>
          <a:noFill xmlns:a="http://schemas.openxmlformats.org/drawingml/2006/main"/>
          <a:ln xmlns:a="http://schemas.openxmlformats.org/drawingml/2006/main" w="13402">
            <a:solidFill>
              <a:srgbClr val="799A39"/>
            </a:solidFill>
          </a:ln>
        </p:spPr>
      </p:sp>
      <p:sp>
        <p:nvSpPr>
          <p:cNvPr id="204" name="diagram-poly-674">
            <a:extLst xmlns:a="http://schemas.openxmlformats.org/drawingml/2006/main">
              <a:ext uri="{FF2B5EF4-FFF2-40B4-BE49-F238E27FC236}">
                <a16:creationId xmlns:a16="http://schemas.microsoft.com/office/drawing/2014/main" id="{A74C0A19-1E58-4696-A324-CE13D05B2CAE}"/>
              </a:ext>
            </a:extLst>
          </p:cNvPr>
          <p:cNvSpPr>
            <a:spLocks xmlns:a="http://schemas.openxmlformats.org/drawingml/2006/main" noGrp="1"/>
          </p:cNvSpPr>
          <p:nvPr/>
        </p:nvSpPr>
        <p:spPr>
          <a:xfrm xmlns:a="http://schemas.openxmlformats.org/drawingml/2006/main">
            <a:off x="1309289" y="5008435"/>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05" name="revision-text-675">
            <a:extLst xmlns:a="http://schemas.openxmlformats.org/drawingml/2006/main">
              <a:ext uri="{FF2B5EF4-FFF2-40B4-BE49-F238E27FC236}">
                <a16:creationId xmlns:a16="http://schemas.microsoft.com/office/drawing/2014/main" id="{73F3DFB3-F4F5-4BA4-9FE7-E162AA729245}"/>
              </a:ext>
            </a:extLst>
          </p:cNvPr>
          <p:cNvSpPr>
            <a:spLocks xmlns:a="http://schemas.openxmlformats.org/drawingml/2006/main" noGrp="1"/>
          </p:cNvSpPr>
          <p:nvPr/>
        </p:nvSpPr>
        <p:spPr>
          <a:xfrm xmlns:a="http://schemas.openxmlformats.org/drawingml/2006/main">
            <a:off x="613296"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Device</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206" name="revision-text-676">
            <a:extLst xmlns:a="http://schemas.openxmlformats.org/drawingml/2006/main">
              <a:ext uri="{FF2B5EF4-FFF2-40B4-BE49-F238E27FC236}">
                <a16:creationId xmlns:a16="http://schemas.microsoft.com/office/drawing/2014/main" id="{1F82E294-F3BA-45C2-9CCE-AFD8B56A5216}"/>
              </a:ext>
            </a:extLst>
          </p:cNvPr>
          <p:cNvSpPr>
            <a:spLocks xmlns:a="http://schemas.openxmlformats.org/drawingml/2006/main" noGrp="1"/>
          </p:cNvSpPr>
          <p:nvPr/>
        </p:nvSpPr>
        <p:spPr>
          <a:xfrm xmlns:a="http://schemas.openxmlformats.org/drawingml/2006/main">
            <a:off x="1363790" y="5164788"/>
            <a:ext cx="321640" cy="3702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Data /</a:t>
            </a:r>
          </a:p>
          <a:p>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Status</a:t>
            </a:r>
          </a:p>
        </p:txBody>
      </p:sp>
      <p:sp>
        <p:nvSpPr>
          <p:cNvPr id="207" name="diagram-line-677">
            <a:extLst xmlns:a="http://schemas.openxmlformats.org/drawingml/2006/main">
              <a:ext uri="{FF2B5EF4-FFF2-40B4-BE49-F238E27FC236}">
                <a16:creationId xmlns:a16="http://schemas.microsoft.com/office/drawing/2014/main" id="{57A05BDF-2AC7-4692-A14B-09AB0BFCFE40}"/>
              </a:ext>
            </a:extLst>
          </p:cNvPr>
          <p:cNvSpPr>
            <a:spLocks xmlns:a="http://schemas.openxmlformats.org/drawingml/2006/main" noGrp="1"/>
          </p:cNvSpPr>
          <p:nvPr/>
        </p:nvSpPr>
        <p:spPr>
          <a:xfrm xmlns:a="http://schemas.openxmlformats.org/drawingml/2006/main">
            <a:off x="3686747"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8" name="diagram-line-678">
            <a:extLst xmlns:a="http://schemas.openxmlformats.org/drawingml/2006/main">
              <a:ext uri="{FF2B5EF4-FFF2-40B4-BE49-F238E27FC236}">
                <a16:creationId xmlns:a16="http://schemas.microsoft.com/office/drawing/2014/main" id="{DB0DC9A2-97C6-465C-97A3-1312D6C3AA48}"/>
              </a:ext>
            </a:extLst>
          </p:cNvPr>
          <p:cNvSpPr>
            <a:spLocks xmlns:a="http://schemas.openxmlformats.org/drawingml/2006/main" noGrp="1"/>
          </p:cNvSpPr>
          <p:nvPr/>
        </p:nvSpPr>
        <p:spPr>
          <a:xfrm xmlns:a="http://schemas.openxmlformats.org/drawingml/2006/main">
            <a:off x="3793960"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9" name="diagram-line-679">
            <a:extLst xmlns:a="http://schemas.openxmlformats.org/drawingml/2006/main">
              <a:ext uri="{FF2B5EF4-FFF2-40B4-BE49-F238E27FC236}">
                <a16:creationId xmlns:a16="http://schemas.microsoft.com/office/drawing/2014/main" id="{25313392-1928-4757-B418-155936969448}"/>
              </a:ext>
            </a:extLst>
          </p:cNvPr>
          <p:cNvSpPr>
            <a:spLocks xmlns:a="http://schemas.openxmlformats.org/drawingml/2006/main" noGrp="1"/>
          </p:cNvSpPr>
          <p:nvPr/>
        </p:nvSpPr>
        <p:spPr>
          <a:xfrm xmlns:a="http://schemas.openxmlformats.org/drawingml/2006/main">
            <a:off x="3901173" y="170268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0" name="diagram-line-680">
            <a:extLst xmlns:a="http://schemas.openxmlformats.org/drawingml/2006/main">
              <a:ext uri="{FF2B5EF4-FFF2-40B4-BE49-F238E27FC236}">
                <a16:creationId xmlns:a16="http://schemas.microsoft.com/office/drawing/2014/main" id="{2C5D9ED2-F2FC-4244-B56C-E2296E0F6CF7}"/>
              </a:ext>
            </a:extLst>
          </p:cNvPr>
          <p:cNvSpPr>
            <a:spLocks xmlns:a="http://schemas.openxmlformats.org/drawingml/2006/main" noGrp="1"/>
          </p:cNvSpPr>
          <p:nvPr/>
        </p:nvSpPr>
        <p:spPr>
          <a:xfrm xmlns:a="http://schemas.openxmlformats.org/drawingml/2006/main">
            <a:off x="3910108"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1" name="diagram-line-681">
            <a:extLst xmlns:a="http://schemas.openxmlformats.org/drawingml/2006/main">
              <a:ext uri="{FF2B5EF4-FFF2-40B4-BE49-F238E27FC236}">
                <a16:creationId xmlns:a16="http://schemas.microsoft.com/office/drawing/2014/main" id="{06C7905F-8660-4308-87E5-E4938EBF5A67}"/>
              </a:ext>
            </a:extLst>
          </p:cNvPr>
          <p:cNvSpPr>
            <a:spLocks xmlns:a="http://schemas.openxmlformats.org/drawingml/2006/main" noGrp="1"/>
          </p:cNvSpPr>
          <p:nvPr/>
        </p:nvSpPr>
        <p:spPr>
          <a:xfrm xmlns:a="http://schemas.openxmlformats.org/drawingml/2006/main">
            <a:off x="4017321"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2" name="diagram-line-682">
            <a:extLst xmlns:a="http://schemas.openxmlformats.org/drawingml/2006/main">
              <a:ext uri="{FF2B5EF4-FFF2-40B4-BE49-F238E27FC236}">
                <a16:creationId xmlns:a16="http://schemas.microsoft.com/office/drawing/2014/main" id="{DFB1B234-0E4B-4E73-AD52-331409999F49}"/>
              </a:ext>
            </a:extLst>
          </p:cNvPr>
          <p:cNvSpPr>
            <a:spLocks xmlns:a="http://schemas.openxmlformats.org/drawingml/2006/main" noGrp="1"/>
          </p:cNvSpPr>
          <p:nvPr/>
        </p:nvSpPr>
        <p:spPr>
          <a:xfrm xmlns:a="http://schemas.openxmlformats.org/drawingml/2006/main">
            <a:off x="4124535"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3" name="diagram-line-683">
            <a:extLst xmlns:a="http://schemas.openxmlformats.org/drawingml/2006/main">
              <a:ext uri="{FF2B5EF4-FFF2-40B4-BE49-F238E27FC236}">
                <a16:creationId xmlns:a16="http://schemas.microsoft.com/office/drawing/2014/main" id="{99E85F8C-813A-4095-9B96-D1B5A8A5C004}"/>
              </a:ext>
            </a:extLst>
          </p:cNvPr>
          <p:cNvSpPr>
            <a:spLocks xmlns:a="http://schemas.openxmlformats.org/drawingml/2006/main" noGrp="1"/>
          </p:cNvSpPr>
          <p:nvPr/>
        </p:nvSpPr>
        <p:spPr>
          <a:xfrm xmlns:a="http://schemas.openxmlformats.org/drawingml/2006/main">
            <a:off x="3686747"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4" name="diagram-line-684">
            <a:extLst xmlns:a="http://schemas.openxmlformats.org/drawingml/2006/main">
              <a:ext uri="{FF2B5EF4-FFF2-40B4-BE49-F238E27FC236}">
                <a16:creationId xmlns:a16="http://schemas.microsoft.com/office/drawing/2014/main" id="{B5715109-C932-4B58-AB5B-C3A06705DC19}"/>
              </a:ext>
            </a:extLst>
          </p:cNvPr>
          <p:cNvSpPr>
            <a:spLocks xmlns:a="http://schemas.openxmlformats.org/drawingml/2006/main" noGrp="1"/>
          </p:cNvSpPr>
          <p:nvPr/>
        </p:nvSpPr>
        <p:spPr>
          <a:xfrm xmlns:a="http://schemas.openxmlformats.org/drawingml/2006/main">
            <a:off x="3793960"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5" name="diagram-line-685">
            <a:extLst xmlns:a="http://schemas.openxmlformats.org/drawingml/2006/main">
              <a:ext uri="{FF2B5EF4-FFF2-40B4-BE49-F238E27FC236}">
                <a16:creationId xmlns:a16="http://schemas.microsoft.com/office/drawing/2014/main" id="{2A2BDF39-3D0F-48C7-97C9-C61EB5A3C03D}"/>
              </a:ext>
            </a:extLst>
          </p:cNvPr>
          <p:cNvSpPr>
            <a:spLocks xmlns:a="http://schemas.openxmlformats.org/drawingml/2006/main" noGrp="1"/>
          </p:cNvSpPr>
          <p:nvPr/>
        </p:nvSpPr>
        <p:spPr>
          <a:xfrm xmlns:a="http://schemas.openxmlformats.org/drawingml/2006/main">
            <a:off x="3901173" y="3114332"/>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6" name="diagram-line-686">
            <a:extLst xmlns:a="http://schemas.openxmlformats.org/drawingml/2006/main">
              <a:ext uri="{FF2B5EF4-FFF2-40B4-BE49-F238E27FC236}">
                <a16:creationId xmlns:a16="http://schemas.microsoft.com/office/drawing/2014/main" id="{31534B64-2E8B-4349-819F-040017FE0C05}"/>
              </a:ext>
            </a:extLst>
          </p:cNvPr>
          <p:cNvSpPr>
            <a:spLocks xmlns:a="http://schemas.openxmlformats.org/drawingml/2006/main" noGrp="1"/>
          </p:cNvSpPr>
          <p:nvPr/>
        </p:nvSpPr>
        <p:spPr>
          <a:xfrm xmlns:a="http://schemas.openxmlformats.org/drawingml/2006/main">
            <a:off x="3910108"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7" name="diagram-line-687">
            <a:extLst xmlns:a="http://schemas.openxmlformats.org/drawingml/2006/main">
              <a:ext uri="{FF2B5EF4-FFF2-40B4-BE49-F238E27FC236}">
                <a16:creationId xmlns:a16="http://schemas.microsoft.com/office/drawing/2014/main" id="{2391C167-3AB8-43CA-93B2-8BF0BA913EB1}"/>
              </a:ext>
            </a:extLst>
          </p:cNvPr>
          <p:cNvSpPr>
            <a:spLocks xmlns:a="http://schemas.openxmlformats.org/drawingml/2006/main" noGrp="1"/>
          </p:cNvSpPr>
          <p:nvPr/>
        </p:nvSpPr>
        <p:spPr>
          <a:xfrm xmlns:a="http://schemas.openxmlformats.org/drawingml/2006/main">
            <a:off x="4017321"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8" name="diagram-line-688">
            <a:extLst xmlns:a="http://schemas.openxmlformats.org/drawingml/2006/main">
              <a:ext uri="{FF2B5EF4-FFF2-40B4-BE49-F238E27FC236}">
                <a16:creationId xmlns:a16="http://schemas.microsoft.com/office/drawing/2014/main" id="{2D1A4789-307F-445C-B42F-07A83D553D20}"/>
              </a:ext>
            </a:extLst>
          </p:cNvPr>
          <p:cNvSpPr>
            <a:spLocks xmlns:a="http://schemas.openxmlformats.org/drawingml/2006/main" noGrp="1"/>
          </p:cNvSpPr>
          <p:nvPr/>
        </p:nvSpPr>
        <p:spPr>
          <a:xfrm xmlns:a="http://schemas.openxmlformats.org/drawingml/2006/main">
            <a:off x="4124535"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9" name="diagram-line-689">
            <a:extLst xmlns:a="http://schemas.openxmlformats.org/drawingml/2006/main">
              <a:ext uri="{FF2B5EF4-FFF2-40B4-BE49-F238E27FC236}">
                <a16:creationId xmlns:a16="http://schemas.microsoft.com/office/drawing/2014/main" id="{60E10859-9772-436C-A21C-D069915252B2}"/>
              </a:ext>
            </a:extLst>
          </p:cNvPr>
          <p:cNvSpPr>
            <a:spLocks xmlns:a="http://schemas.openxmlformats.org/drawingml/2006/main" noGrp="1"/>
          </p:cNvSpPr>
          <p:nvPr/>
        </p:nvSpPr>
        <p:spPr>
          <a:xfrm xmlns:a="http://schemas.openxmlformats.org/drawingml/2006/main">
            <a:off x="3686747"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0" name="diagram-line-690">
            <a:extLst xmlns:a="http://schemas.openxmlformats.org/drawingml/2006/main">
              <a:ext uri="{FF2B5EF4-FFF2-40B4-BE49-F238E27FC236}">
                <a16:creationId xmlns:a16="http://schemas.microsoft.com/office/drawing/2014/main" id="{68E8A07A-6C74-4359-9C01-07A2A5185583}"/>
              </a:ext>
            </a:extLst>
          </p:cNvPr>
          <p:cNvSpPr>
            <a:spLocks xmlns:a="http://schemas.openxmlformats.org/drawingml/2006/main" noGrp="1"/>
          </p:cNvSpPr>
          <p:nvPr/>
        </p:nvSpPr>
        <p:spPr>
          <a:xfrm xmlns:a="http://schemas.openxmlformats.org/drawingml/2006/main">
            <a:off x="3793960"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1" name="diagram-line-691">
            <a:extLst xmlns:a="http://schemas.openxmlformats.org/drawingml/2006/main">
              <a:ext uri="{FF2B5EF4-FFF2-40B4-BE49-F238E27FC236}">
                <a16:creationId xmlns:a16="http://schemas.microsoft.com/office/drawing/2014/main" id="{3B59F6A5-CCBD-477E-82AC-5982F3ED5822}"/>
              </a:ext>
            </a:extLst>
          </p:cNvPr>
          <p:cNvSpPr>
            <a:spLocks xmlns:a="http://schemas.openxmlformats.org/drawingml/2006/main" noGrp="1"/>
          </p:cNvSpPr>
          <p:nvPr/>
        </p:nvSpPr>
        <p:spPr>
          <a:xfrm xmlns:a="http://schemas.openxmlformats.org/drawingml/2006/main">
            <a:off x="3901173" y="455277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2" name="diagram-line-692">
            <a:extLst xmlns:a="http://schemas.openxmlformats.org/drawingml/2006/main">
              <a:ext uri="{FF2B5EF4-FFF2-40B4-BE49-F238E27FC236}">
                <a16:creationId xmlns:a16="http://schemas.microsoft.com/office/drawing/2014/main" id="{99AC58B0-9727-4C40-8036-2FFB9F743BC5}"/>
              </a:ext>
            </a:extLst>
          </p:cNvPr>
          <p:cNvSpPr>
            <a:spLocks xmlns:a="http://schemas.openxmlformats.org/drawingml/2006/main" noGrp="1"/>
          </p:cNvSpPr>
          <p:nvPr/>
        </p:nvSpPr>
        <p:spPr>
          <a:xfrm xmlns:a="http://schemas.openxmlformats.org/drawingml/2006/main">
            <a:off x="3910108"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3" name="diagram-line-693">
            <a:extLst xmlns:a="http://schemas.openxmlformats.org/drawingml/2006/main">
              <a:ext uri="{FF2B5EF4-FFF2-40B4-BE49-F238E27FC236}">
                <a16:creationId xmlns:a16="http://schemas.microsoft.com/office/drawing/2014/main" id="{9307152E-644F-441A-B456-725F20A584CA}"/>
              </a:ext>
            </a:extLst>
          </p:cNvPr>
          <p:cNvSpPr>
            <a:spLocks xmlns:a="http://schemas.openxmlformats.org/drawingml/2006/main" noGrp="1"/>
          </p:cNvSpPr>
          <p:nvPr/>
        </p:nvSpPr>
        <p:spPr>
          <a:xfrm xmlns:a="http://schemas.openxmlformats.org/drawingml/2006/main">
            <a:off x="4017321"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4" name="diagram-line-694">
            <a:extLst xmlns:a="http://schemas.openxmlformats.org/drawingml/2006/main">
              <a:ext uri="{FF2B5EF4-FFF2-40B4-BE49-F238E27FC236}">
                <a16:creationId xmlns:a16="http://schemas.microsoft.com/office/drawing/2014/main" id="{5AF74202-CEC7-469D-AB82-D689EE2FB721}"/>
              </a:ext>
            </a:extLst>
          </p:cNvPr>
          <p:cNvSpPr>
            <a:spLocks xmlns:a="http://schemas.openxmlformats.org/drawingml/2006/main" noGrp="1"/>
          </p:cNvSpPr>
          <p:nvPr/>
        </p:nvSpPr>
        <p:spPr>
          <a:xfrm xmlns:a="http://schemas.openxmlformats.org/drawingml/2006/main">
            <a:off x="4124535"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5" name="diagram-line-695">
            <a:extLst xmlns:a="http://schemas.openxmlformats.org/drawingml/2006/main">
              <a:ext uri="{FF2B5EF4-FFF2-40B4-BE49-F238E27FC236}">
                <a16:creationId xmlns:a16="http://schemas.microsoft.com/office/drawing/2014/main" id="{5777B149-D80E-4874-96D7-17E4B77084F3}"/>
              </a:ext>
            </a:extLst>
          </p:cNvPr>
          <p:cNvSpPr>
            <a:spLocks xmlns:a="http://schemas.openxmlformats.org/drawingml/2006/main" noGrp="1"/>
          </p:cNvSpPr>
          <p:nvPr/>
        </p:nvSpPr>
        <p:spPr>
          <a:xfrm xmlns:a="http://schemas.openxmlformats.org/drawingml/2006/main">
            <a:off x="3686747"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6" name="diagram-line-696">
            <a:extLst xmlns:a="http://schemas.openxmlformats.org/drawingml/2006/main">
              <a:ext uri="{FF2B5EF4-FFF2-40B4-BE49-F238E27FC236}">
                <a16:creationId xmlns:a16="http://schemas.microsoft.com/office/drawing/2014/main" id="{DDAC6A5E-3663-4B7A-A123-EE4EC86C095E}"/>
              </a:ext>
            </a:extLst>
          </p:cNvPr>
          <p:cNvSpPr>
            <a:spLocks xmlns:a="http://schemas.openxmlformats.org/drawingml/2006/main" noGrp="1"/>
          </p:cNvSpPr>
          <p:nvPr/>
        </p:nvSpPr>
        <p:spPr>
          <a:xfrm xmlns:a="http://schemas.openxmlformats.org/drawingml/2006/main">
            <a:off x="3793960"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7" name="diagram-line-697">
            <a:extLst xmlns:a="http://schemas.openxmlformats.org/drawingml/2006/main">
              <a:ext uri="{FF2B5EF4-FFF2-40B4-BE49-F238E27FC236}">
                <a16:creationId xmlns:a16="http://schemas.microsoft.com/office/drawing/2014/main" id="{9C9C2574-58BA-406C-99D0-B776BD0D1130}"/>
              </a:ext>
            </a:extLst>
          </p:cNvPr>
          <p:cNvSpPr>
            <a:spLocks xmlns:a="http://schemas.openxmlformats.org/drawingml/2006/main" noGrp="1"/>
          </p:cNvSpPr>
          <p:nvPr/>
        </p:nvSpPr>
        <p:spPr>
          <a:xfrm xmlns:a="http://schemas.openxmlformats.org/drawingml/2006/main">
            <a:off x="3901173" y="5687454"/>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8" name="diagram-line-698">
            <a:extLst xmlns:a="http://schemas.openxmlformats.org/drawingml/2006/main">
              <a:ext uri="{FF2B5EF4-FFF2-40B4-BE49-F238E27FC236}">
                <a16:creationId xmlns:a16="http://schemas.microsoft.com/office/drawing/2014/main" id="{58A70116-732E-40CD-BD18-2667BFE71495}"/>
              </a:ext>
            </a:extLst>
          </p:cNvPr>
          <p:cNvSpPr>
            <a:spLocks xmlns:a="http://schemas.openxmlformats.org/drawingml/2006/main" noGrp="1"/>
          </p:cNvSpPr>
          <p:nvPr/>
        </p:nvSpPr>
        <p:spPr>
          <a:xfrm xmlns:a="http://schemas.openxmlformats.org/drawingml/2006/main">
            <a:off x="3910108"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9" name="diagram-line-699">
            <a:extLst xmlns:a="http://schemas.openxmlformats.org/drawingml/2006/main">
              <a:ext uri="{FF2B5EF4-FFF2-40B4-BE49-F238E27FC236}">
                <a16:creationId xmlns:a16="http://schemas.microsoft.com/office/drawing/2014/main" id="{833F1A59-3425-4C0C-AD2A-0869E6E2600B}"/>
              </a:ext>
            </a:extLst>
          </p:cNvPr>
          <p:cNvSpPr>
            <a:spLocks xmlns:a="http://schemas.openxmlformats.org/drawingml/2006/main" noGrp="1"/>
          </p:cNvSpPr>
          <p:nvPr/>
        </p:nvSpPr>
        <p:spPr>
          <a:xfrm xmlns:a="http://schemas.openxmlformats.org/drawingml/2006/main">
            <a:off x="4017321"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0" name="diagram-line-700">
            <a:extLst xmlns:a="http://schemas.openxmlformats.org/drawingml/2006/main">
              <a:ext uri="{FF2B5EF4-FFF2-40B4-BE49-F238E27FC236}">
                <a16:creationId xmlns:a16="http://schemas.microsoft.com/office/drawing/2014/main" id="{5557BD40-583D-4C4D-8996-B2874193705B}"/>
              </a:ext>
            </a:extLst>
          </p:cNvPr>
          <p:cNvSpPr>
            <a:spLocks xmlns:a="http://schemas.openxmlformats.org/drawingml/2006/main" noGrp="1"/>
          </p:cNvSpPr>
          <p:nvPr/>
        </p:nvSpPr>
        <p:spPr>
          <a:xfrm xmlns:a="http://schemas.openxmlformats.org/drawingml/2006/main">
            <a:off x="4124535"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1" name="diagram-box-701">
            <a:extLst xmlns:a="http://schemas.openxmlformats.org/drawingml/2006/main">
              <a:ext uri="{FF2B5EF4-FFF2-40B4-BE49-F238E27FC236}">
                <a16:creationId xmlns:a16="http://schemas.microsoft.com/office/drawing/2014/main" id="{7BA70FB8-9F41-4DB9-816D-BE658C38F669}"/>
              </a:ext>
            </a:extLst>
          </p:cNvPr>
          <p:cNvSpPr>
            <a:spLocks xmlns:a="http://schemas.openxmlformats.org/drawingml/2006/main" noGrp="1"/>
          </p:cNvSpPr>
          <p:nvPr/>
        </p:nvSpPr>
        <p:spPr>
          <a:xfrm xmlns:a="http://schemas.openxmlformats.org/drawingml/2006/main">
            <a:off x="4222814" y="1524000"/>
            <a:ext cx="6879527" cy="1018527"/>
          </a:xfrm>
          <a:prstGeom xmlns:a="http://schemas.openxmlformats.org/drawingml/2006/main" prst="rect">
            <a:avLst/>
          </a:prstGeom>
          <a:solidFill xmlns:a="http://schemas.openxmlformats.org/drawingml/2006/main">
            <a:srgbClr val="FAF8FC"/>
          </a:solidFill>
          <a:ln xmlns:a="http://schemas.openxmlformats.org/drawingml/2006/main" w="8934">
            <a:solidFill>
              <a:srgbClr val="6F7B83"/>
            </a:solidFill>
          </a:ln>
        </p:spPr>
      </p:sp>
      <p:sp>
        <p:nvSpPr>
          <p:cNvPr id="232" name="diagram-box-702">
            <a:extLst xmlns:a="http://schemas.openxmlformats.org/drawingml/2006/main">
              <a:ext uri="{FF2B5EF4-FFF2-40B4-BE49-F238E27FC236}">
                <a16:creationId xmlns:a16="http://schemas.microsoft.com/office/drawing/2014/main" id="{514C1C62-33AD-483E-8872-B048853CA419}"/>
              </a:ext>
            </a:extLst>
          </p:cNvPr>
          <p:cNvSpPr>
            <a:spLocks xmlns:a="http://schemas.openxmlformats.org/drawingml/2006/main" noGrp="1"/>
          </p:cNvSpPr>
          <p:nvPr/>
        </p:nvSpPr>
        <p:spPr>
          <a:xfrm xmlns:a="http://schemas.openxmlformats.org/drawingml/2006/main">
            <a:off x="4222814" y="1524000"/>
            <a:ext cx="6879527" cy="285902"/>
          </a:xfrm>
          <a:prstGeom xmlns:a="http://schemas.openxmlformats.org/drawingml/2006/main" prst="rect">
            <a:avLst/>
          </a:prstGeom>
          <a:solidFill xmlns:a="http://schemas.openxmlformats.org/drawingml/2006/main">
            <a:srgbClr val="EEE9F2"/>
          </a:solidFill>
          <a:ln xmlns:a="http://schemas.openxmlformats.org/drawingml/2006/main" w="8934">
            <a:solidFill>
              <a:srgbClr val="6F7B83"/>
            </a:solidFill>
          </a:ln>
        </p:spPr>
      </p:sp>
      <p:sp>
        <p:nvSpPr>
          <p:cNvPr id="233" name="revision-text-703">
            <a:extLst xmlns:a="http://schemas.openxmlformats.org/drawingml/2006/main">
              <a:ext uri="{FF2B5EF4-FFF2-40B4-BE49-F238E27FC236}">
                <a16:creationId xmlns:a16="http://schemas.microsoft.com/office/drawing/2014/main" id="{821AB986-14D6-432B-9F9B-D7C7499E18C4}"/>
              </a:ext>
            </a:extLst>
          </p:cNvPr>
          <p:cNvSpPr>
            <a:spLocks xmlns:a="http://schemas.openxmlformats.org/drawingml/2006/main" noGrp="1"/>
          </p:cNvSpPr>
          <p:nvPr/>
        </p:nvSpPr>
        <p:spPr>
          <a:xfrm xmlns:a="http://schemas.openxmlformats.org/drawingml/2006/main">
            <a:off x="4294289" y="1550803"/>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Workflow node</a:t>
            </a:r>
          </a:p>
        </p:txBody>
      </p:sp>
      <p:sp>
        <p:nvSpPr>
          <p:cNvPr id="234" name="revision-text-704">
            <a:extLst xmlns:a="http://schemas.openxmlformats.org/drawingml/2006/main">
              <a:ext uri="{FF2B5EF4-FFF2-40B4-BE49-F238E27FC236}">
                <a16:creationId xmlns:a16="http://schemas.microsoft.com/office/drawing/2014/main" id="{92A84A8E-9DF6-467C-8A81-A45673597AE8}"/>
              </a:ext>
            </a:extLst>
          </p:cNvPr>
          <p:cNvSpPr>
            <a:spLocks xmlns:a="http://schemas.openxmlformats.org/drawingml/2006/main" noGrp="1"/>
          </p:cNvSpPr>
          <p:nvPr/>
        </p:nvSpPr>
        <p:spPr>
          <a:xfrm xmlns:a="http://schemas.openxmlformats.org/drawingml/2006/main">
            <a:off x="8439874" y="1586541"/>
            <a:ext cx="249271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152C40"/>
                </a:solidFill>
                <a:latin typeface="微软雅黑"/>
                <a:ea typeface="微软雅黑"/>
                <a:cs typeface="微软雅黑"/>
              </a:defRPr>
            </a:pPr>
            <a:r>
              <a:rPr sz="1266" b="0">
                <a:solidFill>
                  <a:srgbClr val="152C40"/>
                </a:solidFill>
                <a:latin typeface="微软雅黑"/>
                <a:ea typeface="微软雅黑"/>
                <a:cs typeface="微软雅黑"/>
              </a:rPr>
              <a:t>Control interfaces / Data ports</a:t>
            </a:r>
          </a:p>
        </p:txBody>
      </p:sp>
      <p:sp>
        <p:nvSpPr>
          <p:cNvPr id="235" name="diagram-box-705">
            <a:extLst xmlns:a="http://schemas.openxmlformats.org/drawingml/2006/main">
              <a:ext uri="{FF2B5EF4-FFF2-40B4-BE49-F238E27FC236}">
                <a16:creationId xmlns:a16="http://schemas.microsoft.com/office/drawing/2014/main" id="{39FE9D39-7344-454B-B45C-69D5062CB7E1}"/>
              </a:ext>
            </a:extLst>
          </p:cNvPr>
          <p:cNvSpPr>
            <a:spLocks xmlns:a="http://schemas.openxmlformats.org/drawingml/2006/main" noGrp="1"/>
          </p:cNvSpPr>
          <p:nvPr/>
        </p:nvSpPr>
        <p:spPr>
          <a:xfrm xmlns:a="http://schemas.openxmlformats.org/drawingml/2006/main">
            <a:off x="4383634" y="1908181"/>
            <a:ext cx="1938776" cy="25909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6" name="revision-text-706">
            <a:extLst xmlns:a="http://schemas.openxmlformats.org/drawingml/2006/main">
              <a:ext uri="{FF2B5EF4-FFF2-40B4-BE49-F238E27FC236}">
                <a16:creationId xmlns:a16="http://schemas.microsoft.com/office/drawing/2014/main" id="{757A9112-B395-4001-9A4C-47347BA62E56}"/>
              </a:ext>
            </a:extLst>
          </p:cNvPr>
          <p:cNvSpPr>
            <a:spLocks xmlns:a="http://schemas.openxmlformats.org/drawingml/2006/main" noGrp="1"/>
          </p:cNvSpPr>
          <p:nvPr/>
        </p:nvSpPr>
        <p:spPr>
          <a:xfrm xmlns:a="http://schemas.openxmlformats.org/drawingml/2006/main">
            <a:off x="4428306" y="193498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Variable space</a:t>
            </a:r>
          </a:p>
        </p:txBody>
      </p:sp>
      <p:sp>
        <p:nvSpPr>
          <p:cNvPr id="237" name="diagram-box-707">
            <a:extLst xmlns:a="http://schemas.openxmlformats.org/drawingml/2006/main">
              <a:ext uri="{FF2B5EF4-FFF2-40B4-BE49-F238E27FC236}">
                <a16:creationId xmlns:a16="http://schemas.microsoft.com/office/drawing/2014/main" id="{9457A02D-C018-476E-8A5B-6F30D40163D2}"/>
              </a:ext>
            </a:extLst>
          </p:cNvPr>
          <p:cNvSpPr>
            <a:spLocks xmlns:a="http://schemas.openxmlformats.org/drawingml/2006/main" noGrp="1"/>
          </p:cNvSpPr>
          <p:nvPr/>
        </p:nvSpPr>
        <p:spPr>
          <a:xfrm xmlns:a="http://schemas.openxmlformats.org/drawingml/2006/main">
            <a:off x="4383634" y="2229822"/>
            <a:ext cx="1938776" cy="241230"/>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8" name="revision-text-708">
            <a:extLst xmlns:a="http://schemas.openxmlformats.org/drawingml/2006/main">
              <a:ext uri="{FF2B5EF4-FFF2-40B4-BE49-F238E27FC236}">
                <a16:creationId xmlns:a16="http://schemas.microsoft.com/office/drawing/2014/main" id="{E36BD967-CE21-4887-BD56-2D9E16BE149B}"/>
              </a:ext>
            </a:extLst>
          </p:cNvPr>
          <p:cNvSpPr>
            <a:spLocks xmlns:a="http://schemas.openxmlformats.org/drawingml/2006/main" noGrp="1"/>
          </p:cNvSpPr>
          <p:nvPr/>
        </p:nvSpPr>
        <p:spPr>
          <a:xfrm xmlns:a="http://schemas.openxmlformats.org/drawingml/2006/main">
            <a:off x="4428306" y="225662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Node lifecycle</a:t>
            </a:r>
          </a:p>
        </p:txBody>
      </p:sp>
      <p:sp>
        <p:nvSpPr>
          <p:cNvPr id="239" name="diagram-box-709">
            <a:extLst xmlns:a="http://schemas.openxmlformats.org/drawingml/2006/main">
              <a:ext uri="{FF2B5EF4-FFF2-40B4-BE49-F238E27FC236}">
                <a16:creationId xmlns:a16="http://schemas.microsoft.com/office/drawing/2014/main" id="{6095082B-6598-4320-A09F-9D967F53AF86}"/>
              </a:ext>
            </a:extLst>
          </p:cNvPr>
          <p:cNvSpPr>
            <a:spLocks xmlns:a="http://schemas.openxmlformats.org/drawingml/2006/main" noGrp="1"/>
          </p:cNvSpPr>
          <p:nvPr/>
        </p:nvSpPr>
        <p:spPr>
          <a:xfrm xmlns:a="http://schemas.openxmlformats.org/drawingml/2006/main">
            <a:off x="6813804" y="1908181"/>
            <a:ext cx="4109847" cy="562870"/>
          </a:xfrm>
          <a:prstGeom xmlns:a="http://schemas.openxmlformats.org/drawingml/2006/main" prst="rect">
            <a:avLst/>
          </a:prstGeom>
          <a:solidFill xmlns:a="http://schemas.openxmlformats.org/drawingml/2006/main">
            <a:srgbClr val="FFFFFF"/>
          </a:solidFill>
          <a:ln xmlns:a="http://schemas.openxmlformats.org/drawingml/2006/main" w="8934">
            <a:solidFill>
              <a:srgbClr val="9A83BB"/>
            </a:solidFill>
          </a:ln>
        </p:spPr>
      </p:sp>
      <p:sp>
        <p:nvSpPr>
          <p:cNvPr id="240" name="revision-text-710">
            <a:extLst xmlns:a="http://schemas.openxmlformats.org/drawingml/2006/main">
              <a:ext uri="{FF2B5EF4-FFF2-40B4-BE49-F238E27FC236}">
                <a16:creationId xmlns:a16="http://schemas.microsoft.com/office/drawing/2014/main" id="{76273F12-2575-4927-B31C-E411EDA74FD6}"/>
              </a:ext>
            </a:extLst>
          </p:cNvPr>
          <p:cNvSpPr>
            <a:spLocks xmlns:a="http://schemas.openxmlformats.org/drawingml/2006/main" noGrp="1"/>
          </p:cNvSpPr>
          <p:nvPr/>
        </p:nvSpPr>
        <p:spPr>
          <a:xfrm xmlns:a="http://schemas.openxmlformats.org/drawingml/2006/main">
            <a:off x="6858476" y="1934985"/>
            <a:ext cx="4020502"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11111"/>
                </a:solidFill>
                <a:latin typeface="微软雅黑"/>
                <a:ea typeface="微软雅黑"/>
                <a:cs typeface="微软雅黑"/>
              </a:defRPr>
            </a:pPr>
            <a:r>
              <a:rPr sz="1407" b="1">
                <a:solidFill>
                  <a:srgbClr val="111111"/>
                </a:solidFill>
                <a:latin typeface="微软雅黑"/>
                <a:ea typeface="微软雅黑"/>
                <a:cs typeface="微软雅黑"/>
              </a:rPr>
              <a:t>Trigger: condition → action</a:t>
            </a:r>
          </a:p>
        </p:txBody>
      </p:sp>
      <p:sp>
        <p:nvSpPr>
          <p:cNvPr id="241" name="revision-text-711">
            <a:extLst xmlns:a="http://schemas.openxmlformats.org/drawingml/2006/main">
              <a:ext uri="{FF2B5EF4-FFF2-40B4-BE49-F238E27FC236}">
                <a16:creationId xmlns:a16="http://schemas.microsoft.com/office/drawing/2014/main" id="{724F86D6-BE63-432A-B43B-C26C25AE722D}"/>
              </a:ext>
            </a:extLst>
          </p:cNvPr>
          <p:cNvSpPr>
            <a:spLocks xmlns:a="http://schemas.openxmlformats.org/drawingml/2006/main" noGrp="1"/>
          </p:cNvSpPr>
          <p:nvPr/>
        </p:nvSpPr>
        <p:spPr>
          <a:xfrm xmlns:a="http://schemas.openxmlformats.org/drawingml/2006/main">
            <a:off x="6867411" y="2122608"/>
            <a:ext cx="4002634" cy="3702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lang="en-US">
                <a:solidFill>
                  <a:srgbClr val="111111"/>
                </a:solidFill>
                <a:latin typeface="微软雅黑"/>
                <a:ea typeface="微软雅黑"/>
                <a:cs typeface="微软雅黑"/>
              </a:rPr>
              <a:t>Read variables, interface signals, and lifecycle state</a:t>
            </a:r>
          </a:p>
          <a:p>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lang="en-US">
                <a:solidFill>
                  <a:srgbClr val="111111"/>
                </a:solidFill>
                <a:latin typeface="微软雅黑"/>
                <a:ea typeface="微软雅黑"/>
                <a:cs typeface="微软雅黑"/>
              </a:rPr>
              <a:t>Update variables and state, and send execution signals</a:t>
            </a:r>
          </a:p>
        </p:txBody>
      </p:sp>
      <p:sp>
        <p:nvSpPr>
          <p:cNvPr id="242" name="diagram-line-712">
            <a:extLst xmlns:a="http://schemas.openxmlformats.org/drawingml/2006/main">
              <a:ext uri="{FF2B5EF4-FFF2-40B4-BE49-F238E27FC236}">
                <a16:creationId xmlns:a16="http://schemas.microsoft.com/office/drawing/2014/main" id="{94AE4EA0-01A4-4E61-8C4A-B7830C5BA134}"/>
              </a:ext>
            </a:extLst>
          </p:cNvPr>
          <p:cNvSpPr>
            <a:spLocks xmlns:a="http://schemas.openxmlformats.org/drawingml/2006/main" noGrp="1"/>
          </p:cNvSpPr>
          <p:nvPr/>
        </p:nvSpPr>
        <p:spPr>
          <a:xfrm xmlns:a="http://schemas.openxmlformats.org/drawingml/2006/main">
            <a:off x="6322409" y="2033264"/>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3" name="diagram-poly-713">
            <a:extLst xmlns:a="http://schemas.openxmlformats.org/drawingml/2006/main">
              <a:ext uri="{FF2B5EF4-FFF2-40B4-BE49-F238E27FC236}">
                <a16:creationId xmlns:a16="http://schemas.microsoft.com/office/drawing/2014/main" id="{4DB64C87-4E74-4ED2-B51A-8D86B8A2340B}"/>
              </a:ext>
            </a:extLst>
          </p:cNvPr>
          <p:cNvSpPr>
            <a:spLocks xmlns:a="http://schemas.openxmlformats.org/drawingml/2006/main" noGrp="1"/>
          </p:cNvSpPr>
          <p:nvPr/>
        </p:nvSpPr>
        <p:spPr>
          <a:xfrm xmlns:a="http://schemas.openxmlformats.org/drawingml/2006/main">
            <a:off x="6751263" y="2005567"/>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4" name="diagram-line-714">
            <a:extLst xmlns:a="http://schemas.openxmlformats.org/drawingml/2006/main">
              <a:ext uri="{FF2B5EF4-FFF2-40B4-BE49-F238E27FC236}">
                <a16:creationId xmlns:a16="http://schemas.microsoft.com/office/drawing/2014/main" id="{918F3DD0-5AB3-4CDF-9A20-E23455CE5245}"/>
              </a:ext>
            </a:extLst>
          </p:cNvPr>
          <p:cNvSpPr>
            <a:spLocks xmlns:a="http://schemas.openxmlformats.org/drawingml/2006/main" noGrp="1"/>
          </p:cNvSpPr>
          <p:nvPr/>
        </p:nvSpPr>
        <p:spPr>
          <a:xfrm xmlns:a="http://schemas.openxmlformats.org/drawingml/2006/main">
            <a:off x="6322409" y="2345969"/>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5" name="diagram-poly-715">
            <a:extLst xmlns:a="http://schemas.openxmlformats.org/drawingml/2006/main">
              <a:ext uri="{FF2B5EF4-FFF2-40B4-BE49-F238E27FC236}">
                <a16:creationId xmlns:a16="http://schemas.microsoft.com/office/drawing/2014/main" id="{0AD66090-5E51-46B8-A3DE-99684E4A0CB8}"/>
              </a:ext>
            </a:extLst>
          </p:cNvPr>
          <p:cNvSpPr>
            <a:spLocks xmlns:a="http://schemas.openxmlformats.org/drawingml/2006/main" noGrp="1"/>
          </p:cNvSpPr>
          <p:nvPr/>
        </p:nvSpPr>
        <p:spPr>
          <a:xfrm xmlns:a="http://schemas.openxmlformats.org/drawingml/2006/main">
            <a:off x="6751263" y="231827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6" name="diagram-line-716">
            <a:extLst xmlns:a="http://schemas.openxmlformats.org/drawingml/2006/main">
              <a:ext uri="{FF2B5EF4-FFF2-40B4-BE49-F238E27FC236}">
                <a16:creationId xmlns:a16="http://schemas.microsoft.com/office/drawing/2014/main" id="{85E8AF27-CDD7-4192-A460-11F00A0E243D}"/>
              </a:ext>
            </a:extLst>
          </p:cNvPr>
          <p:cNvSpPr>
            <a:spLocks xmlns:a="http://schemas.openxmlformats.org/drawingml/2006/main" noGrp="1"/>
          </p:cNvSpPr>
          <p:nvPr/>
        </p:nvSpPr>
        <p:spPr>
          <a:xfrm xmlns:a="http://schemas.openxmlformats.org/drawingml/2006/main">
            <a:off x="4937570" y="2542527"/>
            <a:ext cx="179" cy="491395"/>
          </a:xfrm>
          <a:custGeom xmlns:a="http://schemas.openxmlformats.org/drawingml/2006/main">
            <a:pathLst>
              <a:path w="191" h="523875">
                <a:moveTo>
                  <a:pt x="0" y="0"/>
                </a:moveTo>
                <a:lnTo>
                  <a:pt x="0" y="523875"/>
                </a:lnTo>
              </a:path>
            </a:pathLst>
          </a:custGeom>
          <a:noFill xmlns:a="http://schemas.openxmlformats.org/drawingml/2006/main"/>
          <a:ln xmlns:a="http://schemas.openxmlformats.org/drawingml/2006/main" w="13402">
            <a:solidFill>
              <a:srgbClr val="28849C"/>
            </a:solidFill>
          </a:ln>
        </p:spPr>
      </p:sp>
      <p:sp>
        <p:nvSpPr>
          <p:cNvPr id="247" name="diagram-poly-717">
            <a:extLst xmlns:a="http://schemas.openxmlformats.org/drawingml/2006/main">
              <a:ext uri="{FF2B5EF4-FFF2-40B4-BE49-F238E27FC236}">
                <a16:creationId xmlns:a16="http://schemas.microsoft.com/office/drawing/2014/main" id="{D68B7822-F4DE-4F9F-8D87-EE5CDE9DE584}"/>
              </a:ext>
            </a:extLst>
          </p:cNvPr>
          <p:cNvSpPr>
            <a:spLocks xmlns:a="http://schemas.openxmlformats.org/drawingml/2006/main" noGrp="1"/>
          </p:cNvSpPr>
          <p:nvPr/>
        </p:nvSpPr>
        <p:spPr>
          <a:xfrm xmlns:a="http://schemas.openxmlformats.org/drawingml/2006/main">
            <a:off x="4909873" y="2971381"/>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48" name="revision-text-718">
            <a:extLst xmlns:a="http://schemas.openxmlformats.org/drawingml/2006/main">
              <a:ext uri="{FF2B5EF4-FFF2-40B4-BE49-F238E27FC236}">
                <a16:creationId xmlns:a16="http://schemas.microsoft.com/office/drawing/2014/main" id="{48CD5621-F101-46C7-B61B-7B16970FE68B}"/>
              </a:ext>
            </a:extLst>
          </p:cNvPr>
          <p:cNvSpPr>
            <a:spLocks xmlns:a="http://schemas.openxmlformats.org/drawingml/2006/main" noGrp="1"/>
          </p:cNvSpPr>
          <p:nvPr/>
        </p:nvSpPr>
        <p:spPr>
          <a:xfrm xmlns:a="http://schemas.openxmlformats.org/drawingml/2006/main">
            <a:off x="5035848" y="2667610"/>
            <a:ext cx="2501646" cy="2238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66" b="0">
                <a:solidFill>
                  <a:srgbClr val="28849C"/>
                </a:solidFill>
                <a:latin typeface="微软雅黑"/>
                <a:ea typeface="微软雅黑"/>
                <a:cs typeface="微软雅黑"/>
              </a:defRPr>
            </a:pPr>
            <a:r>
              <a:rPr sz="1011" b="0" lang="en-US">
                <a:solidFill>
                  <a:srgbClr val="28849C"/>
                </a:solidFill>
                <a:latin typeface="微软雅黑"/>
                <a:ea typeface="微软雅黑"/>
                <a:cs typeface="微软雅黑"/>
              </a:rPr>
              <a:t>Control request / Operation parameters</a:t>
            </a:r>
          </a:p>
        </p:txBody>
      </p:sp>
      <p:sp>
        <p:nvSpPr>
          <p:cNvPr id="249" name="diagram-line-719">
            <a:extLst xmlns:a="http://schemas.openxmlformats.org/drawingml/2006/main">
              <a:ext uri="{FF2B5EF4-FFF2-40B4-BE49-F238E27FC236}">
                <a16:creationId xmlns:a16="http://schemas.microsoft.com/office/drawing/2014/main" id="{E5A5AAA8-043C-47F9-87C5-5A0E1EBA6E02}"/>
              </a:ext>
            </a:extLst>
          </p:cNvPr>
          <p:cNvSpPr>
            <a:spLocks xmlns:a="http://schemas.openxmlformats.org/drawingml/2006/main" noGrp="1"/>
          </p:cNvSpPr>
          <p:nvPr/>
        </p:nvSpPr>
        <p:spPr>
          <a:xfrm xmlns:a="http://schemas.openxmlformats.org/drawingml/2006/main">
            <a:off x="10208895" y="2542527"/>
            <a:ext cx="179" cy="491395"/>
          </a:xfrm>
          <a:custGeom xmlns:a="http://schemas.openxmlformats.org/drawingml/2006/main">
            <a:pathLst>
              <a:path w="191" h="523875">
                <a:moveTo>
                  <a:pt x="0" y="523875"/>
                </a:moveTo>
                <a:lnTo>
                  <a:pt x="0" y="0"/>
                </a:lnTo>
              </a:path>
            </a:pathLst>
          </a:custGeom>
          <a:noFill xmlns:a="http://schemas.openxmlformats.org/drawingml/2006/main"/>
          <a:ln xmlns:a="http://schemas.openxmlformats.org/drawingml/2006/main" w="13402">
            <a:solidFill>
              <a:srgbClr val="799A39"/>
            </a:solidFill>
          </a:ln>
        </p:spPr>
      </p:sp>
      <p:sp>
        <p:nvSpPr>
          <p:cNvPr id="250" name="diagram-poly-720">
            <a:extLst xmlns:a="http://schemas.openxmlformats.org/drawingml/2006/main">
              <a:ext uri="{FF2B5EF4-FFF2-40B4-BE49-F238E27FC236}">
                <a16:creationId xmlns:a16="http://schemas.microsoft.com/office/drawing/2014/main" id="{138F92FB-5801-41AE-A795-59B46479468C}"/>
              </a:ext>
            </a:extLst>
          </p:cNvPr>
          <p:cNvSpPr>
            <a:spLocks xmlns:a="http://schemas.openxmlformats.org/drawingml/2006/main" noGrp="1"/>
          </p:cNvSpPr>
          <p:nvPr/>
        </p:nvSpPr>
        <p:spPr>
          <a:xfrm xmlns:a="http://schemas.openxmlformats.org/drawingml/2006/main">
            <a:off x="10181198" y="254252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51" name="revision-text-721">
            <a:extLst xmlns:a="http://schemas.openxmlformats.org/drawingml/2006/main">
              <a:ext uri="{FF2B5EF4-FFF2-40B4-BE49-F238E27FC236}">
                <a16:creationId xmlns:a16="http://schemas.microsoft.com/office/drawing/2014/main" id="{4906C6DF-BBF8-4BBB-85E3-7C2998197041}"/>
              </a:ext>
            </a:extLst>
          </p:cNvPr>
          <p:cNvSpPr>
            <a:spLocks xmlns:a="http://schemas.openxmlformats.org/drawingml/2006/main" noGrp="1"/>
          </p:cNvSpPr>
          <p:nvPr/>
        </p:nvSpPr>
        <p:spPr>
          <a:xfrm xmlns:a="http://schemas.openxmlformats.org/drawingml/2006/main">
            <a:off x="7894872" y="2667610"/>
            <a:ext cx="2233613" cy="2238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66" b="0">
                <a:solidFill>
                  <a:srgbClr val="799A39"/>
                </a:solidFill>
                <a:latin typeface="微软雅黑"/>
                <a:ea typeface="微软雅黑"/>
                <a:cs typeface="微软雅黑"/>
              </a:defRPr>
            </a:pPr>
            <a:r>
              <a:rPr sz="1086" b="0" lang="en-US">
                <a:solidFill>
                  <a:srgbClr val="799A39"/>
                </a:solidFill>
                <a:latin typeface="微软雅黑"/>
                <a:ea typeface="微软雅黑"/>
                <a:cs typeface="微软雅黑"/>
              </a:rPr>
              <a:t>Execution status / Data feedback</a:t>
            </a:r>
          </a:p>
        </p:txBody>
      </p:sp>
      <p:sp>
        <p:nvSpPr>
          <p:cNvPr id="252" name="diagram-box-722">
            <a:extLst xmlns:a="http://schemas.openxmlformats.org/drawingml/2006/main">
              <a:ext uri="{FF2B5EF4-FFF2-40B4-BE49-F238E27FC236}">
                <a16:creationId xmlns:a16="http://schemas.microsoft.com/office/drawing/2014/main" id="{86396D6D-38A4-4142-A7A2-174DF61AE22D}"/>
              </a:ext>
            </a:extLst>
          </p:cNvPr>
          <p:cNvSpPr>
            <a:spLocks xmlns:a="http://schemas.openxmlformats.org/drawingml/2006/main" noGrp="1"/>
          </p:cNvSpPr>
          <p:nvPr/>
        </p:nvSpPr>
        <p:spPr>
          <a:xfrm xmlns:a="http://schemas.openxmlformats.org/drawingml/2006/main">
            <a:off x="4222814" y="3033922"/>
            <a:ext cx="6879527" cy="1081068"/>
          </a:xfrm>
          <a:prstGeom xmlns:a="http://schemas.openxmlformats.org/drawingml/2006/main" prst="rect">
            <a:avLst/>
          </a:prstGeom>
          <a:solidFill xmlns:a="http://schemas.openxmlformats.org/drawingml/2006/main">
            <a:srgbClr val="F6F9EF"/>
          </a:solidFill>
          <a:ln xmlns:a="http://schemas.openxmlformats.org/drawingml/2006/main" w="8934">
            <a:solidFill>
              <a:srgbClr val="6F7B83"/>
            </a:solidFill>
          </a:ln>
        </p:spPr>
      </p:sp>
      <p:sp>
        <p:nvSpPr>
          <p:cNvPr id="253" name="diagram-box-723">
            <a:extLst xmlns:a="http://schemas.openxmlformats.org/drawingml/2006/main">
              <a:ext uri="{FF2B5EF4-FFF2-40B4-BE49-F238E27FC236}">
                <a16:creationId xmlns:a16="http://schemas.microsoft.com/office/drawing/2014/main" id="{890A46E2-9FC3-461C-A87B-17DF6BBF2C75}"/>
              </a:ext>
            </a:extLst>
          </p:cNvPr>
          <p:cNvSpPr>
            <a:spLocks xmlns:a="http://schemas.openxmlformats.org/drawingml/2006/main" noGrp="1"/>
          </p:cNvSpPr>
          <p:nvPr/>
        </p:nvSpPr>
        <p:spPr>
          <a:xfrm xmlns:a="http://schemas.openxmlformats.org/drawingml/2006/main">
            <a:off x="4222814" y="3033922"/>
            <a:ext cx="6879527" cy="285902"/>
          </a:xfrm>
          <a:prstGeom xmlns:a="http://schemas.openxmlformats.org/drawingml/2006/main" prst="rect">
            <a:avLst/>
          </a:prstGeom>
          <a:solidFill xmlns:a="http://schemas.openxmlformats.org/drawingml/2006/main">
            <a:srgbClr val="E9F0DB"/>
          </a:solidFill>
          <a:ln xmlns:a="http://schemas.openxmlformats.org/drawingml/2006/main" w="8934">
            <a:solidFill>
              <a:srgbClr val="6F7B83"/>
            </a:solidFill>
          </a:ln>
        </p:spPr>
      </p:sp>
      <p:sp>
        <p:nvSpPr>
          <p:cNvPr id="254" name="revision-text-724">
            <a:extLst xmlns:a="http://schemas.openxmlformats.org/drawingml/2006/main">
              <a:ext uri="{FF2B5EF4-FFF2-40B4-BE49-F238E27FC236}">
                <a16:creationId xmlns:a16="http://schemas.microsoft.com/office/drawing/2014/main" id="{676B3BDB-11D1-43C6-BAF9-AFFE11390152}"/>
              </a:ext>
            </a:extLst>
          </p:cNvPr>
          <p:cNvSpPr>
            <a:spLocks xmlns:a="http://schemas.openxmlformats.org/drawingml/2006/main" noGrp="1"/>
          </p:cNvSpPr>
          <p:nvPr/>
        </p:nvSpPr>
        <p:spPr>
          <a:xfrm xmlns:a="http://schemas.openxmlformats.org/drawingml/2006/main">
            <a:off x="4294289" y="3060725"/>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Device state machine</a:t>
            </a:r>
          </a:p>
        </p:txBody>
      </p:sp>
      <p:sp>
        <p:nvSpPr>
          <p:cNvPr id="255" name="revision-text-725">
            <a:extLst xmlns:a="http://schemas.openxmlformats.org/drawingml/2006/main">
              <a:ext uri="{FF2B5EF4-FFF2-40B4-BE49-F238E27FC236}">
                <a16:creationId xmlns:a16="http://schemas.microsoft.com/office/drawing/2014/main" id="{6AAB5E61-8324-4C56-BC15-CBB53DA7B0A6}"/>
              </a:ext>
            </a:extLst>
          </p:cNvPr>
          <p:cNvSpPr>
            <a:spLocks xmlns:a="http://schemas.openxmlformats.org/drawingml/2006/main" noGrp="1"/>
          </p:cNvSpPr>
          <p:nvPr/>
        </p:nvSpPr>
        <p:spPr>
          <a:xfrm xmlns:a="http://schemas.openxmlformats.org/drawingml/2006/main">
            <a:off x="6724459" y="3096463"/>
            <a:ext cx="4217060" cy="20299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52C40"/>
                </a:solidFill>
                <a:latin typeface="微软雅黑"/>
                <a:ea typeface="微软雅黑"/>
                <a:cs typeface="微软雅黑"/>
              </a:defRPr>
            </a:pPr>
            <a:r>
              <a:rPr sz="1021" b="0" lang="en-US">
                <a:solidFill>
                  <a:srgbClr val="152C40"/>
                </a:solidFill>
                <a:latin typeface="微软雅黑"/>
                <a:ea typeface="微软雅黑"/>
                <a:cs typeface="微软雅黑"/>
              </a:rPr>
              <a:t>Capability model supplies operations + Adapter mapping contract</a:t>
            </a:r>
          </a:p>
        </p:txBody>
      </p:sp>
      <p:sp>
        <p:nvSpPr>
          <p:cNvPr id="256" name="diagram-box-726">
            <a:extLst xmlns:a="http://schemas.openxmlformats.org/drawingml/2006/main">
              <a:ext uri="{FF2B5EF4-FFF2-40B4-BE49-F238E27FC236}">
                <a16:creationId xmlns:a16="http://schemas.microsoft.com/office/drawing/2014/main" id="{B8EEA25C-9280-4DB9-A6FF-ACBFEAF866EF}"/>
              </a:ext>
            </a:extLst>
          </p:cNvPr>
          <p:cNvSpPr>
            <a:spLocks xmlns:a="http://schemas.openxmlformats.org/drawingml/2006/main" noGrp="1"/>
          </p:cNvSpPr>
          <p:nvPr/>
        </p:nvSpPr>
        <p:spPr>
          <a:xfrm xmlns:a="http://schemas.openxmlformats.org/drawingml/2006/main">
            <a:off x="4383634"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57" name="revision-text-727">
            <a:extLst xmlns:a="http://schemas.openxmlformats.org/drawingml/2006/main">
              <a:ext uri="{FF2B5EF4-FFF2-40B4-BE49-F238E27FC236}">
                <a16:creationId xmlns:a16="http://schemas.microsoft.com/office/drawing/2014/main" id="{233E154D-D6A6-4634-BFFE-439F0A026932}"/>
              </a:ext>
            </a:extLst>
          </p:cNvPr>
          <p:cNvSpPr>
            <a:spLocks xmlns:a="http://schemas.openxmlformats.org/drawingml/2006/main" noGrp="1"/>
          </p:cNvSpPr>
          <p:nvPr/>
        </p:nvSpPr>
        <p:spPr>
          <a:xfrm xmlns:a="http://schemas.openxmlformats.org/drawingml/2006/main">
            <a:off x="4428306"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Request handling</a:t>
            </a:r>
          </a:p>
        </p:txBody>
      </p:sp>
      <p:sp>
        <p:nvSpPr>
          <p:cNvPr id="258" name="revision-text-728">
            <a:extLst xmlns:a="http://schemas.openxmlformats.org/drawingml/2006/main">
              <a:ext uri="{FF2B5EF4-FFF2-40B4-BE49-F238E27FC236}">
                <a16:creationId xmlns:a16="http://schemas.microsoft.com/office/drawing/2014/main" id="{B5D5793F-F4C4-491A-9B8B-88C9B0C73682}"/>
              </a:ext>
            </a:extLst>
          </p:cNvPr>
          <p:cNvSpPr>
            <a:spLocks xmlns:a="http://schemas.openxmlformats.org/drawingml/2006/main" noGrp="1"/>
          </p:cNvSpPr>
          <p:nvPr/>
        </p:nvSpPr>
        <p:spPr>
          <a:xfrm xmlns:a="http://schemas.openxmlformats.org/drawingml/2006/main">
            <a:off x="4437240" y="3623596"/>
            <a:ext cx="1769021" cy="20299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lang="en-US">
                <a:solidFill>
                  <a:srgbClr val="111111"/>
                </a:solidFill>
                <a:latin typeface="微软雅黑"/>
                <a:ea typeface="微软雅黑"/>
                <a:cs typeface="微软雅黑"/>
              </a:rPr>
              <a:t>Check request and state</a:t>
            </a:r>
          </a:p>
        </p:txBody>
      </p:sp>
      <p:sp>
        <p:nvSpPr>
          <p:cNvPr id="259" name="diagram-box-729">
            <a:extLst xmlns:a="http://schemas.openxmlformats.org/drawingml/2006/main">
              <a:ext uri="{FF2B5EF4-FFF2-40B4-BE49-F238E27FC236}">
                <a16:creationId xmlns:a16="http://schemas.microsoft.com/office/drawing/2014/main" id="{DF23EDB9-1117-43A4-A123-2A38042044D6}"/>
              </a:ext>
            </a:extLst>
          </p:cNvPr>
          <p:cNvSpPr>
            <a:spLocks xmlns:a="http://schemas.openxmlformats.org/drawingml/2006/main" noGrp="1"/>
          </p:cNvSpPr>
          <p:nvPr/>
        </p:nvSpPr>
        <p:spPr>
          <a:xfrm xmlns:a="http://schemas.openxmlformats.org/drawingml/2006/main">
            <a:off x="6706591"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0" name="revision-text-730">
            <a:extLst xmlns:a="http://schemas.openxmlformats.org/drawingml/2006/main">
              <a:ext uri="{FF2B5EF4-FFF2-40B4-BE49-F238E27FC236}">
                <a16:creationId xmlns:a16="http://schemas.microsoft.com/office/drawing/2014/main" id="{75659885-24CB-424C-995E-3FD67536A521}"/>
              </a:ext>
            </a:extLst>
          </p:cNvPr>
          <p:cNvSpPr>
            <a:spLocks xmlns:a="http://schemas.openxmlformats.org/drawingml/2006/main" noGrp="1"/>
          </p:cNvSpPr>
          <p:nvPr/>
        </p:nvSpPr>
        <p:spPr>
          <a:xfrm xmlns:a="http://schemas.openxmlformats.org/drawingml/2006/main">
            <a:off x="6751263"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State transition</a:t>
            </a:r>
          </a:p>
        </p:txBody>
      </p:sp>
      <p:sp>
        <p:nvSpPr>
          <p:cNvPr id="261" name="revision-text-731">
            <a:extLst xmlns:a="http://schemas.openxmlformats.org/drawingml/2006/main">
              <a:ext uri="{FF2B5EF4-FFF2-40B4-BE49-F238E27FC236}">
                <a16:creationId xmlns:a16="http://schemas.microsoft.com/office/drawing/2014/main" id="{5CECA0B0-0E5C-4223-8E99-8EFD7475858B}"/>
              </a:ext>
            </a:extLst>
          </p:cNvPr>
          <p:cNvSpPr>
            <a:spLocks xmlns:a="http://schemas.openxmlformats.org/drawingml/2006/main" noGrp="1"/>
          </p:cNvSpPr>
          <p:nvPr/>
        </p:nvSpPr>
        <p:spPr>
          <a:xfrm xmlns:a="http://schemas.openxmlformats.org/drawingml/2006/main">
            <a:off x="6760197"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Apply transition actions</a:t>
            </a:r>
          </a:p>
        </p:txBody>
      </p:sp>
      <p:sp>
        <p:nvSpPr>
          <p:cNvPr id="262" name="diagram-box-732">
            <a:extLst xmlns:a="http://schemas.openxmlformats.org/drawingml/2006/main">
              <a:ext uri="{FF2B5EF4-FFF2-40B4-BE49-F238E27FC236}">
                <a16:creationId xmlns:a16="http://schemas.microsoft.com/office/drawing/2014/main" id="{0D6F2DBC-8666-4042-8E85-B82083680729}"/>
              </a:ext>
            </a:extLst>
          </p:cNvPr>
          <p:cNvSpPr>
            <a:spLocks xmlns:a="http://schemas.openxmlformats.org/drawingml/2006/main" noGrp="1"/>
          </p:cNvSpPr>
          <p:nvPr/>
        </p:nvSpPr>
        <p:spPr>
          <a:xfrm xmlns:a="http://schemas.openxmlformats.org/drawingml/2006/main">
            <a:off x="9029548" y="3418103"/>
            <a:ext cx="1894103"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3" name="revision-text-733">
            <a:extLst xmlns:a="http://schemas.openxmlformats.org/drawingml/2006/main">
              <a:ext uri="{FF2B5EF4-FFF2-40B4-BE49-F238E27FC236}">
                <a16:creationId xmlns:a16="http://schemas.microsoft.com/office/drawing/2014/main" id="{EF96EB7D-C62C-4E69-B0AB-8B56F69AEB41}"/>
              </a:ext>
            </a:extLst>
          </p:cNvPr>
          <p:cNvSpPr>
            <a:spLocks xmlns:a="http://schemas.openxmlformats.org/drawingml/2006/main" noGrp="1"/>
          </p:cNvSpPr>
          <p:nvPr/>
        </p:nvSpPr>
        <p:spPr>
          <a:xfrm xmlns:a="http://schemas.openxmlformats.org/drawingml/2006/main">
            <a:off x="9074220" y="3444907"/>
            <a:ext cx="1804759"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Command output</a:t>
            </a:r>
          </a:p>
        </p:txBody>
      </p:sp>
      <p:sp>
        <p:nvSpPr>
          <p:cNvPr id="264" name="revision-text-734">
            <a:extLst xmlns:a="http://schemas.openxmlformats.org/drawingml/2006/main">
              <a:ext uri="{FF2B5EF4-FFF2-40B4-BE49-F238E27FC236}">
                <a16:creationId xmlns:a16="http://schemas.microsoft.com/office/drawing/2014/main" id="{0CE973D3-482E-4324-89CE-C04A741D3C90}"/>
              </a:ext>
            </a:extLst>
          </p:cNvPr>
          <p:cNvSpPr>
            <a:spLocks xmlns:a="http://schemas.openxmlformats.org/drawingml/2006/main" noGrp="1"/>
          </p:cNvSpPr>
          <p:nvPr/>
        </p:nvSpPr>
        <p:spPr>
          <a:xfrm xmlns:a="http://schemas.openxmlformats.org/drawingml/2006/main">
            <a:off x="9083154" y="3623596"/>
            <a:ext cx="1786890" cy="202991"/>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26" b="0">
                <a:solidFill>
                  <a:srgbClr val="111111"/>
                </a:solidFill>
                <a:latin typeface="微软雅黑"/>
                <a:ea typeface="微软雅黑"/>
                <a:cs typeface="微软雅黑"/>
              </a:defRPr>
            </a:pPr>
            <a:r>
              <a:rPr sz="991" b="0" lang="en-US">
                <a:solidFill>
                  <a:srgbClr val="111111"/>
                </a:solidFill>
                <a:latin typeface="微软雅黑"/>
                <a:ea typeface="微软雅黑"/>
                <a:cs typeface="微软雅黑"/>
              </a:rPr>
              <a:t>Form command per contract</a:t>
            </a:r>
          </a:p>
        </p:txBody>
      </p:sp>
      <p:sp>
        <p:nvSpPr>
          <p:cNvPr id="265" name="diagram-line-735">
            <a:extLst xmlns:a="http://schemas.openxmlformats.org/drawingml/2006/main">
              <a:ext uri="{FF2B5EF4-FFF2-40B4-BE49-F238E27FC236}">
                <a16:creationId xmlns:a16="http://schemas.microsoft.com/office/drawing/2014/main" id="{F3C6AF61-4CAD-42FF-8706-9B1246ACF924}"/>
              </a:ext>
            </a:extLst>
          </p:cNvPr>
          <p:cNvSpPr>
            <a:spLocks xmlns:a="http://schemas.openxmlformats.org/drawingml/2006/main" noGrp="1"/>
          </p:cNvSpPr>
          <p:nvPr/>
        </p:nvSpPr>
        <p:spPr>
          <a:xfrm xmlns:a="http://schemas.openxmlformats.org/drawingml/2006/main">
            <a:off x="6259868"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6" name="diagram-poly-736">
            <a:extLst xmlns:a="http://schemas.openxmlformats.org/drawingml/2006/main">
              <a:ext uri="{FF2B5EF4-FFF2-40B4-BE49-F238E27FC236}">
                <a16:creationId xmlns:a16="http://schemas.microsoft.com/office/drawing/2014/main" id="{3EA7A715-A02F-4BA2-A8AA-0A361F517D33}"/>
              </a:ext>
            </a:extLst>
          </p:cNvPr>
          <p:cNvSpPr>
            <a:spLocks xmlns:a="http://schemas.openxmlformats.org/drawingml/2006/main" noGrp="1"/>
          </p:cNvSpPr>
          <p:nvPr/>
        </p:nvSpPr>
        <p:spPr>
          <a:xfrm xmlns:a="http://schemas.openxmlformats.org/drawingml/2006/main">
            <a:off x="6644049"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7" name="diagram-line-737">
            <a:extLst xmlns:a="http://schemas.openxmlformats.org/drawingml/2006/main">
              <a:ext uri="{FF2B5EF4-FFF2-40B4-BE49-F238E27FC236}">
                <a16:creationId xmlns:a16="http://schemas.microsoft.com/office/drawing/2014/main" id="{0BDBC8A5-D659-4CFB-B214-09278F52B7BD}"/>
              </a:ext>
            </a:extLst>
          </p:cNvPr>
          <p:cNvSpPr>
            <a:spLocks xmlns:a="http://schemas.openxmlformats.org/drawingml/2006/main" noGrp="1"/>
          </p:cNvSpPr>
          <p:nvPr/>
        </p:nvSpPr>
        <p:spPr>
          <a:xfrm xmlns:a="http://schemas.openxmlformats.org/drawingml/2006/main">
            <a:off x="8582825"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8" name="diagram-poly-738">
            <a:extLst xmlns:a="http://schemas.openxmlformats.org/drawingml/2006/main">
              <a:ext uri="{FF2B5EF4-FFF2-40B4-BE49-F238E27FC236}">
                <a16:creationId xmlns:a16="http://schemas.microsoft.com/office/drawing/2014/main" id="{A443C20E-898A-43B4-BB04-77187D915455}"/>
              </a:ext>
            </a:extLst>
          </p:cNvPr>
          <p:cNvSpPr>
            <a:spLocks xmlns:a="http://schemas.openxmlformats.org/drawingml/2006/main" noGrp="1"/>
          </p:cNvSpPr>
          <p:nvPr/>
        </p:nvSpPr>
        <p:spPr>
          <a:xfrm xmlns:a="http://schemas.openxmlformats.org/drawingml/2006/main">
            <a:off x="8967006"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9" name="revision-text-739">
            <a:extLst xmlns:a="http://schemas.openxmlformats.org/drawingml/2006/main">
              <a:ext uri="{FF2B5EF4-FFF2-40B4-BE49-F238E27FC236}">
                <a16:creationId xmlns:a16="http://schemas.microsoft.com/office/drawing/2014/main" id="{F7170BB6-9646-4DCF-AF7F-BF9792187C42}"/>
              </a:ext>
            </a:extLst>
          </p:cNvPr>
          <p:cNvSpPr>
            <a:spLocks xmlns:a="http://schemas.openxmlformats.org/drawingml/2006/main" noGrp="1"/>
          </p:cNvSpPr>
          <p:nvPr/>
        </p:nvSpPr>
        <p:spPr>
          <a:xfrm xmlns:a="http://schemas.openxmlformats.org/drawingml/2006/main">
            <a:off x="4419371" y="3918433"/>
            <a:ext cx="6468542" cy="21344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lang="en-US">
                <a:solidFill>
                  <a:srgbClr val="799A39"/>
                </a:solidFill>
                <a:latin typeface="微软雅黑"/>
                <a:ea typeface="微软雅黑"/>
                <a:cs typeface="微软雅黑"/>
              </a:rPr>
              <a:t>Events and telemetry → update device model state and attributes</a:t>
            </a:r>
          </a:p>
        </p:txBody>
      </p:sp>
      <p:sp>
        <p:nvSpPr>
          <p:cNvPr id="270" name="diagram-line-740">
            <a:extLst xmlns:a="http://schemas.openxmlformats.org/drawingml/2006/main">
              <a:ext uri="{FF2B5EF4-FFF2-40B4-BE49-F238E27FC236}">
                <a16:creationId xmlns:a16="http://schemas.microsoft.com/office/drawing/2014/main" id="{FB34E911-CCE4-4AEF-B9F4-3C26E6C33ABF}"/>
              </a:ext>
            </a:extLst>
          </p:cNvPr>
          <p:cNvSpPr>
            <a:spLocks xmlns:a="http://schemas.openxmlformats.org/drawingml/2006/main" noGrp="1"/>
          </p:cNvSpPr>
          <p:nvPr/>
        </p:nvSpPr>
        <p:spPr>
          <a:xfrm xmlns:a="http://schemas.openxmlformats.org/drawingml/2006/main">
            <a:off x="4937570" y="4114991"/>
            <a:ext cx="179" cy="473526"/>
          </a:xfrm>
          <a:custGeom xmlns:a="http://schemas.openxmlformats.org/drawingml/2006/main">
            <a:pathLst>
              <a:path w="191" h="504825">
                <a:moveTo>
                  <a:pt x="0" y="0"/>
                </a:moveTo>
                <a:lnTo>
                  <a:pt x="0" y="504825"/>
                </a:lnTo>
              </a:path>
            </a:pathLst>
          </a:custGeom>
          <a:noFill xmlns:a="http://schemas.openxmlformats.org/drawingml/2006/main"/>
          <a:ln xmlns:a="http://schemas.openxmlformats.org/drawingml/2006/main" w="13402">
            <a:solidFill>
              <a:srgbClr val="28849C"/>
            </a:solidFill>
          </a:ln>
        </p:spPr>
      </p:sp>
      <p:sp>
        <p:nvSpPr>
          <p:cNvPr id="271" name="diagram-poly-741">
            <a:extLst xmlns:a="http://schemas.openxmlformats.org/drawingml/2006/main">
              <a:ext uri="{FF2B5EF4-FFF2-40B4-BE49-F238E27FC236}">
                <a16:creationId xmlns:a16="http://schemas.microsoft.com/office/drawing/2014/main" id="{ABCBE365-DA18-49E6-828A-1D341DDF9A88}"/>
              </a:ext>
            </a:extLst>
          </p:cNvPr>
          <p:cNvSpPr>
            <a:spLocks xmlns:a="http://schemas.openxmlformats.org/drawingml/2006/main" noGrp="1"/>
          </p:cNvSpPr>
          <p:nvPr/>
        </p:nvSpPr>
        <p:spPr>
          <a:xfrm xmlns:a="http://schemas.openxmlformats.org/drawingml/2006/main">
            <a:off x="4909873" y="452597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72" name="revision-text-742">
            <a:extLst xmlns:a="http://schemas.openxmlformats.org/drawingml/2006/main">
              <a:ext uri="{FF2B5EF4-FFF2-40B4-BE49-F238E27FC236}">
                <a16:creationId xmlns:a16="http://schemas.microsoft.com/office/drawing/2014/main" id="{6D05B50E-37AF-49A9-A6E5-56BAF750C428}"/>
              </a:ext>
            </a:extLst>
          </p:cNvPr>
          <p:cNvSpPr>
            <a:spLocks xmlns:a="http://schemas.openxmlformats.org/drawingml/2006/main" noGrp="1"/>
          </p:cNvSpPr>
          <p:nvPr/>
        </p:nvSpPr>
        <p:spPr>
          <a:xfrm xmlns:a="http://schemas.openxmlformats.org/drawingml/2006/main">
            <a:off x="5035848" y="4231138"/>
            <a:ext cx="2412302" cy="2238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66" b="0">
                <a:solidFill>
                  <a:srgbClr val="28849C"/>
                </a:solidFill>
                <a:latin typeface="微软雅黑"/>
                <a:ea typeface="微软雅黑"/>
                <a:cs typeface="微软雅黑"/>
              </a:defRPr>
            </a:pPr>
            <a:r>
              <a:rPr sz="1266" b="0" lang="en-US">
                <a:solidFill>
                  <a:srgbClr val="28849C"/>
                </a:solidFill>
                <a:latin typeface="微软雅黑"/>
                <a:ea typeface="微软雅黑"/>
                <a:cs typeface="微软雅黑"/>
              </a:rPr>
              <a:t>Command for the Adapter</a:t>
            </a:r>
          </a:p>
        </p:txBody>
      </p:sp>
      <p:sp>
        <p:nvSpPr>
          <p:cNvPr id="273" name="diagram-line-743">
            <a:extLst xmlns:a="http://schemas.openxmlformats.org/drawingml/2006/main">
              <a:ext uri="{FF2B5EF4-FFF2-40B4-BE49-F238E27FC236}">
                <a16:creationId xmlns:a16="http://schemas.microsoft.com/office/drawing/2014/main" id="{D9E8E818-9A16-4D27-95FE-D4EF248B930A}"/>
              </a:ext>
            </a:extLst>
          </p:cNvPr>
          <p:cNvSpPr>
            <a:spLocks xmlns:a="http://schemas.openxmlformats.org/drawingml/2006/main" noGrp="1"/>
          </p:cNvSpPr>
          <p:nvPr/>
        </p:nvSpPr>
        <p:spPr>
          <a:xfrm xmlns:a="http://schemas.openxmlformats.org/drawingml/2006/main">
            <a:off x="10208895" y="4114991"/>
            <a:ext cx="179" cy="473526"/>
          </a:xfrm>
          <a:custGeom xmlns:a="http://schemas.openxmlformats.org/drawingml/2006/main">
            <a:pathLst>
              <a:path w="191" h="504825">
                <a:moveTo>
                  <a:pt x="0" y="504825"/>
                </a:moveTo>
                <a:lnTo>
                  <a:pt x="0" y="0"/>
                </a:lnTo>
              </a:path>
            </a:pathLst>
          </a:custGeom>
          <a:noFill xmlns:a="http://schemas.openxmlformats.org/drawingml/2006/main"/>
          <a:ln xmlns:a="http://schemas.openxmlformats.org/drawingml/2006/main" w="13402">
            <a:solidFill>
              <a:srgbClr val="799A39"/>
            </a:solidFill>
          </a:ln>
        </p:spPr>
      </p:sp>
      <p:sp>
        <p:nvSpPr>
          <p:cNvPr id="274" name="diagram-poly-744">
            <a:extLst xmlns:a="http://schemas.openxmlformats.org/drawingml/2006/main">
              <a:ext uri="{FF2B5EF4-FFF2-40B4-BE49-F238E27FC236}">
                <a16:creationId xmlns:a16="http://schemas.microsoft.com/office/drawing/2014/main" id="{3D3E49A9-A457-41FB-B4EB-47D26AC8EE66}"/>
              </a:ext>
            </a:extLst>
          </p:cNvPr>
          <p:cNvSpPr>
            <a:spLocks xmlns:a="http://schemas.openxmlformats.org/drawingml/2006/main" noGrp="1"/>
          </p:cNvSpPr>
          <p:nvPr/>
        </p:nvSpPr>
        <p:spPr>
          <a:xfrm xmlns:a="http://schemas.openxmlformats.org/drawingml/2006/main">
            <a:off x="10181198" y="4114991"/>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75" name="revision-text-745">
            <a:extLst xmlns:a="http://schemas.openxmlformats.org/drawingml/2006/main">
              <a:ext uri="{FF2B5EF4-FFF2-40B4-BE49-F238E27FC236}">
                <a16:creationId xmlns:a16="http://schemas.microsoft.com/office/drawing/2014/main" id="{D56528CC-764F-4641-A72D-60E8597EFB7B}"/>
              </a:ext>
            </a:extLst>
          </p:cNvPr>
          <p:cNvSpPr>
            <a:spLocks xmlns:a="http://schemas.openxmlformats.org/drawingml/2006/main" noGrp="1"/>
          </p:cNvSpPr>
          <p:nvPr/>
        </p:nvSpPr>
        <p:spPr>
          <a:xfrm xmlns:a="http://schemas.openxmlformats.org/drawingml/2006/main">
            <a:off x="7939545" y="4231138"/>
            <a:ext cx="2215744"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799A39"/>
                </a:solidFill>
                <a:latin typeface="微软雅黑"/>
                <a:ea typeface="微软雅黑"/>
                <a:cs typeface="微软雅黑"/>
              </a:defRPr>
            </a:pPr>
            <a:r>
              <a:rPr sz="1170" b="0">
                <a:solidFill>
                  <a:srgbClr val="799A39"/>
                </a:solidFill>
                <a:latin typeface="微软雅黑"/>
                <a:ea typeface="微软雅黑"/>
                <a:cs typeface="微软雅黑"/>
              </a:rPr>
              <a:t>Device events / Measurements</a:t>
            </a:r>
          </a:p>
        </p:txBody>
      </p:sp>
      <p:sp>
        <p:nvSpPr>
          <p:cNvPr id="276" name="diagram-box-746">
            <a:extLst xmlns:a="http://schemas.openxmlformats.org/drawingml/2006/main">
              <a:ext uri="{FF2B5EF4-FFF2-40B4-BE49-F238E27FC236}">
                <a16:creationId xmlns:a16="http://schemas.microsoft.com/office/drawing/2014/main" id="{2FA133DE-F742-445A-80E0-B803A229CBAB}"/>
              </a:ext>
            </a:extLst>
          </p:cNvPr>
          <p:cNvSpPr>
            <a:spLocks xmlns:a="http://schemas.openxmlformats.org/drawingml/2006/main" noGrp="1"/>
          </p:cNvSpPr>
          <p:nvPr/>
        </p:nvSpPr>
        <p:spPr>
          <a:xfrm xmlns:a="http://schemas.openxmlformats.org/drawingml/2006/main">
            <a:off x="4222814" y="4588516"/>
            <a:ext cx="6879527" cy="768363"/>
          </a:xfrm>
          <a:prstGeom xmlns:a="http://schemas.openxmlformats.org/drawingml/2006/main" prst="rect">
            <a:avLst/>
          </a:prstGeom>
          <a:solidFill xmlns:a="http://schemas.openxmlformats.org/drawingml/2006/main">
            <a:srgbClr val="FFF8E2"/>
          </a:solidFill>
          <a:ln xmlns:a="http://schemas.openxmlformats.org/drawingml/2006/main" w="8934">
            <a:solidFill>
              <a:srgbClr val="6F7B83"/>
            </a:solidFill>
          </a:ln>
        </p:spPr>
      </p:sp>
      <p:sp>
        <p:nvSpPr>
          <p:cNvPr id="277" name="diagram-box-747">
            <a:extLst xmlns:a="http://schemas.openxmlformats.org/drawingml/2006/main">
              <a:ext uri="{FF2B5EF4-FFF2-40B4-BE49-F238E27FC236}">
                <a16:creationId xmlns:a16="http://schemas.microsoft.com/office/drawing/2014/main" id="{294BC5BD-EC6A-498B-B766-18C36987C61A}"/>
              </a:ext>
            </a:extLst>
          </p:cNvPr>
          <p:cNvSpPr>
            <a:spLocks xmlns:a="http://schemas.openxmlformats.org/drawingml/2006/main" noGrp="1"/>
          </p:cNvSpPr>
          <p:nvPr/>
        </p:nvSpPr>
        <p:spPr>
          <a:xfrm xmlns:a="http://schemas.openxmlformats.org/drawingml/2006/main">
            <a:off x="4222814" y="4588516"/>
            <a:ext cx="6879527" cy="285902"/>
          </a:xfrm>
          <a:prstGeom xmlns:a="http://schemas.openxmlformats.org/drawingml/2006/main" prst="rect">
            <a:avLst/>
          </a:prstGeom>
          <a:solidFill xmlns:a="http://schemas.openxmlformats.org/drawingml/2006/main">
            <a:srgbClr val="F8E8B0"/>
          </a:solidFill>
          <a:ln xmlns:a="http://schemas.openxmlformats.org/drawingml/2006/main" w="8934">
            <a:solidFill>
              <a:srgbClr val="6F7B83"/>
            </a:solidFill>
          </a:ln>
        </p:spPr>
      </p:sp>
      <p:sp>
        <p:nvSpPr>
          <p:cNvPr id="278" name="revision-text-748">
            <a:extLst xmlns:a="http://schemas.openxmlformats.org/drawingml/2006/main">
              <a:ext uri="{FF2B5EF4-FFF2-40B4-BE49-F238E27FC236}">
                <a16:creationId xmlns:a16="http://schemas.microsoft.com/office/drawing/2014/main" id="{41756F86-517E-4118-A14C-538E7A094B72}"/>
              </a:ext>
            </a:extLst>
          </p:cNvPr>
          <p:cNvSpPr>
            <a:spLocks xmlns:a="http://schemas.openxmlformats.org/drawingml/2006/main" noGrp="1"/>
          </p:cNvSpPr>
          <p:nvPr/>
        </p:nvSpPr>
        <p:spPr>
          <a:xfrm xmlns:a="http://schemas.openxmlformats.org/drawingml/2006/main">
            <a:off x="4294289" y="4615320"/>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279" name="diagram-box-749">
            <a:extLst xmlns:a="http://schemas.openxmlformats.org/drawingml/2006/main">
              <a:ext uri="{FF2B5EF4-FFF2-40B4-BE49-F238E27FC236}">
                <a16:creationId xmlns:a16="http://schemas.microsoft.com/office/drawing/2014/main" id="{433BFC4D-99C4-4B13-A759-3B9A525DF392}"/>
              </a:ext>
            </a:extLst>
          </p:cNvPr>
          <p:cNvSpPr>
            <a:spLocks xmlns:a="http://schemas.openxmlformats.org/drawingml/2006/main" noGrp="1"/>
          </p:cNvSpPr>
          <p:nvPr/>
        </p:nvSpPr>
        <p:spPr>
          <a:xfrm xmlns:a="http://schemas.openxmlformats.org/drawingml/2006/main">
            <a:off x="4383634" y="4928025"/>
            <a:ext cx="3037713"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0" name="revision-text-750">
            <a:extLst xmlns:a="http://schemas.openxmlformats.org/drawingml/2006/main">
              <a:ext uri="{FF2B5EF4-FFF2-40B4-BE49-F238E27FC236}">
                <a16:creationId xmlns:a16="http://schemas.microsoft.com/office/drawing/2014/main" id="{C183A95B-6AF9-482E-90E7-216BC21FA3DB}"/>
              </a:ext>
            </a:extLst>
          </p:cNvPr>
          <p:cNvSpPr>
            <a:spLocks xmlns:a="http://schemas.openxmlformats.org/drawingml/2006/main" noGrp="1"/>
          </p:cNvSpPr>
          <p:nvPr/>
        </p:nvSpPr>
        <p:spPr>
          <a:xfrm xmlns:a="http://schemas.openxmlformats.org/drawingml/2006/main">
            <a:off x="4428306" y="4954829"/>
            <a:ext cx="2948368"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Command mapping</a:t>
            </a:r>
          </a:p>
        </p:txBody>
      </p:sp>
      <p:sp>
        <p:nvSpPr>
          <p:cNvPr id="281" name="revision-text-751">
            <a:extLst xmlns:a="http://schemas.openxmlformats.org/drawingml/2006/main">
              <a:ext uri="{FF2B5EF4-FFF2-40B4-BE49-F238E27FC236}">
                <a16:creationId xmlns:a16="http://schemas.microsoft.com/office/drawing/2014/main" id="{86D3FB8F-A361-4337-9BD2-3A8DD0A44408}"/>
              </a:ext>
            </a:extLst>
          </p:cNvPr>
          <p:cNvSpPr>
            <a:spLocks xmlns:a="http://schemas.openxmlformats.org/drawingml/2006/main" noGrp="1"/>
          </p:cNvSpPr>
          <p:nvPr/>
        </p:nvSpPr>
        <p:spPr>
          <a:xfrm xmlns:a="http://schemas.openxmlformats.org/drawingml/2006/main">
            <a:off x="4437240" y="5124583"/>
            <a:ext cx="2930500" cy="19253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lang="en-US">
                <a:solidFill>
                  <a:srgbClr val="111111"/>
                </a:solidFill>
                <a:latin typeface="微软雅黑"/>
                <a:ea typeface="微软雅黑"/>
                <a:cs typeface="微软雅黑"/>
              </a:rPr>
              <a:t>Upper-level command → Device protocol</a:t>
            </a:r>
          </a:p>
        </p:txBody>
      </p:sp>
      <p:sp>
        <p:nvSpPr>
          <p:cNvPr id="282" name="diagram-box-752">
            <a:extLst xmlns:a="http://schemas.openxmlformats.org/drawingml/2006/main">
              <a:ext uri="{FF2B5EF4-FFF2-40B4-BE49-F238E27FC236}">
                <a16:creationId xmlns:a16="http://schemas.microsoft.com/office/drawing/2014/main" id="{81FB8D0C-0E78-4FD7-86FF-3416807512A7}"/>
              </a:ext>
            </a:extLst>
          </p:cNvPr>
          <p:cNvSpPr>
            <a:spLocks xmlns:a="http://schemas.openxmlformats.org/drawingml/2006/main" noGrp="1"/>
          </p:cNvSpPr>
          <p:nvPr/>
        </p:nvSpPr>
        <p:spPr>
          <a:xfrm xmlns:a="http://schemas.openxmlformats.org/drawingml/2006/main">
            <a:off x="7903807" y="4928025"/>
            <a:ext cx="3019844"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3" name="revision-text-753">
            <a:extLst xmlns:a="http://schemas.openxmlformats.org/drawingml/2006/main">
              <a:ext uri="{FF2B5EF4-FFF2-40B4-BE49-F238E27FC236}">
                <a16:creationId xmlns:a16="http://schemas.microsoft.com/office/drawing/2014/main" id="{96F3C650-4237-4F29-902A-ADFA0061643F}"/>
              </a:ext>
            </a:extLst>
          </p:cNvPr>
          <p:cNvSpPr>
            <a:spLocks xmlns:a="http://schemas.openxmlformats.org/drawingml/2006/main" noGrp="1"/>
          </p:cNvSpPr>
          <p:nvPr/>
        </p:nvSpPr>
        <p:spPr>
          <a:xfrm xmlns:a="http://schemas.openxmlformats.org/drawingml/2006/main">
            <a:off x="7948479" y="4954829"/>
            <a:ext cx="2930500"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Feedback conversion</a:t>
            </a:r>
          </a:p>
        </p:txBody>
      </p:sp>
      <p:sp>
        <p:nvSpPr>
          <p:cNvPr id="284" name="revision-text-754">
            <a:extLst xmlns:a="http://schemas.openxmlformats.org/drawingml/2006/main">
              <a:ext uri="{FF2B5EF4-FFF2-40B4-BE49-F238E27FC236}">
                <a16:creationId xmlns:a16="http://schemas.microsoft.com/office/drawing/2014/main" id="{BD6EE588-7130-4296-AF35-CD6FCC442AE7}"/>
              </a:ext>
            </a:extLst>
          </p:cNvPr>
          <p:cNvSpPr>
            <a:spLocks xmlns:a="http://schemas.openxmlformats.org/drawingml/2006/main" noGrp="1"/>
          </p:cNvSpPr>
          <p:nvPr/>
        </p:nvSpPr>
        <p:spPr>
          <a:xfrm xmlns:a="http://schemas.openxmlformats.org/drawingml/2006/main">
            <a:off x="7957414" y="5124583"/>
            <a:ext cx="2912631" cy="19253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lang="en-US">
                <a:solidFill>
                  <a:srgbClr val="111111"/>
                </a:solidFill>
                <a:latin typeface="微软雅黑"/>
                <a:ea typeface="微软雅黑"/>
                <a:cs typeface="微软雅黑"/>
              </a:rPr>
              <a:t>Device data → Events / Telemetry</a:t>
            </a:r>
          </a:p>
        </p:txBody>
      </p:sp>
      <p:sp>
        <p:nvSpPr>
          <p:cNvPr id="285" name="diagram-line-755">
            <a:extLst xmlns:a="http://schemas.openxmlformats.org/drawingml/2006/main">
              <a:ext uri="{FF2B5EF4-FFF2-40B4-BE49-F238E27FC236}">
                <a16:creationId xmlns:a16="http://schemas.microsoft.com/office/drawing/2014/main" id="{1F584532-E3AE-4482-A60C-3257ADACF2B9}"/>
              </a:ext>
            </a:extLst>
          </p:cNvPr>
          <p:cNvSpPr>
            <a:spLocks xmlns:a="http://schemas.openxmlformats.org/drawingml/2006/main" noGrp="1"/>
          </p:cNvSpPr>
          <p:nvPr/>
        </p:nvSpPr>
        <p:spPr>
          <a:xfrm xmlns:a="http://schemas.openxmlformats.org/drawingml/2006/main">
            <a:off x="4937570" y="5356879"/>
            <a:ext cx="179" cy="375247"/>
          </a:xfrm>
          <a:custGeom xmlns:a="http://schemas.openxmlformats.org/drawingml/2006/main">
            <a:pathLst>
              <a:path w="191" h="400050">
                <a:moveTo>
                  <a:pt x="0" y="0"/>
                </a:moveTo>
                <a:lnTo>
                  <a:pt x="0" y="400050"/>
                </a:lnTo>
              </a:path>
            </a:pathLst>
          </a:custGeom>
          <a:noFill xmlns:a="http://schemas.openxmlformats.org/drawingml/2006/main"/>
          <a:ln xmlns:a="http://schemas.openxmlformats.org/drawingml/2006/main" w="13402">
            <a:solidFill>
              <a:srgbClr val="28849C"/>
            </a:solidFill>
          </a:ln>
        </p:spPr>
      </p:sp>
      <p:sp>
        <p:nvSpPr>
          <p:cNvPr id="286" name="diagram-poly-756">
            <a:extLst xmlns:a="http://schemas.openxmlformats.org/drawingml/2006/main">
              <a:ext uri="{FF2B5EF4-FFF2-40B4-BE49-F238E27FC236}">
                <a16:creationId xmlns:a16="http://schemas.microsoft.com/office/drawing/2014/main" id="{04D70011-EC9C-4122-B2EE-3295CCB6989C}"/>
              </a:ext>
            </a:extLst>
          </p:cNvPr>
          <p:cNvSpPr>
            <a:spLocks xmlns:a="http://schemas.openxmlformats.org/drawingml/2006/main" noGrp="1"/>
          </p:cNvSpPr>
          <p:nvPr/>
        </p:nvSpPr>
        <p:spPr>
          <a:xfrm xmlns:a="http://schemas.openxmlformats.org/drawingml/2006/main">
            <a:off x="4909873" y="566958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87" name="revision-text-757">
            <a:extLst xmlns:a="http://schemas.openxmlformats.org/drawingml/2006/main">
              <a:ext uri="{FF2B5EF4-FFF2-40B4-BE49-F238E27FC236}">
                <a16:creationId xmlns:a16="http://schemas.microsoft.com/office/drawing/2014/main" id="{F9FEEE07-66F3-4400-A4BF-45FE98067BF6}"/>
              </a:ext>
            </a:extLst>
          </p:cNvPr>
          <p:cNvSpPr>
            <a:spLocks xmlns:a="http://schemas.openxmlformats.org/drawingml/2006/main" noGrp="1"/>
          </p:cNvSpPr>
          <p:nvPr/>
        </p:nvSpPr>
        <p:spPr>
          <a:xfrm xmlns:a="http://schemas.openxmlformats.org/drawingml/2006/main">
            <a:off x="5035848" y="5455158"/>
            <a:ext cx="2144268"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96" b="0">
                <a:solidFill>
                  <a:srgbClr val="28849C"/>
                </a:solidFill>
                <a:latin typeface="微软雅黑"/>
                <a:ea typeface="微软雅黑"/>
                <a:cs typeface="微软雅黑"/>
              </a:defRPr>
            </a:pPr>
            <a:r>
              <a:rPr sz="1196" b="0">
                <a:solidFill>
                  <a:srgbClr val="28849C"/>
                </a:solidFill>
                <a:latin typeface="微软雅黑"/>
                <a:ea typeface="微软雅黑"/>
                <a:cs typeface="微软雅黑"/>
              </a:rPr>
              <a:t>Device command</a:t>
            </a:r>
          </a:p>
        </p:txBody>
      </p:sp>
      <p:sp>
        <p:nvSpPr>
          <p:cNvPr id="288" name="diagram-line-758">
            <a:extLst xmlns:a="http://schemas.openxmlformats.org/drawingml/2006/main">
              <a:ext uri="{FF2B5EF4-FFF2-40B4-BE49-F238E27FC236}">
                <a16:creationId xmlns:a16="http://schemas.microsoft.com/office/drawing/2014/main" id="{1FAF49A0-186A-42D8-A14F-6BDFD18E9769}"/>
              </a:ext>
            </a:extLst>
          </p:cNvPr>
          <p:cNvSpPr>
            <a:spLocks xmlns:a="http://schemas.openxmlformats.org/drawingml/2006/main" noGrp="1"/>
          </p:cNvSpPr>
          <p:nvPr/>
        </p:nvSpPr>
        <p:spPr>
          <a:xfrm xmlns:a="http://schemas.openxmlformats.org/drawingml/2006/main">
            <a:off x="10208895" y="5356879"/>
            <a:ext cx="179" cy="375247"/>
          </a:xfrm>
          <a:custGeom xmlns:a="http://schemas.openxmlformats.org/drawingml/2006/main">
            <a:pathLst>
              <a:path w="191" h="400050">
                <a:moveTo>
                  <a:pt x="0" y="400050"/>
                </a:moveTo>
                <a:lnTo>
                  <a:pt x="0" y="0"/>
                </a:lnTo>
              </a:path>
            </a:pathLst>
          </a:custGeom>
          <a:noFill xmlns:a="http://schemas.openxmlformats.org/drawingml/2006/main"/>
          <a:ln xmlns:a="http://schemas.openxmlformats.org/drawingml/2006/main" w="13402">
            <a:solidFill>
              <a:srgbClr val="799A39"/>
            </a:solidFill>
          </a:ln>
        </p:spPr>
      </p:sp>
      <p:sp>
        <p:nvSpPr>
          <p:cNvPr id="289" name="diagram-poly-759">
            <a:extLst xmlns:a="http://schemas.openxmlformats.org/drawingml/2006/main">
              <a:ext uri="{FF2B5EF4-FFF2-40B4-BE49-F238E27FC236}">
                <a16:creationId xmlns:a16="http://schemas.microsoft.com/office/drawing/2014/main" id="{902F443A-0D64-40D7-8AA5-C3A3B3880DD1}"/>
              </a:ext>
            </a:extLst>
          </p:cNvPr>
          <p:cNvSpPr>
            <a:spLocks xmlns:a="http://schemas.openxmlformats.org/drawingml/2006/main" noGrp="1"/>
          </p:cNvSpPr>
          <p:nvPr/>
        </p:nvSpPr>
        <p:spPr>
          <a:xfrm xmlns:a="http://schemas.openxmlformats.org/drawingml/2006/main">
            <a:off x="10181198" y="5356879"/>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90" name="revision-text-760">
            <a:extLst xmlns:a="http://schemas.openxmlformats.org/drawingml/2006/main">
              <a:ext uri="{FF2B5EF4-FFF2-40B4-BE49-F238E27FC236}">
                <a16:creationId xmlns:a16="http://schemas.microsoft.com/office/drawing/2014/main" id="{B16D8390-493A-400A-B7CD-EEECBA6C598A}"/>
              </a:ext>
            </a:extLst>
          </p:cNvPr>
          <p:cNvSpPr>
            <a:spLocks xmlns:a="http://schemas.openxmlformats.org/drawingml/2006/main" noGrp="1"/>
          </p:cNvSpPr>
          <p:nvPr/>
        </p:nvSpPr>
        <p:spPr>
          <a:xfrm xmlns:a="http://schemas.openxmlformats.org/drawingml/2006/main">
            <a:off x="8171840" y="5455158"/>
            <a:ext cx="1965579"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1:p xmlns:ns1="http://schemas.openxmlformats.org/drawingml/2006/main">
            <ns1:pPr algn="ctr">
              <ns1:lnSpc>
                <ns1:spcPct val="104000"/>
              </ns1:lnSpc>
              <ns1:spcBef>
                <ns1:spcPts val="0"/>
              </ns1:spcBef>
              <ns1:spcAft>
                <ns1:spcPts val="0"/>
              </ns1:spcAft>
              <ns1:buNone/>
              <ns1:defRPr sz="1196" b="0">
                <ns1:solidFill>
                  <ns1:srgbClr val="799A39"/>
                </ns1:solidFill>
                <ns1:latin typeface="微软雅黑"/>
                <ns1:ea typeface="微软雅黑"/>
                <ns1:cs typeface="微软雅黑"/>
              </ns1:defRPr>
            </ns1:pPr>
            <ns1:r>
              <ns1:rPr sz="926" b="0" lang="en-US">
                <ns1:solidFill>
                  <ns1:srgbClr val="799A39"/>
                </ns1:solidFill>
                <ns1:latin typeface="微软雅黑"/>
                <ns1:ea typeface="微软雅黑"/>
                <ns1:cs typeface="微软雅黑"/>
              </ns1:rPr>
              <ns1:t>Measurements / Operating status</ns1:t>
            </ns1:r>
          </ns1:p>
        </p:txBody>
      </p:sp>
      <p:sp>
        <p:nvSpPr>
          <p:cNvPr id="291" name="diagram-box-761">
            <a:extLst xmlns:a="http://schemas.openxmlformats.org/drawingml/2006/main">
              <a:ext uri="{FF2B5EF4-FFF2-40B4-BE49-F238E27FC236}">
                <a16:creationId xmlns:a16="http://schemas.microsoft.com/office/drawing/2014/main" id="{BFBFA0DE-3003-4190-9EC8-F423C9CFF347}"/>
              </a:ext>
            </a:extLst>
          </p:cNvPr>
          <p:cNvSpPr>
            <a:spLocks xmlns:a="http://schemas.openxmlformats.org/drawingml/2006/main" noGrp="1"/>
          </p:cNvSpPr>
          <p:nvPr/>
        </p:nvSpPr>
        <p:spPr>
          <a:xfrm xmlns:a="http://schemas.openxmlformats.org/drawingml/2006/main">
            <a:off x="4222814" y="5732126"/>
            <a:ext cx="6879527" cy="259099"/>
          </a:xfrm>
          <a:prstGeom xmlns:a="http://schemas.openxmlformats.org/drawingml/2006/main" prst="rect">
            <a:avLst/>
          </a:prstGeom>
          <a:solidFill xmlns:a="http://schemas.openxmlformats.org/drawingml/2006/main">
            <a:srgbClr val="FEF5EE"/>
          </a:solidFill>
          <a:ln xmlns:a="http://schemas.openxmlformats.org/drawingml/2006/main" w="8934">
            <a:solidFill>
              <a:srgbClr val="6F7B83"/>
            </a:solidFill>
          </a:ln>
        </p:spPr>
      </p:sp>
      <p:sp>
        <p:nvSpPr>
          <p:cNvPr id="292" name="revision-text-762">
            <a:extLst xmlns:a="http://schemas.openxmlformats.org/drawingml/2006/main">
              <a:ext uri="{FF2B5EF4-FFF2-40B4-BE49-F238E27FC236}">
                <a16:creationId xmlns:a16="http://schemas.microsoft.com/office/drawing/2014/main" id="{633E6AD5-DE90-484F-98DF-30F4EF25DEF7}"/>
              </a:ext>
            </a:extLst>
          </p:cNvPr>
          <p:cNvSpPr>
            <a:spLocks xmlns:a="http://schemas.openxmlformats.org/drawingml/2006/main" noGrp="1"/>
          </p:cNvSpPr>
          <p:nvPr/>
        </p:nvSpPr>
        <p:spPr>
          <a:xfrm xmlns:a="http://schemas.openxmlformats.org/drawingml/2006/main">
            <a:off x="4294289" y="5767864"/>
            <a:ext cx="6736575" cy="24480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407" b="1">
                <a:solidFill>
                  <a:srgbClr val="152C40"/>
                </a:solidFill>
                <a:latin typeface="微软雅黑"/>
                <a:ea typeface="微软雅黑"/>
                <a:cs typeface="微软雅黑"/>
              </a:defRPr>
            </a:pPr>
            <a:r>
              <a:rPr sz="1257" b="1" lang="en-US">
                <a:solidFill>
                  <a:srgbClr val="152C40"/>
                </a:solidFill>
                <a:latin typeface="微软雅黑"/>
                <a:ea typeface="微软雅黑"/>
                <a:cs typeface="微软雅黑"/>
              </a:rPr>
              <a:t>Physical device: execute operations and return measurements and operating status</a:t>
            </a:r>
          </a:p>
        </p:txBody>
      </p:sp>
      <p:sp>
        <p:nvSpPr>
          <p:cNvPr id="293" name="revision-text-763">
            <a:extLst xmlns:a="http://schemas.openxmlformats.org/drawingml/2006/main">
              <a:ext uri="{FF2B5EF4-FFF2-40B4-BE49-F238E27FC236}">
                <a16:creationId xmlns:a16="http://schemas.microsoft.com/office/drawing/2014/main" id="{0B43FAA1-F5DE-4DEE-9D93-9A7728F29F73}"/>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lang="en-US">
                <a:solidFill>
                  <a:srgbClr val="1C3C5C"/>
                </a:solidFill>
                <a:latin typeface="微软雅黑"/>
                <a:ea typeface="微软雅黑"/>
                <a:cs typeface="微软雅黑"/>
              </a:rPr>
              <a:t>People, workflows, and LLMs share the device model entry point, state rules, and constraints.</a:t>
            </a:r>
          </a:p>
        </p:txBody>
      </p:sp>
    </p:spTree>
    <p:extLst>
      <p:ext uri="{BB962C8B-B14F-4D97-AF65-F5344CB8AC3E}">
        <p14:creationId xmlns:p14="http://schemas.microsoft.com/office/powerpoint/2010/main" val="16021040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E52FCF-13C1-4F50-8C10-5F2C97CA3BC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157DE65-F9FE-4DF9-AE15-E1001E49BD3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2850" b="1">
                <a:solidFill>
                  <a:srgbClr val="FFFFFF"/>
                </a:solidFill>
                <a:latin typeface="微软雅黑"/>
                <a:ea typeface="微软雅黑"/>
                <a:cs typeface="微软雅黑"/>
              </a:defRPr>
            </a:pPr>
            <a:r>
              <a:rPr sz="2850" b="1" lang="en-US">
                <a:solidFill>
                  <a:srgbClr val="FFFFFF"/>
                </a:solidFill>
                <a:latin typeface="微软雅黑"/>
                <a:ea typeface="微软雅黑"/>
                <a:cs typeface="微软雅黑"/>
              </a:rPr>
              <a:t>8  Implementation and case study: reactor heating</a:t>
            </a:r>
          </a:p>
        </p:txBody>
      </p:sp>
      <p:sp>
        <p:nvSpPr>
          <p:cNvPr id="7" name="TextBox 6">
            <a:extLst xmlns:a="http://schemas.openxmlformats.org/drawingml/2006/main">
              <a:ext uri="{FF2B5EF4-FFF2-40B4-BE49-F238E27FC236}">
                <a16:creationId xmlns:a16="http://schemas.microsoft.com/office/drawing/2014/main" id="{2D7E4FDC-7B7A-47A4-8610-23EC916E03B0}"/>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59236C6D-6E0B-400C-B5A8-328D76C45CD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8/10</a:t>
            </a:r>
          </a:p>
        </p:txBody>
      </p:sp>
      <p:sp>
        <p:nvSpPr>
          <p:cNvPr id="9" name="revision-text-764">
            <a:extLst xmlns:a="http://schemas.openxmlformats.org/drawingml/2006/main">
              <a:ext uri="{FF2B5EF4-FFF2-40B4-BE49-F238E27FC236}">
                <a16:creationId xmlns:a16="http://schemas.microsoft.com/office/drawing/2014/main" id="{13D35F51-8C8E-4609-A9A4-F8D15C6F01EB}"/>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27" b="0">
                <a:solidFill>
                  <a:srgbClr val="152C40"/>
                </a:solidFill>
                <a:latin typeface="微软雅黑"/>
                <a:ea typeface="微软雅黑"/>
                <a:cs typeface="微软雅黑"/>
              </a:defRPr>
            </a:pPr>
            <a:r>
              <a:rPr sz="1522" b="0" lang="en-US">
                <a:solidFill>
                  <a:srgbClr val="152C40"/>
                </a:solidFill>
                <a:latin typeface="微软雅黑"/>
                <a:ea typeface="微软雅黑"/>
                <a:cs typeface="微软雅黑"/>
              </a:rPr>
              <a:t>SmartLab 2.0: workflow and state machine engines execute models. An MQTT Adapter handles device communication.</a:t>
            </a:r>
          </a:p>
        </p:txBody>
      </p:sp>
      <p:sp>
        <p:nvSpPr>
          <p:cNvPr id="10" name="diagram-box-765">
            <a:extLst xmlns:a="http://schemas.openxmlformats.org/drawingml/2006/main">
              <a:ext uri="{FF2B5EF4-FFF2-40B4-BE49-F238E27FC236}">
                <a16:creationId xmlns:a16="http://schemas.microsoft.com/office/drawing/2014/main" id="{ED92484F-F4D9-45F5-9174-BDDA1FF48F4B}"/>
              </a:ext>
            </a:extLst>
          </p:cNvPr>
          <p:cNvSpPr>
            <a:spLocks xmlns:a="http://schemas.openxmlformats.org/drawingml/2006/main" noGrp="1"/>
          </p:cNvSpPr>
          <p:nvPr/>
        </p:nvSpPr>
        <p:spPr>
          <a:xfrm xmlns:a="http://schemas.openxmlformats.org/drawingml/2006/main">
            <a:off x="657225" y="1504950"/>
            <a:ext cx="1581150" cy="314325"/>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11" name="revision-text-766">
            <a:extLst xmlns:a="http://schemas.openxmlformats.org/drawingml/2006/main">
              <a:ext uri="{FF2B5EF4-FFF2-40B4-BE49-F238E27FC236}">
                <a16:creationId xmlns:a16="http://schemas.microsoft.com/office/drawing/2014/main" id="{5D646E3F-AFA5-469A-A3A5-A4A9AE46F24D}"/>
              </a:ext>
            </a:extLst>
          </p:cNvPr>
          <p:cNvSpPr>
            <a:spLocks xmlns:a="http://schemas.openxmlformats.org/drawingml/2006/main" noGrp="1"/>
          </p:cNvSpPr>
          <p:nvPr/>
        </p:nvSpPr>
        <p:spPr>
          <a:xfrm xmlns:a="http://schemas.openxmlformats.org/drawingml/2006/main">
            <a:off x="6858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Heating node</a:t>
            </a:r>
          </a:p>
        </p:txBody>
      </p:sp>
      <p:sp>
        <p:nvSpPr>
          <p:cNvPr id="12" name="diagram-line-767">
            <a:extLst xmlns:a="http://schemas.openxmlformats.org/drawingml/2006/main">
              <a:ext uri="{FF2B5EF4-FFF2-40B4-BE49-F238E27FC236}">
                <a16:creationId xmlns:a16="http://schemas.microsoft.com/office/drawing/2014/main" id="{82B9B053-4E0E-4ADC-B381-50BE79B6B4A7}"/>
              </a:ext>
            </a:extLst>
          </p:cNvPr>
          <p:cNvSpPr>
            <a:spLocks xmlns:a="http://schemas.openxmlformats.org/drawingml/2006/main" noGrp="1"/>
          </p:cNvSpPr>
          <p:nvPr/>
        </p:nvSpPr>
        <p:spPr>
          <a:xfrm xmlns:a="http://schemas.openxmlformats.org/drawingml/2006/main">
            <a:off x="14478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 name="diagram-line-768">
            <a:extLst xmlns:a="http://schemas.openxmlformats.org/drawingml/2006/main">
              <a:ext uri="{FF2B5EF4-FFF2-40B4-BE49-F238E27FC236}">
                <a16:creationId xmlns:a16="http://schemas.microsoft.com/office/drawing/2014/main" id="{B83DA293-CCB0-4C14-84A5-C1EB394C606F}"/>
              </a:ext>
            </a:extLst>
          </p:cNvPr>
          <p:cNvSpPr>
            <a:spLocks xmlns:a="http://schemas.openxmlformats.org/drawingml/2006/main" noGrp="1"/>
          </p:cNvSpPr>
          <p:nvPr/>
        </p:nvSpPr>
        <p:spPr>
          <a:xfrm xmlns:a="http://schemas.openxmlformats.org/drawingml/2006/main">
            <a:off x="14478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 name="diagram-line-769">
            <a:extLst xmlns:a="http://schemas.openxmlformats.org/drawingml/2006/main">
              <a:ext uri="{FF2B5EF4-FFF2-40B4-BE49-F238E27FC236}">
                <a16:creationId xmlns:a16="http://schemas.microsoft.com/office/drawing/2014/main" id="{4C95959E-C523-417E-B046-FBD03B42F76A}"/>
              </a:ext>
            </a:extLst>
          </p:cNvPr>
          <p:cNvSpPr>
            <a:spLocks xmlns:a="http://schemas.openxmlformats.org/drawingml/2006/main" noGrp="1"/>
          </p:cNvSpPr>
          <p:nvPr/>
        </p:nvSpPr>
        <p:spPr>
          <a:xfrm xmlns:a="http://schemas.openxmlformats.org/drawingml/2006/main">
            <a:off x="14478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 name="diagram-line-770">
            <a:extLst xmlns:a="http://schemas.openxmlformats.org/drawingml/2006/main">
              <a:ext uri="{FF2B5EF4-FFF2-40B4-BE49-F238E27FC236}">
                <a16:creationId xmlns:a16="http://schemas.microsoft.com/office/drawing/2014/main" id="{7416671E-67AA-40F8-A7FE-21794BA87BB5}"/>
              </a:ext>
            </a:extLst>
          </p:cNvPr>
          <p:cNvSpPr>
            <a:spLocks xmlns:a="http://schemas.openxmlformats.org/drawingml/2006/main" noGrp="1"/>
          </p:cNvSpPr>
          <p:nvPr/>
        </p:nvSpPr>
        <p:spPr>
          <a:xfrm xmlns:a="http://schemas.openxmlformats.org/drawingml/2006/main">
            <a:off x="14478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 name="diagram-line-771">
            <a:extLst xmlns:a="http://schemas.openxmlformats.org/drawingml/2006/main">
              <a:ext uri="{FF2B5EF4-FFF2-40B4-BE49-F238E27FC236}">
                <a16:creationId xmlns:a16="http://schemas.microsoft.com/office/drawing/2014/main" id="{0BC1B90E-429A-4407-BB27-A0410DAAD0C4}"/>
              </a:ext>
            </a:extLst>
          </p:cNvPr>
          <p:cNvSpPr>
            <a:spLocks xmlns:a="http://schemas.openxmlformats.org/drawingml/2006/main" noGrp="1"/>
          </p:cNvSpPr>
          <p:nvPr/>
        </p:nvSpPr>
        <p:spPr>
          <a:xfrm xmlns:a="http://schemas.openxmlformats.org/drawingml/2006/main">
            <a:off x="14478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 name="diagram-line-772">
            <a:extLst xmlns:a="http://schemas.openxmlformats.org/drawingml/2006/main">
              <a:ext uri="{FF2B5EF4-FFF2-40B4-BE49-F238E27FC236}">
                <a16:creationId xmlns:a16="http://schemas.microsoft.com/office/drawing/2014/main" id="{BC6B1B12-8608-4856-AE6B-3466D625D191}"/>
              </a:ext>
            </a:extLst>
          </p:cNvPr>
          <p:cNvSpPr>
            <a:spLocks xmlns:a="http://schemas.openxmlformats.org/drawingml/2006/main" noGrp="1"/>
          </p:cNvSpPr>
          <p:nvPr/>
        </p:nvSpPr>
        <p:spPr>
          <a:xfrm xmlns:a="http://schemas.openxmlformats.org/drawingml/2006/main">
            <a:off x="14478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 name="diagram-line-773">
            <a:extLst xmlns:a="http://schemas.openxmlformats.org/drawingml/2006/main">
              <a:ext uri="{FF2B5EF4-FFF2-40B4-BE49-F238E27FC236}">
                <a16:creationId xmlns:a16="http://schemas.microsoft.com/office/drawing/2014/main" id="{AEDE72EB-996C-41EC-B8D0-95335D671107}"/>
              </a:ext>
            </a:extLst>
          </p:cNvPr>
          <p:cNvSpPr>
            <a:spLocks xmlns:a="http://schemas.openxmlformats.org/drawingml/2006/main" noGrp="1"/>
          </p:cNvSpPr>
          <p:nvPr/>
        </p:nvSpPr>
        <p:spPr>
          <a:xfrm xmlns:a="http://schemas.openxmlformats.org/drawingml/2006/main">
            <a:off x="14478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 name="diagram-line-774">
            <a:extLst xmlns:a="http://schemas.openxmlformats.org/drawingml/2006/main">
              <a:ext uri="{FF2B5EF4-FFF2-40B4-BE49-F238E27FC236}">
                <a16:creationId xmlns:a16="http://schemas.microsoft.com/office/drawing/2014/main" id="{30F2FF1C-01F0-4F00-B30A-F53CB2AB10AF}"/>
              </a:ext>
            </a:extLst>
          </p:cNvPr>
          <p:cNvSpPr>
            <a:spLocks xmlns:a="http://schemas.openxmlformats.org/drawingml/2006/main" noGrp="1"/>
          </p:cNvSpPr>
          <p:nvPr/>
        </p:nvSpPr>
        <p:spPr>
          <a:xfrm xmlns:a="http://schemas.openxmlformats.org/drawingml/2006/main">
            <a:off x="14478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 name="diagram-line-775">
            <a:extLst xmlns:a="http://schemas.openxmlformats.org/drawingml/2006/main">
              <a:ext uri="{FF2B5EF4-FFF2-40B4-BE49-F238E27FC236}">
                <a16:creationId xmlns:a16="http://schemas.microsoft.com/office/drawing/2014/main" id="{0F836841-8B97-4A88-BF40-147DFA7E5A06}"/>
              </a:ext>
            </a:extLst>
          </p:cNvPr>
          <p:cNvSpPr>
            <a:spLocks xmlns:a="http://schemas.openxmlformats.org/drawingml/2006/main" noGrp="1"/>
          </p:cNvSpPr>
          <p:nvPr/>
        </p:nvSpPr>
        <p:spPr>
          <a:xfrm xmlns:a="http://schemas.openxmlformats.org/drawingml/2006/main">
            <a:off x="14478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1" name="diagram-line-776">
            <a:extLst xmlns:a="http://schemas.openxmlformats.org/drawingml/2006/main">
              <a:ext uri="{FF2B5EF4-FFF2-40B4-BE49-F238E27FC236}">
                <a16:creationId xmlns:a16="http://schemas.microsoft.com/office/drawing/2014/main" id="{40A37EB5-2398-4B0F-8854-AB67619CC49B}"/>
              </a:ext>
            </a:extLst>
          </p:cNvPr>
          <p:cNvSpPr>
            <a:spLocks xmlns:a="http://schemas.openxmlformats.org/drawingml/2006/main" noGrp="1"/>
          </p:cNvSpPr>
          <p:nvPr/>
        </p:nvSpPr>
        <p:spPr>
          <a:xfrm xmlns:a="http://schemas.openxmlformats.org/drawingml/2006/main">
            <a:off x="14478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2" name="diagram-line-777">
            <a:extLst xmlns:a="http://schemas.openxmlformats.org/drawingml/2006/main">
              <a:ext uri="{FF2B5EF4-FFF2-40B4-BE49-F238E27FC236}">
                <a16:creationId xmlns:a16="http://schemas.microsoft.com/office/drawing/2014/main" id="{88FBEECC-E804-4AC1-B833-09DECF3B9B24}"/>
              </a:ext>
            </a:extLst>
          </p:cNvPr>
          <p:cNvSpPr>
            <a:spLocks xmlns:a="http://schemas.openxmlformats.org/drawingml/2006/main" noGrp="1"/>
          </p:cNvSpPr>
          <p:nvPr/>
        </p:nvSpPr>
        <p:spPr>
          <a:xfrm xmlns:a="http://schemas.openxmlformats.org/drawingml/2006/main">
            <a:off x="14478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3" name="diagram-line-778">
            <a:extLst xmlns:a="http://schemas.openxmlformats.org/drawingml/2006/main">
              <a:ext uri="{FF2B5EF4-FFF2-40B4-BE49-F238E27FC236}">
                <a16:creationId xmlns:a16="http://schemas.microsoft.com/office/drawing/2014/main" id="{42B49437-3244-4ABB-BF9B-52F1AE888590}"/>
              </a:ext>
            </a:extLst>
          </p:cNvPr>
          <p:cNvSpPr>
            <a:spLocks xmlns:a="http://schemas.openxmlformats.org/drawingml/2006/main" noGrp="1"/>
          </p:cNvSpPr>
          <p:nvPr/>
        </p:nvSpPr>
        <p:spPr>
          <a:xfrm xmlns:a="http://schemas.openxmlformats.org/drawingml/2006/main">
            <a:off x="14478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4" name="diagram-line-779">
            <a:extLst xmlns:a="http://schemas.openxmlformats.org/drawingml/2006/main">
              <a:ext uri="{FF2B5EF4-FFF2-40B4-BE49-F238E27FC236}">
                <a16:creationId xmlns:a16="http://schemas.microsoft.com/office/drawing/2014/main" id="{2ADEB9DC-162E-4259-9FC5-4936929AE87D}"/>
              </a:ext>
            </a:extLst>
          </p:cNvPr>
          <p:cNvSpPr>
            <a:spLocks xmlns:a="http://schemas.openxmlformats.org/drawingml/2006/main" noGrp="1"/>
          </p:cNvSpPr>
          <p:nvPr/>
        </p:nvSpPr>
        <p:spPr>
          <a:xfrm xmlns:a="http://schemas.openxmlformats.org/drawingml/2006/main">
            <a:off x="14478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5" name="diagram-line-780">
            <a:extLst xmlns:a="http://schemas.openxmlformats.org/drawingml/2006/main">
              <a:ext uri="{FF2B5EF4-FFF2-40B4-BE49-F238E27FC236}">
                <a16:creationId xmlns:a16="http://schemas.microsoft.com/office/drawing/2014/main" id="{2357A1CD-02E3-40D7-8DF5-84A44BAAFA87}"/>
              </a:ext>
            </a:extLst>
          </p:cNvPr>
          <p:cNvSpPr>
            <a:spLocks xmlns:a="http://schemas.openxmlformats.org/drawingml/2006/main" noGrp="1"/>
          </p:cNvSpPr>
          <p:nvPr/>
        </p:nvSpPr>
        <p:spPr>
          <a:xfrm xmlns:a="http://schemas.openxmlformats.org/drawingml/2006/main">
            <a:off x="14478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6" name="diagram-line-781">
            <a:extLst xmlns:a="http://schemas.openxmlformats.org/drawingml/2006/main">
              <a:ext uri="{FF2B5EF4-FFF2-40B4-BE49-F238E27FC236}">
                <a16:creationId xmlns:a16="http://schemas.microsoft.com/office/drawing/2014/main" id="{368DA731-67BB-4D97-9816-3E7E6F48DB58}"/>
              </a:ext>
            </a:extLst>
          </p:cNvPr>
          <p:cNvSpPr>
            <a:spLocks xmlns:a="http://schemas.openxmlformats.org/drawingml/2006/main" noGrp="1"/>
          </p:cNvSpPr>
          <p:nvPr/>
        </p:nvSpPr>
        <p:spPr>
          <a:xfrm xmlns:a="http://schemas.openxmlformats.org/drawingml/2006/main">
            <a:off x="14478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7" name="diagram-line-782">
            <a:extLst xmlns:a="http://schemas.openxmlformats.org/drawingml/2006/main">
              <a:ext uri="{FF2B5EF4-FFF2-40B4-BE49-F238E27FC236}">
                <a16:creationId xmlns:a16="http://schemas.microsoft.com/office/drawing/2014/main" id="{4B76D7F5-C830-4AFF-9CE2-5EC4193EEEE6}"/>
              </a:ext>
            </a:extLst>
          </p:cNvPr>
          <p:cNvSpPr>
            <a:spLocks xmlns:a="http://schemas.openxmlformats.org/drawingml/2006/main" noGrp="1"/>
          </p:cNvSpPr>
          <p:nvPr/>
        </p:nvSpPr>
        <p:spPr>
          <a:xfrm xmlns:a="http://schemas.openxmlformats.org/drawingml/2006/main">
            <a:off x="14478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8" name="diagram-line-783">
            <a:extLst xmlns:a="http://schemas.openxmlformats.org/drawingml/2006/main">
              <a:ext uri="{FF2B5EF4-FFF2-40B4-BE49-F238E27FC236}">
                <a16:creationId xmlns:a16="http://schemas.microsoft.com/office/drawing/2014/main" id="{E46C4102-E16E-48E7-9094-C2F498C5C672}"/>
              </a:ext>
            </a:extLst>
          </p:cNvPr>
          <p:cNvSpPr>
            <a:spLocks xmlns:a="http://schemas.openxmlformats.org/drawingml/2006/main" noGrp="1"/>
          </p:cNvSpPr>
          <p:nvPr/>
        </p:nvSpPr>
        <p:spPr>
          <a:xfrm xmlns:a="http://schemas.openxmlformats.org/drawingml/2006/main">
            <a:off x="14478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9" name="diagram-line-784">
            <a:extLst xmlns:a="http://schemas.openxmlformats.org/drawingml/2006/main">
              <a:ext uri="{FF2B5EF4-FFF2-40B4-BE49-F238E27FC236}">
                <a16:creationId xmlns:a16="http://schemas.microsoft.com/office/drawing/2014/main" id="{44BE254E-ECAC-4860-BA41-527D6A66E82F}"/>
              </a:ext>
            </a:extLst>
          </p:cNvPr>
          <p:cNvSpPr>
            <a:spLocks xmlns:a="http://schemas.openxmlformats.org/drawingml/2006/main" noGrp="1"/>
          </p:cNvSpPr>
          <p:nvPr/>
        </p:nvSpPr>
        <p:spPr>
          <a:xfrm xmlns:a="http://schemas.openxmlformats.org/drawingml/2006/main">
            <a:off x="14478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0" name="diagram-line-785">
            <a:extLst xmlns:a="http://schemas.openxmlformats.org/drawingml/2006/main">
              <a:ext uri="{FF2B5EF4-FFF2-40B4-BE49-F238E27FC236}">
                <a16:creationId xmlns:a16="http://schemas.microsoft.com/office/drawing/2014/main" id="{1F5C27F8-C019-4B78-84F7-8FAE43DBF71D}"/>
              </a:ext>
            </a:extLst>
          </p:cNvPr>
          <p:cNvSpPr>
            <a:spLocks xmlns:a="http://schemas.openxmlformats.org/drawingml/2006/main" noGrp="1"/>
          </p:cNvSpPr>
          <p:nvPr/>
        </p:nvSpPr>
        <p:spPr>
          <a:xfrm xmlns:a="http://schemas.openxmlformats.org/drawingml/2006/main">
            <a:off x="14478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1" name="diagram-line-786">
            <a:extLst xmlns:a="http://schemas.openxmlformats.org/drawingml/2006/main">
              <a:ext uri="{FF2B5EF4-FFF2-40B4-BE49-F238E27FC236}">
                <a16:creationId xmlns:a16="http://schemas.microsoft.com/office/drawing/2014/main" id="{6E14B6E4-21A2-4403-91C7-59C45F690777}"/>
              </a:ext>
            </a:extLst>
          </p:cNvPr>
          <p:cNvSpPr>
            <a:spLocks xmlns:a="http://schemas.openxmlformats.org/drawingml/2006/main" noGrp="1"/>
          </p:cNvSpPr>
          <p:nvPr/>
        </p:nvSpPr>
        <p:spPr>
          <a:xfrm xmlns:a="http://schemas.openxmlformats.org/drawingml/2006/main">
            <a:off x="14478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2" name="diagram-line-787">
            <a:extLst xmlns:a="http://schemas.openxmlformats.org/drawingml/2006/main">
              <a:ext uri="{FF2B5EF4-FFF2-40B4-BE49-F238E27FC236}">
                <a16:creationId xmlns:a16="http://schemas.microsoft.com/office/drawing/2014/main" id="{B101509F-2B98-41E7-AF9C-4725A380C1B7}"/>
              </a:ext>
            </a:extLst>
          </p:cNvPr>
          <p:cNvSpPr>
            <a:spLocks xmlns:a="http://schemas.openxmlformats.org/drawingml/2006/main" noGrp="1"/>
          </p:cNvSpPr>
          <p:nvPr/>
        </p:nvSpPr>
        <p:spPr>
          <a:xfrm xmlns:a="http://schemas.openxmlformats.org/drawingml/2006/main">
            <a:off x="14478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3" name="diagram-line-788">
            <a:extLst xmlns:a="http://schemas.openxmlformats.org/drawingml/2006/main">
              <a:ext uri="{FF2B5EF4-FFF2-40B4-BE49-F238E27FC236}">
                <a16:creationId xmlns:a16="http://schemas.microsoft.com/office/drawing/2014/main" id="{A18127E1-0222-4BE4-9917-34F3B1A14205}"/>
              </a:ext>
            </a:extLst>
          </p:cNvPr>
          <p:cNvSpPr>
            <a:spLocks xmlns:a="http://schemas.openxmlformats.org/drawingml/2006/main" noGrp="1"/>
          </p:cNvSpPr>
          <p:nvPr/>
        </p:nvSpPr>
        <p:spPr>
          <a:xfrm xmlns:a="http://schemas.openxmlformats.org/drawingml/2006/main">
            <a:off x="14478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4" name="diagram-line-789">
            <a:extLst xmlns:a="http://schemas.openxmlformats.org/drawingml/2006/main">
              <a:ext uri="{FF2B5EF4-FFF2-40B4-BE49-F238E27FC236}">
                <a16:creationId xmlns:a16="http://schemas.microsoft.com/office/drawing/2014/main" id="{6B910A0C-A00C-46AB-AE5B-532B4B323C61}"/>
              </a:ext>
            </a:extLst>
          </p:cNvPr>
          <p:cNvSpPr>
            <a:spLocks xmlns:a="http://schemas.openxmlformats.org/drawingml/2006/main" noGrp="1"/>
          </p:cNvSpPr>
          <p:nvPr/>
        </p:nvSpPr>
        <p:spPr>
          <a:xfrm xmlns:a="http://schemas.openxmlformats.org/drawingml/2006/main">
            <a:off x="14478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5" name="diagram-line-790">
            <a:extLst xmlns:a="http://schemas.openxmlformats.org/drawingml/2006/main">
              <a:ext uri="{FF2B5EF4-FFF2-40B4-BE49-F238E27FC236}">
                <a16:creationId xmlns:a16="http://schemas.microsoft.com/office/drawing/2014/main" id="{786F4642-0072-43BA-BDC8-3CB935E67E7D}"/>
              </a:ext>
            </a:extLst>
          </p:cNvPr>
          <p:cNvSpPr>
            <a:spLocks xmlns:a="http://schemas.openxmlformats.org/drawingml/2006/main" noGrp="1"/>
          </p:cNvSpPr>
          <p:nvPr/>
        </p:nvSpPr>
        <p:spPr>
          <a:xfrm xmlns:a="http://schemas.openxmlformats.org/drawingml/2006/main">
            <a:off x="14478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6" name="diagram-line-791">
            <a:extLst xmlns:a="http://schemas.openxmlformats.org/drawingml/2006/main">
              <a:ext uri="{FF2B5EF4-FFF2-40B4-BE49-F238E27FC236}">
                <a16:creationId xmlns:a16="http://schemas.microsoft.com/office/drawing/2014/main" id="{4572BB04-7DA2-48AB-97D7-BE31E9A26872}"/>
              </a:ext>
            </a:extLst>
          </p:cNvPr>
          <p:cNvSpPr>
            <a:spLocks xmlns:a="http://schemas.openxmlformats.org/drawingml/2006/main" noGrp="1"/>
          </p:cNvSpPr>
          <p:nvPr/>
        </p:nvSpPr>
        <p:spPr>
          <a:xfrm xmlns:a="http://schemas.openxmlformats.org/drawingml/2006/main">
            <a:off x="14478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7" name="diagram-line-792">
            <a:extLst xmlns:a="http://schemas.openxmlformats.org/drawingml/2006/main">
              <a:ext uri="{FF2B5EF4-FFF2-40B4-BE49-F238E27FC236}">
                <a16:creationId xmlns:a16="http://schemas.microsoft.com/office/drawing/2014/main" id="{D574033A-C731-492E-83BA-1CCA2CA75211}"/>
              </a:ext>
            </a:extLst>
          </p:cNvPr>
          <p:cNvSpPr>
            <a:spLocks xmlns:a="http://schemas.openxmlformats.org/drawingml/2006/main" noGrp="1"/>
          </p:cNvSpPr>
          <p:nvPr/>
        </p:nvSpPr>
        <p:spPr>
          <a:xfrm xmlns:a="http://schemas.openxmlformats.org/drawingml/2006/main">
            <a:off x="14478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8" name="diagram-line-793">
            <a:extLst xmlns:a="http://schemas.openxmlformats.org/drawingml/2006/main">
              <a:ext uri="{FF2B5EF4-FFF2-40B4-BE49-F238E27FC236}">
                <a16:creationId xmlns:a16="http://schemas.microsoft.com/office/drawing/2014/main" id="{618F9651-4621-4FC9-B6AB-D0F2D0936657}"/>
              </a:ext>
            </a:extLst>
          </p:cNvPr>
          <p:cNvSpPr>
            <a:spLocks xmlns:a="http://schemas.openxmlformats.org/drawingml/2006/main" noGrp="1"/>
          </p:cNvSpPr>
          <p:nvPr/>
        </p:nvSpPr>
        <p:spPr>
          <a:xfrm xmlns:a="http://schemas.openxmlformats.org/drawingml/2006/main">
            <a:off x="14478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9" name="diagram-line-794">
            <a:extLst xmlns:a="http://schemas.openxmlformats.org/drawingml/2006/main">
              <a:ext uri="{FF2B5EF4-FFF2-40B4-BE49-F238E27FC236}">
                <a16:creationId xmlns:a16="http://schemas.microsoft.com/office/drawing/2014/main" id="{FA3D99C5-9937-4006-A9C2-F68BE8594EFB}"/>
              </a:ext>
            </a:extLst>
          </p:cNvPr>
          <p:cNvSpPr>
            <a:spLocks xmlns:a="http://schemas.openxmlformats.org/drawingml/2006/main" noGrp="1"/>
          </p:cNvSpPr>
          <p:nvPr/>
        </p:nvSpPr>
        <p:spPr>
          <a:xfrm xmlns:a="http://schemas.openxmlformats.org/drawingml/2006/main">
            <a:off x="14478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0" name="diagram-line-795">
            <a:extLst xmlns:a="http://schemas.openxmlformats.org/drawingml/2006/main">
              <a:ext uri="{FF2B5EF4-FFF2-40B4-BE49-F238E27FC236}">
                <a16:creationId xmlns:a16="http://schemas.microsoft.com/office/drawing/2014/main" id="{A681CBE0-49C9-4F85-8E15-5C4B65C12920}"/>
              </a:ext>
            </a:extLst>
          </p:cNvPr>
          <p:cNvSpPr>
            <a:spLocks xmlns:a="http://schemas.openxmlformats.org/drawingml/2006/main" noGrp="1"/>
          </p:cNvSpPr>
          <p:nvPr/>
        </p:nvSpPr>
        <p:spPr>
          <a:xfrm xmlns:a="http://schemas.openxmlformats.org/drawingml/2006/main">
            <a:off x="14478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1" name="diagram-line-796">
            <a:extLst xmlns:a="http://schemas.openxmlformats.org/drawingml/2006/main">
              <a:ext uri="{FF2B5EF4-FFF2-40B4-BE49-F238E27FC236}">
                <a16:creationId xmlns:a16="http://schemas.microsoft.com/office/drawing/2014/main" id="{79FD30E3-A66A-4045-A2C1-4126FA0F3A10}"/>
              </a:ext>
            </a:extLst>
          </p:cNvPr>
          <p:cNvSpPr>
            <a:spLocks xmlns:a="http://schemas.openxmlformats.org/drawingml/2006/main" noGrp="1"/>
          </p:cNvSpPr>
          <p:nvPr/>
        </p:nvSpPr>
        <p:spPr>
          <a:xfrm xmlns:a="http://schemas.openxmlformats.org/drawingml/2006/main">
            <a:off x="14478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2" name="diagram-line-797">
            <a:extLst xmlns:a="http://schemas.openxmlformats.org/drawingml/2006/main">
              <a:ext uri="{FF2B5EF4-FFF2-40B4-BE49-F238E27FC236}">
                <a16:creationId xmlns:a16="http://schemas.microsoft.com/office/drawing/2014/main" id="{11876EFE-0F31-4A90-8DF2-F29A4FC2C8A2}"/>
              </a:ext>
            </a:extLst>
          </p:cNvPr>
          <p:cNvSpPr>
            <a:spLocks xmlns:a="http://schemas.openxmlformats.org/drawingml/2006/main" noGrp="1"/>
          </p:cNvSpPr>
          <p:nvPr/>
        </p:nvSpPr>
        <p:spPr>
          <a:xfrm xmlns:a="http://schemas.openxmlformats.org/drawingml/2006/main">
            <a:off x="14478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3" name="diagram-line-798">
            <a:extLst xmlns:a="http://schemas.openxmlformats.org/drawingml/2006/main">
              <a:ext uri="{FF2B5EF4-FFF2-40B4-BE49-F238E27FC236}">
                <a16:creationId xmlns:a16="http://schemas.microsoft.com/office/drawing/2014/main" id="{E6515A77-B0D3-4DC5-8324-47DCAD60480B}"/>
              </a:ext>
            </a:extLst>
          </p:cNvPr>
          <p:cNvSpPr>
            <a:spLocks xmlns:a="http://schemas.openxmlformats.org/drawingml/2006/main" noGrp="1"/>
          </p:cNvSpPr>
          <p:nvPr/>
        </p:nvSpPr>
        <p:spPr>
          <a:xfrm xmlns:a="http://schemas.openxmlformats.org/drawingml/2006/main">
            <a:off x="14478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4" name="diagram-line-799">
            <a:extLst xmlns:a="http://schemas.openxmlformats.org/drawingml/2006/main">
              <a:ext uri="{FF2B5EF4-FFF2-40B4-BE49-F238E27FC236}">
                <a16:creationId xmlns:a16="http://schemas.microsoft.com/office/drawing/2014/main" id="{17D8963E-DC21-4CDE-B781-6D8DCA4F1B68}"/>
              </a:ext>
            </a:extLst>
          </p:cNvPr>
          <p:cNvSpPr>
            <a:spLocks xmlns:a="http://schemas.openxmlformats.org/drawingml/2006/main" noGrp="1"/>
          </p:cNvSpPr>
          <p:nvPr/>
        </p:nvSpPr>
        <p:spPr>
          <a:xfrm xmlns:a="http://schemas.openxmlformats.org/drawingml/2006/main">
            <a:off x="14478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5" name="diagram-line-800">
            <a:extLst xmlns:a="http://schemas.openxmlformats.org/drawingml/2006/main">
              <a:ext uri="{FF2B5EF4-FFF2-40B4-BE49-F238E27FC236}">
                <a16:creationId xmlns:a16="http://schemas.microsoft.com/office/drawing/2014/main" id="{FFEDE0E1-0C4E-49E5-A2DC-BCC59EA941B8}"/>
              </a:ext>
            </a:extLst>
          </p:cNvPr>
          <p:cNvSpPr>
            <a:spLocks xmlns:a="http://schemas.openxmlformats.org/drawingml/2006/main" noGrp="1"/>
          </p:cNvSpPr>
          <p:nvPr/>
        </p:nvSpPr>
        <p:spPr>
          <a:xfrm xmlns:a="http://schemas.openxmlformats.org/drawingml/2006/main">
            <a:off x="14478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6" name="diagram-line-801">
            <a:extLst xmlns:a="http://schemas.openxmlformats.org/drawingml/2006/main">
              <a:ext uri="{FF2B5EF4-FFF2-40B4-BE49-F238E27FC236}">
                <a16:creationId xmlns:a16="http://schemas.microsoft.com/office/drawing/2014/main" id="{A7F0A86B-13E8-43A9-9D63-D5506FBAA501}"/>
              </a:ext>
            </a:extLst>
          </p:cNvPr>
          <p:cNvSpPr>
            <a:spLocks xmlns:a="http://schemas.openxmlformats.org/drawingml/2006/main" noGrp="1"/>
          </p:cNvSpPr>
          <p:nvPr/>
        </p:nvSpPr>
        <p:spPr>
          <a:xfrm xmlns:a="http://schemas.openxmlformats.org/drawingml/2006/main">
            <a:off x="14478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7" name="diagram-line-802">
            <a:extLst xmlns:a="http://schemas.openxmlformats.org/drawingml/2006/main">
              <a:ext uri="{FF2B5EF4-FFF2-40B4-BE49-F238E27FC236}">
                <a16:creationId xmlns:a16="http://schemas.microsoft.com/office/drawing/2014/main" id="{E4C832D2-C25C-4D8B-9BF9-69FD153B61FB}"/>
              </a:ext>
            </a:extLst>
          </p:cNvPr>
          <p:cNvSpPr>
            <a:spLocks xmlns:a="http://schemas.openxmlformats.org/drawingml/2006/main" noGrp="1"/>
          </p:cNvSpPr>
          <p:nvPr/>
        </p:nvSpPr>
        <p:spPr>
          <a:xfrm xmlns:a="http://schemas.openxmlformats.org/drawingml/2006/main">
            <a:off x="14478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8" name="diagram-line-803">
            <a:extLst xmlns:a="http://schemas.openxmlformats.org/drawingml/2006/main">
              <a:ext uri="{FF2B5EF4-FFF2-40B4-BE49-F238E27FC236}">
                <a16:creationId xmlns:a16="http://schemas.microsoft.com/office/drawing/2014/main" id="{1FE24577-D308-426E-900F-3B22FA1FC791}"/>
              </a:ext>
            </a:extLst>
          </p:cNvPr>
          <p:cNvSpPr>
            <a:spLocks xmlns:a="http://schemas.openxmlformats.org/drawingml/2006/main" noGrp="1"/>
          </p:cNvSpPr>
          <p:nvPr/>
        </p:nvSpPr>
        <p:spPr>
          <a:xfrm xmlns:a="http://schemas.openxmlformats.org/drawingml/2006/main">
            <a:off x="14478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9" name="diagram-box-804">
            <a:extLst xmlns:a="http://schemas.openxmlformats.org/drawingml/2006/main">
              <a:ext uri="{FF2B5EF4-FFF2-40B4-BE49-F238E27FC236}">
                <a16:creationId xmlns:a16="http://schemas.microsoft.com/office/drawing/2014/main" id="{8471B1A2-C5B0-4428-A751-CC97ACFDDF24}"/>
              </a:ext>
            </a:extLst>
          </p:cNvPr>
          <p:cNvSpPr>
            <a:spLocks xmlns:a="http://schemas.openxmlformats.org/drawingml/2006/main" noGrp="1"/>
          </p:cNvSpPr>
          <p:nvPr/>
        </p:nvSpPr>
        <p:spPr>
          <a:xfrm xmlns:a="http://schemas.openxmlformats.org/drawingml/2006/main">
            <a:off x="2962275" y="1504950"/>
            <a:ext cx="1581150" cy="314325"/>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50" name="revision-text-805">
            <a:extLst xmlns:a="http://schemas.openxmlformats.org/drawingml/2006/main">
              <a:ext uri="{FF2B5EF4-FFF2-40B4-BE49-F238E27FC236}">
                <a16:creationId xmlns:a16="http://schemas.microsoft.com/office/drawing/2014/main" id="{73A22EF4-1C25-4CB6-8434-5DEED9CDD09E}"/>
              </a:ext>
            </a:extLst>
          </p:cNvPr>
          <p:cNvSpPr>
            <a:spLocks xmlns:a="http://schemas.openxmlformats.org/drawingml/2006/main" noGrp="1"/>
          </p:cNvSpPr>
          <p:nvPr/>
        </p:nvSpPr>
        <p:spPr>
          <a:xfrm xmlns:a="http://schemas.openxmlformats.org/drawingml/2006/main">
            <a:off x="299085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1">
                <a:solidFill>
                  <a:srgbClr val="152C40"/>
                </a:solidFill>
                <a:latin typeface="微软雅黑"/>
                <a:ea typeface="微软雅黑"/>
                <a:cs typeface="微软雅黑"/>
              </a:defRPr>
            </a:pPr>
            <a:r>
              <a:rPr sz="1102" b="1">
                <a:solidFill>
                  <a:srgbClr val="152C40"/>
                </a:solidFill>
                <a:latin typeface="微软雅黑"/>
                <a:ea typeface="微软雅黑"/>
                <a:cs typeface="微软雅黑"/>
              </a:rPr>
              <a:t>Device state machine</a:t>
            </a:r>
          </a:p>
        </p:txBody>
      </p:sp>
      <p:sp>
        <p:nvSpPr>
          <p:cNvPr id="51" name="diagram-line-806">
            <a:extLst xmlns:a="http://schemas.openxmlformats.org/drawingml/2006/main">
              <a:ext uri="{FF2B5EF4-FFF2-40B4-BE49-F238E27FC236}">
                <a16:creationId xmlns:a16="http://schemas.microsoft.com/office/drawing/2014/main" id="{E312160A-A394-4C8B-BC01-9D4DDC2E4C61}"/>
              </a:ext>
            </a:extLst>
          </p:cNvPr>
          <p:cNvSpPr>
            <a:spLocks xmlns:a="http://schemas.openxmlformats.org/drawingml/2006/main" noGrp="1"/>
          </p:cNvSpPr>
          <p:nvPr/>
        </p:nvSpPr>
        <p:spPr>
          <a:xfrm xmlns:a="http://schemas.openxmlformats.org/drawingml/2006/main">
            <a:off x="375285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2" name="diagram-line-807">
            <a:extLst xmlns:a="http://schemas.openxmlformats.org/drawingml/2006/main">
              <a:ext uri="{FF2B5EF4-FFF2-40B4-BE49-F238E27FC236}">
                <a16:creationId xmlns:a16="http://schemas.microsoft.com/office/drawing/2014/main" id="{4E874287-3F76-4844-B353-7E622B28F56D}"/>
              </a:ext>
            </a:extLst>
          </p:cNvPr>
          <p:cNvSpPr>
            <a:spLocks xmlns:a="http://schemas.openxmlformats.org/drawingml/2006/main" noGrp="1"/>
          </p:cNvSpPr>
          <p:nvPr/>
        </p:nvSpPr>
        <p:spPr>
          <a:xfrm xmlns:a="http://schemas.openxmlformats.org/drawingml/2006/main">
            <a:off x="375285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3" name="diagram-line-808">
            <a:extLst xmlns:a="http://schemas.openxmlformats.org/drawingml/2006/main">
              <a:ext uri="{FF2B5EF4-FFF2-40B4-BE49-F238E27FC236}">
                <a16:creationId xmlns:a16="http://schemas.microsoft.com/office/drawing/2014/main" id="{82BFE8E5-651F-4639-9DBE-CAA41E00D73F}"/>
              </a:ext>
            </a:extLst>
          </p:cNvPr>
          <p:cNvSpPr>
            <a:spLocks xmlns:a="http://schemas.openxmlformats.org/drawingml/2006/main" noGrp="1"/>
          </p:cNvSpPr>
          <p:nvPr/>
        </p:nvSpPr>
        <p:spPr>
          <a:xfrm xmlns:a="http://schemas.openxmlformats.org/drawingml/2006/main">
            <a:off x="375285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4" name="diagram-line-809">
            <a:extLst xmlns:a="http://schemas.openxmlformats.org/drawingml/2006/main">
              <a:ext uri="{FF2B5EF4-FFF2-40B4-BE49-F238E27FC236}">
                <a16:creationId xmlns:a16="http://schemas.microsoft.com/office/drawing/2014/main" id="{D313CE4A-0309-4682-94A6-93E39E028F07}"/>
              </a:ext>
            </a:extLst>
          </p:cNvPr>
          <p:cNvSpPr>
            <a:spLocks xmlns:a="http://schemas.openxmlformats.org/drawingml/2006/main" noGrp="1"/>
          </p:cNvSpPr>
          <p:nvPr/>
        </p:nvSpPr>
        <p:spPr>
          <a:xfrm xmlns:a="http://schemas.openxmlformats.org/drawingml/2006/main">
            <a:off x="375285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5" name="diagram-line-810">
            <a:extLst xmlns:a="http://schemas.openxmlformats.org/drawingml/2006/main">
              <a:ext uri="{FF2B5EF4-FFF2-40B4-BE49-F238E27FC236}">
                <a16:creationId xmlns:a16="http://schemas.microsoft.com/office/drawing/2014/main" id="{2385A065-1CC5-4B52-8DF9-AAE67D5529B8}"/>
              </a:ext>
            </a:extLst>
          </p:cNvPr>
          <p:cNvSpPr>
            <a:spLocks xmlns:a="http://schemas.openxmlformats.org/drawingml/2006/main" noGrp="1"/>
          </p:cNvSpPr>
          <p:nvPr/>
        </p:nvSpPr>
        <p:spPr>
          <a:xfrm xmlns:a="http://schemas.openxmlformats.org/drawingml/2006/main">
            <a:off x="375285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6" name="diagram-line-811">
            <a:extLst xmlns:a="http://schemas.openxmlformats.org/drawingml/2006/main">
              <a:ext uri="{FF2B5EF4-FFF2-40B4-BE49-F238E27FC236}">
                <a16:creationId xmlns:a16="http://schemas.microsoft.com/office/drawing/2014/main" id="{014C47FB-A423-40EB-8BA9-83DCFD7FA9BF}"/>
              </a:ext>
            </a:extLst>
          </p:cNvPr>
          <p:cNvSpPr>
            <a:spLocks xmlns:a="http://schemas.openxmlformats.org/drawingml/2006/main" noGrp="1"/>
          </p:cNvSpPr>
          <p:nvPr/>
        </p:nvSpPr>
        <p:spPr>
          <a:xfrm xmlns:a="http://schemas.openxmlformats.org/drawingml/2006/main">
            <a:off x="375285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7" name="diagram-line-812">
            <a:extLst xmlns:a="http://schemas.openxmlformats.org/drawingml/2006/main">
              <a:ext uri="{FF2B5EF4-FFF2-40B4-BE49-F238E27FC236}">
                <a16:creationId xmlns:a16="http://schemas.microsoft.com/office/drawing/2014/main" id="{478E3B9C-5E0F-4592-B3DE-D03A6AC153A9}"/>
              </a:ext>
            </a:extLst>
          </p:cNvPr>
          <p:cNvSpPr>
            <a:spLocks xmlns:a="http://schemas.openxmlformats.org/drawingml/2006/main" noGrp="1"/>
          </p:cNvSpPr>
          <p:nvPr/>
        </p:nvSpPr>
        <p:spPr>
          <a:xfrm xmlns:a="http://schemas.openxmlformats.org/drawingml/2006/main">
            <a:off x="375285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8" name="diagram-line-813">
            <a:extLst xmlns:a="http://schemas.openxmlformats.org/drawingml/2006/main">
              <a:ext uri="{FF2B5EF4-FFF2-40B4-BE49-F238E27FC236}">
                <a16:creationId xmlns:a16="http://schemas.microsoft.com/office/drawing/2014/main" id="{0AE0BA4B-DCAD-4517-9008-FABB05B1ECE9}"/>
              </a:ext>
            </a:extLst>
          </p:cNvPr>
          <p:cNvSpPr>
            <a:spLocks xmlns:a="http://schemas.openxmlformats.org/drawingml/2006/main" noGrp="1"/>
          </p:cNvSpPr>
          <p:nvPr/>
        </p:nvSpPr>
        <p:spPr>
          <a:xfrm xmlns:a="http://schemas.openxmlformats.org/drawingml/2006/main">
            <a:off x="375285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9" name="diagram-line-814">
            <a:extLst xmlns:a="http://schemas.openxmlformats.org/drawingml/2006/main">
              <a:ext uri="{FF2B5EF4-FFF2-40B4-BE49-F238E27FC236}">
                <a16:creationId xmlns:a16="http://schemas.microsoft.com/office/drawing/2014/main" id="{1598668F-310E-49E1-9121-FE792D9FB75F}"/>
              </a:ext>
            </a:extLst>
          </p:cNvPr>
          <p:cNvSpPr>
            <a:spLocks xmlns:a="http://schemas.openxmlformats.org/drawingml/2006/main" noGrp="1"/>
          </p:cNvSpPr>
          <p:nvPr/>
        </p:nvSpPr>
        <p:spPr>
          <a:xfrm xmlns:a="http://schemas.openxmlformats.org/drawingml/2006/main">
            <a:off x="37528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0" name="diagram-line-815">
            <a:extLst xmlns:a="http://schemas.openxmlformats.org/drawingml/2006/main">
              <a:ext uri="{FF2B5EF4-FFF2-40B4-BE49-F238E27FC236}">
                <a16:creationId xmlns:a16="http://schemas.microsoft.com/office/drawing/2014/main" id="{1062DFD6-EA2A-4E7F-8152-605BD27D113E}"/>
              </a:ext>
            </a:extLst>
          </p:cNvPr>
          <p:cNvSpPr>
            <a:spLocks xmlns:a="http://schemas.openxmlformats.org/drawingml/2006/main" noGrp="1"/>
          </p:cNvSpPr>
          <p:nvPr/>
        </p:nvSpPr>
        <p:spPr>
          <a:xfrm xmlns:a="http://schemas.openxmlformats.org/drawingml/2006/main">
            <a:off x="37528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1" name="diagram-line-816">
            <a:extLst xmlns:a="http://schemas.openxmlformats.org/drawingml/2006/main">
              <a:ext uri="{FF2B5EF4-FFF2-40B4-BE49-F238E27FC236}">
                <a16:creationId xmlns:a16="http://schemas.microsoft.com/office/drawing/2014/main" id="{E8FEA128-3BDF-4255-923A-376DBB587F10}"/>
              </a:ext>
            </a:extLst>
          </p:cNvPr>
          <p:cNvSpPr>
            <a:spLocks xmlns:a="http://schemas.openxmlformats.org/drawingml/2006/main" noGrp="1"/>
          </p:cNvSpPr>
          <p:nvPr/>
        </p:nvSpPr>
        <p:spPr>
          <a:xfrm xmlns:a="http://schemas.openxmlformats.org/drawingml/2006/main">
            <a:off x="375285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2" name="diagram-line-817">
            <a:extLst xmlns:a="http://schemas.openxmlformats.org/drawingml/2006/main">
              <a:ext uri="{FF2B5EF4-FFF2-40B4-BE49-F238E27FC236}">
                <a16:creationId xmlns:a16="http://schemas.microsoft.com/office/drawing/2014/main" id="{3EBDDC4D-AB94-42AD-AE14-E07F762C96FF}"/>
              </a:ext>
            </a:extLst>
          </p:cNvPr>
          <p:cNvSpPr>
            <a:spLocks xmlns:a="http://schemas.openxmlformats.org/drawingml/2006/main" noGrp="1"/>
          </p:cNvSpPr>
          <p:nvPr/>
        </p:nvSpPr>
        <p:spPr>
          <a:xfrm xmlns:a="http://schemas.openxmlformats.org/drawingml/2006/main">
            <a:off x="375285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3" name="diagram-line-818">
            <a:extLst xmlns:a="http://schemas.openxmlformats.org/drawingml/2006/main">
              <a:ext uri="{FF2B5EF4-FFF2-40B4-BE49-F238E27FC236}">
                <a16:creationId xmlns:a16="http://schemas.microsoft.com/office/drawing/2014/main" id="{5D030587-1848-40E5-B4A7-AE8784F002A1}"/>
              </a:ext>
            </a:extLst>
          </p:cNvPr>
          <p:cNvSpPr>
            <a:spLocks xmlns:a="http://schemas.openxmlformats.org/drawingml/2006/main" noGrp="1"/>
          </p:cNvSpPr>
          <p:nvPr/>
        </p:nvSpPr>
        <p:spPr>
          <a:xfrm xmlns:a="http://schemas.openxmlformats.org/drawingml/2006/main">
            <a:off x="375285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4" name="diagram-line-819">
            <a:extLst xmlns:a="http://schemas.openxmlformats.org/drawingml/2006/main">
              <a:ext uri="{FF2B5EF4-FFF2-40B4-BE49-F238E27FC236}">
                <a16:creationId xmlns:a16="http://schemas.microsoft.com/office/drawing/2014/main" id="{965566FA-BE8A-4353-A013-7BD54A8B86F8}"/>
              </a:ext>
            </a:extLst>
          </p:cNvPr>
          <p:cNvSpPr>
            <a:spLocks xmlns:a="http://schemas.openxmlformats.org/drawingml/2006/main" noGrp="1"/>
          </p:cNvSpPr>
          <p:nvPr/>
        </p:nvSpPr>
        <p:spPr>
          <a:xfrm xmlns:a="http://schemas.openxmlformats.org/drawingml/2006/main">
            <a:off x="375285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5" name="diagram-line-820">
            <a:extLst xmlns:a="http://schemas.openxmlformats.org/drawingml/2006/main">
              <a:ext uri="{FF2B5EF4-FFF2-40B4-BE49-F238E27FC236}">
                <a16:creationId xmlns:a16="http://schemas.microsoft.com/office/drawing/2014/main" id="{48C01BA5-6468-44A5-9077-BDDFA7D49E45}"/>
              </a:ext>
            </a:extLst>
          </p:cNvPr>
          <p:cNvSpPr>
            <a:spLocks xmlns:a="http://schemas.openxmlformats.org/drawingml/2006/main" noGrp="1"/>
          </p:cNvSpPr>
          <p:nvPr/>
        </p:nvSpPr>
        <p:spPr>
          <a:xfrm xmlns:a="http://schemas.openxmlformats.org/drawingml/2006/main">
            <a:off x="375285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6" name="diagram-line-821">
            <a:extLst xmlns:a="http://schemas.openxmlformats.org/drawingml/2006/main">
              <a:ext uri="{FF2B5EF4-FFF2-40B4-BE49-F238E27FC236}">
                <a16:creationId xmlns:a16="http://schemas.microsoft.com/office/drawing/2014/main" id="{E55072E4-CCBD-4DDA-8513-2F681899E6CA}"/>
              </a:ext>
            </a:extLst>
          </p:cNvPr>
          <p:cNvSpPr>
            <a:spLocks xmlns:a="http://schemas.openxmlformats.org/drawingml/2006/main" noGrp="1"/>
          </p:cNvSpPr>
          <p:nvPr/>
        </p:nvSpPr>
        <p:spPr>
          <a:xfrm xmlns:a="http://schemas.openxmlformats.org/drawingml/2006/main">
            <a:off x="375285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7" name="diagram-line-822">
            <a:extLst xmlns:a="http://schemas.openxmlformats.org/drawingml/2006/main">
              <a:ext uri="{FF2B5EF4-FFF2-40B4-BE49-F238E27FC236}">
                <a16:creationId xmlns:a16="http://schemas.microsoft.com/office/drawing/2014/main" id="{E6ECAECE-C67F-4811-ADC9-7A623ACFA175}"/>
              </a:ext>
            </a:extLst>
          </p:cNvPr>
          <p:cNvSpPr>
            <a:spLocks xmlns:a="http://schemas.openxmlformats.org/drawingml/2006/main" noGrp="1"/>
          </p:cNvSpPr>
          <p:nvPr/>
        </p:nvSpPr>
        <p:spPr>
          <a:xfrm xmlns:a="http://schemas.openxmlformats.org/drawingml/2006/main">
            <a:off x="375285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8" name="diagram-line-823">
            <a:extLst xmlns:a="http://schemas.openxmlformats.org/drawingml/2006/main">
              <a:ext uri="{FF2B5EF4-FFF2-40B4-BE49-F238E27FC236}">
                <a16:creationId xmlns:a16="http://schemas.microsoft.com/office/drawing/2014/main" id="{01680809-3883-4122-AFEE-C65F45EC2480}"/>
              </a:ext>
            </a:extLst>
          </p:cNvPr>
          <p:cNvSpPr>
            <a:spLocks xmlns:a="http://schemas.openxmlformats.org/drawingml/2006/main" noGrp="1"/>
          </p:cNvSpPr>
          <p:nvPr/>
        </p:nvSpPr>
        <p:spPr>
          <a:xfrm xmlns:a="http://schemas.openxmlformats.org/drawingml/2006/main">
            <a:off x="375285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9" name="diagram-line-824">
            <a:extLst xmlns:a="http://schemas.openxmlformats.org/drawingml/2006/main">
              <a:ext uri="{FF2B5EF4-FFF2-40B4-BE49-F238E27FC236}">
                <a16:creationId xmlns:a16="http://schemas.microsoft.com/office/drawing/2014/main" id="{3455CC4A-D391-459B-A73E-3CE59F5A80B7}"/>
              </a:ext>
            </a:extLst>
          </p:cNvPr>
          <p:cNvSpPr>
            <a:spLocks xmlns:a="http://schemas.openxmlformats.org/drawingml/2006/main" noGrp="1"/>
          </p:cNvSpPr>
          <p:nvPr/>
        </p:nvSpPr>
        <p:spPr>
          <a:xfrm xmlns:a="http://schemas.openxmlformats.org/drawingml/2006/main">
            <a:off x="375285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0" name="diagram-line-825">
            <a:extLst xmlns:a="http://schemas.openxmlformats.org/drawingml/2006/main">
              <a:ext uri="{FF2B5EF4-FFF2-40B4-BE49-F238E27FC236}">
                <a16:creationId xmlns:a16="http://schemas.microsoft.com/office/drawing/2014/main" id="{277E8977-390C-4C89-A8FA-9F62EEB9E44B}"/>
              </a:ext>
            </a:extLst>
          </p:cNvPr>
          <p:cNvSpPr>
            <a:spLocks xmlns:a="http://schemas.openxmlformats.org/drawingml/2006/main" noGrp="1"/>
          </p:cNvSpPr>
          <p:nvPr/>
        </p:nvSpPr>
        <p:spPr>
          <a:xfrm xmlns:a="http://schemas.openxmlformats.org/drawingml/2006/main">
            <a:off x="375285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1" name="diagram-line-826">
            <a:extLst xmlns:a="http://schemas.openxmlformats.org/drawingml/2006/main">
              <a:ext uri="{FF2B5EF4-FFF2-40B4-BE49-F238E27FC236}">
                <a16:creationId xmlns:a16="http://schemas.microsoft.com/office/drawing/2014/main" id="{173EF39C-BE3E-4FC1-8339-7471A6DD46A6}"/>
              </a:ext>
            </a:extLst>
          </p:cNvPr>
          <p:cNvSpPr>
            <a:spLocks xmlns:a="http://schemas.openxmlformats.org/drawingml/2006/main" noGrp="1"/>
          </p:cNvSpPr>
          <p:nvPr/>
        </p:nvSpPr>
        <p:spPr>
          <a:xfrm xmlns:a="http://schemas.openxmlformats.org/drawingml/2006/main">
            <a:off x="375285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2" name="diagram-line-827">
            <a:extLst xmlns:a="http://schemas.openxmlformats.org/drawingml/2006/main">
              <a:ext uri="{FF2B5EF4-FFF2-40B4-BE49-F238E27FC236}">
                <a16:creationId xmlns:a16="http://schemas.microsoft.com/office/drawing/2014/main" id="{F98AE0F8-0159-44EE-AFD8-AB76E2A989BE}"/>
              </a:ext>
            </a:extLst>
          </p:cNvPr>
          <p:cNvSpPr>
            <a:spLocks xmlns:a="http://schemas.openxmlformats.org/drawingml/2006/main" noGrp="1"/>
          </p:cNvSpPr>
          <p:nvPr/>
        </p:nvSpPr>
        <p:spPr>
          <a:xfrm xmlns:a="http://schemas.openxmlformats.org/drawingml/2006/main">
            <a:off x="375285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3" name="diagram-line-828">
            <a:extLst xmlns:a="http://schemas.openxmlformats.org/drawingml/2006/main">
              <a:ext uri="{FF2B5EF4-FFF2-40B4-BE49-F238E27FC236}">
                <a16:creationId xmlns:a16="http://schemas.microsoft.com/office/drawing/2014/main" id="{30BD6893-C23D-4BA5-BD72-9DA7501658BE}"/>
              </a:ext>
            </a:extLst>
          </p:cNvPr>
          <p:cNvSpPr>
            <a:spLocks xmlns:a="http://schemas.openxmlformats.org/drawingml/2006/main" noGrp="1"/>
          </p:cNvSpPr>
          <p:nvPr/>
        </p:nvSpPr>
        <p:spPr>
          <a:xfrm xmlns:a="http://schemas.openxmlformats.org/drawingml/2006/main">
            <a:off x="375285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4" name="diagram-line-829">
            <a:extLst xmlns:a="http://schemas.openxmlformats.org/drawingml/2006/main">
              <a:ext uri="{FF2B5EF4-FFF2-40B4-BE49-F238E27FC236}">
                <a16:creationId xmlns:a16="http://schemas.microsoft.com/office/drawing/2014/main" id="{20B38B31-3F2A-45FC-A6F1-3213D60E222C}"/>
              </a:ext>
            </a:extLst>
          </p:cNvPr>
          <p:cNvSpPr>
            <a:spLocks xmlns:a="http://schemas.openxmlformats.org/drawingml/2006/main" noGrp="1"/>
          </p:cNvSpPr>
          <p:nvPr/>
        </p:nvSpPr>
        <p:spPr>
          <a:xfrm xmlns:a="http://schemas.openxmlformats.org/drawingml/2006/main">
            <a:off x="375285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5" name="diagram-line-830">
            <a:extLst xmlns:a="http://schemas.openxmlformats.org/drawingml/2006/main">
              <a:ext uri="{FF2B5EF4-FFF2-40B4-BE49-F238E27FC236}">
                <a16:creationId xmlns:a16="http://schemas.microsoft.com/office/drawing/2014/main" id="{45A1684A-6825-4643-8802-F00D437B4D68}"/>
              </a:ext>
            </a:extLst>
          </p:cNvPr>
          <p:cNvSpPr>
            <a:spLocks xmlns:a="http://schemas.openxmlformats.org/drawingml/2006/main" noGrp="1"/>
          </p:cNvSpPr>
          <p:nvPr/>
        </p:nvSpPr>
        <p:spPr>
          <a:xfrm xmlns:a="http://schemas.openxmlformats.org/drawingml/2006/main">
            <a:off x="375285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6" name="diagram-line-831">
            <a:extLst xmlns:a="http://schemas.openxmlformats.org/drawingml/2006/main">
              <a:ext uri="{FF2B5EF4-FFF2-40B4-BE49-F238E27FC236}">
                <a16:creationId xmlns:a16="http://schemas.microsoft.com/office/drawing/2014/main" id="{25D7A13F-DA6B-49ED-84AF-648C7199E8C9}"/>
              </a:ext>
            </a:extLst>
          </p:cNvPr>
          <p:cNvSpPr>
            <a:spLocks xmlns:a="http://schemas.openxmlformats.org/drawingml/2006/main" noGrp="1"/>
          </p:cNvSpPr>
          <p:nvPr/>
        </p:nvSpPr>
        <p:spPr>
          <a:xfrm xmlns:a="http://schemas.openxmlformats.org/drawingml/2006/main">
            <a:off x="375285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7" name="diagram-line-832">
            <a:extLst xmlns:a="http://schemas.openxmlformats.org/drawingml/2006/main">
              <a:ext uri="{FF2B5EF4-FFF2-40B4-BE49-F238E27FC236}">
                <a16:creationId xmlns:a16="http://schemas.microsoft.com/office/drawing/2014/main" id="{AC4731E4-6D7D-46AE-9219-B8A7005DBCA7}"/>
              </a:ext>
            </a:extLst>
          </p:cNvPr>
          <p:cNvSpPr>
            <a:spLocks xmlns:a="http://schemas.openxmlformats.org/drawingml/2006/main" noGrp="1"/>
          </p:cNvSpPr>
          <p:nvPr/>
        </p:nvSpPr>
        <p:spPr>
          <a:xfrm xmlns:a="http://schemas.openxmlformats.org/drawingml/2006/main">
            <a:off x="375285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8" name="diagram-line-833">
            <a:extLst xmlns:a="http://schemas.openxmlformats.org/drawingml/2006/main">
              <a:ext uri="{FF2B5EF4-FFF2-40B4-BE49-F238E27FC236}">
                <a16:creationId xmlns:a16="http://schemas.microsoft.com/office/drawing/2014/main" id="{D2AFE1F8-C2EE-41B0-846C-5A6B3AD1E768}"/>
              </a:ext>
            </a:extLst>
          </p:cNvPr>
          <p:cNvSpPr>
            <a:spLocks xmlns:a="http://schemas.openxmlformats.org/drawingml/2006/main" noGrp="1"/>
          </p:cNvSpPr>
          <p:nvPr/>
        </p:nvSpPr>
        <p:spPr>
          <a:xfrm xmlns:a="http://schemas.openxmlformats.org/drawingml/2006/main">
            <a:off x="375285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9" name="diagram-line-834">
            <a:extLst xmlns:a="http://schemas.openxmlformats.org/drawingml/2006/main">
              <a:ext uri="{FF2B5EF4-FFF2-40B4-BE49-F238E27FC236}">
                <a16:creationId xmlns:a16="http://schemas.microsoft.com/office/drawing/2014/main" id="{9355657C-FCAA-417F-AFEE-4B57329ADD67}"/>
              </a:ext>
            </a:extLst>
          </p:cNvPr>
          <p:cNvSpPr>
            <a:spLocks xmlns:a="http://schemas.openxmlformats.org/drawingml/2006/main" noGrp="1"/>
          </p:cNvSpPr>
          <p:nvPr/>
        </p:nvSpPr>
        <p:spPr>
          <a:xfrm xmlns:a="http://schemas.openxmlformats.org/drawingml/2006/main">
            <a:off x="375285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0" name="diagram-line-835">
            <a:extLst xmlns:a="http://schemas.openxmlformats.org/drawingml/2006/main">
              <a:ext uri="{FF2B5EF4-FFF2-40B4-BE49-F238E27FC236}">
                <a16:creationId xmlns:a16="http://schemas.microsoft.com/office/drawing/2014/main" id="{7B52838B-A891-4084-96D4-1BFDB6174AD8}"/>
              </a:ext>
            </a:extLst>
          </p:cNvPr>
          <p:cNvSpPr>
            <a:spLocks xmlns:a="http://schemas.openxmlformats.org/drawingml/2006/main" noGrp="1"/>
          </p:cNvSpPr>
          <p:nvPr/>
        </p:nvSpPr>
        <p:spPr>
          <a:xfrm xmlns:a="http://schemas.openxmlformats.org/drawingml/2006/main">
            <a:off x="375285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1" name="diagram-line-836">
            <a:extLst xmlns:a="http://schemas.openxmlformats.org/drawingml/2006/main">
              <a:ext uri="{FF2B5EF4-FFF2-40B4-BE49-F238E27FC236}">
                <a16:creationId xmlns:a16="http://schemas.microsoft.com/office/drawing/2014/main" id="{52E904DE-0DEE-4828-9D15-9CE166F8CE1B}"/>
              </a:ext>
            </a:extLst>
          </p:cNvPr>
          <p:cNvSpPr>
            <a:spLocks xmlns:a="http://schemas.openxmlformats.org/drawingml/2006/main" noGrp="1"/>
          </p:cNvSpPr>
          <p:nvPr/>
        </p:nvSpPr>
        <p:spPr>
          <a:xfrm xmlns:a="http://schemas.openxmlformats.org/drawingml/2006/main">
            <a:off x="375285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2" name="diagram-line-837">
            <a:extLst xmlns:a="http://schemas.openxmlformats.org/drawingml/2006/main">
              <a:ext uri="{FF2B5EF4-FFF2-40B4-BE49-F238E27FC236}">
                <a16:creationId xmlns:a16="http://schemas.microsoft.com/office/drawing/2014/main" id="{BC3A96A7-6725-4E89-888C-996B94805BC7}"/>
              </a:ext>
            </a:extLst>
          </p:cNvPr>
          <p:cNvSpPr>
            <a:spLocks xmlns:a="http://schemas.openxmlformats.org/drawingml/2006/main" noGrp="1"/>
          </p:cNvSpPr>
          <p:nvPr/>
        </p:nvSpPr>
        <p:spPr>
          <a:xfrm xmlns:a="http://schemas.openxmlformats.org/drawingml/2006/main">
            <a:off x="375285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3" name="diagram-line-838">
            <a:extLst xmlns:a="http://schemas.openxmlformats.org/drawingml/2006/main">
              <a:ext uri="{FF2B5EF4-FFF2-40B4-BE49-F238E27FC236}">
                <a16:creationId xmlns:a16="http://schemas.microsoft.com/office/drawing/2014/main" id="{364F29A1-F0F0-48C9-A249-8C64576C5FD2}"/>
              </a:ext>
            </a:extLst>
          </p:cNvPr>
          <p:cNvSpPr>
            <a:spLocks xmlns:a="http://schemas.openxmlformats.org/drawingml/2006/main" noGrp="1"/>
          </p:cNvSpPr>
          <p:nvPr/>
        </p:nvSpPr>
        <p:spPr>
          <a:xfrm xmlns:a="http://schemas.openxmlformats.org/drawingml/2006/main">
            <a:off x="375285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4" name="diagram-line-839">
            <a:extLst xmlns:a="http://schemas.openxmlformats.org/drawingml/2006/main">
              <a:ext uri="{FF2B5EF4-FFF2-40B4-BE49-F238E27FC236}">
                <a16:creationId xmlns:a16="http://schemas.microsoft.com/office/drawing/2014/main" id="{D731D3F5-6F30-4E6B-9E3E-26B56DB19F3B}"/>
              </a:ext>
            </a:extLst>
          </p:cNvPr>
          <p:cNvSpPr>
            <a:spLocks xmlns:a="http://schemas.openxmlformats.org/drawingml/2006/main" noGrp="1"/>
          </p:cNvSpPr>
          <p:nvPr/>
        </p:nvSpPr>
        <p:spPr>
          <a:xfrm xmlns:a="http://schemas.openxmlformats.org/drawingml/2006/main">
            <a:off x="375285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5" name="diagram-line-840">
            <a:extLst xmlns:a="http://schemas.openxmlformats.org/drawingml/2006/main">
              <a:ext uri="{FF2B5EF4-FFF2-40B4-BE49-F238E27FC236}">
                <a16:creationId xmlns:a16="http://schemas.microsoft.com/office/drawing/2014/main" id="{F2053F69-C205-4D46-A146-13E6C1FEBE7B}"/>
              </a:ext>
            </a:extLst>
          </p:cNvPr>
          <p:cNvSpPr>
            <a:spLocks xmlns:a="http://schemas.openxmlformats.org/drawingml/2006/main" noGrp="1"/>
          </p:cNvSpPr>
          <p:nvPr/>
        </p:nvSpPr>
        <p:spPr>
          <a:xfrm xmlns:a="http://schemas.openxmlformats.org/drawingml/2006/main">
            <a:off x="375285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6" name="diagram-line-841">
            <a:extLst xmlns:a="http://schemas.openxmlformats.org/drawingml/2006/main">
              <a:ext uri="{FF2B5EF4-FFF2-40B4-BE49-F238E27FC236}">
                <a16:creationId xmlns:a16="http://schemas.microsoft.com/office/drawing/2014/main" id="{1F851438-DC46-427E-9FAD-00B2A1480F2C}"/>
              </a:ext>
            </a:extLst>
          </p:cNvPr>
          <p:cNvSpPr>
            <a:spLocks xmlns:a="http://schemas.openxmlformats.org/drawingml/2006/main" noGrp="1"/>
          </p:cNvSpPr>
          <p:nvPr/>
        </p:nvSpPr>
        <p:spPr>
          <a:xfrm xmlns:a="http://schemas.openxmlformats.org/drawingml/2006/main">
            <a:off x="375285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7" name="diagram-line-842">
            <a:extLst xmlns:a="http://schemas.openxmlformats.org/drawingml/2006/main">
              <a:ext uri="{FF2B5EF4-FFF2-40B4-BE49-F238E27FC236}">
                <a16:creationId xmlns:a16="http://schemas.microsoft.com/office/drawing/2014/main" id="{E6B387A9-54F5-439C-AFAD-3ECC4B8EAB27}"/>
              </a:ext>
            </a:extLst>
          </p:cNvPr>
          <p:cNvSpPr>
            <a:spLocks xmlns:a="http://schemas.openxmlformats.org/drawingml/2006/main" noGrp="1"/>
          </p:cNvSpPr>
          <p:nvPr/>
        </p:nvSpPr>
        <p:spPr>
          <a:xfrm xmlns:a="http://schemas.openxmlformats.org/drawingml/2006/main">
            <a:off x="375285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8" name="diagram-box-843">
            <a:extLst xmlns:a="http://schemas.openxmlformats.org/drawingml/2006/main">
              <a:ext uri="{FF2B5EF4-FFF2-40B4-BE49-F238E27FC236}">
                <a16:creationId xmlns:a16="http://schemas.microsoft.com/office/drawing/2014/main" id="{F075DDE8-5968-400F-9682-DAE5330C9DAE}"/>
              </a:ext>
            </a:extLst>
          </p:cNvPr>
          <p:cNvSpPr>
            <a:spLocks xmlns:a="http://schemas.openxmlformats.org/drawingml/2006/main" noGrp="1"/>
          </p:cNvSpPr>
          <p:nvPr/>
        </p:nvSpPr>
        <p:spPr>
          <a:xfrm xmlns:a="http://schemas.openxmlformats.org/drawingml/2006/main">
            <a:off x="5257800"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9" name="revision-text-844">
            <a:extLst xmlns:a="http://schemas.openxmlformats.org/drawingml/2006/main">
              <a:ext uri="{FF2B5EF4-FFF2-40B4-BE49-F238E27FC236}">
                <a16:creationId xmlns:a16="http://schemas.microsoft.com/office/drawing/2014/main" id="{32C6CB8C-42EF-4533-82FB-0956F8BE9D3B}"/>
              </a:ext>
            </a:extLst>
          </p:cNvPr>
          <p:cNvSpPr>
            <a:spLocks xmlns:a="http://schemas.openxmlformats.org/drawingml/2006/main" noGrp="1"/>
          </p:cNvSpPr>
          <p:nvPr/>
        </p:nvSpPr>
        <p:spPr>
          <a:xfrm xmlns:a="http://schemas.openxmlformats.org/drawingml/2006/main">
            <a:off x="528637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Adapter</a:t>
            </a:r>
          </a:p>
        </p:txBody>
      </p:sp>
      <p:sp>
        <p:nvSpPr>
          <p:cNvPr id="90" name="diagram-line-845">
            <a:extLst xmlns:a="http://schemas.openxmlformats.org/drawingml/2006/main">
              <a:ext uri="{FF2B5EF4-FFF2-40B4-BE49-F238E27FC236}">
                <a16:creationId xmlns:a16="http://schemas.microsoft.com/office/drawing/2014/main" id="{6282B37E-BCFF-4DE0-8800-007AE8CFDC7C}"/>
              </a:ext>
            </a:extLst>
          </p:cNvPr>
          <p:cNvSpPr>
            <a:spLocks xmlns:a="http://schemas.openxmlformats.org/drawingml/2006/main" noGrp="1"/>
          </p:cNvSpPr>
          <p:nvPr/>
        </p:nvSpPr>
        <p:spPr>
          <a:xfrm xmlns:a="http://schemas.openxmlformats.org/drawingml/2006/main">
            <a:off x="604837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1" name="diagram-line-846">
            <a:extLst xmlns:a="http://schemas.openxmlformats.org/drawingml/2006/main">
              <a:ext uri="{FF2B5EF4-FFF2-40B4-BE49-F238E27FC236}">
                <a16:creationId xmlns:a16="http://schemas.microsoft.com/office/drawing/2014/main" id="{BF451DB0-59DB-4D74-91D0-4A7CD2D14E51}"/>
              </a:ext>
            </a:extLst>
          </p:cNvPr>
          <p:cNvSpPr>
            <a:spLocks xmlns:a="http://schemas.openxmlformats.org/drawingml/2006/main" noGrp="1"/>
          </p:cNvSpPr>
          <p:nvPr/>
        </p:nvSpPr>
        <p:spPr>
          <a:xfrm xmlns:a="http://schemas.openxmlformats.org/drawingml/2006/main">
            <a:off x="604837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2" name="diagram-line-847">
            <a:extLst xmlns:a="http://schemas.openxmlformats.org/drawingml/2006/main">
              <a:ext uri="{FF2B5EF4-FFF2-40B4-BE49-F238E27FC236}">
                <a16:creationId xmlns:a16="http://schemas.microsoft.com/office/drawing/2014/main" id="{6C05A3CC-3D8A-4922-A5F0-8396B10CFFE0}"/>
              </a:ext>
            </a:extLst>
          </p:cNvPr>
          <p:cNvSpPr>
            <a:spLocks xmlns:a="http://schemas.openxmlformats.org/drawingml/2006/main" noGrp="1"/>
          </p:cNvSpPr>
          <p:nvPr/>
        </p:nvSpPr>
        <p:spPr>
          <a:xfrm xmlns:a="http://schemas.openxmlformats.org/drawingml/2006/main">
            <a:off x="604837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3" name="diagram-line-848">
            <a:extLst xmlns:a="http://schemas.openxmlformats.org/drawingml/2006/main">
              <a:ext uri="{FF2B5EF4-FFF2-40B4-BE49-F238E27FC236}">
                <a16:creationId xmlns:a16="http://schemas.microsoft.com/office/drawing/2014/main" id="{FEBD278B-DF1A-4B60-B8B0-40C4895C9450}"/>
              </a:ext>
            </a:extLst>
          </p:cNvPr>
          <p:cNvSpPr>
            <a:spLocks xmlns:a="http://schemas.openxmlformats.org/drawingml/2006/main" noGrp="1"/>
          </p:cNvSpPr>
          <p:nvPr/>
        </p:nvSpPr>
        <p:spPr>
          <a:xfrm xmlns:a="http://schemas.openxmlformats.org/drawingml/2006/main">
            <a:off x="604837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4" name="diagram-line-849">
            <a:extLst xmlns:a="http://schemas.openxmlformats.org/drawingml/2006/main">
              <a:ext uri="{FF2B5EF4-FFF2-40B4-BE49-F238E27FC236}">
                <a16:creationId xmlns:a16="http://schemas.microsoft.com/office/drawing/2014/main" id="{8A148F25-9070-42AB-B9D8-A60CFDDF0B8B}"/>
              </a:ext>
            </a:extLst>
          </p:cNvPr>
          <p:cNvSpPr>
            <a:spLocks xmlns:a="http://schemas.openxmlformats.org/drawingml/2006/main" noGrp="1"/>
          </p:cNvSpPr>
          <p:nvPr/>
        </p:nvSpPr>
        <p:spPr>
          <a:xfrm xmlns:a="http://schemas.openxmlformats.org/drawingml/2006/main">
            <a:off x="604837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5" name="diagram-line-850">
            <a:extLst xmlns:a="http://schemas.openxmlformats.org/drawingml/2006/main">
              <a:ext uri="{FF2B5EF4-FFF2-40B4-BE49-F238E27FC236}">
                <a16:creationId xmlns:a16="http://schemas.microsoft.com/office/drawing/2014/main" id="{B922A989-C797-49DC-9CFB-D58B9CA1EB3F}"/>
              </a:ext>
            </a:extLst>
          </p:cNvPr>
          <p:cNvSpPr>
            <a:spLocks xmlns:a="http://schemas.openxmlformats.org/drawingml/2006/main" noGrp="1"/>
          </p:cNvSpPr>
          <p:nvPr/>
        </p:nvSpPr>
        <p:spPr>
          <a:xfrm xmlns:a="http://schemas.openxmlformats.org/drawingml/2006/main">
            <a:off x="604837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6" name="diagram-line-851">
            <a:extLst xmlns:a="http://schemas.openxmlformats.org/drawingml/2006/main">
              <a:ext uri="{FF2B5EF4-FFF2-40B4-BE49-F238E27FC236}">
                <a16:creationId xmlns:a16="http://schemas.microsoft.com/office/drawing/2014/main" id="{E3CBF568-9C63-4CF7-8B65-5C61A2064360}"/>
              </a:ext>
            </a:extLst>
          </p:cNvPr>
          <p:cNvSpPr>
            <a:spLocks xmlns:a="http://schemas.openxmlformats.org/drawingml/2006/main" noGrp="1"/>
          </p:cNvSpPr>
          <p:nvPr/>
        </p:nvSpPr>
        <p:spPr>
          <a:xfrm xmlns:a="http://schemas.openxmlformats.org/drawingml/2006/main">
            <a:off x="604837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7" name="diagram-line-852">
            <a:extLst xmlns:a="http://schemas.openxmlformats.org/drawingml/2006/main">
              <a:ext uri="{FF2B5EF4-FFF2-40B4-BE49-F238E27FC236}">
                <a16:creationId xmlns:a16="http://schemas.microsoft.com/office/drawing/2014/main" id="{5363A925-F034-4AB2-93B0-5B22EFEA8529}"/>
              </a:ext>
            </a:extLst>
          </p:cNvPr>
          <p:cNvSpPr>
            <a:spLocks xmlns:a="http://schemas.openxmlformats.org/drawingml/2006/main" noGrp="1"/>
          </p:cNvSpPr>
          <p:nvPr/>
        </p:nvSpPr>
        <p:spPr>
          <a:xfrm xmlns:a="http://schemas.openxmlformats.org/drawingml/2006/main">
            <a:off x="604837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8" name="diagram-line-853">
            <a:extLst xmlns:a="http://schemas.openxmlformats.org/drawingml/2006/main">
              <a:ext uri="{FF2B5EF4-FFF2-40B4-BE49-F238E27FC236}">
                <a16:creationId xmlns:a16="http://schemas.microsoft.com/office/drawing/2014/main" id="{455F78FB-9E9C-4211-9660-3D19EA08BF45}"/>
              </a:ext>
            </a:extLst>
          </p:cNvPr>
          <p:cNvSpPr>
            <a:spLocks xmlns:a="http://schemas.openxmlformats.org/drawingml/2006/main" noGrp="1"/>
          </p:cNvSpPr>
          <p:nvPr/>
        </p:nvSpPr>
        <p:spPr>
          <a:xfrm xmlns:a="http://schemas.openxmlformats.org/drawingml/2006/main">
            <a:off x="604837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9" name="diagram-line-854">
            <a:extLst xmlns:a="http://schemas.openxmlformats.org/drawingml/2006/main">
              <a:ext uri="{FF2B5EF4-FFF2-40B4-BE49-F238E27FC236}">
                <a16:creationId xmlns:a16="http://schemas.microsoft.com/office/drawing/2014/main" id="{C003F0F2-8B3A-47B7-8572-31445444541B}"/>
              </a:ext>
            </a:extLst>
          </p:cNvPr>
          <p:cNvSpPr>
            <a:spLocks xmlns:a="http://schemas.openxmlformats.org/drawingml/2006/main" noGrp="1"/>
          </p:cNvSpPr>
          <p:nvPr/>
        </p:nvSpPr>
        <p:spPr>
          <a:xfrm xmlns:a="http://schemas.openxmlformats.org/drawingml/2006/main">
            <a:off x="604837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0" name="diagram-line-855">
            <a:extLst xmlns:a="http://schemas.openxmlformats.org/drawingml/2006/main">
              <a:ext uri="{FF2B5EF4-FFF2-40B4-BE49-F238E27FC236}">
                <a16:creationId xmlns:a16="http://schemas.microsoft.com/office/drawing/2014/main" id="{DE5B938D-3CD6-4FA8-ADAC-24FE0EA1E106}"/>
              </a:ext>
            </a:extLst>
          </p:cNvPr>
          <p:cNvSpPr>
            <a:spLocks xmlns:a="http://schemas.openxmlformats.org/drawingml/2006/main" noGrp="1"/>
          </p:cNvSpPr>
          <p:nvPr/>
        </p:nvSpPr>
        <p:spPr>
          <a:xfrm xmlns:a="http://schemas.openxmlformats.org/drawingml/2006/main">
            <a:off x="604837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1" name="diagram-line-856">
            <a:extLst xmlns:a="http://schemas.openxmlformats.org/drawingml/2006/main">
              <a:ext uri="{FF2B5EF4-FFF2-40B4-BE49-F238E27FC236}">
                <a16:creationId xmlns:a16="http://schemas.microsoft.com/office/drawing/2014/main" id="{15D9912B-CD84-45B4-AECD-2085492EE145}"/>
              </a:ext>
            </a:extLst>
          </p:cNvPr>
          <p:cNvSpPr>
            <a:spLocks xmlns:a="http://schemas.openxmlformats.org/drawingml/2006/main" noGrp="1"/>
          </p:cNvSpPr>
          <p:nvPr/>
        </p:nvSpPr>
        <p:spPr>
          <a:xfrm xmlns:a="http://schemas.openxmlformats.org/drawingml/2006/main">
            <a:off x="604837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2" name="diagram-line-857">
            <a:extLst xmlns:a="http://schemas.openxmlformats.org/drawingml/2006/main">
              <a:ext uri="{FF2B5EF4-FFF2-40B4-BE49-F238E27FC236}">
                <a16:creationId xmlns:a16="http://schemas.microsoft.com/office/drawing/2014/main" id="{A28B50BC-38CB-495F-87BD-3553AB79D355}"/>
              </a:ext>
            </a:extLst>
          </p:cNvPr>
          <p:cNvSpPr>
            <a:spLocks xmlns:a="http://schemas.openxmlformats.org/drawingml/2006/main" noGrp="1"/>
          </p:cNvSpPr>
          <p:nvPr/>
        </p:nvSpPr>
        <p:spPr>
          <a:xfrm xmlns:a="http://schemas.openxmlformats.org/drawingml/2006/main">
            <a:off x="604837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3" name="diagram-line-858">
            <a:extLst xmlns:a="http://schemas.openxmlformats.org/drawingml/2006/main">
              <a:ext uri="{FF2B5EF4-FFF2-40B4-BE49-F238E27FC236}">
                <a16:creationId xmlns:a16="http://schemas.microsoft.com/office/drawing/2014/main" id="{D4502901-397C-4B83-8BA9-D840C579C2B2}"/>
              </a:ext>
            </a:extLst>
          </p:cNvPr>
          <p:cNvSpPr>
            <a:spLocks xmlns:a="http://schemas.openxmlformats.org/drawingml/2006/main" noGrp="1"/>
          </p:cNvSpPr>
          <p:nvPr/>
        </p:nvSpPr>
        <p:spPr>
          <a:xfrm xmlns:a="http://schemas.openxmlformats.org/drawingml/2006/main">
            <a:off x="604837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4" name="diagram-line-859">
            <a:extLst xmlns:a="http://schemas.openxmlformats.org/drawingml/2006/main">
              <a:ext uri="{FF2B5EF4-FFF2-40B4-BE49-F238E27FC236}">
                <a16:creationId xmlns:a16="http://schemas.microsoft.com/office/drawing/2014/main" id="{E2E59C68-8171-4FD7-B021-97E404A80847}"/>
              </a:ext>
            </a:extLst>
          </p:cNvPr>
          <p:cNvSpPr>
            <a:spLocks xmlns:a="http://schemas.openxmlformats.org/drawingml/2006/main" noGrp="1"/>
          </p:cNvSpPr>
          <p:nvPr/>
        </p:nvSpPr>
        <p:spPr>
          <a:xfrm xmlns:a="http://schemas.openxmlformats.org/drawingml/2006/main">
            <a:off x="604837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5" name="diagram-line-860">
            <a:extLst xmlns:a="http://schemas.openxmlformats.org/drawingml/2006/main">
              <a:ext uri="{FF2B5EF4-FFF2-40B4-BE49-F238E27FC236}">
                <a16:creationId xmlns:a16="http://schemas.microsoft.com/office/drawing/2014/main" id="{80076613-DB65-4A56-A7F7-A7095F76FDF9}"/>
              </a:ext>
            </a:extLst>
          </p:cNvPr>
          <p:cNvSpPr>
            <a:spLocks xmlns:a="http://schemas.openxmlformats.org/drawingml/2006/main" noGrp="1"/>
          </p:cNvSpPr>
          <p:nvPr/>
        </p:nvSpPr>
        <p:spPr>
          <a:xfrm xmlns:a="http://schemas.openxmlformats.org/drawingml/2006/main">
            <a:off x="604837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6" name="diagram-line-861">
            <a:extLst xmlns:a="http://schemas.openxmlformats.org/drawingml/2006/main">
              <a:ext uri="{FF2B5EF4-FFF2-40B4-BE49-F238E27FC236}">
                <a16:creationId xmlns:a16="http://schemas.microsoft.com/office/drawing/2014/main" id="{438BCDB2-EBBE-4130-8370-F6BB79C1F45B}"/>
              </a:ext>
            </a:extLst>
          </p:cNvPr>
          <p:cNvSpPr>
            <a:spLocks xmlns:a="http://schemas.openxmlformats.org/drawingml/2006/main" noGrp="1"/>
          </p:cNvSpPr>
          <p:nvPr/>
        </p:nvSpPr>
        <p:spPr>
          <a:xfrm xmlns:a="http://schemas.openxmlformats.org/drawingml/2006/main">
            <a:off x="604837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7" name="diagram-line-862">
            <a:extLst xmlns:a="http://schemas.openxmlformats.org/drawingml/2006/main">
              <a:ext uri="{FF2B5EF4-FFF2-40B4-BE49-F238E27FC236}">
                <a16:creationId xmlns:a16="http://schemas.microsoft.com/office/drawing/2014/main" id="{C0A72B96-91AA-4039-AA4A-6A96F5A15FB0}"/>
              </a:ext>
            </a:extLst>
          </p:cNvPr>
          <p:cNvSpPr>
            <a:spLocks xmlns:a="http://schemas.openxmlformats.org/drawingml/2006/main" noGrp="1"/>
          </p:cNvSpPr>
          <p:nvPr/>
        </p:nvSpPr>
        <p:spPr>
          <a:xfrm xmlns:a="http://schemas.openxmlformats.org/drawingml/2006/main">
            <a:off x="604837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8" name="diagram-line-863">
            <a:extLst xmlns:a="http://schemas.openxmlformats.org/drawingml/2006/main">
              <a:ext uri="{FF2B5EF4-FFF2-40B4-BE49-F238E27FC236}">
                <a16:creationId xmlns:a16="http://schemas.microsoft.com/office/drawing/2014/main" id="{251CF210-368E-41C3-84AD-586834AB821A}"/>
              </a:ext>
            </a:extLst>
          </p:cNvPr>
          <p:cNvSpPr>
            <a:spLocks xmlns:a="http://schemas.openxmlformats.org/drawingml/2006/main" noGrp="1"/>
          </p:cNvSpPr>
          <p:nvPr/>
        </p:nvSpPr>
        <p:spPr>
          <a:xfrm xmlns:a="http://schemas.openxmlformats.org/drawingml/2006/main">
            <a:off x="604837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9" name="diagram-line-864">
            <a:extLst xmlns:a="http://schemas.openxmlformats.org/drawingml/2006/main">
              <a:ext uri="{FF2B5EF4-FFF2-40B4-BE49-F238E27FC236}">
                <a16:creationId xmlns:a16="http://schemas.microsoft.com/office/drawing/2014/main" id="{6D57E35D-FFA1-4089-AB50-B58521AD8F8F}"/>
              </a:ext>
            </a:extLst>
          </p:cNvPr>
          <p:cNvSpPr>
            <a:spLocks xmlns:a="http://schemas.openxmlformats.org/drawingml/2006/main" noGrp="1"/>
          </p:cNvSpPr>
          <p:nvPr/>
        </p:nvSpPr>
        <p:spPr>
          <a:xfrm xmlns:a="http://schemas.openxmlformats.org/drawingml/2006/main">
            <a:off x="604837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0" name="diagram-line-865">
            <a:extLst xmlns:a="http://schemas.openxmlformats.org/drawingml/2006/main">
              <a:ext uri="{FF2B5EF4-FFF2-40B4-BE49-F238E27FC236}">
                <a16:creationId xmlns:a16="http://schemas.microsoft.com/office/drawing/2014/main" id="{4F2DCB14-A02E-4478-B56D-A2FD089F7A6C}"/>
              </a:ext>
            </a:extLst>
          </p:cNvPr>
          <p:cNvSpPr>
            <a:spLocks xmlns:a="http://schemas.openxmlformats.org/drawingml/2006/main" noGrp="1"/>
          </p:cNvSpPr>
          <p:nvPr/>
        </p:nvSpPr>
        <p:spPr>
          <a:xfrm xmlns:a="http://schemas.openxmlformats.org/drawingml/2006/main">
            <a:off x="604837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1" name="diagram-line-866">
            <a:extLst xmlns:a="http://schemas.openxmlformats.org/drawingml/2006/main">
              <a:ext uri="{FF2B5EF4-FFF2-40B4-BE49-F238E27FC236}">
                <a16:creationId xmlns:a16="http://schemas.microsoft.com/office/drawing/2014/main" id="{DF12DC29-44E2-4D6A-8156-FE3A3F7A5E26}"/>
              </a:ext>
            </a:extLst>
          </p:cNvPr>
          <p:cNvSpPr>
            <a:spLocks xmlns:a="http://schemas.openxmlformats.org/drawingml/2006/main" noGrp="1"/>
          </p:cNvSpPr>
          <p:nvPr/>
        </p:nvSpPr>
        <p:spPr>
          <a:xfrm xmlns:a="http://schemas.openxmlformats.org/drawingml/2006/main">
            <a:off x="604837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2" name="diagram-line-867">
            <a:extLst xmlns:a="http://schemas.openxmlformats.org/drawingml/2006/main">
              <a:ext uri="{FF2B5EF4-FFF2-40B4-BE49-F238E27FC236}">
                <a16:creationId xmlns:a16="http://schemas.microsoft.com/office/drawing/2014/main" id="{C9556404-9E52-4CEA-939A-F8EBE921F998}"/>
              </a:ext>
            </a:extLst>
          </p:cNvPr>
          <p:cNvSpPr>
            <a:spLocks xmlns:a="http://schemas.openxmlformats.org/drawingml/2006/main" noGrp="1"/>
          </p:cNvSpPr>
          <p:nvPr/>
        </p:nvSpPr>
        <p:spPr>
          <a:xfrm xmlns:a="http://schemas.openxmlformats.org/drawingml/2006/main">
            <a:off x="604837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3" name="diagram-line-868">
            <a:extLst xmlns:a="http://schemas.openxmlformats.org/drawingml/2006/main">
              <a:ext uri="{FF2B5EF4-FFF2-40B4-BE49-F238E27FC236}">
                <a16:creationId xmlns:a16="http://schemas.microsoft.com/office/drawing/2014/main" id="{B48BAB2B-8C7A-4C9A-A4C8-AF2EFE591912}"/>
              </a:ext>
            </a:extLst>
          </p:cNvPr>
          <p:cNvSpPr>
            <a:spLocks xmlns:a="http://schemas.openxmlformats.org/drawingml/2006/main" noGrp="1"/>
          </p:cNvSpPr>
          <p:nvPr/>
        </p:nvSpPr>
        <p:spPr>
          <a:xfrm xmlns:a="http://schemas.openxmlformats.org/drawingml/2006/main">
            <a:off x="604837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4" name="diagram-line-869">
            <a:extLst xmlns:a="http://schemas.openxmlformats.org/drawingml/2006/main">
              <a:ext uri="{FF2B5EF4-FFF2-40B4-BE49-F238E27FC236}">
                <a16:creationId xmlns:a16="http://schemas.microsoft.com/office/drawing/2014/main" id="{5FB889E3-5C96-4820-87A4-C15591E5B39B}"/>
              </a:ext>
            </a:extLst>
          </p:cNvPr>
          <p:cNvSpPr>
            <a:spLocks xmlns:a="http://schemas.openxmlformats.org/drawingml/2006/main" noGrp="1"/>
          </p:cNvSpPr>
          <p:nvPr/>
        </p:nvSpPr>
        <p:spPr>
          <a:xfrm xmlns:a="http://schemas.openxmlformats.org/drawingml/2006/main">
            <a:off x="604837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5" name="diagram-line-870">
            <a:extLst xmlns:a="http://schemas.openxmlformats.org/drawingml/2006/main">
              <a:ext uri="{FF2B5EF4-FFF2-40B4-BE49-F238E27FC236}">
                <a16:creationId xmlns:a16="http://schemas.microsoft.com/office/drawing/2014/main" id="{A12AED7A-2EE6-4796-96A3-8FDFA1E7965C}"/>
              </a:ext>
            </a:extLst>
          </p:cNvPr>
          <p:cNvSpPr>
            <a:spLocks xmlns:a="http://schemas.openxmlformats.org/drawingml/2006/main" noGrp="1"/>
          </p:cNvSpPr>
          <p:nvPr/>
        </p:nvSpPr>
        <p:spPr>
          <a:xfrm xmlns:a="http://schemas.openxmlformats.org/drawingml/2006/main">
            <a:off x="604837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6" name="diagram-line-871">
            <a:extLst xmlns:a="http://schemas.openxmlformats.org/drawingml/2006/main">
              <a:ext uri="{FF2B5EF4-FFF2-40B4-BE49-F238E27FC236}">
                <a16:creationId xmlns:a16="http://schemas.microsoft.com/office/drawing/2014/main" id="{5623EA3E-4528-4F15-909C-A3F880BEEF26}"/>
              </a:ext>
            </a:extLst>
          </p:cNvPr>
          <p:cNvSpPr>
            <a:spLocks xmlns:a="http://schemas.openxmlformats.org/drawingml/2006/main" noGrp="1"/>
          </p:cNvSpPr>
          <p:nvPr/>
        </p:nvSpPr>
        <p:spPr>
          <a:xfrm xmlns:a="http://schemas.openxmlformats.org/drawingml/2006/main">
            <a:off x="604837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7" name="diagram-line-872">
            <a:extLst xmlns:a="http://schemas.openxmlformats.org/drawingml/2006/main">
              <a:ext uri="{FF2B5EF4-FFF2-40B4-BE49-F238E27FC236}">
                <a16:creationId xmlns:a16="http://schemas.microsoft.com/office/drawing/2014/main" id="{6B65FE42-E5D0-411F-ABE8-3AC912CE2D4E}"/>
              </a:ext>
            </a:extLst>
          </p:cNvPr>
          <p:cNvSpPr>
            <a:spLocks xmlns:a="http://schemas.openxmlformats.org/drawingml/2006/main" noGrp="1"/>
          </p:cNvSpPr>
          <p:nvPr/>
        </p:nvSpPr>
        <p:spPr>
          <a:xfrm xmlns:a="http://schemas.openxmlformats.org/drawingml/2006/main">
            <a:off x="604837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8" name="diagram-line-873">
            <a:extLst xmlns:a="http://schemas.openxmlformats.org/drawingml/2006/main">
              <a:ext uri="{FF2B5EF4-FFF2-40B4-BE49-F238E27FC236}">
                <a16:creationId xmlns:a16="http://schemas.microsoft.com/office/drawing/2014/main" id="{44AA3D44-E598-4807-A905-2829F78FE621}"/>
              </a:ext>
            </a:extLst>
          </p:cNvPr>
          <p:cNvSpPr>
            <a:spLocks xmlns:a="http://schemas.openxmlformats.org/drawingml/2006/main" noGrp="1"/>
          </p:cNvSpPr>
          <p:nvPr/>
        </p:nvSpPr>
        <p:spPr>
          <a:xfrm xmlns:a="http://schemas.openxmlformats.org/drawingml/2006/main">
            <a:off x="604837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9" name="diagram-line-874">
            <a:extLst xmlns:a="http://schemas.openxmlformats.org/drawingml/2006/main">
              <a:ext uri="{FF2B5EF4-FFF2-40B4-BE49-F238E27FC236}">
                <a16:creationId xmlns:a16="http://schemas.microsoft.com/office/drawing/2014/main" id="{F9D6B83C-0FC6-4560-A5C5-AB07026E514C}"/>
              </a:ext>
            </a:extLst>
          </p:cNvPr>
          <p:cNvSpPr>
            <a:spLocks xmlns:a="http://schemas.openxmlformats.org/drawingml/2006/main" noGrp="1"/>
          </p:cNvSpPr>
          <p:nvPr/>
        </p:nvSpPr>
        <p:spPr>
          <a:xfrm xmlns:a="http://schemas.openxmlformats.org/drawingml/2006/main">
            <a:off x="604837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0" name="diagram-line-875">
            <a:extLst xmlns:a="http://schemas.openxmlformats.org/drawingml/2006/main">
              <a:ext uri="{FF2B5EF4-FFF2-40B4-BE49-F238E27FC236}">
                <a16:creationId xmlns:a16="http://schemas.microsoft.com/office/drawing/2014/main" id="{89C385F4-68D7-40FB-B803-EDCAD59304FF}"/>
              </a:ext>
            </a:extLst>
          </p:cNvPr>
          <p:cNvSpPr>
            <a:spLocks xmlns:a="http://schemas.openxmlformats.org/drawingml/2006/main" noGrp="1"/>
          </p:cNvSpPr>
          <p:nvPr/>
        </p:nvSpPr>
        <p:spPr>
          <a:xfrm xmlns:a="http://schemas.openxmlformats.org/drawingml/2006/main">
            <a:off x="604837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1" name="diagram-line-876">
            <a:extLst xmlns:a="http://schemas.openxmlformats.org/drawingml/2006/main">
              <a:ext uri="{FF2B5EF4-FFF2-40B4-BE49-F238E27FC236}">
                <a16:creationId xmlns:a16="http://schemas.microsoft.com/office/drawing/2014/main" id="{4B1A9AA2-3F9F-4678-968B-229C4E76140E}"/>
              </a:ext>
            </a:extLst>
          </p:cNvPr>
          <p:cNvSpPr>
            <a:spLocks xmlns:a="http://schemas.openxmlformats.org/drawingml/2006/main" noGrp="1"/>
          </p:cNvSpPr>
          <p:nvPr/>
        </p:nvSpPr>
        <p:spPr>
          <a:xfrm xmlns:a="http://schemas.openxmlformats.org/drawingml/2006/main">
            <a:off x="604837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2" name="diagram-line-877">
            <a:extLst xmlns:a="http://schemas.openxmlformats.org/drawingml/2006/main">
              <a:ext uri="{FF2B5EF4-FFF2-40B4-BE49-F238E27FC236}">
                <a16:creationId xmlns:a16="http://schemas.microsoft.com/office/drawing/2014/main" id="{225DA221-E907-453C-ABD3-6BCD013AFEC9}"/>
              </a:ext>
            </a:extLst>
          </p:cNvPr>
          <p:cNvSpPr>
            <a:spLocks xmlns:a="http://schemas.openxmlformats.org/drawingml/2006/main" noGrp="1"/>
          </p:cNvSpPr>
          <p:nvPr/>
        </p:nvSpPr>
        <p:spPr>
          <a:xfrm xmlns:a="http://schemas.openxmlformats.org/drawingml/2006/main">
            <a:off x="604837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3" name="diagram-line-878">
            <a:extLst xmlns:a="http://schemas.openxmlformats.org/drawingml/2006/main">
              <a:ext uri="{FF2B5EF4-FFF2-40B4-BE49-F238E27FC236}">
                <a16:creationId xmlns:a16="http://schemas.microsoft.com/office/drawing/2014/main" id="{E20D4E7B-0528-4254-A777-B1D3E84A8420}"/>
              </a:ext>
            </a:extLst>
          </p:cNvPr>
          <p:cNvSpPr>
            <a:spLocks xmlns:a="http://schemas.openxmlformats.org/drawingml/2006/main" noGrp="1"/>
          </p:cNvSpPr>
          <p:nvPr/>
        </p:nvSpPr>
        <p:spPr>
          <a:xfrm xmlns:a="http://schemas.openxmlformats.org/drawingml/2006/main">
            <a:off x="604837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4" name="diagram-line-879">
            <a:extLst xmlns:a="http://schemas.openxmlformats.org/drawingml/2006/main">
              <a:ext uri="{FF2B5EF4-FFF2-40B4-BE49-F238E27FC236}">
                <a16:creationId xmlns:a16="http://schemas.microsoft.com/office/drawing/2014/main" id="{A883A012-0D32-4D3A-A2E1-BEE82B747093}"/>
              </a:ext>
            </a:extLst>
          </p:cNvPr>
          <p:cNvSpPr>
            <a:spLocks xmlns:a="http://schemas.openxmlformats.org/drawingml/2006/main" noGrp="1"/>
          </p:cNvSpPr>
          <p:nvPr/>
        </p:nvSpPr>
        <p:spPr>
          <a:xfrm xmlns:a="http://schemas.openxmlformats.org/drawingml/2006/main">
            <a:off x="604837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5" name="diagram-line-880">
            <a:extLst xmlns:a="http://schemas.openxmlformats.org/drawingml/2006/main">
              <a:ext uri="{FF2B5EF4-FFF2-40B4-BE49-F238E27FC236}">
                <a16:creationId xmlns:a16="http://schemas.microsoft.com/office/drawing/2014/main" id="{F02B84A2-8865-4C37-B604-1063297565DF}"/>
              </a:ext>
            </a:extLst>
          </p:cNvPr>
          <p:cNvSpPr>
            <a:spLocks xmlns:a="http://schemas.openxmlformats.org/drawingml/2006/main" noGrp="1"/>
          </p:cNvSpPr>
          <p:nvPr/>
        </p:nvSpPr>
        <p:spPr>
          <a:xfrm xmlns:a="http://schemas.openxmlformats.org/drawingml/2006/main">
            <a:off x="604837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6" name="diagram-line-881">
            <a:extLst xmlns:a="http://schemas.openxmlformats.org/drawingml/2006/main">
              <a:ext uri="{FF2B5EF4-FFF2-40B4-BE49-F238E27FC236}">
                <a16:creationId xmlns:a16="http://schemas.microsoft.com/office/drawing/2014/main" id="{7056A3F6-E7ED-404D-9611-307B5276989A}"/>
              </a:ext>
            </a:extLst>
          </p:cNvPr>
          <p:cNvSpPr>
            <a:spLocks xmlns:a="http://schemas.openxmlformats.org/drawingml/2006/main" noGrp="1"/>
          </p:cNvSpPr>
          <p:nvPr/>
        </p:nvSpPr>
        <p:spPr>
          <a:xfrm xmlns:a="http://schemas.openxmlformats.org/drawingml/2006/main">
            <a:off x="604837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7" name="diagram-box-882">
            <a:extLst xmlns:a="http://schemas.openxmlformats.org/drawingml/2006/main">
              <a:ext uri="{FF2B5EF4-FFF2-40B4-BE49-F238E27FC236}">
                <a16:creationId xmlns:a16="http://schemas.microsoft.com/office/drawing/2014/main" id="{9EE7F147-6617-4D7B-AA72-2D42AB3DFDE2}"/>
              </a:ext>
            </a:extLst>
          </p:cNvPr>
          <p:cNvSpPr>
            <a:spLocks xmlns:a="http://schemas.openxmlformats.org/drawingml/2006/main" noGrp="1"/>
          </p:cNvSpPr>
          <p:nvPr/>
        </p:nvSpPr>
        <p:spPr>
          <a:xfrm xmlns:a="http://schemas.openxmlformats.org/drawingml/2006/main">
            <a:off x="7553325"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128" name="revision-text-883">
            <a:extLst xmlns:a="http://schemas.openxmlformats.org/drawingml/2006/main">
              <a:ext uri="{FF2B5EF4-FFF2-40B4-BE49-F238E27FC236}">
                <a16:creationId xmlns:a16="http://schemas.microsoft.com/office/drawing/2014/main" id="{6A155D21-3DE5-4F00-B37B-96910EF82E34}"/>
              </a:ext>
            </a:extLst>
          </p:cNvPr>
          <p:cNvSpPr>
            <a:spLocks xmlns:a="http://schemas.openxmlformats.org/drawingml/2006/main" noGrp="1"/>
          </p:cNvSpPr>
          <p:nvPr/>
        </p:nvSpPr>
        <p:spPr>
          <a:xfrm xmlns:a="http://schemas.openxmlformats.org/drawingml/2006/main">
            <a:off x="75819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Reactor</a:t>
            </a:r>
          </a:p>
        </p:txBody>
      </p:sp>
      <p:sp>
        <p:nvSpPr>
          <p:cNvPr id="129" name="diagram-line-884">
            <a:extLst xmlns:a="http://schemas.openxmlformats.org/drawingml/2006/main">
              <a:ext uri="{FF2B5EF4-FFF2-40B4-BE49-F238E27FC236}">
                <a16:creationId xmlns:a16="http://schemas.microsoft.com/office/drawing/2014/main" id="{EA08C57E-F851-4EB2-9802-1E62B36EDAE1}"/>
              </a:ext>
            </a:extLst>
          </p:cNvPr>
          <p:cNvSpPr>
            <a:spLocks xmlns:a="http://schemas.openxmlformats.org/drawingml/2006/main" noGrp="1"/>
          </p:cNvSpPr>
          <p:nvPr/>
        </p:nvSpPr>
        <p:spPr>
          <a:xfrm xmlns:a="http://schemas.openxmlformats.org/drawingml/2006/main">
            <a:off x="83439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0" name="diagram-line-885">
            <a:extLst xmlns:a="http://schemas.openxmlformats.org/drawingml/2006/main">
              <a:ext uri="{FF2B5EF4-FFF2-40B4-BE49-F238E27FC236}">
                <a16:creationId xmlns:a16="http://schemas.microsoft.com/office/drawing/2014/main" id="{DA08001E-92FE-43BE-AC28-72B0001D4C5A}"/>
              </a:ext>
            </a:extLst>
          </p:cNvPr>
          <p:cNvSpPr>
            <a:spLocks xmlns:a="http://schemas.openxmlformats.org/drawingml/2006/main" noGrp="1"/>
          </p:cNvSpPr>
          <p:nvPr/>
        </p:nvSpPr>
        <p:spPr>
          <a:xfrm xmlns:a="http://schemas.openxmlformats.org/drawingml/2006/main">
            <a:off x="83439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1" name="diagram-line-886">
            <a:extLst xmlns:a="http://schemas.openxmlformats.org/drawingml/2006/main">
              <a:ext uri="{FF2B5EF4-FFF2-40B4-BE49-F238E27FC236}">
                <a16:creationId xmlns:a16="http://schemas.microsoft.com/office/drawing/2014/main" id="{2DD87699-DD05-42CC-BC97-2ABB1104EA59}"/>
              </a:ext>
            </a:extLst>
          </p:cNvPr>
          <p:cNvSpPr>
            <a:spLocks xmlns:a="http://schemas.openxmlformats.org/drawingml/2006/main" noGrp="1"/>
          </p:cNvSpPr>
          <p:nvPr/>
        </p:nvSpPr>
        <p:spPr>
          <a:xfrm xmlns:a="http://schemas.openxmlformats.org/drawingml/2006/main">
            <a:off x="83439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2" name="diagram-line-887">
            <a:extLst xmlns:a="http://schemas.openxmlformats.org/drawingml/2006/main">
              <a:ext uri="{FF2B5EF4-FFF2-40B4-BE49-F238E27FC236}">
                <a16:creationId xmlns:a16="http://schemas.microsoft.com/office/drawing/2014/main" id="{5C52FB3E-BD47-4ABC-911D-131D2A1D3A4A}"/>
              </a:ext>
            </a:extLst>
          </p:cNvPr>
          <p:cNvSpPr>
            <a:spLocks xmlns:a="http://schemas.openxmlformats.org/drawingml/2006/main" noGrp="1"/>
          </p:cNvSpPr>
          <p:nvPr/>
        </p:nvSpPr>
        <p:spPr>
          <a:xfrm xmlns:a="http://schemas.openxmlformats.org/drawingml/2006/main">
            <a:off x="83439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3" name="diagram-line-888">
            <a:extLst xmlns:a="http://schemas.openxmlformats.org/drawingml/2006/main">
              <a:ext uri="{FF2B5EF4-FFF2-40B4-BE49-F238E27FC236}">
                <a16:creationId xmlns:a16="http://schemas.microsoft.com/office/drawing/2014/main" id="{00D3FF65-3607-4121-B456-8D0C62FA97CA}"/>
              </a:ext>
            </a:extLst>
          </p:cNvPr>
          <p:cNvSpPr>
            <a:spLocks xmlns:a="http://schemas.openxmlformats.org/drawingml/2006/main" noGrp="1"/>
          </p:cNvSpPr>
          <p:nvPr/>
        </p:nvSpPr>
        <p:spPr>
          <a:xfrm xmlns:a="http://schemas.openxmlformats.org/drawingml/2006/main">
            <a:off x="83439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4" name="diagram-line-889">
            <a:extLst xmlns:a="http://schemas.openxmlformats.org/drawingml/2006/main">
              <a:ext uri="{FF2B5EF4-FFF2-40B4-BE49-F238E27FC236}">
                <a16:creationId xmlns:a16="http://schemas.microsoft.com/office/drawing/2014/main" id="{C8FFFE5D-E0CF-440C-9606-F5DE66883C32}"/>
              </a:ext>
            </a:extLst>
          </p:cNvPr>
          <p:cNvSpPr>
            <a:spLocks xmlns:a="http://schemas.openxmlformats.org/drawingml/2006/main" noGrp="1"/>
          </p:cNvSpPr>
          <p:nvPr/>
        </p:nvSpPr>
        <p:spPr>
          <a:xfrm xmlns:a="http://schemas.openxmlformats.org/drawingml/2006/main">
            <a:off x="83439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5" name="diagram-line-890">
            <a:extLst xmlns:a="http://schemas.openxmlformats.org/drawingml/2006/main">
              <a:ext uri="{FF2B5EF4-FFF2-40B4-BE49-F238E27FC236}">
                <a16:creationId xmlns:a16="http://schemas.microsoft.com/office/drawing/2014/main" id="{DD4F66FF-C77D-48A7-BB7D-DD4F2428AF9D}"/>
              </a:ext>
            </a:extLst>
          </p:cNvPr>
          <p:cNvSpPr>
            <a:spLocks xmlns:a="http://schemas.openxmlformats.org/drawingml/2006/main" noGrp="1"/>
          </p:cNvSpPr>
          <p:nvPr/>
        </p:nvSpPr>
        <p:spPr>
          <a:xfrm xmlns:a="http://schemas.openxmlformats.org/drawingml/2006/main">
            <a:off x="83439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6" name="diagram-line-891">
            <a:extLst xmlns:a="http://schemas.openxmlformats.org/drawingml/2006/main">
              <a:ext uri="{FF2B5EF4-FFF2-40B4-BE49-F238E27FC236}">
                <a16:creationId xmlns:a16="http://schemas.microsoft.com/office/drawing/2014/main" id="{A4B3ABC2-D3F3-446C-8AD8-2F6157379ACB}"/>
              </a:ext>
            </a:extLst>
          </p:cNvPr>
          <p:cNvSpPr>
            <a:spLocks xmlns:a="http://schemas.openxmlformats.org/drawingml/2006/main" noGrp="1"/>
          </p:cNvSpPr>
          <p:nvPr/>
        </p:nvSpPr>
        <p:spPr>
          <a:xfrm xmlns:a="http://schemas.openxmlformats.org/drawingml/2006/main">
            <a:off x="83439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7" name="diagram-line-892">
            <a:extLst xmlns:a="http://schemas.openxmlformats.org/drawingml/2006/main">
              <a:ext uri="{FF2B5EF4-FFF2-40B4-BE49-F238E27FC236}">
                <a16:creationId xmlns:a16="http://schemas.microsoft.com/office/drawing/2014/main" id="{87176429-89E3-4F13-A703-854F9B433959}"/>
              </a:ext>
            </a:extLst>
          </p:cNvPr>
          <p:cNvSpPr>
            <a:spLocks xmlns:a="http://schemas.openxmlformats.org/drawingml/2006/main" noGrp="1"/>
          </p:cNvSpPr>
          <p:nvPr/>
        </p:nvSpPr>
        <p:spPr>
          <a:xfrm xmlns:a="http://schemas.openxmlformats.org/drawingml/2006/main">
            <a:off x="83439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8" name="diagram-line-893">
            <a:extLst xmlns:a="http://schemas.openxmlformats.org/drawingml/2006/main">
              <a:ext uri="{FF2B5EF4-FFF2-40B4-BE49-F238E27FC236}">
                <a16:creationId xmlns:a16="http://schemas.microsoft.com/office/drawing/2014/main" id="{27F04189-E572-4330-B7A2-572FB27FCCB6}"/>
              </a:ext>
            </a:extLst>
          </p:cNvPr>
          <p:cNvSpPr>
            <a:spLocks xmlns:a="http://schemas.openxmlformats.org/drawingml/2006/main" noGrp="1"/>
          </p:cNvSpPr>
          <p:nvPr/>
        </p:nvSpPr>
        <p:spPr>
          <a:xfrm xmlns:a="http://schemas.openxmlformats.org/drawingml/2006/main">
            <a:off x="83439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9" name="diagram-line-894">
            <a:extLst xmlns:a="http://schemas.openxmlformats.org/drawingml/2006/main">
              <a:ext uri="{FF2B5EF4-FFF2-40B4-BE49-F238E27FC236}">
                <a16:creationId xmlns:a16="http://schemas.microsoft.com/office/drawing/2014/main" id="{159533CB-FC9A-4BDD-9BFD-CBECD1A6E139}"/>
              </a:ext>
            </a:extLst>
          </p:cNvPr>
          <p:cNvSpPr>
            <a:spLocks xmlns:a="http://schemas.openxmlformats.org/drawingml/2006/main" noGrp="1"/>
          </p:cNvSpPr>
          <p:nvPr/>
        </p:nvSpPr>
        <p:spPr>
          <a:xfrm xmlns:a="http://schemas.openxmlformats.org/drawingml/2006/main">
            <a:off x="83439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0" name="diagram-line-895">
            <a:extLst xmlns:a="http://schemas.openxmlformats.org/drawingml/2006/main">
              <a:ext uri="{FF2B5EF4-FFF2-40B4-BE49-F238E27FC236}">
                <a16:creationId xmlns:a16="http://schemas.microsoft.com/office/drawing/2014/main" id="{76432F00-D522-4B1C-B70A-CEE395718BD3}"/>
              </a:ext>
            </a:extLst>
          </p:cNvPr>
          <p:cNvSpPr>
            <a:spLocks xmlns:a="http://schemas.openxmlformats.org/drawingml/2006/main" noGrp="1"/>
          </p:cNvSpPr>
          <p:nvPr/>
        </p:nvSpPr>
        <p:spPr>
          <a:xfrm xmlns:a="http://schemas.openxmlformats.org/drawingml/2006/main">
            <a:off x="83439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1" name="diagram-line-896">
            <a:extLst xmlns:a="http://schemas.openxmlformats.org/drawingml/2006/main">
              <a:ext uri="{FF2B5EF4-FFF2-40B4-BE49-F238E27FC236}">
                <a16:creationId xmlns:a16="http://schemas.microsoft.com/office/drawing/2014/main" id="{B3DC3BD7-4D59-455E-9AEE-87416E29AF8B}"/>
              </a:ext>
            </a:extLst>
          </p:cNvPr>
          <p:cNvSpPr>
            <a:spLocks xmlns:a="http://schemas.openxmlformats.org/drawingml/2006/main" noGrp="1"/>
          </p:cNvSpPr>
          <p:nvPr/>
        </p:nvSpPr>
        <p:spPr>
          <a:xfrm xmlns:a="http://schemas.openxmlformats.org/drawingml/2006/main">
            <a:off x="83439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2" name="diagram-line-897">
            <a:extLst xmlns:a="http://schemas.openxmlformats.org/drawingml/2006/main">
              <a:ext uri="{FF2B5EF4-FFF2-40B4-BE49-F238E27FC236}">
                <a16:creationId xmlns:a16="http://schemas.microsoft.com/office/drawing/2014/main" id="{F860FC16-A7DB-494C-973F-2F129E2CE6F8}"/>
              </a:ext>
            </a:extLst>
          </p:cNvPr>
          <p:cNvSpPr>
            <a:spLocks xmlns:a="http://schemas.openxmlformats.org/drawingml/2006/main" noGrp="1"/>
          </p:cNvSpPr>
          <p:nvPr/>
        </p:nvSpPr>
        <p:spPr>
          <a:xfrm xmlns:a="http://schemas.openxmlformats.org/drawingml/2006/main">
            <a:off x="83439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3" name="diagram-line-898">
            <a:extLst xmlns:a="http://schemas.openxmlformats.org/drawingml/2006/main">
              <a:ext uri="{FF2B5EF4-FFF2-40B4-BE49-F238E27FC236}">
                <a16:creationId xmlns:a16="http://schemas.microsoft.com/office/drawing/2014/main" id="{D1125D6E-9FC1-4F3D-B17F-99D0F7B798A4}"/>
              </a:ext>
            </a:extLst>
          </p:cNvPr>
          <p:cNvSpPr>
            <a:spLocks xmlns:a="http://schemas.openxmlformats.org/drawingml/2006/main" noGrp="1"/>
          </p:cNvSpPr>
          <p:nvPr/>
        </p:nvSpPr>
        <p:spPr>
          <a:xfrm xmlns:a="http://schemas.openxmlformats.org/drawingml/2006/main">
            <a:off x="83439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4" name="diagram-line-899">
            <a:extLst xmlns:a="http://schemas.openxmlformats.org/drawingml/2006/main">
              <a:ext uri="{FF2B5EF4-FFF2-40B4-BE49-F238E27FC236}">
                <a16:creationId xmlns:a16="http://schemas.microsoft.com/office/drawing/2014/main" id="{53F8CCB6-DF61-45AA-9D9C-1297E3566697}"/>
              </a:ext>
            </a:extLst>
          </p:cNvPr>
          <p:cNvSpPr>
            <a:spLocks xmlns:a="http://schemas.openxmlformats.org/drawingml/2006/main" noGrp="1"/>
          </p:cNvSpPr>
          <p:nvPr/>
        </p:nvSpPr>
        <p:spPr>
          <a:xfrm xmlns:a="http://schemas.openxmlformats.org/drawingml/2006/main">
            <a:off x="83439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5" name="diagram-line-900">
            <a:extLst xmlns:a="http://schemas.openxmlformats.org/drawingml/2006/main">
              <a:ext uri="{FF2B5EF4-FFF2-40B4-BE49-F238E27FC236}">
                <a16:creationId xmlns:a16="http://schemas.microsoft.com/office/drawing/2014/main" id="{4651ABDA-F7BF-44D6-A80B-AD4BAE060439}"/>
              </a:ext>
            </a:extLst>
          </p:cNvPr>
          <p:cNvSpPr>
            <a:spLocks xmlns:a="http://schemas.openxmlformats.org/drawingml/2006/main" noGrp="1"/>
          </p:cNvSpPr>
          <p:nvPr/>
        </p:nvSpPr>
        <p:spPr>
          <a:xfrm xmlns:a="http://schemas.openxmlformats.org/drawingml/2006/main">
            <a:off x="83439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6" name="diagram-line-901">
            <a:extLst xmlns:a="http://schemas.openxmlformats.org/drawingml/2006/main">
              <a:ext uri="{FF2B5EF4-FFF2-40B4-BE49-F238E27FC236}">
                <a16:creationId xmlns:a16="http://schemas.microsoft.com/office/drawing/2014/main" id="{1F9DE9C5-6D3A-4EDD-8CAD-F1AA9B906773}"/>
              </a:ext>
            </a:extLst>
          </p:cNvPr>
          <p:cNvSpPr>
            <a:spLocks xmlns:a="http://schemas.openxmlformats.org/drawingml/2006/main" noGrp="1"/>
          </p:cNvSpPr>
          <p:nvPr/>
        </p:nvSpPr>
        <p:spPr>
          <a:xfrm xmlns:a="http://schemas.openxmlformats.org/drawingml/2006/main">
            <a:off x="83439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7" name="diagram-line-902">
            <a:extLst xmlns:a="http://schemas.openxmlformats.org/drawingml/2006/main">
              <a:ext uri="{FF2B5EF4-FFF2-40B4-BE49-F238E27FC236}">
                <a16:creationId xmlns:a16="http://schemas.microsoft.com/office/drawing/2014/main" id="{81B0BE98-075F-4A6A-B704-F3FF5EA42201}"/>
              </a:ext>
            </a:extLst>
          </p:cNvPr>
          <p:cNvSpPr>
            <a:spLocks xmlns:a="http://schemas.openxmlformats.org/drawingml/2006/main" noGrp="1"/>
          </p:cNvSpPr>
          <p:nvPr/>
        </p:nvSpPr>
        <p:spPr>
          <a:xfrm xmlns:a="http://schemas.openxmlformats.org/drawingml/2006/main">
            <a:off x="83439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8" name="diagram-line-903">
            <a:extLst xmlns:a="http://schemas.openxmlformats.org/drawingml/2006/main">
              <a:ext uri="{FF2B5EF4-FFF2-40B4-BE49-F238E27FC236}">
                <a16:creationId xmlns:a16="http://schemas.microsoft.com/office/drawing/2014/main" id="{754AF7A6-D281-4DF0-A67A-8BFA4D5B91B4}"/>
              </a:ext>
            </a:extLst>
          </p:cNvPr>
          <p:cNvSpPr>
            <a:spLocks xmlns:a="http://schemas.openxmlformats.org/drawingml/2006/main" noGrp="1"/>
          </p:cNvSpPr>
          <p:nvPr/>
        </p:nvSpPr>
        <p:spPr>
          <a:xfrm xmlns:a="http://schemas.openxmlformats.org/drawingml/2006/main">
            <a:off x="83439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9" name="diagram-line-904">
            <a:extLst xmlns:a="http://schemas.openxmlformats.org/drawingml/2006/main">
              <a:ext uri="{FF2B5EF4-FFF2-40B4-BE49-F238E27FC236}">
                <a16:creationId xmlns:a16="http://schemas.microsoft.com/office/drawing/2014/main" id="{491BBB45-BB28-4A5F-ADBF-59FF00505165}"/>
              </a:ext>
            </a:extLst>
          </p:cNvPr>
          <p:cNvSpPr>
            <a:spLocks xmlns:a="http://schemas.openxmlformats.org/drawingml/2006/main" noGrp="1"/>
          </p:cNvSpPr>
          <p:nvPr/>
        </p:nvSpPr>
        <p:spPr>
          <a:xfrm xmlns:a="http://schemas.openxmlformats.org/drawingml/2006/main">
            <a:off x="83439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0" name="diagram-line-905">
            <a:extLst xmlns:a="http://schemas.openxmlformats.org/drawingml/2006/main">
              <a:ext uri="{FF2B5EF4-FFF2-40B4-BE49-F238E27FC236}">
                <a16:creationId xmlns:a16="http://schemas.microsoft.com/office/drawing/2014/main" id="{515BFEE7-FD0D-4AA2-9AC6-C0870F3E6D93}"/>
              </a:ext>
            </a:extLst>
          </p:cNvPr>
          <p:cNvSpPr>
            <a:spLocks xmlns:a="http://schemas.openxmlformats.org/drawingml/2006/main" noGrp="1"/>
          </p:cNvSpPr>
          <p:nvPr/>
        </p:nvSpPr>
        <p:spPr>
          <a:xfrm xmlns:a="http://schemas.openxmlformats.org/drawingml/2006/main">
            <a:off x="83439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1" name="diagram-line-906">
            <a:extLst xmlns:a="http://schemas.openxmlformats.org/drawingml/2006/main">
              <a:ext uri="{FF2B5EF4-FFF2-40B4-BE49-F238E27FC236}">
                <a16:creationId xmlns:a16="http://schemas.microsoft.com/office/drawing/2014/main" id="{7F558E7D-08F2-47F7-9A0F-D6A7B52D1330}"/>
              </a:ext>
            </a:extLst>
          </p:cNvPr>
          <p:cNvSpPr>
            <a:spLocks xmlns:a="http://schemas.openxmlformats.org/drawingml/2006/main" noGrp="1"/>
          </p:cNvSpPr>
          <p:nvPr/>
        </p:nvSpPr>
        <p:spPr>
          <a:xfrm xmlns:a="http://schemas.openxmlformats.org/drawingml/2006/main">
            <a:off x="83439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2" name="diagram-line-907">
            <a:extLst xmlns:a="http://schemas.openxmlformats.org/drawingml/2006/main">
              <a:ext uri="{FF2B5EF4-FFF2-40B4-BE49-F238E27FC236}">
                <a16:creationId xmlns:a16="http://schemas.microsoft.com/office/drawing/2014/main" id="{A95B823D-C7CA-4815-9BED-8FCE1A6EA1FC}"/>
              </a:ext>
            </a:extLst>
          </p:cNvPr>
          <p:cNvSpPr>
            <a:spLocks xmlns:a="http://schemas.openxmlformats.org/drawingml/2006/main" noGrp="1"/>
          </p:cNvSpPr>
          <p:nvPr/>
        </p:nvSpPr>
        <p:spPr>
          <a:xfrm xmlns:a="http://schemas.openxmlformats.org/drawingml/2006/main">
            <a:off x="83439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3" name="diagram-line-908">
            <a:extLst xmlns:a="http://schemas.openxmlformats.org/drawingml/2006/main">
              <a:ext uri="{FF2B5EF4-FFF2-40B4-BE49-F238E27FC236}">
                <a16:creationId xmlns:a16="http://schemas.microsoft.com/office/drawing/2014/main" id="{2194CC47-D12C-408B-97FC-94436E7C6B34}"/>
              </a:ext>
            </a:extLst>
          </p:cNvPr>
          <p:cNvSpPr>
            <a:spLocks xmlns:a="http://schemas.openxmlformats.org/drawingml/2006/main" noGrp="1"/>
          </p:cNvSpPr>
          <p:nvPr/>
        </p:nvSpPr>
        <p:spPr>
          <a:xfrm xmlns:a="http://schemas.openxmlformats.org/drawingml/2006/main">
            <a:off x="83439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4" name="diagram-line-909">
            <a:extLst xmlns:a="http://schemas.openxmlformats.org/drawingml/2006/main">
              <a:ext uri="{FF2B5EF4-FFF2-40B4-BE49-F238E27FC236}">
                <a16:creationId xmlns:a16="http://schemas.microsoft.com/office/drawing/2014/main" id="{A4326E29-E6A0-4AE1-B9D1-70770FD995E2}"/>
              </a:ext>
            </a:extLst>
          </p:cNvPr>
          <p:cNvSpPr>
            <a:spLocks xmlns:a="http://schemas.openxmlformats.org/drawingml/2006/main" noGrp="1"/>
          </p:cNvSpPr>
          <p:nvPr/>
        </p:nvSpPr>
        <p:spPr>
          <a:xfrm xmlns:a="http://schemas.openxmlformats.org/drawingml/2006/main">
            <a:off x="83439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5" name="diagram-line-910">
            <a:extLst xmlns:a="http://schemas.openxmlformats.org/drawingml/2006/main">
              <a:ext uri="{FF2B5EF4-FFF2-40B4-BE49-F238E27FC236}">
                <a16:creationId xmlns:a16="http://schemas.microsoft.com/office/drawing/2014/main" id="{436120FB-F517-42BA-89DA-4DBB4C6A7587}"/>
              </a:ext>
            </a:extLst>
          </p:cNvPr>
          <p:cNvSpPr>
            <a:spLocks xmlns:a="http://schemas.openxmlformats.org/drawingml/2006/main" noGrp="1"/>
          </p:cNvSpPr>
          <p:nvPr/>
        </p:nvSpPr>
        <p:spPr>
          <a:xfrm xmlns:a="http://schemas.openxmlformats.org/drawingml/2006/main">
            <a:off x="83439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6" name="diagram-line-911">
            <a:extLst xmlns:a="http://schemas.openxmlformats.org/drawingml/2006/main">
              <a:ext uri="{FF2B5EF4-FFF2-40B4-BE49-F238E27FC236}">
                <a16:creationId xmlns:a16="http://schemas.microsoft.com/office/drawing/2014/main" id="{0CD8D930-DF08-4AF2-9FFD-8B88BD88C939}"/>
              </a:ext>
            </a:extLst>
          </p:cNvPr>
          <p:cNvSpPr>
            <a:spLocks xmlns:a="http://schemas.openxmlformats.org/drawingml/2006/main" noGrp="1"/>
          </p:cNvSpPr>
          <p:nvPr/>
        </p:nvSpPr>
        <p:spPr>
          <a:xfrm xmlns:a="http://schemas.openxmlformats.org/drawingml/2006/main">
            <a:off x="83439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7" name="diagram-line-912">
            <a:extLst xmlns:a="http://schemas.openxmlformats.org/drawingml/2006/main">
              <a:ext uri="{FF2B5EF4-FFF2-40B4-BE49-F238E27FC236}">
                <a16:creationId xmlns:a16="http://schemas.microsoft.com/office/drawing/2014/main" id="{6306E5AD-6A52-49AE-9766-72B813A72626}"/>
              </a:ext>
            </a:extLst>
          </p:cNvPr>
          <p:cNvSpPr>
            <a:spLocks xmlns:a="http://schemas.openxmlformats.org/drawingml/2006/main" noGrp="1"/>
          </p:cNvSpPr>
          <p:nvPr/>
        </p:nvSpPr>
        <p:spPr>
          <a:xfrm xmlns:a="http://schemas.openxmlformats.org/drawingml/2006/main">
            <a:off x="83439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8" name="diagram-line-913">
            <a:extLst xmlns:a="http://schemas.openxmlformats.org/drawingml/2006/main">
              <a:ext uri="{FF2B5EF4-FFF2-40B4-BE49-F238E27FC236}">
                <a16:creationId xmlns:a16="http://schemas.microsoft.com/office/drawing/2014/main" id="{9A27AD82-B9E7-41EC-A4D6-C1FA96745199}"/>
              </a:ext>
            </a:extLst>
          </p:cNvPr>
          <p:cNvSpPr>
            <a:spLocks xmlns:a="http://schemas.openxmlformats.org/drawingml/2006/main" noGrp="1"/>
          </p:cNvSpPr>
          <p:nvPr/>
        </p:nvSpPr>
        <p:spPr>
          <a:xfrm xmlns:a="http://schemas.openxmlformats.org/drawingml/2006/main">
            <a:off x="83439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9" name="diagram-line-914">
            <a:extLst xmlns:a="http://schemas.openxmlformats.org/drawingml/2006/main">
              <a:ext uri="{FF2B5EF4-FFF2-40B4-BE49-F238E27FC236}">
                <a16:creationId xmlns:a16="http://schemas.microsoft.com/office/drawing/2014/main" id="{A91B43FA-9458-4FA8-B904-6663206E33B7}"/>
              </a:ext>
            </a:extLst>
          </p:cNvPr>
          <p:cNvSpPr>
            <a:spLocks xmlns:a="http://schemas.openxmlformats.org/drawingml/2006/main" noGrp="1"/>
          </p:cNvSpPr>
          <p:nvPr/>
        </p:nvSpPr>
        <p:spPr>
          <a:xfrm xmlns:a="http://schemas.openxmlformats.org/drawingml/2006/main">
            <a:off x="83439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0" name="diagram-line-915">
            <a:extLst xmlns:a="http://schemas.openxmlformats.org/drawingml/2006/main">
              <a:ext uri="{FF2B5EF4-FFF2-40B4-BE49-F238E27FC236}">
                <a16:creationId xmlns:a16="http://schemas.microsoft.com/office/drawing/2014/main" id="{662CA2B7-4F4D-4A0F-9E24-53B7E9EE0E08}"/>
              </a:ext>
            </a:extLst>
          </p:cNvPr>
          <p:cNvSpPr>
            <a:spLocks xmlns:a="http://schemas.openxmlformats.org/drawingml/2006/main" noGrp="1"/>
          </p:cNvSpPr>
          <p:nvPr/>
        </p:nvSpPr>
        <p:spPr>
          <a:xfrm xmlns:a="http://schemas.openxmlformats.org/drawingml/2006/main">
            <a:off x="83439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1" name="diagram-line-916">
            <a:extLst xmlns:a="http://schemas.openxmlformats.org/drawingml/2006/main">
              <a:ext uri="{FF2B5EF4-FFF2-40B4-BE49-F238E27FC236}">
                <a16:creationId xmlns:a16="http://schemas.microsoft.com/office/drawing/2014/main" id="{3A6D08C5-161C-42B0-90F7-4290D33EB9F1}"/>
              </a:ext>
            </a:extLst>
          </p:cNvPr>
          <p:cNvSpPr>
            <a:spLocks xmlns:a="http://schemas.openxmlformats.org/drawingml/2006/main" noGrp="1"/>
          </p:cNvSpPr>
          <p:nvPr/>
        </p:nvSpPr>
        <p:spPr>
          <a:xfrm xmlns:a="http://schemas.openxmlformats.org/drawingml/2006/main">
            <a:off x="83439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2" name="diagram-line-917">
            <a:extLst xmlns:a="http://schemas.openxmlformats.org/drawingml/2006/main">
              <a:ext uri="{FF2B5EF4-FFF2-40B4-BE49-F238E27FC236}">
                <a16:creationId xmlns:a16="http://schemas.microsoft.com/office/drawing/2014/main" id="{FBA5B0AF-78F2-45C5-9784-CA9141EE7C0E}"/>
              </a:ext>
            </a:extLst>
          </p:cNvPr>
          <p:cNvSpPr>
            <a:spLocks xmlns:a="http://schemas.openxmlformats.org/drawingml/2006/main" noGrp="1"/>
          </p:cNvSpPr>
          <p:nvPr/>
        </p:nvSpPr>
        <p:spPr>
          <a:xfrm xmlns:a="http://schemas.openxmlformats.org/drawingml/2006/main">
            <a:off x="83439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3" name="diagram-line-918">
            <a:extLst xmlns:a="http://schemas.openxmlformats.org/drawingml/2006/main">
              <a:ext uri="{FF2B5EF4-FFF2-40B4-BE49-F238E27FC236}">
                <a16:creationId xmlns:a16="http://schemas.microsoft.com/office/drawing/2014/main" id="{B52F9B84-CC17-4EA5-AE17-5CB4BBBB887D}"/>
              </a:ext>
            </a:extLst>
          </p:cNvPr>
          <p:cNvSpPr>
            <a:spLocks xmlns:a="http://schemas.openxmlformats.org/drawingml/2006/main" noGrp="1"/>
          </p:cNvSpPr>
          <p:nvPr/>
        </p:nvSpPr>
        <p:spPr>
          <a:xfrm xmlns:a="http://schemas.openxmlformats.org/drawingml/2006/main">
            <a:off x="83439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4" name="diagram-line-919">
            <a:extLst xmlns:a="http://schemas.openxmlformats.org/drawingml/2006/main">
              <a:ext uri="{FF2B5EF4-FFF2-40B4-BE49-F238E27FC236}">
                <a16:creationId xmlns:a16="http://schemas.microsoft.com/office/drawing/2014/main" id="{0C50512E-D5BD-468C-B81B-ADFB9ECAB564}"/>
              </a:ext>
            </a:extLst>
          </p:cNvPr>
          <p:cNvSpPr>
            <a:spLocks xmlns:a="http://schemas.openxmlformats.org/drawingml/2006/main" noGrp="1"/>
          </p:cNvSpPr>
          <p:nvPr/>
        </p:nvSpPr>
        <p:spPr>
          <a:xfrm xmlns:a="http://schemas.openxmlformats.org/drawingml/2006/main">
            <a:off x="83439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5" name="diagram-line-920">
            <a:extLst xmlns:a="http://schemas.openxmlformats.org/drawingml/2006/main">
              <a:ext uri="{FF2B5EF4-FFF2-40B4-BE49-F238E27FC236}">
                <a16:creationId xmlns:a16="http://schemas.microsoft.com/office/drawing/2014/main" id="{6DB8E45E-D86E-4B85-AED7-1209FA28B097}"/>
              </a:ext>
            </a:extLst>
          </p:cNvPr>
          <p:cNvSpPr>
            <a:spLocks xmlns:a="http://schemas.openxmlformats.org/drawingml/2006/main" noGrp="1"/>
          </p:cNvSpPr>
          <p:nvPr/>
        </p:nvSpPr>
        <p:spPr>
          <a:xfrm xmlns:a="http://schemas.openxmlformats.org/drawingml/2006/main">
            <a:off x="83439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6" name="diagram-box-921">
            <a:extLst xmlns:a="http://schemas.openxmlformats.org/drawingml/2006/main">
              <a:ext uri="{FF2B5EF4-FFF2-40B4-BE49-F238E27FC236}">
                <a16:creationId xmlns:a16="http://schemas.microsoft.com/office/drawing/2014/main" id="{E51F421E-BDE4-40CA-8B3D-E18DC4A69B33}"/>
              </a:ext>
            </a:extLst>
          </p:cNvPr>
          <p:cNvSpPr>
            <a:spLocks xmlns:a="http://schemas.openxmlformats.org/drawingml/2006/main" noGrp="1"/>
          </p:cNvSpPr>
          <p:nvPr/>
        </p:nvSpPr>
        <p:spPr>
          <a:xfrm xmlns:a="http://schemas.openxmlformats.org/drawingml/2006/main">
            <a:off x="9925050" y="1504950"/>
            <a:ext cx="1581150" cy="314325"/>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67" name="revision-text-922">
            <a:extLst xmlns:a="http://schemas.openxmlformats.org/drawingml/2006/main">
              <a:ext uri="{FF2B5EF4-FFF2-40B4-BE49-F238E27FC236}">
                <a16:creationId xmlns:a16="http://schemas.microsoft.com/office/drawing/2014/main" id="{173A57CB-490B-4E06-A24D-3D7C2D880BD0}"/>
              </a:ext>
            </a:extLst>
          </p:cNvPr>
          <p:cNvSpPr>
            <a:spLocks xmlns:a="http://schemas.openxmlformats.org/drawingml/2006/main" noGrp="1"/>
          </p:cNvSpPr>
          <p:nvPr/>
        </p:nvSpPr>
        <p:spPr>
          <a:xfrm xmlns:a="http://schemas.openxmlformats.org/drawingml/2006/main">
            <a:off x="995362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Constraint layer</a:t>
            </a:r>
          </a:p>
        </p:txBody>
      </p:sp>
      <p:sp>
        <p:nvSpPr>
          <p:cNvPr id="168" name="diagram-line-923">
            <a:extLst xmlns:a="http://schemas.openxmlformats.org/drawingml/2006/main">
              <a:ext uri="{FF2B5EF4-FFF2-40B4-BE49-F238E27FC236}">
                <a16:creationId xmlns:a16="http://schemas.microsoft.com/office/drawing/2014/main" id="{9F487494-03E3-4C29-9ED3-65C70CDB6F43}"/>
              </a:ext>
            </a:extLst>
          </p:cNvPr>
          <p:cNvSpPr>
            <a:spLocks xmlns:a="http://schemas.openxmlformats.org/drawingml/2006/main" noGrp="1"/>
          </p:cNvSpPr>
          <p:nvPr/>
        </p:nvSpPr>
        <p:spPr>
          <a:xfrm xmlns:a="http://schemas.openxmlformats.org/drawingml/2006/main">
            <a:off x="1071562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9" name="diagram-line-924">
            <a:extLst xmlns:a="http://schemas.openxmlformats.org/drawingml/2006/main">
              <a:ext uri="{FF2B5EF4-FFF2-40B4-BE49-F238E27FC236}">
                <a16:creationId xmlns:a16="http://schemas.microsoft.com/office/drawing/2014/main" id="{39162F84-47A6-4301-ABAF-A2672082C8F0}"/>
              </a:ext>
            </a:extLst>
          </p:cNvPr>
          <p:cNvSpPr>
            <a:spLocks xmlns:a="http://schemas.openxmlformats.org/drawingml/2006/main" noGrp="1"/>
          </p:cNvSpPr>
          <p:nvPr/>
        </p:nvSpPr>
        <p:spPr>
          <a:xfrm xmlns:a="http://schemas.openxmlformats.org/drawingml/2006/main">
            <a:off x="1071562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0" name="diagram-line-925">
            <a:extLst xmlns:a="http://schemas.openxmlformats.org/drawingml/2006/main">
              <a:ext uri="{FF2B5EF4-FFF2-40B4-BE49-F238E27FC236}">
                <a16:creationId xmlns:a16="http://schemas.microsoft.com/office/drawing/2014/main" id="{FB1344A7-F9C5-406E-B7C1-4EB368D4483E}"/>
              </a:ext>
            </a:extLst>
          </p:cNvPr>
          <p:cNvSpPr>
            <a:spLocks xmlns:a="http://schemas.openxmlformats.org/drawingml/2006/main" noGrp="1"/>
          </p:cNvSpPr>
          <p:nvPr/>
        </p:nvSpPr>
        <p:spPr>
          <a:xfrm xmlns:a="http://schemas.openxmlformats.org/drawingml/2006/main">
            <a:off x="1071562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1" name="diagram-line-926">
            <a:extLst xmlns:a="http://schemas.openxmlformats.org/drawingml/2006/main">
              <a:ext uri="{FF2B5EF4-FFF2-40B4-BE49-F238E27FC236}">
                <a16:creationId xmlns:a16="http://schemas.microsoft.com/office/drawing/2014/main" id="{22D5014C-BACD-4030-B407-4791E895852B}"/>
              </a:ext>
            </a:extLst>
          </p:cNvPr>
          <p:cNvSpPr>
            <a:spLocks xmlns:a="http://schemas.openxmlformats.org/drawingml/2006/main" noGrp="1"/>
          </p:cNvSpPr>
          <p:nvPr/>
        </p:nvSpPr>
        <p:spPr>
          <a:xfrm xmlns:a="http://schemas.openxmlformats.org/drawingml/2006/main">
            <a:off x="1071562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2" name="diagram-line-927">
            <a:extLst xmlns:a="http://schemas.openxmlformats.org/drawingml/2006/main">
              <a:ext uri="{FF2B5EF4-FFF2-40B4-BE49-F238E27FC236}">
                <a16:creationId xmlns:a16="http://schemas.microsoft.com/office/drawing/2014/main" id="{48845325-2894-4121-B2C4-5FAF1AFB6C43}"/>
              </a:ext>
            </a:extLst>
          </p:cNvPr>
          <p:cNvSpPr>
            <a:spLocks xmlns:a="http://schemas.openxmlformats.org/drawingml/2006/main" noGrp="1"/>
          </p:cNvSpPr>
          <p:nvPr/>
        </p:nvSpPr>
        <p:spPr>
          <a:xfrm xmlns:a="http://schemas.openxmlformats.org/drawingml/2006/main">
            <a:off x="1071562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3" name="diagram-line-928">
            <a:extLst xmlns:a="http://schemas.openxmlformats.org/drawingml/2006/main">
              <a:ext uri="{FF2B5EF4-FFF2-40B4-BE49-F238E27FC236}">
                <a16:creationId xmlns:a16="http://schemas.microsoft.com/office/drawing/2014/main" id="{DE76FF4B-7C3B-4467-BA4F-7110E1307C1B}"/>
              </a:ext>
            </a:extLst>
          </p:cNvPr>
          <p:cNvSpPr>
            <a:spLocks xmlns:a="http://schemas.openxmlformats.org/drawingml/2006/main" noGrp="1"/>
          </p:cNvSpPr>
          <p:nvPr/>
        </p:nvSpPr>
        <p:spPr>
          <a:xfrm xmlns:a="http://schemas.openxmlformats.org/drawingml/2006/main">
            <a:off x="1071562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4" name="diagram-line-929">
            <a:extLst xmlns:a="http://schemas.openxmlformats.org/drawingml/2006/main">
              <a:ext uri="{FF2B5EF4-FFF2-40B4-BE49-F238E27FC236}">
                <a16:creationId xmlns:a16="http://schemas.microsoft.com/office/drawing/2014/main" id="{87A2B199-8E37-4672-8F0C-009866848254}"/>
              </a:ext>
            </a:extLst>
          </p:cNvPr>
          <p:cNvSpPr>
            <a:spLocks xmlns:a="http://schemas.openxmlformats.org/drawingml/2006/main" noGrp="1"/>
          </p:cNvSpPr>
          <p:nvPr/>
        </p:nvSpPr>
        <p:spPr>
          <a:xfrm xmlns:a="http://schemas.openxmlformats.org/drawingml/2006/main">
            <a:off x="1071562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5" name="diagram-line-930">
            <a:extLst xmlns:a="http://schemas.openxmlformats.org/drawingml/2006/main">
              <a:ext uri="{FF2B5EF4-FFF2-40B4-BE49-F238E27FC236}">
                <a16:creationId xmlns:a16="http://schemas.microsoft.com/office/drawing/2014/main" id="{D88884FE-7455-4B5B-9921-E28516C5121A}"/>
              </a:ext>
            </a:extLst>
          </p:cNvPr>
          <p:cNvSpPr>
            <a:spLocks xmlns:a="http://schemas.openxmlformats.org/drawingml/2006/main" noGrp="1"/>
          </p:cNvSpPr>
          <p:nvPr/>
        </p:nvSpPr>
        <p:spPr>
          <a:xfrm xmlns:a="http://schemas.openxmlformats.org/drawingml/2006/main">
            <a:off x="1071562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6" name="diagram-line-931">
            <a:extLst xmlns:a="http://schemas.openxmlformats.org/drawingml/2006/main">
              <a:ext uri="{FF2B5EF4-FFF2-40B4-BE49-F238E27FC236}">
                <a16:creationId xmlns:a16="http://schemas.microsoft.com/office/drawing/2014/main" id="{10098B1A-4454-4177-B670-606A4CBAB067}"/>
              </a:ext>
            </a:extLst>
          </p:cNvPr>
          <p:cNvSpPr>
            <a:spLocks xmlns:a="http://schemas.openxmlformats.org/drawingml/2006/main" noGrp="1"/>
          </p:cNvSpPr>
          <p:nvPr/>
        </p:nvSpPr>
        <p:spPr>
          <a:xfrm xmlns:a="http://schemas.openxmlformats.org/drawingml/2006/main">
            <a:off x="1071562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7" name="diagram-line-932">
            <a:extLst xmlns:a="http://schemas.openxmlformats.org/drawingml/2006/main">
              <a:ext uri="{FF2B5EF4-FFF2-40B4-BE49-F238E27FC236}">
                <a16:creationId xmlns:a16="http://schemas.microsoft.com/office/drawing/2014/main" id="{6B3D6791-5B48-40CB-90F8-1F33EFBE5EC9}"/>
              </a:ext>
            </a:extLst>
          </p:cNvPr>
          <p:cNvSpPr>
            <a:spLocks xmlns:a="http://schemas.openxmlformats.org/drawingml/2006/main" noGrp="1"/>
          </p:cNvSpPr>
          <p:nvPr/>
        </p:nvSpPr>
        <p:spPr>
          <a:xfrm xmlns:a="http://schemas.openxmlformats.org/drawingml/2006/main">
            <a:off x="1071562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8" name="diagram-line-933">
            <a:extLst xmlns:a="http://schemas.openxmlformats.org/drawingml/2006/main">
              <a:ext uri="{FF2B5EF4-FFF2-40B4-BE49-F238E27FC236}">
                <a16:creationId xmlns:a16="http://schemas.microsoft.com/office/drawing/2014/main" id="{6745AE2D-F024-4935-9DDC-15118F621734}"/>
              </a:ext>
            </a:extLst>
          </p:cNvPr>
          <p:cNvSpPr>
            <a:spLocks xmlns:a="http://schemas.openxmlformats.org/drawingml/2006/main" noGrp="1"/>
          </p:cNvSpPr>
          <p:nvPr/>
        </p:nvSpPr>
        <p:spPr>
          <a:xfrm xmlns:a="http://schemas.openxmlformats.org/drawingml/2006/main">
            <a:off x="1071562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9" name="diagram-line-934">
            <a:extLst xmlns:a="http://schemas.openxmlformats.org/drawingml/2006/main">
              <a:ext uri="{FF2B5EF4-FFF2-40B4-BE49-F238E27FC236}">
                <a16:creationId xmlns:a16="http://schemas.microsoft.com/office/drawing/2014/main" id="{F6DB1DDB-33D9-45F3-9DA6-AE986E69E18F}"/>
              </a:ext>
            </a:extLst>
          </p:cNvPr>
          <p:cNvSpPr>
            <a:spLocks xmlns:a="http://schemas.openxmlformats.org/drawingml/2006/main" noGrp="1"/>
          </p:cNvSpPr>
          <p:nvPr/>
        </p:nvSpPr>
        <p:spPr>
          <a:xfrm xmlns:a="http://schemas.openxmlformats.org/drawingml/2006/main">
            <a:off x="1071562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0" name="diagram-line-935">
            <a:extLst xmlns:a="http://schemas.openxmlformats.org/drawingml/2006/main">
              <a:ext uri="{FF2B5EF4-FFF2-40B4-BE49-F238E27FC236}">
                <a16:creationId xmlns:a16="http://schemas.microsoft.com/office/drawing/2014/main" id="{899D4B67-9F84-47EB-B68C-C7C00A324F8E}"/>
              </a:ext>
            </a:extLst>
          </p:cNvPr>
          <p:cNvSpPr>
            <a:spLocks xmlns:a="http://schemas.openxmlformats.org/drawingml/2006/main" noGrp="1"/>
          </p:cNvSpPr>
          <p:nvPr/>
        </p:nvSpPr>
        <p:spPr>
          <a:xfrm xmlns:a="http://schemas.openxmlformats.org/drawingml/2006/main">
            <a:off x="1071562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1" name="diagram-line-936">
            <a:extLst xmlns:a="http://schemas.openxmlformats.org/drawingml/2006/main">
              <a:ext uri="{FF2B5EF4-FFF2-40B4-BE49-F238E27FC236}">
                <a16:creationId xmlns:a16="http://schemas.microsoft.com/office/drawing/2014/main" id="{D12DB60A-4DA3-4B7A-AEDD-5F44C98ED6BA}"/>
              </a:ext>
            </a:extLst>
          </p:cNvPr>
          <p:cNvSpPr>
            <a:spLocks xmlns:a="http://schemas.openxmlformats.org/drawingml/2006/main" noGrp="1"/>
          </p:cNvSpPr>
          <p:nvPr/>
        </p:nvSpPr>
        <p:spPr>
          <a:xfrm xmlns:a="http://schemas.openxmlformats.org/drawingml/2006/main">
            <a:off x="1071562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2" name="diagram-line-937">
            <a:extLst xmlns:a="http://schemas.openxmlformats.org/drawingml/2006/main">
              <a:ext uri="{FF2B5EF4-FFF2-40B4-BE49-F238E27FC236}">
                <a16:creationId xmlns:a16="http://schemas.microsoft.com/office/drawing/2014/main" id="{3E57D301-EEC8-4E23-AA72-929CBC297235}"/>
              </a:ext>
            </a:extLst>
          </p:cNvPr>
          <p:cNvSpPr>
            <a:spLocks xmlns:a="http://schemas.openxmlformats.org/drawingml/2006/main" noGrp="1"/>
          </p:cNvSpPr>
          <p:nvPr/>
        </p:nvSpPr>
        <p:spPr>
          <a:xfrm xmlns:a="http://schemas.openxmlformats.org/drawingml/2006/main">
            <a:off x="1071562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3" name="diagram-line-938">
            <a:extLst xmlns:a="http://schemas.openxmlformats.org/drawingml/2006/main">
              <a:ext uri="{FF2B5EF4-FFF2-40B4-BE49-F238E27FC236}">
                <a16:creationId xmlns:a16="http://schemas.microsoft.com/office/drawing/2014/main" id="{71BD9421-0933-4E0B-BB7A-A639119813B1}"/>
              </a:ext>
            </a:extLst>
          </p:cNvPr>
          <p:cNvSpPr>
            <a:spLocks xmlns:a="http://schemas.openxmlformats.org/drawingml/2006/main" noGrp="1"/>
          </p:cNvSpPr>
          <p:nvPr/>
        </p:nvSpPr>
        <p:spPr>
          <a:xfrm xmlns:a="http://schemas.openxmlformats.org/drawingml/2006/main">
            <a:off x="1071562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4" name="diagram-line-939">
            <a:extLst xmlns:a="http://schemas.openxmlformats.org/drawingml/2006/main">
              <a:ext uri="{FF2B5EF4-FFF2-40B4-BE49-F238E27FC236}">
                <a16:creationId xmlns:a16="http://schemas.microsoft.com/office/drawing/2014/main" id="{720ED08A-D349-4A18-8E27-6743405F6562}"/>
              </a:ext>
            </a:extLst>
          </p:cNvPr>
          <p:cNvSpPr>
            <a:spLocks xmlns:a="http://schemas.openxmlformats.org/drawingml/2006/main" noGrp="1"/>
          </p:cNvSpPr>
          <p:nvPr/>
        </p:nvSpPr>
        <p:spPr>
          <a:xfrm xmlns:a="http://schemas.openxmlformats.org/drawingml/2006/main">
            <a:off x="1071562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5" name="diagram-line-940">
            <a:extLst xmlns:a="http://schemas.openxmlformats.org/drawingml/2006/main">
              <a:ext uri="{FF2B5EF4-FFF2-40B4-BE49-F238E27FC236}">
                <a16:creationId xmlns:a16="http://schemas.microsoft.com/office/drawing/2014/main" id="{E7C75B0B-8A87-4532-97AB-395B33BF5999}"/>
              </a:ext>
            </a:extLst>
          </p:cNvPr>
          <p:cNvSpPr>
            <a:spLocks xmlns:a="http://schemas.openxmlformats.org/drawingml/2006/main" noGrp="1"/>
          </p:cNvSpPr>
          <p:nvPr/>
        </p:nvSpPr>
        <p:spPr>
          <a:xfrm xmlns:a="http://schemas.openxmlformats.org/drawingml/2006/main">
            <a:off x="1071562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6" name="diagram-line-941">
            <a:extLst xmlns:a="http://schemas.openxmlformats.org/drawingml/2006/main">
              <a:ext uri="{FF2B5EF4-FFF2-40B4-BE49-F238E27FC236}">
                <a16:creationId xmlns:a16="http://schemas.microsoft.com/office/drawing/2014/main" id="{C621AB48-34A7-412C-9150-2CBE5E8C1165}"/>
              </a:ext>
            </a:extLst>
          </p:cNvPr>
          <p:cNvSpPr>
            <a:spLocks xmlns:a="http://schemas.openxmlformats.org/drawingml/2006/main" noGrp="1"/>
          </p:cNvSpPr>
          <p:nvPr/>
        </p:nvSpPr>
        <p:spPr>
          <a:xfrm xmlns:a="http://schemas.openxmlformats.org/drawingml/2006/main">
            <a:off x="1071562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7" name="diagram-line-942">
            <a:extLst xmlns:a="http://schemas.openxmlformats.org/drawingml/2006/main">
              <a:ext uri="{FF2B5EF4-FFF2-40B4-BE49-F238E27FC236}">
                <a16:creationId xmlns:a16="http://schemas.microsoft.com/office/drawing/2014/main" id="{56CC4086-3395-4B86-91A3-D39EA2242058}"/>
              </a:ext>
            </a:extLst>
          </p:cNvPr>
          <p:cNvSpPr>
            <a:spLocks xmlns:a="http://schemas.openxmlformats.org/drawingml/2006/main" noGrp="1"/>
          </p:cNvSpPr>
          <p:nvPr/>
        </p:nvSpPr>
        <p:spPr>
          <a:xfrm xmlns:a="http://schemas.openxmlformats.org/drawingml/2006/main">
            <a:off x="1071562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8" name="diagram-line-943">
            <a:extLst xmlns:a="http://schemas.openxmlformats.org/drawingml/2006/main">
              <a:ext uri="{FF2B5EF4-FFF2-40B4-BE49-F238E27FC236}">
                <a16:creationId xmlns:a16="http://schemas.microsoft.com/office/drawing/2014/main" id="{BE76C1FE-86AD-4E42-BD95-C15EFF6920C6}"/>
              </a:ext>
            </a:extLst>
          </p:cNvPr>
          <p:cNvSpPr>
            <a:spLocks xmlns:a="http://schemas.openxmlformats.org/drawingml/2006/main" noGrp="1"/>
          </p:cNvSpPr>
          <p:nvPr/>
        </p:nvSpPr>
        <p:spPr>
          <a:xfrm xmlns:a="http://schemas.openxmlformats.org/drawingml/2006/main">
            <a:off x="1071562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9" name="diagram-line-944">
            <a:extLst xmlns:a="http://schemas.openxmlformats.org/drawingml/2006/main">
              <a:ext uri="{FF2B5EF4-FFF2-40B4-BE49-F238E27FC236}">
                <a16:creationId xmlns:a16="http://schemas.microsoft.com/office/drawing/2014/main" id="{01E3DCD8-5741-4EF0-81AC-4F23AEC402C5}"/>
              </a:ext>
            </a:extLst>
          </p:cNvPr>
          <p:cNvSpPr>
            <a:spLocks xmlns:a="http://schemas.openxmlformats.org/drawingml/2006/main" noGrp="1"/>
          </p:cNvSpPr>
          <p:nvPr/>
        </p:nvSpPr>
        <p:spPr>
          <a:xfrm xmlns:a="http://schemas.openxmlformats.org/drawingml/2006/main">
            <a:off x="1071562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0" name="diagram-line-945">
            <a:extLst xmlns:a="http://schemas.openxmlformats.org/drawingml/2006/main">
              <a:ext uri="{FF2B5EF4-FFF2-40B4-BE49-F238E27FC236}">
                <a16:creationId xmlns:a16="http://schemas.microsoft.com/office/drawing/2014/main" id="{58DE600C-A2E1-428F-87D4-2E06BDDDDF04}"/>
              </a:ext>
            </a:extLst>
          </p:cNvPr>
          <p:cNvSpPr>
            <a:spLocks xmlns:a="http://schemas.openxmlformats.org/drawingml/2006/main" noGrp="1"/>
          </p:cNvSpPr>
          <p:nvPr/>
        </p:nvSpPr>
        <p:spPr>
          <a:xfrm xmlns:a="http://schemas.openxmlformats.org/drawingml/2006/main">
            <a:off x="10715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1" name="diagram-line-946">
            <a:extLst xmlns:a="http://schemas.openxmlformats.org/drawingml/2006/main">
              <a:ext uri="{FF2B5EF4-FFF2-40B4-BE49-F238E27FC236}">
                <a16:creationId xmlns:a16="http://schemas.microsoft.com/office/drawing/2014/main" id="{8599C24D-FF41-4216-9220-C6905D13EEDB}"/>
              </a:ext>
            </a:extLst>
          </p:cNvPr>
          <p:cNvSpPr>
            <a:spLocks xmlns:a="http://schemas.openxmlformats.org/drawingml/2006/main" noGrp="1"/>
          </p:cNvSpPr>
          <p:nvPr/>
        </p:nvSpPr>
        <p:spPr>
          <a:xfrm xmlns:a="http://schemas.openxmlformats.org/drawingml/2006/main">
            <a:off x="10715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2" name="diagram-line-947">
            <a:extLst xmlns:a="http://schemas.openxmlformats.org/drawingml/2006/main">
              <a:ext uri="{FF2B5EF4-FFF2-40B4-BE49-F238E27FC236}">
                <a16:creationId xmlns:a16="http://schemas.microsoft.com/office/drawing/2014/main" id="{71AF14F5-E427-41C1-8F59-8031AC438E8F}"/>
              </a:ext>
            </a:extLst>
          </p:cNvPr>
          <p:cNvSpPr>
            <a:spLocks xmlns:a="http://schemas.openxmlformats.org/drawingml/2006/main" noGrp="1"/>
          </p:cNvSpPr>
          <p:nvPr/>
        </p:nvSpPr>
        <p:spPr>
          <a:xfrm xmlns:a="http://schemas.openxmlformats.org/drawingml/2006/main">
            <a:off x="1071562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3" name="diagram-line-948">
            <a:extLst xmlns:a="http://schemas.openxmlformats.org/drawingml/2006/main">
              <a:ext uri="{FF2B5EF4-FFF2-40B4-BE49-F238E27FC236}">
                <a16:creationId xmlns:a16="http://schemas.microsoft.com/office/drawing/2014/main" id="{48BF7FFC-4231-4B2B-ABE9-9FCCDCBB2F0D}"/>
              </a:ext>
            </a:extLst>
          </p:cNvPr>
          <p:cNvSpPr>
            <a:spLocks xmlns:a="http://schemas.openxmlformats.org/drawingml/2006/main" noGrp="1"/>
          </p:cNvSpPr>
          <p:nvPr/>
        </p:nvSpPr>
        <p:spPr>
          <a:xfrm xmlns:a="http://schemas.openxmlformats.org/drawingml/2006/main">
            <a:off x="1071562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4" name="diagram-line-949">
            <a:extLst xmlns:a="http://schemas.openxmlformats.org/drawingml/2006/main">
              <a:ext uri="{FF2B5EF4-FFF2-40B4-BE49-F238E27FC236}">
                <a16:creationId xmlns:a16="http://schemas.microsoft.com/office/drawing/2014/main" id="{5D265288-B55B-4346-9360-57038E4B3EDE}"/>
              </a:ext>
            </a:extLst>
          </p:cNvPr>
          <p:cNvSpPr>
            <a:spLocks xmlns:a="http://schemas.openxmlformats.org/drawingml/2006/main" noGrp="1"/>
          </p:cNvSpPr>
          <p:nvPr/>
        </p:nvSpPr>
        <p:spPr>
          <a:xfrm xmlns:a="http://schemas.openxmlformats.org/drawingml/2006/main">
            <a:off x="1071562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5" name="diagram-line-950">
            <a:extLst xmlns:a="http://schemas.openxmlformats.org/drawingml/2006/main">
              <a:ext uri="{FF2B5EF4-FFF2-40B4-BE49-F238E27FC236}">
                <a16:creationId xmlns:a16="http://schemas.microsoft.com/office/drawing/2014/main" id="{AA884316-4E07-410A-81EF-62DA477AF9FF}"/>
              </a:ext>
            </a:extLst>
          </p:cNvPr>
          <p:cNvSpPr>
            <a:spLocks xmlns:a="http://schemas.openxmlformats.org/drawingml/2006/main" noGrp="1"/>
          </p:cNvSpPr>
          <p:nvPr/>
        </p:nvSpPr>
        <p:spPr>
          <a:xfrm xmlns:a="http://schemas.openxmlformats.org/drawingml/2006/main">
            <a:off x="1071562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6" name="diagram-line-951">
            <a:extLst xmlns:a="http://schemas.openxmlformats.org/drawingml/2006/main">
              <a:ext uri="{FF2B5EF4-FFF2-40B4-BE49-F238E27FC236}">
                <a16:creationId xmlns:a16="http://schemas.microsoft.com/office/drawing/2014/main" id="{4C95BBF1-F067-406A-A4C3-C5A4E8A7304A}"/>
              </a:ext>
            </a:extLst>
          </p:cNvPr>
          <p:cNvSpPr>
            <a:spLocks xmlns:a="http://schemas.openxmlformats.org/drawingml/2006/main" noGrp="1"/>
          </p:cNvSpPr>
          <p:nvPr/>
        </p:nvSpPr>
        <p:spPr>
          <a:xfrm xmlns:a="http://schemas.openxmlformats.org/drawingml/2006/main">
            <a:off x="1071562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7" name="diagram-line-952">
            <a:extLst xmlns:a="http://schemas.openxmlformats.org/drawingml/2006/main">
              <a:ext uri="{FF2B5EF4-FFF2-40B4-BE49-F238E27FC236}">
                <a16:creationId xmlns:a16="http://schemas.microsoft.com/office/drawing/2014/main" id="{B5E3664F-5E4F-44CF-9361-78BB5124491D}"/>
              </a:ext>
            </a:extLst>
          </p:cNvPr>
          <p:cNvSpPr>
            <a:spLocks xmlns:a="http://schemas.openxmlformats.org/drawingml/2006/main" noGrp="1"/>
          </p:cNvSpPr>
          <p:nvPr/>
        </p:nvSpPr>
        <p:spPr>
          <a:xfrm xmlns:a="http://schemas.openxmlformats.org/drawingml/2006/main">
            <a:off x="1071562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8" name="diagram-line-953">
            <a:extLst xmlns:a="http://schemas.openxmlformats.org/drawingml/2006/main">
              <a:ext uri="{FF2B5EF4-FFF2-40B4-BE49-F238E27FC236}">
                <a16:creationId xmlns:a16="http://schemas.microsoft.com/office/drawing/2014/main" id="{1C765F93-9271-4498-B5C4-EEC2CDFE54A7}"/>
              </a:ext>
            </a:extLst>
          </p:cNvPr>
          <p:cNvSpPr>
            <a:spLocks xmlns:a="http://schemas.openxmlformats.org/drawingml/2006/main" noGrp="1"/>
          </p:cNvSpPr>
          <p:nvPr/>
        </p:nvSpPr>
        <p:spPr>
          <a:xfrm xmlns:a="http://schemas.openxmlformats.org/drawingml/2006/main">
            <a:off x="1071562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9" name="diagram-line-954">
            <a:extLst xmlns:a="http://schemas.openxmlformats.org/drawingml/2006/main">
              <a:ext uri="{FF2B5EF4-FFF2-40B4-BE49-F238E27FC236}">
                <a16:creationId xmlns:a16="http://schemas.microsoft.com/office/drawing/2014/main" id="{41613331-5314-42F8-98F4-50DEB7DBADA2}"/>
              </a:ext>
            </a:extLst>
          </p:cNvPr>
          <p:cNvSpPr>
            <a:spLocks xmlns:a="http://schemas.openxmlformats.org/drawingml/2006/main" noGrp="1"/>
          </p:cNvSpPr>
          <p:nvPr/>
        </p:nvSpPr>
        <p:spPr>
          <a:xfrm xmlns:a="http://schemas.openxmlformats.org/drawingml/2006/main">
            <a:off x="1071562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0" name="diagram-line-955">
            <a:extLst xmlns:a="http://schemas.openxmlformats.org/drawingml/2006/main">
              <a:ext uri="{FF2B5EF4-FFF2-40B4-BE49-F238E27FC236}">
                <a16:creationId xmlns:a16="http://schemas.microsoft.com/office/drawing/2014/main" id="{C4AA68B1-374E-47E2-9BBC-0D851FB378AA}"/>
              </a:ext>
            </a:extLst>
          </p:cNvPr>
          <p:cNvSpPr>
            <a:spLocks xmlns:a="http://schemas.openxmlformats.org/drawingml/2006/main" noGrp="1"/>
          </p:cNvSpPr>
          <p:nvPr/>
        </p:nvSpPr>
        <p:spPr>
          <a:xfrm xmlns:a="http://schemas.openxmlformats.org/drawingml/2006/main">
            <a:off x="1071562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1" name="diagram-line-956">
            <a:extLst xmlns:a="http://schemas.openxmlformats.org/drawingml/2006/main">
              <a:ext uri="{FF2B5EF4-FFF2-40B4-BE49-F238E27FC236}">
                <a16:creationId xmlns:a16="http://schemas.microsoft.com/office/drawing/2014/main" id="{23E29DF2-2D20-49B7-83EA-2E13B7B7C6CB}"/>
              </a:ext>
            </a:extLst>
          </p:cNvPr>
          <p:cNvSpPr>
            <a:spLocks xmlns:a="http://schemas.openxmlformats.org/drawingml/2006/main" noGrp="1"/>
          </p:cNvSpPr>
          <p:nvPr/>
        </p:nvSpPr>
        <p:spPr>
          <a:xfrm xmlns:a="http://schemas.openxmlformats.org/drawingml/2006/main">
            <a:off x="1071562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2" name="diagram-line-957">
            <a:extLst xmlns:a="http://schemas.openxmlformats.org/drawingml/2006/main">
              <a:ext uri="{FF2B5EF4-FFF2-40B4-BE49-F238E27FC236}">
                <a16:creationId xmlns:a16="http://schemas.microsoft.com/office/drawing/2014/main" id="{614A6831-3749-4CC5-8721-AC80BB52CA55}"/>
              </a:ext>
            </a:extLst>
          </p:cNvPr>
          <p:cNvSpPr>
            <a:spLocks xmlns:a="http://schemas.openxmlformats.org/drawingml/2006/main" noGrp="1"/>
          </p:cNvSpPr>
          <p:nvPr/>
        </p:nvSpPr>
        <p:spPr>
          <a:xfrm xmlns:a="http://schemas.openxmlformats.org/drawingml/2006/main">
            <a:off x="1071562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3" name="diagram-line-958">
            <a:extLst xmlns:a="http://schemas.openxmlformats.org/drawingml/2006/main">
              <a:ext uri="{FF2B5EF4-FFF2-40B4-BE49-F238E27FC236}">
                <a16:creationId xmlns:a16="http://schemas.microsoft.com/office/drawing/2014/main" id="{30F86751-A62E-47AB-8728-046D11BF7D56}"/>
              </a:ext>
            </a:extLst>
          </p:cNvPr>
          <p:cNvSpPr>
            <a:spLocks xmlns:a="http://schemas.openxmlformats.org/drawingml/2006/main" noGrp="1"/>
          </p:cNvSpPr>
          <p:nvPr/>
        </p:nvSpPr>
        <p:spPr>
          <a:xfrm xmlns:a="http://schemas.openxmlformats.org/drawingml/2006/main">
            <a:off x="1071562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4" name="diagram-line-959">
            <a:extLst xmlns:a="http://schemas.openxmlformats.org/drawingml/2006/main">
              <a:ext uri="{FF2B5EF4-FFF2-40B4-BE49-F238E27FC236}">
                <a16:creationId xmlns:a16="http://schemas.microsoft.com/office/drawing/2014/main" id="{4F32019E-7040-4510-9827-3A8C024ADC1A}"/>
              </a:ext>
            </a:extLst>
          </p:cNvPr>
          <p:cNvSpPr>
            <a:spLocks xmlns:a="http://schemas.openxmlformats.org/drawingml/2006/main" noGrp="1"/>
          </p:cNvSpPr>
          <p:nvPr/>
        </p:nvSpPr>
        <p:spPr>
          <a:xfrm xmlns:a="http://schemas.openxmlformats.org/drawingml/2006/main">
            <a:off x="1071562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5" name="diagram-line-960">
            <a:extLst xmlns:a="http://schemas.openxmlformats.org/drawingml/2006/main">
              <a:ext uri="{FF2B5EF4-FFF2-40B4-BE49-F238E27FC236}">
                <a16:creationId xmlns:a16="http://schemas.microsoft.com/office/drawing/2014/main" id="{D7E3F027-EC72-4E86-B7F4-63D24D4BC4A5}"/>
              </a:ext>
            </a:extLst>
          </p:cNvPr>
          <p:cNvSpPr>
            <a:spLocks xmlns:a="http://schemas.openxmlformats.org/drawingml/2006/main" noGrp="1"/>
          </p:cNvSpPr>
          <p:nvPr/>
        </p:nvSpPr>
        <p:spPr>
          <a:xfrm xmlns:a="http://schemas.openxmlformats.org/drawingml/2006/main">
            <a:off x="1447800" y="2114550"/>
            <a:ext cx="2305050" cy="191"/>
          </a:xfrm>
          <a:custGeom xmlns:a="http://schemas.openxmlformats.org/drawingml/2006/main">
            <a:pathLst>
              <a:path w="2305050" h="191">
                <a:moveTo>
                  <a:pt x="0" y="0"/>
                </a:moveTo>
                <a:lnTo>
                  <a:pt x="2305050" y="0"/>
                </a:lnTo>
              </a:path>
            </a:pathLst>
          </a:custGeom>
          <a:noFill xmlns:a="http://schemas.openxmlformats.org/drawingml/2006/main"/>
          <a:ln xmlns:a="http://schemas.openxmlformats.org/drawingml/2006/main" w="14288">
            <a:solidFill>
              <a:srgbClr val="28849C"/>
            </a:solidFill>
          </a:ln>
        </p:spPr>
      </p:sp>
      <p:sp>
        <p:nvSpPr>
          <p:cNvPr id="206" name="diagram-poly-961">
            <a:extLst xmlns:a="http://schemas.openxmlformats.org/drawingml/2006/main">
              <a:ext uri="{FF2B5EF4-FFF2-40B4-BE49-F238E27FC236}">
                <a16:creationId xmlns:a16="http://schemas.microsoft.com/office/drawing/2014/main" id="{D430CAE3-A734-4D95-8A70-D60BB0A2F07B}"/>
              </a:ext>
            </a:extLst>
          </p:cNvPr>
          <p:cNvSpPr>
            <a:spLocks xmlns:a="http://schemas.openxmlformats.org/drawingml/2006/main" noGrp="1"/>
          </p:cNvSpPr>
          <p:nvPr/>
        </p:nvSpPr>
        <p:spPr>
          <a:xfrm xmlns:a="http://schemas.openxmlformats.org/drawingml/2006/main">
            <a:off x="3686175" y="20850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07" name="revision-text-962">
            <a:extLst xmlns:a="http://schemas.openxmlformats.org/drawingml/2006/main">
              <a:ext uri="{FF2B5EF4-FFF2-40B4-BE49-F238E27FC236}">
                <a16:creationId xmlns:a16="http://schemas.microsoft.com/office/drawing/2014/main" id="{61814F1D-4BE5-4364-B810-1AC1C8065A28}"/>
              </a:ext>
            </a:extLst>
          </p:cNvPr>
          <p:cNvSpPr>
            <a:spLocks xmlns:a="http://schemas.openxmlformats.org/drawingml/2006/main" noGrp="1"/>
          </p:cNvSpPr>
          <p:nvPr/>
        </p:nvSpPr>
        <p:spPr>
          <a:xfrm xmlns:a="http://schemas.openxmlformats.org/drawingml/2006/main">
            <a:off x="1495425" y="1905000"/>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15" b="0">
                <a:solidFill>
                  <a:srgbClr val="28849C"/>
                </a:solidFill>
                <a:latin typeface="微软雅黑"/>
                <a:ea typeface="微软雅黑"/>
                <a:cs typeface="微软雅黑"/>
              </a:defRPr>
            </a:pPr>
            <a:r>
              <a:rPr sz="1110" b="0" lang="en-US">
                <a:solidFill>
                  <a:srgbClr val="28849C"/>
                </a:solidFill>
                <a:latin typeface="微软雅黑"/>
                <a:ea typeface="微软雅黑"/>
                <a:cs typeface="微软雅黑"/>
              </a:rPr>
              <a:t>1  Heating request (parameters)</a:t>
            </a:r>
          </a:p>
        </p:txBody>
      </p:sp>
      <p:sp>
        <p:nvSpPr>
          <p:cNvPr id="208" name="diagram-line-963">
            <a:extLst xmlns:a="http://schemas.openxmlformats.org/drawingml/2006/main">
              <a:ext uri="{FF2B5EF4-FFF2-40B4-BE49-F238E27FC236}">
                <a16:creationId xmlns:a16="http://schemas.microsoft.com/office/drawing/2014/main" id="{AF277AD9-63AC-416D-AF49-239150C372DF}"/>
              </a:ext>
            </a:extLst>
          </p:cNvPr>
          <p:cNvSpPr>
            <a:spLocks xmlns:a="http://schemas.openxmlformats.org/drawingml/2006/main" noGrp="1"/>
          </p:cNvSpPr>
          <p:nvPr/>
        </p:nvSpPr>
        <p:spPr>
          <a:xfrm xmlns:a="http://schemas.openxmlformats.org/drawingml/2006/main">
            <a:off x="3752850" y="2305050"/>
            <a:ext cx="514350" cy="191"/>
          </a:xfrm>
          <a:custGeom xmlns:a="http://schemas.openxmlformats.org/drawingml/2006/main">
            <a:pathLst>
              <a:path w="514350" h="191">
                <a:moveTo>
                  <a:pt x="0" y="0"/>
                </a:moveTo>
                <a:lnTo>
                  <a:pt x="514350" y="0"/>
                </a:lnTo>
              </a:path>
            </a:pathLst>
          </a:custGeom>
          <a:noFill xmlns:a="http://schemas.openxmlformats.org/drawingml/2006/main"/>
          <a:ln xmlns:a="http://schemas.openxmlformats.org/drawingml/2006/main" w="14288">
            <a:solidFill>
              <a:srgbClr val="28849C"/>
            </a:solidFill>
          </a:ln>
        </p:spPr>
      </p:sp>
      <p:sp>
        <p:nvSpPr>
          <p:cNvPr id="209" name="diagram-line-964">
            <a:extLst xmlns:a="http://schemas.openxmlformats.org/drawingml/2006/main">
              <a:ext uri="{FF2B5EF4-FFF2-40B4-BE49-F238E27FC236}">
                <a16:creationId xmlns:a16="http://schemas.microsoft.com/office/drawing/2014/main" id="{F79BD8CA-8622-4A75-8065-79C282F9A654}"/>
              </a:ext>
            </a:extLst>
          </p:cNvPr>
          <p:cNvSpPr>
            <a:spLocks xmlns:a="http://schemas.openxmlformats.org/drawingml/2006/main" noGrp="1"/>
          </p:cNvSpPr>
          <p:nvPr/>
        </p:nvSpPr>
        <p:spPr>
          <a:xfrm xmlns:a="http://schemas.openxmlformats.org/drawingml/2006/main">
            <a:off x="4267200" y="2305050"/>
            <a:ext cx="191" cy="238125"/>
          </a:xfrm>
          <a:custGeom xmlns:a="http://schemas.openxmlformats.org/drawingml/2006/main">
            <a:pathLst>
              <a:path w="191" h="238125">
                <a:moveTo>
                  <a:pt x="0" y="0"/>
                </a:moveTo>
                <a:lnTo>
                  <a:pt x="0" y="238125"/>
                </a:lnTo>
              </a:path>
            </a:pathLst>
          </a:custGeom>
          <a:noFill xmlns:a="http://schemas.openxmlformats.org/drawingml/2006/main"/>
          <a:ln xmlns:a="http://schemas.openxmlformats.org/drawingml/2006/main" w="14288">
            <a:solidFill>
              <a:srgbClr val="28849C"/>
            </a:solidFill>
          </a:ln>
        </p:spPr>
      </p:sp>
      <p:sp>
        <p:nvSpPr>
          <p:cNvPr id="210" name="diagram-line-965">
            <a:extLst xmlns:a="http://schemas.openxmlformats.org/drawingml/2006/main">
              <a:ext uri="{FF2B5EF4-FFF2-40B4-BE49-F238E27FC236}">
                <a16:creationId xmlns:a16="http://schemas.microsoft.com/office/drawing/2014/main" id="{E82DB9B9-84FA-4F6A-A43C-A128143BE4FD}"/>
              </a:ext>
            </a:extLst>
          </p:cNvPr>
          <p:cNvSpPr>
            <a:spLocks xmlns:a="http://schemas.openxmlformats.org/drawingml/2006/main" noGrp="1"/>
          </p:cNvSpPr>
          <p:nvPr/>
        </p:nvSpPr>
        <p:spPr>
          <a:xfrm xmlns:a="http://schemas.openxmlformats.org/drawingml/2006/main">
            <a:off x="3752850" y="2543175"/>
            <a:ext cx="514350" cy="191"/>
          </a:xfrm>
          <a:custGeom xmlns:a="http://schemas.openxmlformats.org/drawingml/2006/main">
            <a:pathLst>
              <a:path w="514350" h="191">
                <a:moveTo>
                  <a:pt x="514350" y="0"/>
                </a:moveTo>
                <a:lnTo>
                  <a:pt x="0" y="0"/>
                </a:lnTo>
              </a:path>
            </a:pathLst>
          </a:custGeom>
          <a:noFill xmlns:a="http://schemas.openxmlformats.org/drawingml/2006/main"/>
          <a:ln xmlns:a="http://schemas.openxmlformats.org/drawingml/2006/main" w="14288">
            <a:solidFill>
              <a:srgbClr val="28849C"/>
            </a:solidFill>
          </a:ln>
        </p:spPr>
      </p:sp>
      <p:sp>
        <p:nvSpPr>
          <p:cNvPr id="211" name="diagram-poly-966">
            <a:extLst xmlns:a="http://schemas.openxmlformats.org/drawingml/2006/main">
              <a:ext uri="{FF2B5EF4-FFF2-40B4-BE49-F238E27FC236}">
                <a16:creationId xmlns:a16="http://schemas.microsoft.com/office/drawing/2014/main" id="{F708D1F2-481B-494D-9E72-6E3FAD4399D7}"/>
              </a:ext>
            </a:extLst>
          </p:cNvPr>
          <p:cNvSpPr>
            <a:spLocks xmlns:a="http://schemas.openxmlformats.org/drawingml/2006/main" noGrp="1"/>
          </p:cNvSpPr>
          <p:nvPr/>
        </p:nvSpPr>
        <p:spPr>
          <a:xfrm xmlns:a="http://schemas.openxmlformats.org/drawingml/2006/main">
            <a:off x="3752850" y="251364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12" name="revision-text-967">
            <a:extLst xmlns:a="http://schemas.openxmlformats.org/drawingml/2006/main">
              <a:ext uri="{FF2B5EF4-FFF2-40B4-BE49-F238E27FC236}">
                <a16:creationId xmlns:a16="http://schemas.microsoft.com/office/drawing/2014/main" id="{73E30BC7-2F49-429F-8D18-30396CE68E47}"/>
              </a:ext>
            </a:extLst>
          </p:cNvPr>
          <p:cNvSpPr>
            <a:spLocks xmlns:a="http://schemas.openxmlformats.org/drawingml/2006/main" noGrp="1"/>
          </p:cNvSpPr>
          <p:nvPr/>
        </p:nvSpPr>
        <p:spPr>
          <a:xfrm xmlns:a="http://schemas.openxmlformats.org/drawingml/2006/main">
            <a:off x="4362450" y="2314575"/>
            <a:ext cx="2600325"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68" b="0">
                <a:solidFill>
                  <a:srgbClr val="152C40"/>
                </a:solidFill>
                <a:latin typeface="微软雅黑"/>
                <a:ea typeface="微软雅黑"/>
                <a:cs typeface="微软雅黑"/>
              </a:defRPr>
            </a:pPr>
            <a:r>
              <a:rPr sz="1208" b="0" lang="en-US">
                <a:solidFill>
                  <a:srgbClr val="152C40"/>
                </a:solidFill>
                <a:latin typeface="微软雅黑"/>
                <a:ea typeface="微软雅黑"/>
                <a:cs typeface="微软雅黑"/>
              </a:rPr>
              <a:t>State checks and request handling</a:t>
            </a:r>
          </a:p>
        </p:txBody>
      </p:sp>
      <p:sp>
        <p:nvSpPr>
          <p:cNvPr id="213" name="diagram-line-968">
            <a:extLst xmlns:a="http://schemas.openxmlformats.org/drawingml/2006/main">
              <a:ext uri="{FF2B5EF4-FFF2-40B4-BE49-F238E27FC236}">
                <a16:creationId xmlns:a16="http://schemas.microsoft.com/office/drawing/2014/main" id="{612082EA-180C-4187-B56C-A39E82FBBDDD}"/>
              </a:ext>
            </a:extLst>
          </p:cNvPr>
          <p:cNvSpPr>
            <a:spLocks xmlns:a="http://schemas.openxmlformats.org/drawingml/2006/main" noGrp="1"/>
          </p:cNvSpPr>
          <p:nvPr/>
        </p:nvSpPr>
        <p:spPr>
          <a:xfrm xmlns:a="http://schemas.openxmlformats.org/drawingml/2006/main">
            <a:off x="3752850" y="2771775"/>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4" name="diagram-poly-969">
            <a:extLst xmlns:a="http://schemas.openxmlformats.org/drawingml/2006/main">
              <a:ext uri="{FF2B5EF4-FFF2-40B4-BE49-F238E27FC236}">
                <a16:creationId xmlns:a16="http://schemas.microsoft.com/office/drawing/2014/main" id="{BF9FE3D2-EAE5-4D76-A3C5-D6D7648A28B1}"/>
              </a:ext>
            </a:extLst>
          </p:cNvPr>
          <p:cNvSpPr>
            <a:spLocks xmlns:a="http://schemas.openxmlformats.org/drawingml/2006/main" noGrp="1"/>
          </p:cNvSpPr>
          <p:nvPr/>
        </p:nvSpPr>
        <p:spPr>
          <a:xfrm xmlns:a="http://schemas.openxmlformats.org/drawingml/2006/main">
            <a:off x="5981700" y="274224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5" name="revision-text-970">
            <a:extLst xmlns:a="http://schemas.openxmlformats.org/drawingml/2006/main">
              <a:ext uri="{FF2B5EF4-FFF2-40B4-BE49-F238E27FC236}">
                <a16:creationId xmlns:a16="http://schemas.microsoft.com/office/drawing/2014/main" id="{31A4E532-D849-4D44-AB4A-A88ED639E430}"/>
              </a:ext>
            </a:extLst>
          </p:cNvPr>
          <p:cNvSpPr>
            <a:spLocks xmlns:a="http://schemas.openxmlformats.org/drawingml/2006/main" noGrp="1"/>
          </p:cNvSpPr>
          <p:nvPr/>
        </p:nvSpPr>
        <p:spPr>
          <a:xfrm xmlns:a="http://schemas.openxmlformats.org/drawingml/2006/main">
            <a:off x="3800475" y="2562225"/>
            <a:ext cx="2200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13" b="0">
                <a:solidFill>
                  <a:srgbClr val="28849C"/>
                </a:solidFill>
                <a:latin typeface="微软雅黑"/>
                <a:ea typeface="微软雅黑"/>
                <a:cs typeface="微软雅黑"/>
              </a:defRPr>
            </a:pPr>
            <a:r>
              <a:rPr sz="1058" b="0" lang="en-US">
                <a:solidFill>
                  <a:srgbClr val="28849C"/>
                </a:solidFill>
                <a:latin typeface="微软雅黑"/>
                <a:ea typeface="微软雅黑"/>
                <a:cs typeface="微软雅黑"/>
              </a:rPr>
              <a:t>2  Heating command for Adapter</a:t>
            </a:r>
          </a:p>
        </p:txBody>
      </p:sp>
      <p:sp>
        <p:nvSpPr>
          <p:cNvPr id="216" name="diagram-line-971">
            <a:extLst xmlns:a="http://schemas.openxmlformats.org/drawingml/2006/main">
              <a:ext uri="{FF2B5EF4-FFF2-40B4-BE49-F238E27FC236}">
                <a16:creationId xmlns:a16="http://schemas.microsoft.com/office/drawing/2014/main" id="{6F0B4909-8BBF-4BE0-825B-1E3177F06360}"/>
              </a:ext>
            </a:extLst>
          </p:cNvPr>
          <p:cNvSpPr>
            <a:spLocks xmlns:a="http://schemas.openxmlformats.org/drawingml/2006/main" noGrp="1"/>
          </p:cNvSpPr>
          <p:nvPr/>
        </p:nvSpPr>
        <p:spPr>
          <a:xfrm xmlns:a="http://schemas.openxmlformats.org/drawingml/2006/main">
            <a:off x="6048375" y="3086100"/>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7" name="diagram-poly-972">
            <a:extLst xmlns:a="http://schemas.openxmlformats.org/drawingml/2006/main">
              <a:ext uri="{FF2B5EF4-FFF2-40B4-BE49-F238E27FC236}">
                <a16:creationId xmlns:a16="http://schemas.microsoft.com/office/drawing/2014/main" id="{0C386888-F8A9-415E-AB65-045A413B441D}"/>
              </a:ext>
            </a:extLst>
          </p:cNvPr>
          <p:cNvSpPr>
            <a:spLocks xmlns:a="http://schemas.openxmlformats.org/drawingml/2006/main" noGrp="1"/>
          </p:cNvSpPr>
          <p:nvPr/>
        </p:nvSpPr>
        <p:spPr>
          <a:xfrm xmlns:a="http://schemas.openxmlformats.org/drawingml/2006/main">
            <a:off x="8277225" y="30565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8" name="revision-text-973">
            <a:extLst xmlns:a="http://schemas.openxmlformats.org/drawingml/2006/main">
              <a:ext uri="{FF2B5EF4-FFF2-40B4-BE49-F238E27FC236}">
                <a16:creationId xmlns:a16="http://schemas.microsoft.com/office/drawing/2014/main" id="{2046DC0F-280A-4887-BDE3-D385511815B1}"/>
              </a:ext>
            </a:extLst>
          </p:cNvPr>
          <p:cNvSpPr>
            <a:spLocks xmlns:a="http://schemas.openxmlformats.org/drawingml/2006/main" noGrp="1"/>
          </p:cNvSpPr>
          <p:nvPr/>
        </p:nvSpPr>
        <p:spPr>
          <a:xfrm xmlns:a="http://schemas.openxmlformats.org/drawingml/2006/main">
            <a:off x="6096000" y="2876550"/>
            <a:ext cx="2200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28849C"/>
                </a:solidFill>
                <a:latin typeface="微软雅黑"/>
                <a:ea typeface="微软雅黑"/>
                <a:cs typeface="微软雅黑"/>
              </a:defRPr>
            </a:pPr>
            <a:r>
              <a:rPr sz="1245" b="0" lang="en-US">
                <a:solidFill>
                  <a:srgbClr val="28849C"/>
                </a:solidFill>
                <a:latin typeface="微软雅黑"/>
                <a:ea typeface="微软雅黑"/>
                <a:cs typeface="微软雅黑"/>
              </a:rPr>
              <a:t>3  Device heating command</a:t>
            </a:r>
          </a:p>
        </p:txBody>
      </p:sp>
      <p:sp>
        <p:nvSpPr>
          <p:cNvPr id="219" name="diagram-box-974">
            <a:extLst xmlns:a="http://schemas.openxmlformats.org/drawingml/2006/main">
              <a:ext uri="{FF2B5EF4-FFF2-40B4-BE49-F238E27FC236}">
                <a16:creationId xmlns:a16="http://schemas.microsoft.com/office/drawing/2014/main" id="{7EEF795F-7CB0-436F-AD64-3D17D72C5176}"/>
              </a:ext>
            </a:extLst>
          </p:cNvPr>
          <p:cNvSpPr>
            <a:spLocks xmlns:a="http://schemas.openxmlformats.org/drawingml/2006/main" noGrp="1"/>
          </p:cNvSpPr>
          <p:nvPr/>
        </p:nvSpPr>
        <p:spPr>
          <a:xfrm xmlns:a="http://schemas.openxmlformats.org/drawingml/2006/main">
            <a:off x="571500" y="3305175"/>
            <a:ext cx="11049000" cy="1447800"/>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20" name="diagram-box-975">
            <a:extLst xmlns:a="http://schemas.openxmlformats.org/drawingml/2006/main">
              <a:ext uri="{FF2B5EF4-FFF2-40B4-BE49-F238E27FC236}">
                <a16:creationId xmlns:a16="http://schemas.microsoft.com/office/drawing/2014/main" id="{7B66EDC2-0434-46C2-852C-DD40D4041971}"/>
              </a:ext>
            </a:extLst>
          </p:cNvPr>
          <p:cNvSpPr>
            <a:spLocks xmlns:a="http://schemas.openxmlformats.org/drawingml/2006/main" noGrp="1"/>
          </p:cNvSpPr>
          <p:nvPr/>
        </p:nvSpPr>
        <p:spPr>
          <a:xfrm xmlns:a="http://schemas.openxmlformats.org/drawingml/2006/main">
            <a:off x="571500" y="330517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21" name="revision-text-976">
            <a:extLst xmlns:a="http://schemas.openxmlformats.org/drawingml/2006/main">
              <a:ext uri="{FF2B5EF4-FFF2-40B4-BE49-F238E27FC236}">
                <a16:creationId xmlns:a16="http://schemas.microsoft.com/office/drawing/2014/main" id="{1EF4B583-53DD-4FDC-B826-5AC449815D00}"/>
              </a:ext>
            </a:extLst>
          </p:cNvPr>
          <p:cNvSpPr>
            <a:spLocks xmlns:a="http://schemas.openxmlformats.org/drawingml/2006/main" noGrp="1"/>
          </p:cNvSpPr>
          <p:nvPr/>
        </p:nvSpPr>
        <p:spPr>
          <a:xfrm xmlns:a="http://schemas.openxmlformats.org/drawingml/2006/main">
            <a:off x="590550" y="3314700"/>
            <a:ext cx="4095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loop</a:t>
            </a:r>
          </a:p>
        </p:txBody>
      </p:sp>
      <p:sp>
        <p:nvSpPr>
          <p:cNvPr id="222" name="revision-text-977">
            <a:extLst xmlns:a="http://schemas.openxmlformats.org/drawingml/2006/main">
              <a:ext uri="{FF2B5EF4-FFF2-40B4-BE49-F238E27FC236}">
                <a16:creationId xmlns:a16="http://schemas.microsoft.com/office/drawing/2014/main" id="{6D0646E9-37FF-47BF-A275-8A6EC29BE14D}"/>
              </a:ext>
            </a:extLst>
          </p:cNvPr>
          <p:cNvSpPr>
            <a:spLocks xmlns:a="http://schemas.openxmlformats.org/drawingml/2006/main" noGrp="1"/>
          </p:cNvSpPr>
          <p:nvPr/>
        </p:nvSpPr>
        <p:spPr>
          <a:xfrm xmlns:a="http://schemas.openxmlformats.org/drawingml/2006/main">
            <a:off x="1162050" y="3324225"/>
            <a:ext cx="62674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75" b="0">
                <a:solidFill>
                  <a:srgbClr val="152C40"/>
                </a:solidFill>
                <a:latin typeface="微软雅黑"/>
                <a:ea typeface="微软雅黑"/>
                <a:cs typeface="微软雅黑"/>
              </a:defRPr>
            </a:pPr>
            <a:r>
              <a:rPr sz="1275" b="0" lang="en-US">
                <a:solidFill>
                  <a:srgbClr val="152C40"/>
                </a:solidFill>
                <a:latin typeface="微软雅黑"/>
                <a:ea typeface="微软雅黑"/>
                <a:cs typeface="微软雅黑"/>
              </a:rPr>
              <a:t>During execution: continuous data feedback and constraint monitoring</a:t>
            </a:r>
          </a:p>
        </p:txBody>
      </p:sp>
      <p:sp>
        <p:nvSpPr>
          <p:cNvPr id="223" name="diagram-line-978">
            <a:extLst xmlns:a="http://schemas.openxmlformats.org/drawingml/2006/main">
              <a:ext uri="{FF2B5EF4-FFF2-40B4-BE49-F238E27FC236}">
                <a16:creationId xmlns:a16="http://schemas.microsoft.com/office/drawing/2014/main" id="{B1F5ADA0-75CF-4E3A-A4ED-6BC5D0DE6C38}"/>
              </a:ext>
            </a:extLst>
          </p:cNvPr>
          <p:cNvSpPr>
            <a:spLocks xmlns:a="http://schemas.openxmlformats.org/drawingml/2006/main" noGrp="1"/>
          </p:cNvSpPr>
          <p:nvPr/>
        </p:nvSpPr>
        <p:spPr>
          <a:xfrm xmlns:a="http://schemas.openxmlformats.org/drawingml/2006/main">
            <a:off x="6048375" y="3781425"/>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4" name="diagram-poly-979">
            <a:extLst xmlns:a="http://schemas.openxmlformats.org/drawingml/2006/main">
              <a:ext uri="{FF2B5EF4-FFF2-40B4-BE49-F238E27FC236}">
                <a16:creationId xmlns:a16="http://schemas.microsoft.com/office/drawing/2014/main" id="{F46652AA-80AC-420E-839F-B72A96E915DE}"/>
              </a:ext>
            </a:extLst>
          </p:cNvPr>
          <p:cNvSpPr>
            <a:spLocks xmlns:a="http://schemas.openxmlformats.org/drawingml/2006/main" noGrp="1"/>
          </p:cNvSpPr>
          <p:nvPr/>
        </p:nvSpPr>
        <p:spPr>
          <a:xfrm xmlns:a="http://schemas.openxmlformats.org/drawingml/2006/main">
            <a:off x="6048375" y="375189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5" name="revision-text-980">
            <a:extLst xmlns:a="http://schemas.openxmlformats.org/drawingml/2006/main">
              <a:ext uri="{FF2B5EF4-FFF2-40B4-BE49-F238E27FC236}">
                <a16:creationId xmlns:a16="http://schemas.microsoft.com/office/drawing/2014/main" id="{BFA35C86-FF37-45F3-B66B-803E2E4CD91A}"/>
              </a:ext>
            </a:extLst>
          </p:cNvPr>
          <p:cNvSpPr>
            <a:spLocks xmlns:a="http://schemas.openxmlformats.org/drawingml/2006/main" noGrp="1"/>
          </p:cNvSpPr>
          <p:nvPr/>
        </p:nvSpPr>
        <p:spPr>
          <a:xfrm xmlns:a="http://schemas.openxmlformats.org/drawingml/2006/main">
            <a:off x="6096000" y="357187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0:p xmlns:ns0="http://schemas.openxmlformats.org/drawingml/2006/main">
            <ns0:pPr algn="ctr">
              <ns0:lnSpc>
                <ns0:spcPct val="104000"/>
              </ns0:lnSpc>
              <ns0:spcBef>
                <ns0:spcPts val="0"/>
              </ns0:spcBef>
              <ns0:spcAft>
                <ns0:spcPts val="0"/>
              </ns0:spcAft>
              <ns0:buNone/>
              <ns0:defRPr sz="1350" b="0">
                <ns0:solidFill>
                  <ns0:srgbClr val="799A39"/>
                </ns0:solidFill>
                <ns0:latin typeface="微软雅黑"/>
                <ns0:ea typeface="微软雅黑"/>
                <ns0:cs typeface="微软雅黑"/>
              </ns0:defRPr>
            </ns0:pPr>
            <ns0:r>
              <ns0:rPr sz="1035" b="0" lang="en-US">
                <ns0:solidFill>
                  <ns0:srgbClr val="799A39"/>
                </ns0:solidFill>
                <ns0:latin typeface="微软雅黑"/>
                <ns0:ea typeface="微软雅黑"/>
                <ns0:cs typeface="微软雅黑"/>
              </ns0:rPr>
              <ns0:t>4  Temperature / Operating status</ns0:t>
            </ns0:r>
          </ns0:p>
        </p:txBody>
      </p:sp>
      <p:sp>
        <p:nvSpPr>
          <p:cNvPr id="226" name="diagram-line-981">
            <a:extLst xmlns:a="http://schemas.openxmlformats.org/drawingml/2006/main">
              <a:ext uri="{FF2B5EF4-FFF2-40B4-BE49-F238E27FC236}">
                <a16:creationId xmlns:a16="http://schemas.microsoft.com/office/drawing/2014/main" id="{3F2868B3-8284-454E-B84F-729A6CE82196}"/>
              </a:ext>
            </a:extLst>
          </p:cNvPr>
          <p:cNvSpPr>
            <a:spLocks xmlns:a="http://schemas.openxmlformats.org/drawingml/2006/main" noGrp="1"/>
          </p:cNvSpPr>
          <p:nvPr/>
        </p:nvSpPr>
        <p:spPr>
          <a:xfrm xmlns:a="http://schemas.openxmlformats.org/drawingml/2006/main">
            <a:off x="3752850" y="4076700"/>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7" name="diagram-poly-982">
            <a:extLst xmlns:a="http://schemas.openxmlformats.org/drawingml/2006/main">
              <a:ext uri="{FF2B5EF4-FFF2-40B4-BE49-F238E27FC236}">
                <a16:creationId xmlns:a16="http://schemas.microsoft.com/office/drawing/2014/main" id="{A7BBCBB0-371A-4DF1-999F-2F4FF51450CA}"/>
              </a:ext>
            </a:extLst>
          </p:cNvPr>
          <p:cNvSpPr>
            <a:spLocks xmlns:a="http://schemas.openxmlformats.org/drawingml/2006/main" noGrp="1"/>
          </p:cNvSpPr>
          <p:nvPr/>
        </p:nvSpPr>
        <p:spPr>
          <a:xfrm xmlns:a="http://schemas.openxmlformats.org/drawingml/2006/main">
            <a:off x="3752850" y="40471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8" name="revision-text-983">
            <a:extLst xmlns:a="http://schemas.openxmlformats.org/drawingml/2006/main">
              <a:ext uri="{FF2B5EF4-FFF2-40B4-BE49-F238E27FC236}">
                <a16:creationId xmlns:a16="http://schemas.microsoft.com/office/drawing/2014/main" id="{FA3390E1-43A3-4630-908F-BADC2F05A784}"/>
              </a:ext>
            </a:extLst>
          </p:cNvPr>
          <p:cNvSpPr>
            <a:spLocks xmlns:a="http://schemas.openxmlformats.org/drawingml/2006/main" noGrp="1"/>
          </p:cNvSpPr>
          <p:nvPr/>
        </p:nvSpPr>
        <p:spPr>
          <a:xfrm xmlns:a="http://schemas.openxmlformats.org/drawingml/2006/main">
            <a:off x="3800475" y="3867150"/>
            <a:ext cx="2200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13" b="0">
                <a:solidFill>
                  <a:srgbClr val="799A39"/>
                </a:solidFill>
                <a:latin typeface="微软雅黑"/>
                <a:ea typeface="微软雅黑"/>
                <a:cs typeface="微软雅黑"/>
              </a:defRPr>
            </a:pPr>
            <a:r>
              <a:rPr sz="1298" b="0" lang="en-US">
                <a:solidFill>
                  <a:srgbClr val="799A39"/>
                </a:solidFill>
                <a:latin typeface="微软雅黑"/>
                <a:ea typeface="微软雅黑"/>
                <a:cs typeface="微软雅黑"/>
              </a:rPr>
              <a:t>5  Telemetry / State update</a:t>
            </a:r>
          </a:p>
        </p:txBody>
      </p:sp>
      <p:sp>
        <p:nvSpPr>
          <p:cNvPr id="229" name="diagram-line-984">
            <a:extLst xmlns:a="http://schemas.openxmlformats.org/drawingml/2006/main">
              <a:ext uri="{FF2B5EF4-FFF2-40B4-BE49-F238E27FC236}">
                <a16:creationId xmlns:a16="http://schemas.microsoft.com/office/drawing/2014/main" id="{900903FA-97C7-455A-9C2C-38973DB4F261}"/>
              </a:ext>
            </a:extLst>
          </p:cNvPr>
          <p:cNvSpPr>
            <a:spLocks xmlns:a="http://schemas.openxmlformats.org/drawingml/2006/main" noGrp="1"/>
          </p:cNvSpPr>
          <p:nvPr/>
        </p:nvSpPr>
        <p:spPr>
          <a:xfrm xmlns:a="http://schemas.openxmlformats.org/drawingml/2006/main">
            <a:off x="1447800" y="4371975"/>
            <a:ext cx="2305050" cy="191"/>
          </a:xfrm>
          <a:custGeom xmlns:a="http://schemas.openxmlformats.org/drawingml/2006/main">
            <a:pathLst>
              <a:path w="2305050" h="191">
                <a:moveTo>
                  <a:pt x="2305050" y="0"/>
                </a:moveTo>
                <a:lnTo>
                  <a:pt x="0" y="0"/>
                </a:lnTo>
              </a:path>
            </a:pathLst>
          </a:custGeom>
          <a:noFill xmlns:a="http://schemas.openxmlformats.org/drawingml/2006/main"/>
          <a:ln xmlns:a="http://schemas.openxmlformats.org/drawingml/2006/main" w="14288">
            <a:solidFill>
              <a:srgbClr val="799A39"/>
            </a:solidFill>
          </a:ln>
        </p:spPr>
      </p:sp>
      <p:sp>
        <p:nvSpPr>
          <p:cNvPr id="230" name="diagram-poly-985">
            <a:extLst xmlns:a="http://schemas.openxmlformats.org/drawingml/2006/main">
              <a:ext uri="{FF2B5EF4-FFF2-40B4-BE49-F238E27FC236}">
                <a16:creationId xmlns:a16="http://schemas.microsoft.com/office/drawing/2014/main" id="{2DCE0297-877A-4D0B-9104-67479DEDB48C}"/>
              </a:ext>
            </a:extLst>
          </p:cNvPr>
          <p:cNvSpPr>
            <a:spLocks xmlns:a="http://schemas.openxmlformats.org/drawingml/2006/main" noGrp="1"/>
          </p:cNvSpPr>
          <p:nvPr/>
        </p:nvSpPr>
        <p:spPr>
          <a:xfrm xmlns:a="http://schemas.openxmlformats.org/drawingml/2006/main">
            <a:off x="1447800"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31" name="revision-text-986">
            <a:extLst xmlns:a="http://schemas.openxmlformats.org/drawingml/2006/main">
              <a:ext uri="{FF2B5EF4-FFF2-40B4-BE49-F238E27FC236}">
                <a16:creationId xmlns:a16="http://schemas.microsoft.com/office/drawing/2014/main" id="{D1EE6709-DFB2-4FB8-A3DE-9B2013988CC1}"/>
              </a:ext>
            </a:extLst>
          </p:cNvPr>
          <p:cNvSpPr>
            <a:spLocks xmlns:a="http://schemas.openxmlformats.org/drawingml/2006/main" noGrp="1"/>
          </p:cNvSpPr>
          <p:nvPr/>
        </p:nvSpPr>
        <p:spPr>
          <a:xfrm xmlns:a="http://schemas.openxmlformats.org/drawingml/2006/main">
            <a:off x="1495425" y="4162425"/>
            <a:ext cx="22098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6  Execution status / Data</a:t>
            </a:r>
          </a:p>
        </p:txBody>
      </p:sp>
      <p:sp>
        <p:nvSpPr>
          <p:cNvPr id="232" name="diagram-line-987">
            <a:extLst xmlns:a="http://schemas.openxmlformats.org/drawingml/2006/main">
              <a:ext uri="{FF2B5EF4-FFF2-40B4-BE49-F238E27FC236}">
                <a16:creationId xmlns:a16="http://schemas.microsoft.com/office/drawing/2014/main" id="{2FA82503-AD78-4093-946E-CA3B51C4629C}"/>
              </a:ext>
            </a:extLst>
          </p:cNvPr>
          <p:cNvSpPr>
            <a:spLocks xmlns:a="http://schemas.openxmlformats.org/drawingml/2006/main" noGrp="1"/>
          </p:cNvSpPr>
          <p:nvPr/>
        </p:nvSpPr>
        <p:spPr>
          <a:xfrm xmlns:a="http://schemas.openxmlformats.org/drawingml/2006/main">
            <a:off x="3752850" y="4533900"/>
            <a:ext cx="6962775" cy="191"/>
          </a:xfrm>
          <a:custGeom xmlns:a="http://schemas.openxmlformats.org/drawingml/2006/main">
            <a:pathLst>
              <a:path w="6962775" h="191">
                <a:moveTo>
                  <a:pt x="0" y="0"/>
                </a:moveTo>
                <a:lnTo>
                  <a:pt x="6962775" y="0"/>
                </a:lnTo>
              </a:path>
            </a:pathLst>
          </a:custGeom>
          <a:noFill xmlns:a="http://schemas.openxmlformats.org/drawingml/2006/main"/>
          <a:ln xmlns:a="http://schemas.openxmlformats.org/drawingml/2006/main" w="14288">
            <a:solidFill>
              <a:srgbClr val="799A39"/>
            </a:solidFill>
          </a:ln>
        </p:spPr>
      </p:sp>
      <p:sp>
        <p:nvSpPr>
          <p:cNvPr id="233" name="diagram-poly-988">
            <a:extLst xmlns:a="http://schemas.openxmlformats.org/drawingml/2006/main">
              <a:ext uri="{FF2B5EF4-FFF2-40B4-BE49-F238E27FC236}">
                <a16:creationId xmlns:a16="http://schemas.microsoft.com/office/drawing/2014/main" id="{52FCD164-ABB0-4183-8DFD-A0A9A42BDD1E}"/>
              </a:ext>
            </a:extLst>
          </p:cNvPr>
          <p:cNvSpPr>
            <a:spLocks xmlns:a="http://schemas.openxmlformats.org/drawingml/2006/main" noGrp="1"/>
          </p:cNvSpPr>
          <p:nvPr/>
        </p:nvSpPr>
        <p:spPr>
          <a:xfrm xmlns:a="http://schemas.openxmlformats.org/drawingml/2006/main">
            <a:off x="10648950" y="4504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34" name="revision-text-989">
            <a:extLst xmlns:a="http://schemas.openxmlformats.org/drawingml/2006/main">
              <a:ext uri="{FF2B5EF4-FFF2-40B4-BE49-F238E27FC236}">
                <a16:creationId xmlns:a16="http://schemas.microsoft.com/office/drawing/2014/main" id="{FC59ACDB-68CB-4B69-925C-9C1EF49A5226}"/>
              </a:ext>
            </a:extLst>
          </p:cNvPr>
          <p:cNvSpPr>
            <a:spLocks xmlns:a="http://schemas.openxmlformats.org/drawingml/2006/main" noGrp="1"/>
          </p:cNvSpPr>
          <p:nvPr/>
        </p:nvSpPr>
        <p:spPr>
          <a:xfrm xmlns:a="http://schemas.openxmlformats.org/drawingml/2006/main">
            <a:off x="5553075" y="4343400"/>
            <a:ext cx="46577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and measurements</a:t>
            </a:r>
          </a:p>
        </p:txBody>
      </p:sp>
      <p:sp>
        <p:nvSpPr>
          <p:cNvPr id="235" name="diagram-line-990">
            <a:extLst xmlns:a="http://schemas.openxmlformats.org/drawingml/2006/main">
              <a:ext uri="{FF2B5EF4-FFF2-40B4-BE49-F238E27FC236}">
                <a16:creationId xmlns:a16="http://schemas.microsoft.com/office/drawing/2014/main" id="{A64CEF0A-4F1C-4BD7-94BD-66958797AF4E}"/>
              </a:ext>
            </a:extLst>
          </p:cNvPr>
          <p:cNvSpPr>
            <a:spLocks xmlns:a="http://schemas.openxmlformats.org/drawingml/2006/main" noGrp="1"/>
          </p:cNvSpPr>
          <p:nvPr/>
        </p:nvSpPr>
        <p:spPr>
          <a:xfrm xmlns:a="http://schemas.openxmlformats.org/drawingml/2006/main">
            <a:off x="1447800" y="4705350"/>
            <a:ext cx="9267825" cy="191"/>
          </a:xfrm>
          <a:custGeom xmlns:a="http://schemas.openxmlformats.org/drawingml/2006/main">
            <a:pathLst>
              <a:path w="9267825" h="191">
                <a:moveTo>
                  <a:pt x="0" y="0"/>
                </a:moveTo>
                <a:lnTo>
                  <a:pt x="9267825" y="0"/>
                </a:lnTo>
              </a:path>
            </a:pathLst>
          </a:custGeom>
          <a:noFill xmlns:a="http://schemas.openxmlformats.org/drawingml/2006/main"/>
          <a:ln xmlns:a="http://schemas.openxmlformats.org/drawingml/2006/main" w="14288">
            <a:solidFill>
              <a:srgbClr val="9A83BB"/>
            </a:solidFill>
          </a:ln>
        </p:spPr>
      </p:sp>
      <p:sp>
        <p:nvSpPr>
          <p:cNvPr id="236" name="diagram-poly-991">
            <a:extLst xmlns:a="http://schemas.openxmlformats.org/drawingml/2006/main">
              <a:ext uri="{FF2B5EF4-FFF2-40B4-BE49-F238E27FC236}">
                <a16:creationId xmlns:a16="http://schemas.microsoft.com/office/drawing/2014/main" id="{3EBD0F8E-8581-4F13-A5E3-C4C00B9F3945}"/>
              </a:ext>
            </a:extLst>
          </p:cNvPr>
          <p:cNvSpPr>
            <a:spLocks xmlns:a="http://schemas.openxmlformats.org/drawingml/2006/main" noGrp="1"/>
          </p:cNvSpPr>
          <p:nvPr/>
        </p:nvSpPr>
        <p:spPr>
          <a:xfrm xmlns:a="http://schemas.openxmlformats.org/drawingml/2006/main">
            <a:off x="10648950" y="46758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237" name="revision-text-992">
            <a:extLst xmlns:a="http://schemas.openxmlformats.org/drawingml/2006/main">
              <a:ext uri="{FF2B5EF4-FFF2-40B4-BE49-F238E27FC236}">
                <a16:creationId xmlns:a16="http://schemas.microsoft.com/office/drawing/2014/main" id="{29DA0910-84FC-494A-8A62-27ECFBD41134}"/>
              </a:ext>
            </a:extLst>
          </p:cNvPr>
          <p:cNvSpPr>
            <a:spLocks xmlns:a="http://schemas.openxmlformats.org/drawingml/2006/main" noGrp="1"/>
          </p:cNvSpPr>
          <p:nvPr/>
        </p:nvSpPr>
        <p:spPr>
          <a:xfrm xmlns:a="http://schemas.openxmlformats.org/drawingml/2006/main">
            <a:off x="7258050" y="4505325"/>
            <a:ext cx="30003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execution context</a:t>
            </a:r>
          </a:p>
        </p:txBody>
      </p:sp>
      <p:sp>
        <p:nvSpPr>
          <p:cNvPr id="238" name="diagram-box-993">
            <a:extLst xmlns:a="http://schemas.openxmlformats.org/drawingml/2006/main">
              <a:ext uri="{FF2B5EF4-FFF2-40B4-BE49-F238E27FC236}">
                <a16:creationId xmlns:a16="http://schemas.microsoft.com/office/drawing/2014/main" id="{30D5C4C2-5A25-42BE-9B1D-D59C960ECFE6}"/>
              </a:ext>
            </a:extLst>
          </p:cNvPr>
          <p:cNvSpPr>
            <a:spLocks xmlns:a="http://schemas.openxmlformats.org/drawingml/2006/main" noGrp="1"/>
          </p:cNvSpPr>
          <p:nvPr/>
        </p:nvSpPr>
        <p:spPr>
          <a:xfrm xmlns:a="http://schemas.openxmlformats.org/drawingml/2006/main">
            <a:off x="571500" y="4848225"/>
            <a:ext cx="11049000" cy="1171575"/>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39" name="diagram-box-994">
            <a:extLst xmlns:a="http://schemas.openxmlformats.org/drawingml/2006/main">
              <a:ext uri="{FF2B5EF4-FFF2-40B4-BE49-F238E27FC236}">
                <a16:creationId xmlns:a16="http://schemas.microsoft.com/office/drawing/2014/main" id="{6CF64DB5-A76C-42D4-BDE7-259616F82274}"/>
              </a:ext>
            </a:extLst>
          </p:cNvPr>
          <p:cNvSpPr>
            <a:spLocks xmlns:a="http://schemas.openxmlformats.org/drawingml/2006/main" noGrp="1"/>
          </p:cNvSpPr>
          <p:nvPr/>
        </p:nvSpPr>
        <p:spPr>
          <a:xfrm xmlns:a="http://schemas.openxmlformats.org/drawingml/2006/main">
            <a:off x="571500" y="484822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40" name="revision-text-995">
            <a:extLst xmlns:a="http://schemas.openxmlformats.org/drawingml/2006/main">
              <a:ext uri="{FF2B5EF4-FFF2-40B4-BE49-F238E27FC236}">
                <a16:creationId xmlns:a16="http://schemas.microsoft.com/office/drawing/2014/main" id="{A084F21A-589F-488B-8CF3-D1EC1061F7ED}"/>
              </a:ext>
            </a:extLst>
          </p:cNvPr>
          <p:cNvSpPr>
            <a:spLocks xmlns:a="http://schemas.openxmlformats.org/drawingml/2006/main" noGrp="1"/>
          </p:cNvSpPr>
          <p:nvPr/>
        </p:nvSpPr>
        <p:spPr>
          <a:xfrm xmlns:a="http://schemas.openxmlformats.org/drawingml/2006/main">
            <a:off x="600075" y="4857750"/>
            <a:ext cx="390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alt</a:t>
            </a:r>
          </a:p>
        </p:txBody>
      </p:sp>
      <p:sp>
        <p:nvSpPr>
          <p:cNvPr id="241" name="revision-text-996">
            <a:extLst xmlns:a="http://schemas.openxmlformats.org/drawingml/2006/main">
              <a:ext uri="{FF2B5EF4-FFF2-40B4-BE49-F238E27FC236}">
                <a16:creationId xmlns:a16="http://schemas.microsoft.com/office/drawing/2014/main" id="{78B8A96C-E014-4E66-A988-89C5EBFC7CF5}"/>
              </a:ext>
            </a:extLst>
          </p:cNvPr>
          <p:cNvSpPr>
            <a:spLocks xmlns:a="http://schemas.openxmlformats.org/drawingml/2006/main" noGrp="1"/>
          </p:cNvSpPr>
          <p:nvPr/>
        </p:nvSpPr>
        <p:spPr>
          <a:xfrm xmlns:a="http://schemas.openxmlformats.org/drawingml/2006/main">
            <a:off x="1171575" y="4857750"/>
            <a:ext cx="103060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75" b="0">
                <a:solidFill>
                  <a:srgbClr val="152C40"/>
                </a:solidFill>
                <a:latin typeface="微软雅黑"/>
                <a:ea typeface="微软雅黑"/>
                <a:cs typeface="微软雅黑"/>
              </a:defRPr>
            </a:pPr>
            <a:r>
              <a:rPr sz="1275" b="0" lang="en-US">
                <a:solidFill>
                  <a:srgbClr val="152C40"/>
                </a:solidFill>
                <a:latin typeface="微软雅黑"/>
                <a:ea typeface="微软雅黑"/>
                <a:cs typeface="微软雅黑"/>
              </a:rPr>
              <a:t>[Normal] Completion conditions are met and continued execution is allowed</a:t>
            </a:r>
          </a:p>
        </p:txBody>
      </p:sp>
      <p:sp>
        <p:nvSpPr>
          <p:cNvPr id="242" name="diagram-line-997">
            <a:extLst xmlns:a="http://schemas.openxmlformats.org/drawingml/2006/main">
              <a:ext uri="{FF2B5EF4-FFF2-40B4-BE49-F238E27FC236}">
                <a16:creationId xmlns:a16="http://schemas.microsoft.com/office/drawing/2014/main" id="{4269AF79-E7EC-4128-B0E5-5D59D34B37E9}"/>
              </a:ext>
            </a:extLst>
          </p:cNvPr>
          <p:cNvSpPr>
            <a:spLocks xmlns:a="http://schemas.openxmlformats.org/drawingml/2006/main" noGrp="1"/>
          </p:cNvSpPr>
          <p:nvPr/>
        </p:nvSpPr>
        <p:spPr>
          <a:xfrm xmlns:a="http://schemas.openxmlformats.org/drawingml/2006/main">
            <a:off x="1447800" y="5114925"/>
            <a:ext cx="838200" cy="191"/>
          </a:xfrm>
          <a:custGeom xmlns:a="http://schemas.openxmlformats.org/drawingml/2006/main">
            <a:pathLst>
              <a:path w="838200" h="191">
                <a:moveTo>
                  <a:pt x="0" y="0"/>
                </a:moveTo>
                <a:lnTo>
                  <a:pt x="838200" y="0"/>
                </a:lnTo>
              </a:path>
            </a:pathLst>
          </a:custGeom>
          <a:noFill xmlns:a="http://schemas.openxmlformats.org/drawingml/2006/main"/>
          <a:ln xmlns:a="http://schemas.openxmlformats.org/drawingml/2006/main" w="14288">
            <a:solidFill>
              <a:srgbClr val="28849C"/>
            </a:solidFill>
          </a:ln>
        </p:spPr>
      </p:sp>
      <p:sp>
        <p:nvSpPr>
          <p:cNvPr id="243" name="diagram-line-998">
            <a:extLst xmlns:a="http://schemas.openxmlformats.org/drawingml/2006/main">
              <a:ext uri="{FF2B5EF4-FFF2-40B4-BE49-F238E27FC236}">
                <a16:creationId xmlns:a16="http://schemas.microsoft.com/office/drawing/2014/main" id="{C14E1064-DFAC-4E62-AB2B-EEB98EECC6A8}"/>
              </a:ext>
            </a:extLst>
          </p:cNvPr>
          <p:cNvSpPr>
            <a:spLocks xmlns:a="http://schemas.openxmlformats.org/drawingml/2006/main" noGrp="1"/>
          </p:cNvSpPr>
          <p:nvPr/>
        </p:nvSpPr>
        <p:spPr>
          <a:xfrm xmlns:a="http://schemas.openxmlformats.org/drawingml/2006/main">
            <a:off x="2286000" y="5114925"/>
            <a:ext cx="191" cy="209550"/>
          </a:xfrm>
          <a:custGeom xmlns:a="http://schemas.openxmlformats.org/drawingml/2006/main">
            <a:pathLst>
              <a:path w="191" h="209550">
                <a:moveTo>
                  <a:pt x="0" y="0"/>
                </a:moveTo>
                <a:lnTo>
                  <a:pt x="0" y="209550"/>
                </a:lnTo>
              </a:path>
            </a:pathLst>
          </a:custGeom>
          <a:noFill xmlns:a="http://schemas.openxmlformats.org/drawingml/2006/main"/>
          <a:ln xmlns:a="http://schemas.openxmlformats.org/drawingml/2006/main" w="14288">
            <a:solidFill>
              <a:srgbClr val="28849C"/>
            </a:solidFill>
          </a:ln>
        </p:spPr>
      </p:sp>
      <p:sp>
        <p:nvSpPr>
          <p:cNvPr id="244" name="diagram-line-999">
            <a:extLst xmlns:a="http://schemas.openxmlformats.org/drawingml/2006/main">
              <a:ext uri="{FF2B5EF4-FFF2-40B4-BE49-F238E27FC236}">
                <a16:creationId xmlns:a16="http://schemas.microsoft.com/office/drawing/2014/main" id="{93BF14A2-2614-4077-84EB-AB0034A37103}"/>
              </a:ext>
            </a:extLst>
          </p:cNvPr>
          <p:cNvSpPr>
            <a:spLocks xmlns:a="http://schemas.openxmlformats.org/drawingml/2006/main" noGrp="1"/>
          </p:cNvSpPr>
          <p:nvPr/>
        </p:nvSpPr>
        <p:spPr>
          <a:xfrm xmlns:a="http://schemas.openxmlformats.org/drawingml/2006/main">
            <a:off x="1447800" y="5324475"/>
            <a:ext cx="838200" cy="191"/>
          </a:xfrm>
          <a:custGeom xmlns:a="http://schemas.openxmlformats.org/drawingml/2006/main">
            <a:pathLst>
              <a:path w="838200" h="191">
                <a:moveTo>
                  <a:pt x="838200" y="0"/>
                </a:moveTo>
                <a:lnTo>
                  <a:pt x="0" y="0"/>
                </a:lnTo>
              </a:path>
            </a:pathLst>
          </a:custGeom>
          <a:noFill xmlns:a="http://schemas.openxmlformats.org/drawingml/2006/main"/>
          <a:ln xmlns:a="http://schemas.openxmlformats.org/drawingml/2006/main" w="14288">
            <a:solidFill>
              <a:srgbClr val="28849C"/>
            </a:solidFill>
          </a:ln>
        </p:spPr>
      </p:sp>
      <p:sp>
        <p:nvSpPr>
          <p:cNvPr id="245" name="diagram-poly-1000">
            <a:extLst xmlns:a="http://schemas.openxmlformats.org/drawingml/2006/main">
              <a:ext uri="{FF2B5EF4-FFF2-40B4-BE49-F238E27FC236}">
                <a16:creationId xmlns:a16="http://schemas.microsoft.com/office/drawing/2014/main" id="{1028B915-D865-442E-9953-0906F9EF8323}"/>
              </a:ext>
            </a:extLst>
          </p:cNvPr>
          <p:cNvSpPr>
            <a:spLocks xmlns:a="http://schemas.openxmlformats.org/drawingml/2006/main" noGrp="1"/>
          </p:cNvSpPr>
          <p:nvPr/>
        </p:nvSpPr>
        <p:spPr>
          <a:xfrm xmlns:a="http://schemas.openxmlformats.org/drawingml/2006/main">
            <a:off x="1447800" y="52949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46" name="revision-text-1001">
            <a:extLst xmlns:a="http://schemas.openxmlformats.org/drawingml/2006/main">
              <a:ext uri="{FF2B5EF4-FFF2-40B4-BE49-F238E27FC236}">
                <a16:creationId xmlns:a16="http://schemas.microsoft.com/office/drawing/2014/main" id="{32BBA3E5-5A62-4D4E-9D16-32DE63C9BD41}"/>
              </a:ext>
            </a:extLst>
          </p:cNvPr>
          <p:cNvSpPr>
            <a:spLocks xmlns:a="http://schemas.openxmlformats.org/drawingml/2006/main" noGrp="1"/>
          </p:cNvSpPr>
          <p:nvPr/>
        </p:nvSpPr>
        <p:spPr>
          <a:xfrm xmlns:a="http://schemas.openxmlformats.org/drawingml/2006/main">
            <a:off x="2486025" y="5124450"/>
            <a:ext cx="7353300"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350" b="0">
                <a:solidFill>
                  <a:srgbClr val="152C40"/>
                </a:solidFill>
                <a:latin typeface="微软雅黑"/>
                <a:ea typeface="微软雅黑"/>
                <a:cs typeface="微软雅黑"/>
              </a:defRPr>
            </a:pPr>
            <a:r>
              <a:rPr sz="1350" b="0" lang="en-US">
                <a:solidFill>
                  <a:srgbClr val="152C40"/>
                </a:solidFill>
                <a:latin typeface="微软雅黑"/>
                <a:ea typeface="微软雅黑"/>
                <a:cs typeface="微软雅黑"/>
              </a:rPr>
              <a:t>Node completes → Activation signal → Subsequent step</a:t>
            </a:r>
          </a:p>
        </p:txBody>
      </p:sp>
      <p:sp>
        <p:nvSpPr>
          <p:cNvPr id="247" name="diagram-line-1002">
            <a:extLst xmlns:a="http://schemas.openxmlformats.org/drawingml/2006/main">
              <a:ext uri="{FF2B5EF4-FFF2-40B4-BE49-F238E27FC236}">
                <a16:creationId xmlns:a16="http://schemas.microsoft.com/office/drawing/2014/main" id="{47EBEAF4-7061-4205-8E8F-86BF664AA5AB}"/>
              </a:ext>
            </a:extLst>
          </p:cNvPr>
          <p:cNvSpPr>
            <a:spLocks xmlns:a="http://schemas.openxmlformats.org/drawingml/2006/main" noGrp="1"/>
          </p:cNvSpPr>
          <p:nvPr/>
        </p:nvSpPr>
        <p:spPr>
          <a:xfrm xmlns:a="http://schemas.openxmlformats.org/drawingml/2006/main">
            <a:off x="571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8" name="diagram-line-1003">
            <a:extLst xmlns:a="http://schemas.openxmlformats.org/drawingml/2006/main">
              <a:ext uri="{FF2B5EF4-FFF2-40B4-BE49-F238E27FC236}">
                <a16:creationId xmlns:a16="http://schemas.microsoft.com/office/drawing/2014/main" id="{61ED0115-B410-4CE2-A7DE-1582A3A96F0B}"/>
              </a:ext>
            </a:extLst>
          </p:cNvPr>
          <p:cNvSpPr>
            <a:spLocks xmlns:a="http://schemas.openxmlformats.org/drawingml/2006/main" noGrp="1"/>
          </p:cNvSpPr>
          <p:nvPr/>
        </p:nvSpPr>
        <p:spPr>
          <a:xfrm xmlns:a="http://schemas.openxmlformats.org/drawingml/2006/main">
            <a:off x="685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9" name="diagram-line-1004">
            <a:extLst xmlns:a="http://schemas.openxmlformats.org/drawingml/2006/main">
              <a:ext uri="{FF2B5EF4-FFF2-40B4-BE49-F238E27FC236}">
                <a16:creationId xmlns:a16="http://schemas.microsoft.com/office/drawing/2014/main" id="{415D3C76-34B4-4E87-A65D-A6CF835166D0}"/>
              </a:ext>
            </a:extLst>
          </p:cNvPr>
          <p:cNvSpPr>
            <a:spLocks xmlns:a="http://schemas.openxmlformats.org/drawingml/2006/main" noGrp="1"/>
          </p:cNvSpPr>
          <p:nvPr/>
        </p:nvSpPr>
        <p:spPr>
          <a:xfrm xmlns:a="http://schemas.openxmlformats.org/drawingml/2006/main">
            <a:off x="800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0" name="diagram-line-1005">
            <a:extLst xmlns:a="http://schemas.openxmlformats.org/drawingml/2006/main">
              <a:ext uri="{FF2B5EF4-FFF2-40B4-BE49-F238E27FC236}">
                <a16:creationId xmlns:a16="http://schemas.microsoft.com/office/drawing/2014/main" id="{68606763-C339-4D59-9258-6A73586E3EF9}"/>
              </a:ext>
            </a:extLst>
          </p:cNvPr>
          <p:cNvSpPr>
            <a:spLocks xmlns:a="http://schemas.openxmlformats.org/drawingml/2006/main" noGrp="1"/>
          </p:cNvSpPr>
          <p:nvPr/>
        </p:nvSpPr>
        <p:spPr>
          <a:xfrm xmlns:a="http://schemas.openxmlformats.org/drawingml/2006/main">
            <a:off x="914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1" name="diagram-line-1006">
            <a:extLst xmlns:a="http://schemas.openxmlformats.org/drawingml/2006/main">
              <a:ext uri="{FF2B5EF4-FFF2-40B4-BE49-F238E27FC236}">
                <a16:creationId xmlns:a16="http://schemas.microsoft.com/office/drawing/2014/main" id="{9B1B87DA-0D40-4813-811F-AA9F2D11470D}"/>
              </a:ext>
            </a:extLst>
          </p:cNvPr>
          <p:cNvSpPr>
            <a:spLocks xmlns:a="http://schemas.openxmlformats.org/drawingml/2006/main" noGrp="1"/>
          </p:cNvSpPr>
          <p:nvPr/>
        </p:nvSpPr>
        <p:spPr>
          <a:xfrm xmlns:a="http://schemas.openxmlformats.org/drawingml/2006/main">
            <a:off x="1028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2" name="diagram-line-1007">
            <a:extLst xmlns:a="http://schemas.openxmlformats.org/drawingml/2006/main">
              <a:ext uri="{FF2B5EF4-FFF2-40B4-BE49-F238E27FC236}">
                <a16:creationId xmlns:a16="http://schemas.microsoft.com/office/drawing/2014/main" id="{B8240F22-A43E-44D6-86CE-E85EB9D7F4C5}"/>
              </a:ext>
            </a:extLst>
          </p:cNvPr>
          <p:cNvSpPr>
            <a:spLocks xmlns:a="http://schemas.openxmlformats.org/drawingml/2006/main" noGrp="1"/>
          </p:cNvSpPr>
          <p:nvPr/>
        </p:nvSpPr>
        <p:spPr>
          <a:xfrm xmlns:a="http://schemas.openxmlformats.org/drawingml/2006/main">
            <a:off x="1143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3" name="diagram-line-1008">
            <a:extLst xmlns:a="http://schemas.openxmlformats.org/drawingml/2006/main">
              <a:ext uri="{FF2B5EF4-FFF2-40B4-BE49-F238E27FC236}">
                <a16:creationId xmlns:a16="http://schemas.microsoft.com/office/drawing/2014/main" id="{F8732F10-8099-4486-9737-448B451BE318}"/>
              </a:ext>
            </a:extLst>
          </p:cNvPr>
          <p:cNvSpPr>
            <a:spLocks xmlns:a="http://schemas.openxmlformats.org/drawingml/2006/main" noGrp="1"/>
          </p:cNvSpPr>
          <p:nvPr/>
        </p:nvSpPr>
        <p:spPr>
          <a:xfrm xmlns:a="http://schemas.openxmlformats.org/drawingml/2006/main">
            <a:off x="1257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4" name="diagram-line-1009">
            <a:extLst xmlns:a="http://schemas.openxmlformats.org/drawingml/2006/main">
              <a:ext uri="{FF2B5EF4-FFF2-40B4-BE49-F238E27FC236}">
                <a16:creationId xmlns:a16="http://schemas.microsoft.com/office/drawing/2014/main" id="{98B20F8B-71A9-4213-90C3-C02959EA7E2B}"/>
              </a:ext>
            </a:extLst>
          </p:cNvPr>
          <p:cNvSpPr>
            <a:spLocks xmlns:a="http://schemas.openxmlformats.org/drawingml/2006/main" noGrp="1"/>
          </p:cNvSpPr>
          <p:nvPr/>
        </p:nvSpPr>
        <p:spPr>
          <a:xfrm xmlns:a="http://schemas.openxmlformats.org/drawingml/2006/main">
            <a:off x="1371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5" name="diagram-line-1010">
            <a:extLst xmlns:a="http://schemas.openxmlformats.org/drawingml/2006/main">
              <a:ext uri="{FF2B5EF4-FFF2-40B4-BE49-F238E27FC236}">
                <a16:creationId xmlns:a16="http://schemas.microsoft.com/office/drawing/2014/main" id="{A5BC5032-15CB-43C1-A500-BBE1BE476B29}"/>
              </a:ext>
            </a:extLst>
          </p:cNvPr>
          <p:cNvSpPr>
            <a:spLocks xmlns:a="http://schemas.openxmlformats.org/drawingml/2006/main" noGrp="1"/>
          </p:cNvSpPr>
          <p:nvPr/>
        </p:nvSpPr>
        <p:spPr>
          <a:xfrm xmlns:a="http://schemas.openxmlformats.org/drawingml/2006/main">
            <a:off x="1485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6" name="diagram-line-1011">
            <a:extLst xmlns:a="http://schemas.openxmlformats.org/drawingml/2006/main">
              <a:ext uri="{FF2B5EF4-FFF2-40B4-BE49-F238E27FC236}">
                <a16:creationId xmlns:a16="http://schemas.microsoft.com/office/drawing/2014/main" id="{3E943AA1-2C76-4609-9576-EC89C7A6CDFF}"/>
              </a:ext>
            </a:extLst>
          </p:cNvPr>
          <p:cNvSpPr>
            <a:spLocks xmlns:a="http://schemas.openxmlformats.org/drawingml/2006/main" noGrp="1"/>
          </p:cNvSpPr>
          <p:nvPr/>
        </p:nvSpPr>
        <p:spPr>
          <a:xfrm xmlns:a="http://schemas.openxmlformats.org/drawingml/2006/main">
            <a:off x="1600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7" name="diagram-line-1012">
            <a:extLst xmlns:a="http://schemas.openxmlformats.org/drawingml/2006/main">
              <a:ext uri="{FF2B5EF4-FFF2-40B4-BE49-F238E27FC236}">
                <a16:creationId xmlns:a16="http://schemas.microsoft.com/office/drawing/2014/main" id="{213D0E80-9226-42BE-8E8A-15282393B64A}"/>
              </a:ext>
            </a:extLst>
          </p:cNvPr>
          <p:cNvSpPr>
            <a:spLocks xmlns:a="http://schemas.openxmlformats.org/drawingml/2006/main" noGrp="1"/>
          </p:cNvSpPr>
          <p:nvPr/>
        </p:nvSpPr>
        <p:spPr>
          <a:xfrm xmlns:a="http://schemas.openxmlformats.org/drawingml/2006/main">
            <a:off x="1714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8" name="diagram-line-1013">
            <a:extLst xmlns:a="http://schemas.openxmlformats.org/drawingml/2006/main">
              <a:ext uri="{FF2B5EF4-FFF2-40B4-BE49-F238E27FC236}">
                <a16:creationId xmlns:a16="http://schemas.microsoft.com/office/drawing/2014/main" id="{0D625C36-937F-4C2D-ABE6-C0A639CFFA5C}"/>
              </a:ext>
            </a:extLst>
          </p:cNvPr>
          <p:cNvSpPr>
            <a:spLocks xmlns:a="http://schemas.openxmlformats.org/drawingml/2006/main" noGrp="1"/>
          </p:cNvSpPr>
          <p:nvPr/>
        </p:nvSpPr>
        <p:spPr>
          <a:xfrm xmlns:a="http://schemas.openxmlformats.org/drawingml/2006/main">
            <a:off x="1828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9" name="diagram-line-1014">
            <a:extLst xmlns:a="http://schemas.openxmlformats.org/drawingml/2006/main">
              <a:ext uri="{FF2B5EF4-FFF2-40B4-BE49-F238E27FC236}">
                <a16:creationId xmlns:a16="http://schemas.microsoft.com/office/drawing/2014/main" id="{62EF6EE1-475E-48EE-8FD0-1447D163D315}"/>
              </a:ext>
            </a:extLst>
          </p:cNvPr>
          <p:cNvSpPr>
            <a:spLocks xmlns:a="http://schemas.openxmlformats.org/drawingml/2006/main" noGrp="1"/>
          </p:cNvSpPr>
          <p:nvPr/>
        </p:nvSpPr>
        <p:spPr>
          <a:xfrm xmlns:a="http://schemas.openxmlformats.org/drawingml/2006/main">
            <a:off x="1943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0" name="diagram-line-1015">
            <a:extLst xmlns:a="http://schemas.openxmlformats.org/drawingml/2006/main">
              <a:ext uri="{FF2B5EF4-FFF2-40B4-BE49-F238E27FC236}">
                <a16:creationId xmlns:a16="http://schemas.microsoft.com/office/drawing/2014/main" id="{35CAA0BD-4CF2-4492-9A66-809C00263A84}"/>
              </a:ext>
            </a:extLst>
          </p:cNvPr>
          <p:cNvSpPr>
            <a:spLocks xmlns:a="http://schemas.openxmlformats.org/drawingml/2006/main" noGrp="1"/>
          </p:cNvSpPr>
          <p:nvPr/>
        </p:nvSpPr>
        <p:spPr>
          <a:xfrm xmlns:a="http://schemas.openxmlformats.org/drawingml/2006/main">
            <a:off x="2057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1" name="diagram-line-1016">
            <a:extLst xmlns:a="http://schemas.openxmlformats.org/drawingml/2006/main">
              <a:ext uri="{FF2B5EF4-FFF2-40B4-BE49-F238E27FC236}">
                <a16:creationId xmlns:a16="http://schemas.microsoft.com/office/drawing/2014/main" id="{724DA755-FA3B-4B6B-9E02-459CC4D088E1}"/>
              </a:ext>
            </a:extLst>
          </p:cNvPr>
          <p:cNvSpPr>
            <a:spLocks xmlns:a="http://schemas.openxmlformats.org/drawingml/2006/main" noGrp="1"/>
          </p:cNvSpPr>
          <p:nvPr/>
        </p:nvSpPr>
        <p:spPr>
          <a:xfrm xmlns:a="http://schemas.openxmlformats.org/drawingml/2006/main">
            <a:off x="2171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2" name="diagram-line-1017">
            <a:extLst xmlns:a="http://schemas.openxmlformats.org/drawingml/2006/main">
              <a:ext uri="{FF2B5EF4-FFF2-40B4-BE49-F238E27FC236}">
                <a16:creationId xmlns:a16="http://schemas.microsoft.com/office/drawing/2014/main" id="{9C71B315-03F7-4648-B198-3C6A1469BEC8}"/>
              </a:ext>
            </a:extLst>
          </p:cNvPr>
          <p:cNvSpPr>
            <a:spLocks xmlns:a="http://schemas.openxmlformats.org/drawingml/2006/main" noGrp="1"/>
          </p:cNvSpPr>
          <p:nvPr/>
        </p:nvSpPr>
        <p:spPr>
          <a:xfrm xmlns:a="http://schemas.openxmlformats.org/drawingml/2006/main">
            <a:off x="2286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3" name="diagram-line-1018">
            <a:extLst xmlns:a="http://schemas.openxmlformats.org/drawingml/2006/main">
              <a:ext uri="{FF2B5EF4-FFF2-40B4-BE49-F238E27FC236}">
                <a16:creationId xmlns:a16="http://schemas.microsoft.com/office/drawing/2014/main" id="{E49641D3-B3A6-48EC-9438-F91166AA70AD}"/>
              </a:ext>
            </a:extLst>
          </p:cNvPr>
          <p:cNvSpPr>
            <a:spLocks xmlns:a="http://schemas.openxmlformats.org/drawingml/2006/main" noGrp="1"/>
          </p:cNvSpPr>
          <p:nvPr/>
        </p:nvSpPr>
        <p:spPr>
          <a:xfrm xmlns:a="http://schemas.openxmlformats.org/drawingml/2006/main">
            <a:off x="2400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4" name="diagram-line-1019">
            <a:extLst xmlns:a="http://schemas.openxmlformats.org/drawingml/2006/main">
              <a:ext uri="{FF2B5EF4-FFF2-40B4-BE49-F238E27FC236}">
                <a16:creationId xmlns:a16="http://schemas.microsoft.com/office/drawing/2014/main" id="{78201CDD-91B4-44C9-B942-F149F8D392C0}"/>
              </a:ext>
            </a:extLst>
          </p:cNvPr>
          <p:cNvSpPr>
            <a:spLocks xmlns:a="http://schemas.openxmlformats.org/drawingml/2006/main" noGrp="1"/>
          </p:cNvSpPr>
          <p:nvPr/>
        </p:nvSpPr>
        <p:spPr>
          <a:xfrm xmlns:a="http://schemas.openxmlformats.org/drawingml/2006/main">
            <a:off x="2514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5" name="diagram-line-1020">
            <a:extLst xmlns:a="http://schemas.openxmlformats.org/drawingml/2006/main">
              <a:ext uri="{FF2B5EF4-FFF2-40B4-BE49-F238E27FC236}">
                <a16:creationId xmlns:a16="http://schemas.microsoft.com/office/drawing/2014/main" id="{94EC61B9-34EF-4775-A82E-8F79ECF98109}"/>
              </a:ext>
            </a:extLst>
          </p:cNvPr>
          <p:cNvSpPr>
            <a:spLocks xmlns:a="http://schemas.openxmlformats.org/drawingml/2006/main" noGrp="1"/>
          </p:cNvSpPr>
          <p:nvPr/>
        </p:nvSpPr>
        <p:spPr>
          <a:xfrm xmlns:a="http://schemas.openxmlformats.org/drawingml/2006/main">
            <a:off x="2628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6" name="diagram-line-1021">
            <a:extLst xmlns:a="http://schemas.openxmlformats.org/drawingml/2006/main">
              <a:ext uri="{FF2B5EF4-FFF2-40B4-BE49-F238E27FC236}">
                <a16:creationId xmlns:a16="http://schemas.microsoft.com/office/drawing/2014/main" id="{0FE62F4F-58F4-41F7-A9B2-B1B7008E5EE2}"/>
              </a:ext>
            </a:extLst>
          </p:cNvPr>
          <p:cNvSpPr>
            <a:spLocks xmlns:a="http://schemas.openxmlformats.org/drawingml/2006/main" noGrp="1"/>
          </p:cNvSpPr>
          <p:nvPr/>
        </p:nvSpPr>
        <p:spPr>
          <a:xfrm xmlns:a="http://schemas.openxmlformats.org/drawingml/2006/main">
            <a:off x="2743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7" name="diagram-line-1022">
            <a:extLst xmlns:a="http://schemas.openxmlformats.org/drawingml/2006/main">
              <a:ext uri="{FF2B5EF4-FFF2-40B4-BE49-F238E27FC236}">
                <a16:creationId xmlns:a16="http://schemas.microsoft.com/office/drawing/2014/main" id="{C0FB37EE-30C8-45D4-BE2F-6726DB7E18D2}"/>
              </a:ext>
            </a:extLst>
          </p:cNvPr>
          <p:cNvSpPr>
            <a:spLocks xmlns:a="http://schemas.openxmlformats.org/drawingml/2006/main" noGrp="1"/>
          </p:cNvSpPr>
          <p:nvPr/>
        </p:nvSpPr>
        <p:spPr>
          <a:xfrm xmlns:a="http://schemas.openxmlformats.org/drawingml/2006/main">
            <a:off x="2857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8" name="diagram-line-1023">
            <a:extLst xmlns:a="http://schemas.openxmlformats.org/drawingml/2006/main">
              <a:ext uri="{FF2B5EF4-FFF2-40B4-BE49-F238E27FC236}">
                <a16:creationId xmlns:a16="http://schemas.microsoft.com/office/drawing/2014/main" id="{E45DA3E2-1D9D-4A3B-BDF8-37182B17521D}"/>
              </a:ext>
            </a:extLst>
          </p:cNvPr>
          <p:cNvSpPr>
            <a:spLocks xmlns:a="http://schemas.openxmlformats.org/drawingml/2006/main" noGrp="1"/>
          </p:cNvSpPr>
          <p:nvPr/>
        </p:nvSpPr>
        <p:spPr>
          <a:xfrm xmlns:a="http://schemas.openxmlformats.org/drawingml/2006/main">
            <a:off x="2971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9" name="diagram-line-1024">
            <a:extLst xmlns:a="http://schemas.openxmlformats.org/drawingml/2006/main">
              <a:ext uri="{FF2B5EF4-FFF2-40B4-BE49-F238E27FC236}">
                <a16:creationId xmlns:a16="http://schemas.microsoft.com/office/drawing/2014/main" id="{D9288EDA-2BCB-455B-AFE2-0F00E04DFAB4}"/>
              </a:ext>
            </a:extLst>
          </p:cNvPr>
          <p:cNvSpPr>
            <a:spLocks xmlns:a="http://schemas.openxmlformats.org/drawingml/2006/main" noGrp="1"/>
          </p:cNvSpPr>
          <p:nvPr/>
        </p:nvSpPr>
        <p:spPr>
          <a:xfrm xmlns:a="http://schemas.openxmlformats.org/drawingml/2006/main">
            <a:off x="3086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0" name="diagram-line-1025">
            <a:extLst xmlns:a="http://schemas.openxmlformats.org/drawingml/2006/main">
              <a:ext uri="{FF2B5EF4-FFF2-40B4-BE49-F238E27FC236}">
                <a16:creationId xmlns:a16="http://schemas.microsoft.com/office/drawing/2014/main" id="{808CE0BE-4863-4E4C-832C-1433C5040C02}"/>
              </a:ext>
            </a:extLst>
          </p:cNvPr>
          <p:cNvSpPr>
            <a:spLocks xmlns:a="http://schemas.openxmlformats.org/drawingml/2006/main" noGrp="1"/>
          </p:cNvSpPr>
          <p:nvPr/>
        </p:nvSpPr>
        <p:spPr>
          <a:xfrm xmlns:a="http://schemas.openxmlformats.org/drawingml/2006/main">
            <a:off x="3200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1" name="diagram-line-1026">
            <a:extLst xmlns:a="http://schemas.openxmlformats.org/drawingml/2006/main">
              <a:ext uri="{FF2B5EF4-FFF2-40B4-BE49-F238E27FC236}">
                <a16:creationId xmlns:a16="http://schemas.microsoft.com/office/drawing/2014/main" id="{2CDB3791-F6A2-426C-98F1-8916FFC54199}"/>
              </a:ext>
            </a:extLst>
          </p:cNvPr>
          <p:cNvSpPr>
            <a:spLocks xmlns:a="http://schemas.openxmlformats.org/drawingml/2006/main" noGrp="1"/>
          </p:cNvSpPr>
          <p:nvPr/>
        </p:nvSpPr>
        <p:spPr>
          <a:xfrm xmlns:a="http://schemas.openxmlformats.org/drawingml/2006/main">
            <a:off x="3314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2" name="diagram-line-1027">
            <a:extLst xmlns:a="http://schemas.openxmlformats.org/drawingml/2006/main">
              <a:ext uri="{FF2B5EF4-FFF2-40B4-BE49-F238E27FC236}">
                <a16:creationId xmlns:a16="http://schemas.microsoft.com/office/drawing/2014/main" id="{33F16058-8A5F-4518-86DD-BD6456D2CA70}"/>
              </a:ext>
            </a:extLst>
          </p:cNvPr>
          <p:cNvSpPr>
            <a:spLocks xmlns:a="http://schemas.openxmlformats.org/drawingml/2006/main" noGrp="1"/>
          </p:cNvSpPr>
          <p:nvPr/>
        </p:nvSpPr>
        <p:spPr>
          <a:xfrm xmlns:a="http://schemas.openxmlformats.org/drawingml/2006/main">
            <a:off x="3429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3" name="diagram-line-1028">
            <a:extLst xmlns:a="http://schemas.openxmlformats.org/drawingml/2006/main">
              <a:ext uri="{FF2B5EF4-FFF2-40B4-BE49-F238E27FC236}">
                <a16:creationId xmlns:a16="http://schemas.microsoft.com/office/drawing/2014/main" id="{10EA0532-59DD-42AB-86F6-3E3D891CCEC1}"/>
              </a:ext>
            </a:extLst>
          </p:cNvPr>
          <p:cNvSpPr>
            <a:spLocks xmlns:a="http://schemas.openxmlformats.org/drawingml/2006/main" noGrp="1"/>
          </p:cNvSpPr>
          <p:nvPr/>
        </p:nvSpPr>
        <p:spPr>
          <a:xfrm xmlns:a="http://schemas.openxmlformats.org/drawingml/2006/main">
            <a:off x="3543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4" name="diagram-line-1029">
            <a:extLst xmlns:a="http://schemas.openxmlformats.org/drawingml/2006/main">
              <a:ext uri="{FF2B5EF4-FFF2-40B4-BE49-F238E27FC236}">
                <a16:creationId xmlns:a16="http://schemas.microsoft.com/office/drawing/2014/main" id="{297DAD97-40E1-4784-8D46-977B21D8CE71}"/>
              </a:ext>
            </a:extLst>
          </p:cNvPr>
          <p:cNvSpPr>
            <a:spLocks xmlns:a="http://schemas.openxmlformats.org/drawingml/2006/main" noGrp="1"/>
          </p:cNvSpPr>
          <p:nvPr/>
        </p:nvSpPr>
        <p:spPr>
          <a:xfrm xmlns:a="http://schemas.openxmlformats.org/drawingml/2006/main">
            <a:off x="3657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5" name="diagram-line-1030">
            <a:extLst xmlns:a="http://schemas.openxmlformats.org/drawingml/2006/main">
              <a:ext uri="{FF2B5EF4-FFF2-40B4-BE49-F238E27FC236}">
                <a16:creationId xmlns:a16="http://schemas.microsoft.com/office/drawing/2014/main" id="{11F74381-B09F-4674-B06F-419A9251A6F2}"/>
              </a:ext>
            </a:extLst>
          </p:cNvPr>
          <p:cNvSpPr>
            <a:spLocks xmlns:a="http://schemas.openxmlformats.org/drawingml/2006/main" noGrp="1"/>
          </p:cNvSpPr>
          <p:nvPr/>
        </p:nvSpPr>
        <p:spPr>
          <a:xfrm xmlns:a="http://schemas.openxmlformats.org/drawingml/2006/main">
            <a:off x="3771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6" name="diagram-line-1031">
            <a:extLst xmlns:a="http://schemas.openxmlformats.org/drawingml/2006/main">
              <a:ext uri="{FF2B5EF4-FFF2-40B4-BE49-F238E27FC236}">
                <a16:creationId xmlns:a16="http://schemas.microsoft.com/office/drawing/2014/main" id="{E67D54F0-6369-47C2-8E43-1922FD00668E}"/>
              </a:ext>
            </a:extLst>
          </p:cNvPr>
          <p:cNvSpPr>
            <a:spLocks xmlns:a="http://schemas.openxmlformats.org/drawingml/2006/main" noGrp="1"/>
          </p:cNvSpPr>
          <p:nvPr/>
        </p:nvSpPr>
        <p:spPr>
          <a:xfrm xmlns:a="http://schemas.openxmlformats.org/drawingml/2006/main">
            <a:off x="3886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7" name="diagram-line-1032">
            <a:extLst xmlns:a="http://schemas.openxmlformats.org/drawingml/2006/main">
              <a:ext uri="{FF2B5EF4-FFF2-40B4-BE49-F238E27FC236}">
                <a16:creationId xmlns:a16="http://schemas.microsoft.com/office/drawing/2014/main" id="{621ABCFD-C025-4538-89B3-C85DFA76EAE6}"/>
              </a:ext>
            </a:extLst>
          </p:cNvPr>
          <p:cNvSpPr>
            <a:spLocks xmlns:a="http://schemas.openxmlformats.org/drawingml/2006/main" noGrp="1"/>
          </p:cNvSpPr>
          <p:nvPr/>
        </p:nvSpPr>
        <p:spPr>
          <a:xfrm xmlns:a="http://schemas.openxmlformats.org/drawingml/2006/main">
            <a:off x="4000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8" name="diagram-line-1033">
            <a:extLst xmlns:a="http://schemas.openxmlformats.org/drawingml/2006/main">
              <a:ext uri="{FF2B5EF4-FFF2-40B4-BE49-F238E27FC236}">
                <a16:creationId xmlns:a16="http://schemas.microsoft.com/office/drawing/2014/main" id="{3E066334-A8A3-46CF-9D1F-1C5886493D31}"/>
              </a:ext>
            </a:extLst>
          </p:cNvPr>
          <p:cNvSpPr>
            <a:spLocks xmlns:a="http://schemas.openxmlformats.org/drawingml/2006/main" noGrp="1"/>
          </p:cNvSpPr>
          <p:nvPr/>
        </p:nvSpPr>
        <p:spPr>
          <a:xfrm xmlns:a="http://schemas.openxmlformats.org/drawingml/2006/main">
            <a:off x="4114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9" name="diagram-line-1034">
            <a:extLst xmlns:a="http://schemas.openxmlformats.org/drawingml/2006/main">
              <a:ext uri="{FF2B5EF4-FFF2-40B4-BE49-F238E27FC236}">
                <a16:creationId xmlns:a16="http://schemas.microsoft.com/office/drawing/2014/main" id="{25DA5254-625E-481C-AB80-CD2AC2A71FE9}"/>
              </a:ext>
            </a:extLst>
          </p:cNvPr>
          <p:cNvSpPr>
            <a:spLocks xmlns:a="http://schemas.openxmlformats.org/drawingml/2006/main" noGrp="1"/>
          </p:cNvSpPr>
          <p:nvPr/>
        </p:nvSpPr>
        <p:spPr>
          <a:xfrm xmlns:a="http://schemas.openxmlformats.org/drawingml/2006/main">
            <a:off x="4229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0" name="diagram-line-1035">
            <a:extLst xmlns:a="http://schemas.openxmlformats.org/drawingml/2006/main">
              <a:ext uri="{FF2B5EF4-FFF2-40B4-BE49-F238E27FC236}">
                <a16:creationId xmlns:a16="http://schemas.microsoft.com/office/drawing/2014/main" id="{1A5E17CE-DDA5-4E80-BDC5-461978631DBB}"/>
              </a:ext>
            </a:extLst>
          </p:cNvPr>
          <p:cNvSpPr>
            <a:spLocks xmlns:a="http://schemas.openxmlformats.org/drawingml/2006/main" noGrp="1"/>
          </p:cNvSpPr>
          <p:nvPr/>
        </p:nvSpPr>
        <p:spPr>
          <a:xfrm xmlns:a="http://schemas.openxmlformats.org/drawingml/2006/main">
            <a:off x="4343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1" name="diagram-line-1036">
            <a:extLst xmlns:a="http://schemas.openxmlformats.org/drawingml/2006/main">
              <a:ext uri="{FF2B5EF4-FFF2-40B4-BE49-F238E27FC236}">
                <a16:creationId xmlns:a16="http://schemas.microsoft.com/office/drawing/2014/main" id="{EB4191C9-E222-42AF-B867-F7931D3EF2CD}"/>
              </a:ext>
            </a:extLst>
          </p:cNvPr>
          <p:cNvSpPr>
            <a:spLocks xmlns:a="http://schemas.openxmlformats.org/drawingml/2006/main" noGrp="1"/>
          </p:cNvSpPr>
          <p:nvPr/>
        </p:nvSpPr>
        <p:spPr>
          <a:xfrm xmlns:a="http://schemas.openxmlformats.org/drawingml/2006/main">
            <a:off x="4457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2" name="diagram-line-1037">
            <a:extLst xmlns:a="http://schemas.openxmlformats.org/drawingml/2006/main">
              <a:ext uri="{FF2B5EF4-FFF2-40B4-BE49-F238E27FC236}">
                <a16:creationId xmlns:a16="http://schemas.microsoft.com/office/drawing/2014/main" id="{E5E6DC89-A0F7-4414-8C5A-39063248A69D}"/>
              </a:ext>
            </a:extLst>
          </p:cNvPr>
          <p:cNvSpPr>
            <a:spLocks xmlns:a="http://schemas.openxmlformats.org/drawingml/2006/main" noGrp="1"/>
          </p:cNvSpPr>
          <p:nvPr/>
        </p:nvSpPr>
        <p:spPr>
          <a:xfrm xmlns:a="http://schemas.openxmlformats.org/drawingml/2006/main">
            <a:off x="4572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3" name="diagram-line-1038">
            <a:extLst xmlns:a="http://schemas.openxmlformats.org/drawingml/2006/main">
              <a:ext uri="{FF2B5EF4-FFF2-40B4-BE49-F238E27FC236}">
                <a16:creationId xmlns:a16="http://schemas.microsoft.com/office/drawing/2014/main" id="{838A599E-0504-49A2-BF3B-6A7EFB1DB025}"/>
              </a:ext>
            </a:extLst>
          </p:cNvPr>
          <p:cNvSpPr>
            <a:spLocks xmlns:a="http://schemas.openxmlformats.org/drawingml/2006/main" noGrp="1"/>
          </p:cNvSpPr>
          <p:nvPr/>
        </p:nvSpPr>
        <p:spPr>
          <a:xfrm xmlns:a="http://schemas.openxmlformats.org/drawingml/2006/main">
            <a:off x="4686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4" name="diagram-line-1039">
            <a:extLst xmlns:a="http://schemas.openxmlformats.org/drawingml/2006/main">
              <a:ext uri="{FF2B5EF4-FFF2-40B4-BE49-F238E27FC236}">
                <a16:creationId xmlns:a16="http://schemas.microsoft.com/office/drawing/2014/main" id="{0E548558-996F-4E88-B5D1-C92EF0D7FD19}"/>
              </a:ext>
            </a:extLst>
          </p:cNvPr>
          <p:cNvSpPr>
            <a:spLocks xmlns:a="http://schemas.openxmlformats.org/drawingml/2006/main" noGrp="1"/>
          </p:cNvSpPr>
          <p:nvPr/>
        </p:nvSpPr>
        <p:spPr>
          <a:xfrm xmlns:a="http://schemas.openxmlformats.org/drawingml/2006/main">
            <a:off x="4800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5" name="diagram-line-1040">
            <a:extLst xmlns:a="http://schemas.openxmlformats.org/drawingml/2006/main">
              <a:ext uri="{FF2B5EF4-FFF2-40B4-BE49-F238E27FC236}">
                <a16:creationId xmlns:a16="http://schemas.microsoft.com/office/drawing/2014/main" id="{F9C417D0-4CB8-49AE-8536-D78A9C50FB46}"/>
              </a:ext>
            </a:extLst>
          </p:cNvPr>
          <p:cNvSpPr>
            <a:spLocks xmlns:a="http://schemas.openxmlformats.org/drawingml/2006/main" noGrp="1"/>
          </p:cNvSpPr>
          <p:nvPr/>
        </p:nvSpPr>
        <p:spPr>
          <a:xfrm xmlns:a="http://schemas.openxmlformats.org/drawingml/2006/main">
            <a:off x="4914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6" name="diagram-line-1041">
            <a:extLst xmlns:a="http://schemas.openxmlformats.org/drawingml/2006/main">
              <a:ext uri="{FF2B5EF4-FFF2-40B4-BE49-F238E27FC236}">
                <a16:creationId xmlns:a16="http://schemas.microsoft.com/office/drawing/2014/main" id="{BFD39521-3DC0-495F-940C-82E4113A9C31}"/>
              </a:ext>
            </a:extLst>
          </p:cNvPr>
          <p:cNvSpPr>
            <a:spLocks xmlns:a="http://schemas.openxmlformats.org/drawingml/2006/main" noGrp="1"/>
          </p:cNvSpPr>
          <p:nvPr/>
        </p:nvSpPr>
        <p:spPr>
          <a:xfrm xmlns:a="http://schemas.openxmlformats.org/drawingml/2006/main">
            <a:off x="5029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7" name="diagram-line-1042">
            <a:extLst xmlns:a="http://schemas.openxmlformats.org/drawingml/2006/main">
              <a:ext uri="{FF2B5EF4-FFF2-40B4-BE49-F238E27FC236}">
                <a16:creationId xmlns:a16="http://schemas.microsoft.com/office/drawing/2014/main" id="{31257B47-0BC9-4669-801A-07B892DE5E92}"/>
              </a:ext>
            </a:extLst>
          </p:cNvPr>
          <p:cNvSpPr>
            <a:spLocks xmlns:a="http://schemas.openxmlformats.org/drawingml/2006/main" noGrp="1"/>
          </p:cNvSpPr>
          <p:nvPr/>
        </p:nvSpPr>
        <p:spPr>
          <a:xfrm xmlns:a="http://schemas.openxmlformats.org/drawingml/2006/main">
            <a:off x="5143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8" name="diagram-line-1043">
            <a:extLst xmlns:a="http://schemas.openxmlformats.org/drawingml/2006/main">
              <a:ext uri="{FF2B5EF4-FFF2-40B4-BE49-F238E27FC236}">
                <a16:creationId xmlns:a16="http://schemas.microsoft.com/office/drawing/2014/main" id="{9043E793-13D8-4A3A-BA21-6C13A31779B9}"/>
              </a:ext>
            </a:extLst>
          </p:cNvPr>
          <p:cNvSpPr>
            <a:spLocks xmlns:a="http://schemas.openxmlformats.org/drawingml/2006/main" noGrp="1"/>
          </p:cNvSpPr>
          <p:nvPr/>
        </p:nvSpPr>
        <p:spPr>
          <a:xfrm xmlns:a="http://schemas.openxmlformats.org/drawingml/2006/main">
            <a:off x="5257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9" name="diagram-line-1044">
            <a:extLst xmlns:a="http://schemas.openxmlformats.org/drawingml/2006/main">
              <a:ext uri="{FF2B5EF4-FFF2-40B4-BE49-F238E27FC236}">
                <a16:creationId xmlns:a16="http://schemas.microsoft.com/office/drawing/2014/main" id="{94E9AB38-9AFF-44F3-96E2-6FA7890BAC55}"/>
              </a:ext>
            </a:extLst>
          </p:cNvPr>
          <p:cNvSpPr>
            <a:spLocks xmlns:a="http://schemas.openxmlformats.org/drawingml/2006/main" noGrp="1"/>
          </p:cNvSpPr>
          <p:nvPr/>
        </p:nvSpPr>
        <p:spPr>
          <a:xfrm xmlns:a="http://schemas.openxmlformats.org/drawingml/2006/main">
            <a:off x="5372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0" name="diagram-line-1045">
            <a:extLst xmlns:a="http://schemas.openxmlformats.org/drawingml/2006/main">
              <a:ext uri="{FF2B5EF4-FFF2-40B4-BE49-F238E27FC236}">
                <a16:creationId xmlns:a16="http://schemas.microsoft.com/office/drawing/2014/main" id="{2B9457C0-149F-4D6A-815D-32A4B79C8138}"/>
              </a:ext>
            </a:extLst>
          </p:cNvPr>
          <p:cNvSpPr>
            <a:spLocks xmlns:a="http://schemas.openxmlformats.org/drawingml/2006/main" noGrp="1"/>
          </p:cNvSpPr>
          <p:nvPr/>
        </p:nvSpPr>
        <p:spPr>
          <a:xfrm xmlns:a="http://schemas.openxmlformats.org/drawingml/2006/main">
            <a:off x="5486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1" name="diagram-line-1046">
            <a:extLst xmlns:a="http://schemas.openxmlformats.org/drawingml/2006/main">
              <a:ext uri="{FF2B5EF4-FFF2-40B4-BE49-F238E27FC236}">
                <a16:creationId xmlns:a16="http://schemas.microsoft.com/office/drawing/2014/main" id="{FF655ED8-52CD-4785-BDB6-281AB5587EAF}"/>
              </a:ext>
            </a:extLst>
          </p:cNvPr>
          <p:cNvSpPr>
            <a:spLocks xmlns:a="http://schemas.openxmlformats.org/drawingml/2006/main" noGrp="1"/>
          </p:cNvSpPr>
          <p:nvPr/>
        </p:nvSpPr>
        <p:spPr>
          <a:xfrm xmlns:a="http://schemas.openxmlformats.org/drawingml/2006/main">
            <a:off x="5600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2" name="diagram-line-1047">
            <a:extLst xmlns:a="http://schemas.openxmlformats.org/drawingml/2006/main">
              <a:ext uri="{FF2B5EF4-FFF2-40B4-BE49-F238E27FC236}">
                <a16:creationId xmlns:a16="http://schemas.microsoft.com/office/drawing/2014/main" id="{CBD83574-FFA8-44E9-A7AB-FE519FC4AB02}"/>
              </a:ext>
            </a:extLst>
          </p:cNvPr>
          <p:cNvSpPr>
            <a:spLocks xmlns:a="http://schemas.openxmlformats.org/drawingml/2006/main" noGrp="1"/>
          </p:cNvSpPr>
          <p:nvPr/>
        </p:nvSpPr>
        <p:spPr>
          <a:xfrm xmlns:a="http://schemas.openxmlformats.org/drawingml/2006/main">
            <a:off x="5715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3" name="diagram-line-1048">
            <a:extLst xmlns:a="http://schemas.openxmlformats.org/drawingml/2006/main">
              <a:ext uri="{FF2B5EF4-FFF2-40B4-BE49-F238E27FC236}">
                <a16:creationId xmlns:a16="http://schemas.microsoft.com/office/drawing/2014/main" id="{2521FFB8-ED82-4144-B125-BB73AE76B61B}"/>
              </a:ext>
            </a:extLst>
          </p:cNvPr>
          <p:cNvSpPr>
            <a:spLocks xmlns:a="http://schemas.openxmlformats.org/drawingml/2006/main" noGrp="1"/>
          </p:cNvSpPr>
          <p:nvPr/>
        </p:nvSpPr>
        <p:spPr>
          <a:xfrm xmlns:a="http://schemas.openxmlformats.org/drawingml/2006/main">
            <a:off x="5829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4" name="diagram-line-1049">
            <a:extLst xmlns:a="http://schemas.openxmlformats.org/drawingml/2006/main">
              <a:ext uri="{FF2B5EF4-FFF2-40B4-BE49-F238E27FC236}">
                <a16:creationId xmlns:a16="http://schemas.microsoft.com/office/drawing/2014/main" id="{6288A74B-A622-45CB-B735-DA6F186258A4}"/>
              </a:ext>
            </a:extLst>
          </p:cNvPr>
          <p:cNvSpPr>
            <a:spLocks xmlns:a="http://schemas.openxmlformats.org/drawingml/2006/main" noGrp="1"/>
          </p:cNvSpPr>
          <p:nvPr/>
        </p:nvSpPr>
        <p:spPr>
          <a:xfrm xmlns:a="http://schemas.openxmlformats.org/drawingml/2006/main">
            <a:off x="5943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5" name="diagram-line-1050">
            <a:extLst xmlns:a="http://schemas.openxmlformats.org/drawingml/2006/main">
              <a:ext uri="{FF2B5EF4-FFF2-40B4-BE49-F238E27FC236}">
                <a16:creationId xmlns:a16="http://schemas.microsoft.com/office/drawing/2014/main" id="{8AB416F1-55E7-4315-A4CE-AE53A050C7B1}"/>
              </a:ext>
            </a:extLst>
          </p:cNvPr>
          <p:cNvSpPr>
            <a:spLocks xmlns:a="http://schemas.openxmlformats.org/drawingml/2006/main" noGrp="1"/>
          </p:cNvSpPr>
          <p:nvPr/>
        </p:nvSpPr>
        <p:spPr>
          <a:xfrm xmlns:a="http://schemas.openxmlformats.org/drawingml/2006/main">
            <a:off x="6057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6" name="diagram-line-1051">
            <a:extLst xmlns:a="http://schemas.openxmlformats.org/drawingml/2006/main">
              <a:ext uri="{FF2B5EF4-FFF2-40B4-BE49-F238E27FC236}">
                <a16:creationId xmlns:a16="http://schemas.microsoft.com/office/drawing/2014/main" id="{17E25427-3BDD-4DCB-9C37-13D422314282}"/>
              </a:ext>
            </a:extLst>
          </p:cNvPr>
          <p:cNvSpPr>
            <a:spLocks xmlns:a="http://schemas.openxmlformats.org/drawingml/2006/main" noGrp="1"/>
          </p:cNvSpPr>
          <p:nvPr/>
        </p:nvSpPr>
        <p:spPr>
          <a:xfrm xmlns:a="http://schemas.openxmlformats.org/drawingml/2006/main">
            <a:off x="6172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7" name="diagram-line-1052">
            <a:extLst xmlns:a="http://schemas.openxmlformats.org/drawingml/2006/main">
              <a:ext uri="{FF2B5EF4-FFF2-40B4-BE49-F238E27FC236}">
                <a16:creationId xmlns:a16="http://schemas.microsoft.com/office/drawing/2014/main" id="{82B25E75-F52F-42E9-AF08-FB618CC70B74}"/>
              </a:ext>
            </a:extLst>
          </p:cNvPr>
          <p:cNvSpPr>
            <a:spLocks xmlns:a="http://schemas.openxmlformats.org/drawingml/2006/main" noGrp="1"/>
          </p:cNvSpPr>
          <p:nvPr/>
        </p:nvSpPr>
        <p:spPr>
          <a:xfrm xmlns:a="http://schemas.openxmlformats.org/drawingml/2006/main">
            <a:off x="6286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8" name="diagram-line-1053">
            <a:extLst xmlns:a="http://schemas.openxmlformats.org/drawingml/2006/main">
              <a:ext uri="{FF2B5EF4-FFF2-40B4-BE49-F238E27FC236}">
                <a16:creationId xmlns:a16="http://schemas.microsoft.com/office/drawing/2014/main" id="{B7FC9E65-A03A-4E22-ACA1-0B50FE931020}"/>
              </a:ext>
            </a:extLst>
          </p:cNvPr>
          <p:cNvSpPr>
            <a:spLocks xmlns:a="http://schemas.openxmlformats.org/drawingml/2006/main" noGrp="1"/>
          </p:cNvSpPr>
          <p:nvPr/>
        </p:nvSpPr>
        <p:spPr>
          <a:xfrm xmlns:a="http://schemas.openxmlformats.org/drawingml/2006/main">
            <a:off x="6400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9" name="diagram-line-1054">
            <a:extLst xmlns:a="http://schemas.openxmlformats.org/drawingml/2006/main">
              <a:ext uri="{FF2B5EF4-FFF2-40B4-BE49-F238E27FC236}">
                <a16:creationId xmlns:a16="http://schemas.microsoft.com/office/drawing/2014/main" id="{6D784199-7982-4A95-AE4F-D60877FAB0BC}"/>
              </a:ext>
            </a:extLst>
          </p:cNvPr>
          <p:cNvSpPr>
            <a:spLocks xmlns:a="http://schemas.openxmlformats.org/drawingml/2006/main" noGrp="1"/>
          </p:cNvSpPr>
          <p:nvPr/>
        </p:nvSpPr>
        <p:spPr>
          <a:xfrm xmlns:a="http://schemas.openxmlformats.org/drawingml/2006/main">
            <a:off x="6515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0" name="diagram-line-1055">
            <a:extLst xmlns:a="http://schemas.openxmlformats.org/drawingml/2006/main">
              <a:ext uri="{FF2B5EF4-FFF2-40B4-BE49-F238E27FC236}">
                <a16:creationId xmlns:a16="http://schemas.microsoft.com/office/drawing/2014/main" id="{FC6A5769-169A-4309-B6C6-1664FECF3DB9}"/>
              </a:ext>
            </a:extLst>
          </p:cNvPr>
          <p:cNvSpPr>
            <a:spLocks xmlns:a="http://schemas.openxmlformats.org/drawingml/2006/main" noGrp="1"/>
          </p:cNvSpPr>
          <p:nvPr/>
        </p:nvSpPr>
        <p:spPr>
          <a:xfrm xmlns:a="http://schemas.openxmlformats.org/drawingml/2006/main">
            <a:off x="6629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1" name="diagram-line-1056">
            <a:extLst xmlns:a="http://schemas.openxmlformats.org/drawingml/2006/main">
              <a:ext uri="{FF2B5EF4-FFF2-40B4-BE49-F238E27FC236}">
                <a16:creationId xmlns:a16="http://schemas.microsoft.com/office/drawing/2014/main" id="{4A5AD86B-45B4-48D2-9ED0-F2046D5551C6}"/>
              </a:ext>
            </a:extLst>
          </p:cNvPr>
          <p:cNvSpPr>
            <a:spLocks xmlns:a="http://schemas.openxmlformats.org/drawingml/2006/main" noGrp="1"/>
          </p:cNvSpPr>
          <p:nvPr/>
        </p:nvSpPr>
        <p:spPr>
          <a:xfrm xmlns:a="http://schemas.openxmlformats.org/drawingml/2006/main">
            <a:off x="6743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2" name="diagram-line-1057">
            <a:extLst xmlns:a="http://schemas.openxmlformats.org/drawingml/2006/main">
              <a:ext uri="{FF2B5EF4-FFF2-40B4-BE49-F238E27FC236}">
                <a16:creationId xmlns:a16="http://schemas.microsoft.com/office/drawing/2014/main" id="{3B64F215-6BCF-4974-90DC-117DFF2502E2}"/>
              </a:ext>
            </a:extLst>
          </p:cNvPr>
          <p:cNvSpPr>
            <a:spLocks xmlns:a="http://schemas.openxmlformats.org/drawingml/2006/main" noGrp="1"/>
          </p:cNvSpPr>
          <p:nvPr/>
        </p:nvSpPr>
        <p:spPr>
          <a:xfrm xmlns:a="http://schemas.openxmlformats.org/drawingml/2006/main">
            <a:off x="6858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3" name="diagram-line-1058">
            <a:extLst xmlns:a="http://schemas.openxmlformats.org/drawingml/2006/main">
              <a:ext uri="{FF2B5EF4-FFF2-40B4-BE49-F238E27FC236}">
                <a16:creationId xmlns:a16="http://schemas.microsoft.com/office/drawing/2014/main" id="{9914D30B-43A0-4C7C-8D10-17E93A9370EF}"/>
              </a:ext>
            </a:extLst>
          </p:cNvPr>
          <p:cNvSpPr>
            <a:spLocks xmlns:a="http://schemas.openxmlformats.org/drawingml/2006/main" noGrp="1"/>
          </p:cNvSpPr>
          <p:nvPr/>
        </p:nvSpPr>
        <p:spPr>
          <a:xfrm xmlns:a="http://schemas.openxmlformats.org/drawingml/2006/main">
            <a:off x="6972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4" name="diagram-line-1059">
            <a:extLst xmlns:a="http://schemas.openxmlformats.org/drawingml/2006/main">
              <a:ext uri="{FF2B5EF4-FFF2-40B4-BE49-F238E27FC236}">
                <a16:creationId xmlns:a16="http://schemas.microsoft.com/office/drawing/2014/main" id="{27987281-FA96-4AD9-90E0-7A8BC078387E}"/>
              </a:ext>
            </a:extLst>
          </p:cNvPr>
          <p:cNvSpPr>
            <a:spLocks xmlns:a="http://schemas.openxmlformats.org/drawingml/2006/main" noGrp="1"/>
          </p:cNvSpPr>
          <p:nvPr/>
        </p:nvSpPr>
        <p:spPr>
          <a:xfrm xmlns:a="http://schemas.openxmlformats.org/drawingml/2006/main">
            <a:off x="7086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5" name="diagram-line-1060">
            <a:extLst xmlns:a="http://schemas.openxmlformats.org/drawingml/2006/main">
              <a:ext uri="{FF2B5EF4-FFF2-40B4-BE49-F238E27FC236}">
                <a16:creationId xmlns:a16="http://schemas.microsoft.com/office/drawing/2014/main" id="{5DDC42E1-5972-4F37-8CF5-0BB668091D2C}"/>
              </a:ext>
            </a:extLst>
          </p:cNvPr>
          <p:cNvSpPr>
            <a:spLocks xmlns:a="http://schemas.openxmlformats.org/drawingml/2006/main" noGrp="1"/>
          </p:cNvSpPr>
          <p:nvPr/>
        </p:nvSpPr>
        <p:spPr>
          <a:xfrm xmlns:a="http://schemas.openxmlformats.org/drawingml/2006/main">
            <a:off x="7200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6" name="diagram-line-1061">
            <a:extLst xmlns:a="http://schemas.openxmlformats.org/drawingml/2006/main">
              <a:ext uri="{FF2B5EF4-FFF2-40B4-BE49-F238E27FC236}">
                <a16:creationId xmlns:a16="http://schemas.microsoft.com/office/drawing/2014/main" id="{5663FE6E-F1BC-4C75-BF4B-1829FF991DE0}"/>
              </a:ext>
            </a:extLst>
          </p:cNvPr>
          <p:cNvSpPr>
            <a:spLocks xmlns:a="http://schemas.openxmlformats.org/drawingml/2006/main" noGrp="1"/>
          </p:cNvSpPr>
          <p:nvPr/>
        </p:nvSpPr>
        <p:spPr>
          <a:xfrm xmlns:a="http://schemas.openxmlformats.org/drawingml/2006/main">
            <a:off x="7315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7" name="diagram-line-1062">
            <a:extLst xmlns:a="http://schemas.openxmlformats.org/drawingml/2006/main">
              <a:ext uri="{FF2B5EF4-FFF2-40B4-BE49-F238E27FC236}">
                <a16:creationId xmlns:a16="http://schemas.microsoft.com/office/drawing/2014/main" id="{22A738FE-E5CB-41BB-B6E7-A5771C33C148}"/>
              </a:ext>
            </a:extLst>
          </p:cNvPr>
          <p:cNvSpPr>
            <a:spLocks xmlns:a="http://schemas.openxmlformats.org/drawingml/2006/main" noGrp="1"/>
          </p:cNvSpPr>
          <p:nvPr/>
        </p:nvSpPr>
        <p:spPr>
          <a:xfrm xmlns:a="http://schemas.openxmlformats.org/drawingml/2006/main">
            <a:off x="7429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8" name="diagram-line-1063">
            <a:extLst xmlns:a="http://schemas.openxmlformats.org/drawingml/2006/main">
              <a:ext uri="{FF2B5EF4-FFF2-40B4-BE49-F238E27FC236}">
                <a16:creationId xmlns:a16="http://schemas.microsoft.com/office/drawing/2014/main" id="{45779D33-3F90-45DD-9A99-1341B82861E7}"/>
              </a:ext>
            </a:extLst>
          </p:cNvPr>
          <p:cNvSpPr>
            <a:spLocks xmlns:a="http://schemas.openxmlformats.org/drawingml/2006/main" noGrp="1"/>
          </p:cNvSpPr>
          <p:nvPr/>
        </p:nvSpPr>
        <p:spPr>
          <a:xfrm xmlns:a="http://schemas.openxmlformats.org/drawingml/2006/main">
            <a:off x="7543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9" name="diagram-line-1064">
            <a:extLst xmlns:a="http://schemas.openxmlformats.org/drawingml/2006/main">
              <a:ext uri="{FF2B5EF4-FFF2-40B4-BE49-F238E27FC236}">
                <a16:creationId xmlns:a16="http://schemas.microsoft.com/office/drawing/2014/main" id="{DDFB23DE-7D93-49D5-B392-2847FB0A6FD9}"/>
              </a:ext>
            </a:extLst>
          </p:cNvPr>
          <p:cNvSpPr>
            <a:spLocks xmlns:a="http://schemas.openxmlformats.org/drawingml/2006/main" noGrp="1"/>
          </p:cNvSpPr>
          <p:nvPr/>
        </p:nvSpPr>
        <p:spPr>
          <a:xfrm xmlns:a="http://schemas.openxmlformats.org/drawingml/2006/main">
            <a:off x="7658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0" name="diagram-line-1065">
            <a:extLst xmlns:a="http://schemas.openxmlformats.org/drawingml/2006/main">
              <a:ext uri="{FF2B5EF4-FFF2-40B4-BE49-F238E27FC236}">
                <a16:creationId xmlns:a16="http://schemas.microsoft.com/office/drawing/2014/main" id="{BAF266B7-1B59-4F6A-ACCA-FDF6E2AE13E3}"/>
              </a:ext>
            </a:extLst>
          </p:cNvPr>
          <p:cNvSpPr>
            <a:spLocks xmlns:a="http://schemas.openxmlformats.org/drawingml/2006/main" noGrp="1"/>
          </p:cNvSpPr>
          <p:nvPr/>
        </p:nvSpPr>
        <p:spPr>
          <a:xfrm xmlns:a="http://schemas.openxmlformats.org/drawingml/2006/main">
            <a:off x="7772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1" name="diagram-line-1066">
            <a:extLst xmlns:a="http://schemas.openxmlformats.org/drawingml/2006/main">
              <a:ext uri="{FF2B5EF4-FFF2-40B4-BE49-F238E27FC236}">
                <a16:creationId xmlns:a16="http://schemas.microsoft.com/office/drawing/2014/main" id="{DDBC8449-C024-45E0-AC3E-B1BBB82EB248}"/>
              </a:ext>
            </a:extLst>
          </p:cNvPr>
          <p:cNvSpPr>
            <a:spLocks xmlns:a="http://schemas.openxmlformats.org/drawingml/2006/main" noGrp="1"/>
          </p:cNvSpPr>
          <p:nvPr/>
        </p:nvSpPr>
        <p:spPr>
          <a:xfrm xmlns:a="http://schemas.openxmlformats.org/drawingml/2006/main">
            <a:off x="7886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2" name="diagram-line-1067">
            <a:extLst xmlns:a="http://schemas.openxmlformats.org/drawingml/2006/main">
              <a:ext uri="{FF2B5EF4-FFF2-40B4-BE49-F238E27FC236}">
                <a16:creationId xmlns:a16="http://schemas.microsoft.com/office/drawing/2014/main" id="{74C24354-29D0-4236-BA0B-A304CDDCCA14}"/>
              </a:ext>
            </a:extLst>
          </p:cNvPr>
          <p:cNvSpPr>
            <a:spLocks xmlns:a="http://schemas.openxmlformats.org/drawingml/2006/main" noGrp="1"/>
          </p:cNvSpPr>
          <p:nvPr/>
        </p:nvSpPr>
        <p:spPr>
          <a:xfrm xmlns:a="http://schemas.openxmlformats.org/drawingml/2006/main">
            <a:off x="8001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3" name="diagram-line-1068">
            <a:extLst xmlns:a="http://schemas.openxmlformats.org/drawingml/2006/main">
              <a:ext uri="{FF2B5EF4-FFF2-40B4-BE49-F238E27FC236}">
                <a16:creationId xmlns:a16="http://schemas.microsoft.com/office/drawing/2014/main" id="{BB4C10A3-012D-4D9B-BEF4-F20B8DA0824A}"/>
              </a:ext>
            </a:extLst>
          </p:cNvPr>
          <p:cNvSpPr>
            <a:spLocks xmlns:a="http://schemas.openxmlformats.org/drawingml/2006/main" noGrp="1"/>
          </p:cNvSpPr>
          <p:nvPr/>
        </p:nvSpPr>
        <p:spPr>
          <a:xfrm xmlns:a="http://schemas.openxmlformats.org/drawingml/2006/main">
            <a:off x="8115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4" name="diagram-line-1069">
            <a:extLst xmlns:a="http://schemas.openxmlformats.org/drawingml/2006/main">
              <a:ext uri="{FF2B5EF4-FFF2-40B4-BE49-F238E27FC236}">
                <a16:creationId xmlns:a16="http://schemas.microsoft.com/office/drawing/2014/main" id="{27B9722E-8553-44D4-A77E-F955DF262EE3}"/>
              </a:ext>
            </a:extLst>
          </p:cNvPr>
          <p:cNvSpPr>
            <a:spLocks xmlns:a="http://schemas.openxmlformats.org/drawingml/2006/main" noGrp="1"/>
          </p:cNvSpPr>
          <p:nvPr/>
        </p:nvSpPr>
        <p:spPr>
          <a:xfrm xmlns:a="http://schemas.openxmlformats.org/drawingml/2006/main">
            <a:off x="8229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5" name="diagram-line-1070">
            <a:extLst xmlns:a="http://schemas.openxmlformats.org/drawingml/2006/main">
              <a:ext uri="{FF2B5EF4-FFF2-40B4-BE49-F238E27FC236}">
                <a16:creationId xmlns:a16="http://schemas.microsoft.com/office/drawing/2014/main" id="{B9F028B5-959F-45C1-8539-1F3C830218FB}"/>
              </a:ext>
            </a:extLst>
          </p:cNvPr>
          <p:cNvSpPr>
            <a:spLocks xmlns:a="http://schemas.openxmlformats.org/drawingml/2006/main" noGrp="1"/>
          </p:cNvSpPr>
          <p:nvPr/>
        </p:nvSpPr>
        <p:spPr>
          <a:xfrm xmlns:a="http://schemas.openxmlformats.org/drawingml/2006/main">
            <a:off x="8343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6" name="diagram-line-1071">
            <a:extLst xmlns:a="http://schemas.openxmlformats.org/drawingml/2006/main">
              <a:ext uri="{FF2B5EF4-FFF2-40B4-BE49-F238E27FC236}">
                <a16:creationId xmlns:a16="http://schemas.microsoft.com/office/drawing/2014/main" id="{FE67CEF8-7F98-4CA5-B251-91FD812C5B2E}"/>
              </a:ext>
            </a:extLst>
          </p:cNvPr>
          <p:cNvSpPr>
            <a:spLocks xmlns:a="http://schemas.openxmlformats.org/drawingml/2006/main" noGrp="1"/>
          </p:cNvSpPr>
          <p:nvPr/>
        </p:nvSpPr>
        <p:spPr>
          <a:xfrm xmlns:a="http://schemas.openxmlformats.org/drawingml/2006/main">
            <a:off x="8458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7" name="diagram-line-1072">
            <a:extLst xmlns:a="http://schemas.openxmlformats.org/drawingml/2006/main">
              <a:ext uri="{FF2B5EF4-FFF2-40B4-BE49-F238E27FC236}">
                <a16:creationId xmlns:a16="http://schemas.microsoft.com/office/drawing/2014/main" id="{479F122F-C591-4E42-8790-306894186EFE}"/>
              </a:ext>
            </a:extLst>
          </p:cNvPr>
          <p:cNvSpPr>
            <a:spLocks xmlns:a="http://schemas.openxmlformats.org/drawingml/2006/main" noGrp="1"/>
          </p:cNvSpPr>
          <p:nvPr/>
        </p:nvSpPr>
        <p:spPr>
          <a:xfrm xmlns:a="http://schemas.openxmlformats.org/drawingml/2006/main">
            <a:off x="8572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8" name="diagram-line-1073">
            <a:extLst xmlns:a="http://schemas.openxmlformats.org/drawingml/2006/main">
              <a:ext uri="{FF2B5EF4-FFF2-40B4-BE49-F238E27FC236}">
                <a16:creationId xmlns:a16="http://schemas.microsoft.com/office/drawing/2014/main" id="{B72D6BE6-190F-4E76-AA65-DAFF4D0EAF06}"/>
              </a:ext>
            </a:extLst>
          </p:cNvPr>
          <p:cNvSpPr>
            <a:spLocks xmlns:a="http://schemas.openxmlformats.org/drawingml/2006/main" noGrp="1"/>
          </p:cNvSpPr>
          <p:nvPr/>
        </p:nvSpPr>
        <p:spPr>
          <a:xfrm xmlns:a="http://schemas.openxmlformats.org/drawingml/2006/main">
            <a:off x="8686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9" name="diagram-line-1074">
            <a:extLst xmlns:a="http://schemas.openxmlformats.org/drawingml/2006/main">
              <a:ext uri="{FF2B5EF4-FFF2-40B4-BE49-F238E27FC236}">
                <a16:creationId xmlns:a16="http://schemas.microsoft.com/office/drawing/2014/main" id="{779CA7E3-FC84-47F5-9925-4C21313BAD4F}"/>
              </a:ext>
            </a:extLst>
          </p:cNvPr>
          <p:cNvSpPr>
            <a:spLocks xmlns:a="http://schemas.openxmlformats.org/drawingml/2006/main" noGrp="1"/>
          </p:cNvSpPr>
          <p:nvPr/>
        </p:nvSpPr>
        <p:spPr>
          <a:xfrm xmlns:a="http://schemas.openxmlformats.org/drawingml/2006/main">
            <a:off x="8801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0" name="diagram-line-1075">
            <a:extLst xmlns:a="http://schemas.openxmlformats.org/drawingml/2006/main">
              <a:ext uri="{FF2B5EF4-FFF2-40B4-BE49-F238E27FC236}">
                <a16:creationId xmlns:a16="http://schemas.microsoft.com/office/drawing/2014/main" id="{C07BFCF7-AE35-4F01-9A14-A25FEB7E5552}"/>
              </a:ext>
            </a:extLst>
          </p:cNvPr>
          <p:cNvSpPr>
            <a:spLocks xmlns:a="http://schemas.openxmlformats.org/drawingml/2006/main" noGrp="1"/>
          </p:cNvSpPr>
          <p:nvPr/>
        </p:nvSpPr>
        <p:spPr>
          <a:xfrm xmlns:a="http://schemas.openxmlformats.org/drawingml/2006/main">
            <a:off x="8915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1" name="diagram-line-1076">
            <a:extLst xmlns:a="http://schemas.openxmlformats.org/drawingml/2006/main">
              <a:ext uri="{FF2B5EF4-FFF2-40B4-BE49-F238E27FC236}">
                <a16:creationId xmlns:a16="http://schemas.microsoft.com/office/drawing/2014/main" id="{048D338A-D7BA-4B38-AA1E-C4DD6A6ADC68}"/>
              </a:ext>
            </a:extLst>
          </p:cNvPr>
          <p:cNvSpPr>
            <a:spLocks xmlns:a="http://schemas.openxmlformats.org/drawingml/2006/main" noGrp="1"/>
          </p:cNvSpPr>
          <p:nvPr/>
        </p:nvSpPr>
        <p:spPr>
          <a:xfrm xmlns:a="http://schemas.openxmlformats.org/drawingml/2006/main">
            <a:off x="9029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2" name="diagram-line-1077">
            <a:extLst xmlns:a="http://schemas.openxmlformats.org/drawingml/2006/main">
              <a:ext uri="{FF2B5EF4-FFF2-40B4-BE49-F238E27FC236}">
                <a16:creationId xmlns:a16="http://schemas.microsoft.com/office/drawing/2014/main" id="{DFB6EBAB-84C6-47D1-B743-AC300E84D04F}"/>
              </a:ext>
            </a:extLst>
          </p:cNvPr>
          <p:cNvSpPr>
            <a:spLocks xmlns:a="http://schemas.openxmlformats.org/drawingml/2006/main" noGrp="1"/>
          </p:cNvSpPr>
          <p:nvPr/>
        </p:nvSpPr>
        <p:spPr>
          <a:xfrm xmlns:a="http://schemas.openxmlformats.org/drawingml/2006/main">
            <a:off x="9144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3" name="diagram-line-1078">
            <a:extLst xmlns:a="http://schemas.openxmlformats.org/drawingml/2006/main">
              <a:ext uri="{FF2B5EF4-FFF2-40B4-BE49-F238E27FC236}">
                <a16:creationId xmlns:a16="http://schemas.microsoft.com/office/drawing/2014/main" id="{291701A4-E3D1-4F35-AC79-073117083315}"/>
              </a:ext>
            </a:extLst>
          </p:cNvPr>
          <p:cNvSpPr>
            <a:spLocks xmlns:a="http://schemas.openxmlformats.org/drawingml/2006/main" noGrp="1"/>
          </p:cNvSpPr>
          <p:nvPr/>
        </p:nvSpPr>
        <p:spPr>
          <a:xfrm xmlns:a="http://schemas.openxmlformats.org/drawingml/2006/main">
            <a:off x="9258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4" name="diagram-line-1079">
            <a:extLst xmlns:a="http://schemas.openxmlformats.org/drawingml/2006/main">
              <a:ext uri="{FF2B5EF4-FFF2-40B4-BE49-F238E27FC236}">
                <a16:creationId xmlns:a16="http://schemas.microsoft.com/office/drawing/2014/main" id="{1C549F63-1DCB-4414-8C05-BB16AEC16EA3}"/>
              </a:ext>
            </a:extLst>
          </p:cNvPr>
          <p:cNvSpPr>
            <a:spLocks xmlns:a="http://schemas.openxmlformats.org/drawingml/2006/main" noGrp="1"/>
          </p:cNvSpPr>
          <p:nvPr/>
        </p:nvSpPr>
        <p:spPr>
          <a:xfrm xmlns:a="http://schemas.openxmlformats.org/drawingml/2006/main">
            <a:off x="9372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5" name="diagram-line-1080">
            <a:extLst xmlns:a="http://schemas.openxmlformats.org/drawingml/2006/main">
              <a:ext uri="{FF2B5EF4-FFF2-40B4-BE49-F238E27FC236}">
                <a16:creationId xmlns:a16="http://schemas.microsoft.com/office/drawing/2014/main" id="{089A3FE6-0EE1-4737-BDD6-CBDFDDC8B10E}"/>
              </a:ext>
            </a:extLst>
          </p:cNvPr>
          <p:cNvSpPr>
            <a:spLocks xmlns:a="http://schemas.openxmlformats.org/drawingml/2006/main" noGrp="1"/>
          </p:cNvSpPr>
          <p:nvPr/>
        </p:nvSpPr>
        <p:spPr>
          <a:xfrm xmlns:a="http://schemas.openxmlformats.org/drawingml/2006/main">
            <a:off x="9486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6" name="diagram-line-1081">
            <a:extLst xmlns:a="http://schemas.openxmlformats.org/drawingml/2006/main">
              <a:ext uri="{FF2B5EF4-FFF2-40B4-BE49-F238E27FC236}">
                <a16:creationId xmlns:a16="http://schemas.microsoft.com/office/drawing/2014/main" id="{CF5412EE-9405-4A06-8346-8F8FD3F1E57F}"/>
              </a:ext>
            </a:extLst>
          </p:cNvPr>
          <p:cNvSpPr>
            <a:spLocks xmlns:a="http://schemas.openxmlformats.org/drawingml/2006/main" noGrp="1"/>
          </p:cNvSpPr>
          <p:nvPr/>
        </p:nvSpPr>
        <p:spPr>
          <a:xfrm xmlns:a="http://schemas.openxmlformats.org/drawingml/2006/main">
            <a:off x="9601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7" name="diagram-line-1082">
            <a:extLst xmlns:a="http://schemas.openxmlformats.org/drawingml/2006/main">
              <a:ext uri="{FF2B5EF4-FFF2-40B4-BE49-F238E27FC236}">
                <a16:creationId xmlns:a16="http://schemas.microsoft.com/office/drawing/2014/main" id="{A38FB187-06A9-44F6-8726-3DC250E10595}"/>
              </a:ext>
            </a:extLst>
          </p:cNvPr>
          <p:cNvSpPr>
            <a:spLocks xmlns:a="http://schemas.openxmlformats.org/drawingml/2006/main" noGrp="1"/>
          </p:cNvSpPr>
          <p:nvPr/>
        </p:nvSpPr>
        <p:spPr>
          <a:xfrm xmlns:a="http://schemas.openxmlformats.org/drawingml/2006/main">
            <a:off x="9715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8" name="diagram-line-1083">
            <a:extLst xmlns:a="http://schemas.openxmlformats.org/drawingml/2006/main">
              <a:ext uri="{FF2B5EF4-FFF2-40B4-BE49-F238E27FC236}">
                <a16:creationId xmlns:a16="http://schemas.microsoft.com/office/drawing/2014/main" id="{D9BE0FF7-BD1C-4B15-8222-DC2AE666C70C}"/>
              </a:ext>
            </a:extLst>
          </p:cNvPr>
          <p:cNvSpPr>
            <a:spLocks xmlns:a="http://schemas.openxmlformats.org/drawingml/2006/main" noGrp="1"/>
          </p:cNvSpPr>
          <p:nvPr/>
        </p:nvSpPr>
        <p:spPr>
          <a:xfrm xmlns:a="http://schemas.openxmlformats.org/drawingml/2006/main">
            <a:off x="9829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9" name="diagram-line-1084">
            <a:extLst xmlns:a="http://schemas.openxmlformats.org/drawingml/2006/main">
              <a:ext uri="{FF2B5EF4-FFF2-40B4-BE49-F238E27FC236}">
                <a16:creationId xmlns:a16="http://schemas.microsoft.com/office/drawing/2014/main" id="{8FC9419C-A519-4DEF-8D10-5E6383B8AC7E}"/>
              </a:ext>
            </a:extLst>
          </p:cNvPr>
          <p:cNvSpPr>
            <a:spLocks xmlns:a="http://schemas.openxmlformats.org/drawingml/2006/main" noGrp="1"/>
          </p:cNvSpPr>
          <p:nvPr/>
        </p:nvSpPr>
        <p:spPr>
          <a:xfrm xmlns:a="http://schemas.openxmlformats.org/drawingml/2006/main">
            <a:off x="9944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0" name="diagram-line-1085">
            <a:extLst xmlns:a="http://schemas.openxmlformats.org/drawingml/2006/main">
              <a:ext uri="{FF2B5EF4-FFF2-40B4-BE49-F238E27FC236}">
                <a16:creationId xmlns:a16="http://schemas.microsoft.com/office/drawing/2014/main" id="{A757B196-1D9B-41EF-A0E0-165311B8FB03}"/>
              </a:ext>
            </a:extLst>
          </p:cNvPr>
          <p:cNvSpPr>
            <a:spLocks xmlns:a="http://schemas.openxmlformats.org/drawingml/2006/main" noGrp="1"/>
          </p:cNvSpPr>
          <p:nvPr/>
        </p:nvSpPr>
        <p:spPr>
          <a:xfrm xmlns:a="http://schemas.openxmlformats.org/drawingml/2006/main">
            <a:off x="10058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1" name="diagram-line-1086">
            <a:extLst xmlns:a="http://schemas.openxmlformats.org/drawingml/2006/main">
              <a:ext uri="{FF2B5EF4-FFF2-40B4-BE49-F238E27FC236}">
                <a16:creationId xmlns:a16="http://schemas.microsoft.com/office/drawing/2014/main" id="{FD37CA28-4104-4795-89D1-4E1602FD6ABF}"/>
              </a:ext>
            </a:extLst>
          </p:cNvPr>
          <p:cNvSpPr>
            <a:spLocks xmlns:a="http://schemas.openxmlformats.org/drawingml/2006/main" noGrp="1"/>
          </p:cNvSpPr>
          <p:nvPr/>
        </p:nvSpPr>
        <p:spPr>
          <a:xfrm xmlns:a="http://schemas.openxmlformats.org/drawingml/2006/main">
            <a:off x="10172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2" name="diagram-line-1087">
            <a:extLst xmlns:a="http://schemas.openxmlformats.org/drawingml/2006/main">
              <a:ext uri="{FF2B5EF4-FFF2-40B4-BE49-F238E27FC236}">
                <a16:creationId xmlns:a16="http://schemas.microsoft.com/office/drawing/2014/main" id="{3B33BFF6-8D19-405E-9749-7FD74A7F9F4A}"/>
              </a:ext>
            </a:extLst>
          </p:cNvPr>
          <p:cNvSpPr>
            <a:spLocks xmlns:a="http://schemas.openxmlformats.org/drawingml/2006/main" noGrp="1"/>
          </p:cNvSpPr>
          <p:nvPr/>
        </p:nvSpPr>
        <p:spPr>
          <a:xfrm xmlns:a="http://schemas.openxmlformats.org/drawingml/2006/main">
            <a:off x="10287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3" name="diagram-line-1088">
            <a:extLst xmlns:a="http://schemas.openxmlformats.org/drawingml/2006/main">
              <a:ext uri="{FF2B5EF4-FFF2-40B4-BE49-F238E27FC236}">
                <a16:creationId xmlns:a16="http://schemas.microsoft.com/office/drawing/2014/main" id="{792BC007-4D99-46AD-A686-F583767A08A3}"/>
              </a:ext>
            </a:extLst>
          </p:cNvPr>
          <p:cNvSpPr>
            <a:spLocks xmlns:a="http://schemas.openxmlformats.org/drawingml/2006/main" noGrp="1"/>
          </p:cNvSpPr>
          <p:nvPr/>
        </p:nvSpPr>
        <p:spPr>
          <a:xfrm xmlns:a="http://schemas.openxmlformats.org/drawingml/2006/main">
            <a:off x="10401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4" name="diagram-line-1089">
            <a:extLst xmlns:a="http://schemas.openxmlformats.org/drawingml/2006/main">
              <a:ext uri="{FF2B5EF4-FFF2-40B4-BE49-F238E27FC236}">
                <a16:creationId xmlns:a16="http://schemas.microsoft.com/office/drawing/2014/main" id="{B17FBC77-4B79-4451-99F1-92A3572DA4DA}"/>
              </a:ext>
            </a:extLst>
          </p:cNvPr>
          <p:cNvSpPr>
            <a:spLocks xmlns:a="http://schemas.openxmlformats.org/drawingml/2006/main" noGrp="1"/>
          </p:cNvSpPr>
          <p:nvPr/>
        </p:nvSpPr>
        <p:spPr>
          <a:xfrm xmlns:a="http://schemas.openxmlformats.org/drawingml/2006/main">
            <a:off x="10515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5" name="diagram-line-1090">
            <a:extLst xmlns:a="http://schemas.openxmlformats.org/drawingml/2006/main">
              <a:ext uri="{FF2B5EF4-FFF2-40B4-BE49-F238E27FC236}">
                <a16:creationId xmlns:a16="http://schemas.microsoft.com/office/drawing/2014/main" id="{CB6AC9A3-DA43-445D-9B11-64D895AB1EF7}"/>
              </a:ext>
            </a:extLst>
          </p:cNvPr>
          <p:cNvSpPr>
            <a:spLocks xmlns:a="http://schemas.openxmlformats.org/drawingml/2006/main" noGrp="1"/>
          </p:cNvSpPr>
          <p:nvPr/>
        </p:nvSpPr>
        <p:spPr>
          <a:xfrm xmlns:a="http://schemas.openxmlformats.org/drawingml/2006/main">
            <a:off x="10629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6" name="diagram-line-1091">
            <a:extLst xmlns:a="http://schemas.openxmlformats.org/drawingml/2006/main">
              <a:ext uri="{FF2B5EF4-FFF2-40B4-BE49-F238E27FC236}">
                <a16:creationId xmlns:a16="http://schemas.microsoft.com/office/drawing/2014/main" id="{86CA02FD-E524-49D7-8D84-94B752B9BF6A}"/>
              </a:ext>
            </a:extLst>
          </p:cNvPr>
          <p:cNvSpPr>
            <a:spLocks xmlns:a="http://schemas.openxmlformats.org/drawingml/2006/main" noGrp="1"/>
          </p:cNvSpPr>
          <p:nvPr/>
        </p:nvSpPr>
        <p:spPr>
          <a:xfrm xmlns:a="http://schemas.openxmlformats.org/drawingml/2006/main">
            <a:off x="10744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7" name="diagram-line-1092">
            <a:extLst xmlns:a="http://schemas.openxmlformats.org/drawingml/2006/main">
              <a:ext uri="{FF2B5EF4-FFF2-40B4-BE49-F238E27FC236}">
                <a16:creationId xmlns:a16="http://schemas.microsoft.com/office/drawing/2014/main" id="{B5F505AF-C35A-4AC5-9A5E-150675F13B85}"/>
              </a:ext>
            </a:extLst>
          </p:cNvPr>
          <p:cNvSpPr>
            <a:spLocks xmlns:a="http://schemas.openxmlformats.org/drawingml/2006/main" noGrp="1"/>
          </p:cNvSpPr>
          <p:nvPr/>
        </p:nvSpPr>
        <p:spPr>
          <a:xfrm xmlns:a="http://schemas.openxmlformats.org/drawingml/2006/main">
            <a:off x="10858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8" name="diagram-line-1093">
            <a:extLst xmlns:a="http://schemas.openxmlformats.org/drawingml/2006/main">
              <a:ext uri="{FF2B5EF4-FFF2-40B4-BE49-F238E27FC236}">
                <a16:creationId xmlns:a16="http://schemas.microsoft.com/office/drawing/2014/main" id="{27CA9132-8EA9-4BC3-ABBD-BAC1EF658B3F}"/>
              </a:ext>
            </a:extLst>
          </p:cNvPr>
          <p:cNvSpPr>
            <a:spLocks xmlns:a="http://schemas.openxmlformats.org/drawingml/2006/main" noGrp="1"/>
          </p:cNvSpPr>
          <p:nvPr/>
        </p:nvSpPr>
        <p:spPr>
          <a:xfrm xmlns:a="http://schemas.openxmlformats.org/drawingml/2006/main">
            <a:off x="10972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9" name="diagram-line-1094">
            <a:extLst xmlns:a="http://schemas.openxmlformats.org/drawingml/2006/main">
              <a:ext uri="{FF2B5EF4-FFF2-40B4-BE49-F238E27FC236}">
                <a16:creationId xmlns:a16="http://schemas.microsoft.com/office/drawing/2014/main" id="{1353C060-F4E3-4CDE-B679-CA98703497DD}"/>
              </a:ext>
            </a:extLst>
          </p:cNvPr>
          <p:cNvSpPr>
            <a:spLocks xmlns:a="http://schemas.openxmlformats.org/drawingml/2006/main" noGrp="1"/>
          </p:cNvSpPr>
          <p:nvPr/>
        </p:nvSpPr>
        <p:spPr>
          <a:xfrm xmlns:a="http://schemas.openxmlformats.org/drawingml/2006/main">
            <a:off x="11087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0" name="diagram-line-1095">
            <a:extLst xmlns:a="http://schemas.openxmlformats.org/drawingml/2006/main">
              <a:ext uri="{FF2B5EF4-FFF2-40B4-BE49-F238E27FC236}">
                <a16:creationId xmlns:a16="http://schemas.microsoft.com/office/drawing/2014/main" id="{180A30F5-6F3C-4A83-A97F-878325C18E53}"/>
              </a:ext>
            </a:extLst>
          </p:cNvPr>
          <p:cNvSpPr>
            <a:spLocks xmlns:a="http://schemas.openxmlformats.org/drawingml/2006/main" noGrp="1"/>
          </p:cNvSpPr>
          <p:nvPr/>
        </p:nvSpPr>
        <p:spPr>
          <a:xfrm xmlns:a="http://schemas.openxmlformats.org/drawingml/2006/main">
            <a:off x="11201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1" name="diagram-line-1096">
            <a:extLst xmlns:a="http://schemas.openxmlformats.org/drawingml/2006/main">
              <a:ext uri="{FF2B5EF4-FFF2-40B4-BE49-F238E27FC236}">
                <a16:creationId xmlns:a16="http://schemas.microsoft.com/office/drawing/2014/main" id="{14C45F2E-928E-4D9C-B5A9-47E7201074AA}"/>
              </a:ext>
            </a:extLst>
          </p:cNvPr>
          <p:cNvSpPr>
            <a:spLocks xmlns:a="http://schemas.openxmlformats.org/drawingml/2006/main" noGrp="1"/>
          </p:cNvSpPr>
          <p:nvPr/>
        </p:nvSpPr>
        <p:spPr>
          <a:xfrm xmlns:a="http://schemas.openxmlformats.org/drawingml/2006/main">
            <a:off x="11315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2" name="diagram-line-1097">
            <a:extLst xmlns:a="http://schemas.openxmlformats.org/drawingml/2006/main">
              <a:ext uri="{FF2B5EF4-FFF2-40B4-BE49-F238E27FC236}">
                <a16:creationId xmlns:a16="http://schemas.microsoft.com/office/drawing/2014/main" id="{016615B1-864B-4C66-96D6-D0838293B425}"/>
              </a:ext>
            </a:extLst>
          </p:cNvPr>
          <p:cNvSpPr>
            <a:spLocks xmlns:a="http://schemas.openxmlformats.org/drawingml/2006/main" noGrp="1"/>
          </p:cNvSpPr>
          <p:nvPr/>
        </p:nvSpPr>
        <p:spPr>
          <a:xfrm xmlns:a="http://schemas.openxmlformats.org/drawingml/2006/main">
            <a:off x="11430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3" name="diagram-line-1098">
            <a:extLst xmlns:a="http://schemas.openxmlformats.org/drawingml/2006/main">
              <a:ext uri="{FF2B5EF4-FFF2-40B4-BE49-F238E27FC236}">
                <a16:creationId xmlns:a16="http://schemas.microsoft.com/office/drawing/2014/main" id="{C9FAD0DA-161D-400E-9B4A-1AC0CF54A0C9}"/>
              </a:ext>
            </a:extLst>
          </p:cNvPr>
          <p:cNvSpPr>
            <a:spLocks xmlns:a="http://schemas.openxmlformats.org/drawingml/2006/main" noGrp="1"/>
          </p:cNvSpPr>
          <p:nvPr/>
        </p:nvSpPr>
        <p:spPr>
          <a:xfrm xmlns:a="http://schemas.openxmlformats.org/drawingml/2006/main">
            <a:off x="11544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4" name="revision-text-1099">
            <a:extLst xmlns:a="http://schemas.openxmlformats.org/drawingml/2006/main">
              <a:ext uri="{FF2B5EF4-FFF2-40B4-BE49-F238E27FC236}">
                <a16:creationId xmlns:a16="http://schemas.microsoft.com/office/drawing/2014/main" id="{13B31E2F-305E-4A83-9851-8DDC2719C855}"/>
              </a:ext>
            </a:extLst>
          </p:cNvPr>
          <p:cNvSpPr>
            <a:spLocks xmlns:a="http://schemas.openxmlformats.org/drawingml/2006/main" noGrp="1"/>
          </p:cNvSpPr>
          <p:nvPr/>
        </p:nvSpPr>
        <p:spPr>
          <a:xfrm xmlns:a="http://schemas.openxmlformats.org/drawingml/2006/main">
            <a:off x="1171575" y="5467350"/>
            <a:ext cx="10048875"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275" b="0">
                <a:solidFill>
                  <a:srgbClr val="B15F20"/>
                </a:solidFill>
                <a:latin typeface="微软雅黑"/>
                <a:ea typeface="微软雅黑"/>
                <a:cs typeface="微软雅黑"/>
              </a:defRPr>
            </a:pPr>
            <a:r>
              <a:rPr sz="1275" b="0" lang="en-US">
                <a:solidFill>
                  <a:srgbClr val="B15F20"/>
                </a:solidFill>
                <a:latin typeface="微软雅黑"/>
                <a:ea typeface="微软雅黑"/>
                <a:cs typeface="微软雅黑"/>
              </a:rPr>
              <a:t>[Exception example] A stop or abort rule is triggered</a:t>
            </a:r>
          </a:p>
        </p:txBody>
      </p:sp>
      <p:sp>
        <p:nvSpPr>
          <p:cNvPr id="345" name="diagram-line-1100">
            <a:extLst xmlns:a="http://schemas.openxmlformats.org/drawingml/2006/main">
              <a:ext uri="{FF2B5EF4-FFF2-40B4-BE49-F238E27FC236}">
                <a16:creationId xmlns:a16="http://schemas.microsoft.com/office/drawing/2014/main" id="{D1591972-AB66-4DEB-AEB5-8954740E4F1A}"/>
              </a:ext>
            </a:extLst>
          </p:cNvPr>
          <p:cNvSpPr>
            <a:spLocks xmlns:a="http://schemas.openxmlformats.org/drawingml/2006/main" noGrp="1"/>
          </p:cNvSpPr>
          <p:nvPr/>
        </p:nvSpPr>
        <p:spPr>
          <a:xfrm xmlns:a="http://schemas.openxmlformats.org/drawingml/2006/main">
            <a:off x="3752850" y="5772150"/>
            <a:ext cx="6962775" cy="191"/>
          </a:xfrm>
          <a:custGeom xmlns:a="http://schemas.openxmlformats.org/drawingml/2006/main">
            <a:pathLst>
              <a:path w="6962775" h="191">
                <a:moveTo>
                  <a:pt x="6962775" y="0"/>
                </a:moveTo>
                <a:lnTo>
                  <a:pt x="0" y="0"/>
                </a:lnTo>
              </a:path>
            </a:pathLst>
          </a:custGeom>
          <a:noFill xmlns:a="http://schemas.openxmlformats.org/drawingml/2006/main"/>
          <a:ln xmlns:a="http://schemas.openxmlformats.org/drawingml/2006/main" w="14288">
            <a:solidFill>
              <a:srgbClr val="B15F20"/>
            </a:solidFill>
          </a:ln>
        </p:spPr>
      </p:sp>
      <p:sp>
        <p:nvSpPr>
          <p:cNvPr id="346" name="diagram-poly-1101">
            <a:extLst xmlns:a="http://schemas.openxmlformats.org/drawingml/2006/main">
              <a:ext uri="{FF2B5EF4-FFF2-40B4-BE49-F238E27FC236}">
                <a16:creationId xmlns:a16="http://schemas.microsoft.com/office/drawing/2014/main" id="{5671B40C-F56B-4E82-AB37-1F45232FE857}"/>
              </a:ext>
            </a:extLst>
          </p:cNvPr>
          <p:cNvSpPr>
            <a:spLocks xmlns:a="http://schemas.openxmlformats.org/drawingml/2006/main" noGrp="1"/>
          </p:cNvSpPr>
          <p:nvPr/>
        </p:nvSpPr>
        <p:spPr>
          <a:xfrm xmlns:a="http://schemas.openxmlformats.org/drawingml/2006/main">
            <a:off x="3752850" y="574262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47" name="revision-text-1102">
            <a:extLst xmlns:a="http://schemas.openxmlformats.org/drawingml/2006/main">
              <a:ext uri="{FF2B5EF4-FFF2-40B4-BE49-F238E27FC236}">
                <a16:creationId xmlns:a16="http://schemas.microsoft.com/office/drawing/2014/main" id="{59232379-DBF9-44ED-90A2-E97E6CF9B488}"/>
              </a:ext>
            </a:extLst>
          </p:cNvPr>
          <p:cNvSpPr>
            <a:spLocks xmlns:a="http://schemas.openxmlformats.org/drawingml/2006/main" noGrp="1"/>
          </p:cNvSpPr>
          <p:nvPr/>
        </p:nvSpPr>
        <p:spPr>
          <a:xfrm xmlns:a="http://schemas.openxmlformats.org/drawingml/2006/main">
            <a:off x="5172075" y="5591175"/>
            <a:ext cx="46196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00" b="0">
                <a:solidFill>
                  <a:srgbClr val="B15F20"/>
                </a:solidFill>
                <a:latin typeface="微软雅黑"/>
                <a:ea typeface="微软雅黑"/>
                <a:cs typeface="微软雅黑"/>
              </a:defRPr>
            </a:pPr>
            <a:r>
              <a:rPr sz="1140" b="0" lang="en-US">
                <a:solidFill>
                  <a:srgbClr val="B15F20"/>
                </a:solidFill>
                <a:latin typeface="微软雅黑"/>
                <a:ea typeface="微软雅黑"/>
                <a:cs typeface="微软雅黑"/>
              </a:rPr>
              <a:t>Device response: send a stop / abort request to the state machine</a:t>
            </a:r>
          </a:p>
        </p:txBody>
      </p:sp>
      <p:sp>
        <p:nvSpPr>
          <p:cNvPr id="348" name="diagram-line-1103">
            <a:extLst xmlns:a="http://schemas.openxmlformats.org/drawingml/2006/main">
              <a:ext uri="{FF2B5EF4-FFF2-40B4-BE49-F238E27FC236}">
                <a16:creationId xmlns:a16="http://schemas.microsoft.com/office/drawing/2014/main" id="{67306471-F45A-4AEE-B31E-AB6838E7463F}"/>
              </a:ext>
            </a:extLst>
          </p:cNvPr>
          <p:cNvSpPr>
            <a:spLocks xmlns:a="http://schemas.openxmlformats.org/drawingml/2006/main" noGrp="1"/>
          </p:cNvSpPr>
          <p:nvPr/>
        </p:nvSpPr>
        <p:spPr>
          <a:xfrm xmlns:a="http://schemas.openxmlformats.org/drawingml/2006/main">
            <a:off x="1447800" y="5991225"/>
            <a:ext cx="9267825" cy="191"/>
          </a:xfrm>
          <a:custGeom xmlns:a="http://schemas.openxmlformats.org/drawingml/2006/main">
            <a:pathLst>
              <a:path w="9267825" h="191">
                <a:moveTo>
                  <a:pt x="9267825" y="0"/>
                </a:moveTo>
                <a:lnTo>
                  <a:pt x="0" y="0"/>
                </a:lnTo>
              </a:path>
            </a:pathLst>
          </a:custGeom>
          <a:noFill xmlns:a="http://schemas.openxmlformats.org/drawingml/2006/main"/>
          <a:ln xmlns:a="http://schemas.openxmlformats.org/drawingml/2006/main" w="14288">
            <a:solidFill>
              <a:srgbClr val="B15F20"/>
            </a:solidFill>
          </a:ln>
        </p:spPr>
      </p:sp>
      <p:sp>
        <p:nvSpPr>
          <p:cNvPr id="349" name="diagram-poly-1104">
            <a:extLst xmlns:a="http://schemas.openxmlformats.org/drawingml/2006/main">
              <a:ext uri="{FF2B5EF4-FFF2-40B4-BE49-F238E27FC236}">
                <a16:creationId xmlns:a16="http://schemas.microsoft.com/office/drawing/2014/main" id="{9BD33971-D597-46BB-83EB-D6D15BD25154}"/>
              </a:ext>
            </a:extLst>
          </p:cNvPr>
          <p:cNvSpPr>
            <a:spLocks xmlns:a="http://schemas.openxmlformats.org/drawingml/2006/main" noGrp="1"/>
          </p:cNvSpPr>
          <p:nvPr/>
        </p:nvSpPr>
        <p:spPr>
          <a:xfrm xmlns:a="http://schemas.openxmlformats.org/drawingml/2006/main">
            <a:off x="1447800" y="59616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50" name="revision-text-1105">
            <a:extLst xmlns:a="http://schemas.openxmlformats.org/drawingml/2006/main">
              <a:ext uri="{FF2B5EF4-FFF2-40B4-BE49-F238E27FC236}">
                <a16:creationId xmlns:a16="http://schemas.microsoft.com/office/drawing/2014/main" id="{6775D2B6-B2CA-494D-96E1-D17133936BEB}"/>
              </a:ext>
            </a:extLst>
          </p:cNvPr>
          <p:cNvSpPr>
            <a:spLocks xmlns:a="http://schemas.openxmlformats.org/drawingml/2006/main" noGrp="1"/>
          </p:cNvSpPr>
          <p:nvPr/>
        </p:nvSpPr>
        <p:spPr>
          <a:xfrm xmlns:a="http://schemas.openxmlformats.org/drawingml/2006/main">
            <a:off x="4048125" y="5810250"/>
            <a:ext cx="4781550"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lang="en-US">
                <a:solidFill>
                  <a:srgbClr val="B15F20"/>
                </a:solidFill>
                <a:latin typeface="微软雅黑"/>
                <a:ea typeface="微软雅黑"/>
                <a:cs typeface="微软雅黑"/>
              </a:rPr>
              <a:t>Task response: abort task execution through the node interface</a:t>
            </a:r>
          </a:p>
        </p:txBody>
      </p:sp>
      <p:sp>
        <p:nvSpPr>
          <p:cNvPr id="351" name="revision-text-1106">
            <a:extLst xmlns:a="http://schemas.openxmlformats.org/drawingml/2006/main">
              <a:ext uri="{FF2B5EF4-FFF2-40B4-BE49-F238E27FC236}">
                <a16:creationId xmlns:a16="http://schemas.microsoft.com/office/drawing/2014/main" id="{6F1C87E7-2CE8-4840-AB4F-45DAB8A72BCA}"/>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52" b="1">
                <a:solidFill>
                  <a:srgbClr val="1C3C5C"/>
                </a:solidFill>
                <a:latin typeface="微软雅黑"/>
                <a:ea typeface="微软雅黑"/>
                <a:cs typeface="微软雅黑"/>
              </a:defRPr>
            </a:pPr>
            <a:r>
              <a:rPr sz="1447" b="1" lang="en-US">
                <a:solidFill>
                  <a:srgbClr val="1C3C5C"/>
                </a:solidFill>
                <a:latin typeface="微软雅黑"/>
                <a:ea typeface="微软雅黑"/>
                <a:cs typeface="微软雅黑"/>
              </a:rPr>
              <a:t>Completion conditions govern node progression. Temperature violations or device faults trigger constraint responses.</a:t>
            </a:r>
          </a:p>
        </p:txBody>
      </p:sp>
    </p:spTree>
    <p:extLst>
      <p:ext uri="{BB962C8B-B14F-4D97-AF65-F5344CB8AC3E}">
        <p14:creationId xmlns:p14="http://schemas.microsoft.com/office/powerpoint/2010/main" val="1199202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124E5A-E1E9-4BDB-AD6A-7A85F5EB288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228375A-AFA3-4308-8A72-B44F483378BE}"/>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ns0:p xmlns:ns0="http://schemas.openxmlformats.org/drawingml/2006/main">
            <ns0:pPr algn="l">
              <ns0:lnSpc>
                <ns0:spcPct val="104000"/>
              </ns0:lnSpc>
              <ns0:spcBef>
                <ns0:spcPts val="0"/>
              </ns0:spcBef>
              <ns0:spcAft>
                <ns0:spcPts val="0"/>
              </ns0:spcAft>
              <ns0:buNone/>
              <ns0:defRPr sz="2850" b="1">
                <ns0:solidFill>
                  <ns0:srgbClr val="FFFFFF"/>
                </ns0:solidFill>
                <ns0:latin typeface="微软雅黑"/>
                <ns0:ea typeface="微软雅黑"/>
                <ns0:cs typeface="微软雅黑"/>
              </ns0:defRPr>
            </ns0:pPr>
            <ns0:r>
              <ns0:rPr sz="2850" b="1" lang="en-US">
                <ns0:solidFill>
                  <ns0:srgbClr val="FFFFFF"/>
                </ns0:solidFill>
                <ns0:latin typeface="微软雅黑"/>
                <ns0:ea typeface="微软雅黑"/>
                <ns0:cs typeface="微软雅黑"/>
              </ns0:rPr>
              <ns0:t>9  Extension and outlook: the simulation feedback loop</ns0:t>
            </ns0:r>
          </ns0:p>
        </p:txBody>
      </p:sp>
      <p:sp>
        <p:nvSpPr>
          <p:cNvPr id="10" name="TextBox 9">
            <a:extLst xmlns:a="http://schemas.openxmlformats.org/drawingml/2006/main">
              <a:ext uri="{FF2B5EF4-FFF2-40B4-BE49-F238E27FC236}">
                <a16:creationId xmlns:a16="http://schemas.microsoft.com/office/drawing/2014/main" id="{6814C537-51FE-466D-9ABF-E96416416CF9}"/>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F19B2418-5098-4973-9A0F-6D9FC907120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9/10</a:t>
            </a:r>
          </a:p>
        </p:txBody>
      </p:sp>
      <p:sp>
        <p:nvSpPr>
          <p:cNvPr id="12" name="revision-text-1107">
            <a:extLst xmlns:a="http://schemas.openxmlformats.org/drawingml/2006/main">
              <a:ext uri="{FF2B5EF4-FFF2-40B4-BE49-F238E27FC236}">
                <a16:creationId xmlns:a16="http://schemas.microsoft.com/office/drawing/2014/main" id="{93140CEF-CA74-48D4-BF8D-160C00A7DA7C}"/>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73" b="0">
                <a:solidFill>
                  <a:srgbClr val="152C40"/>
                </a:solidFill>
                <a:latin typeface="微软雅黑"/>
                <a:ea typeface="微软雅黑"/>
                <a:cs typeface="微软雅黑"/>
              </a:defRPr>
            </a:pPr>
            <a:r>
              <a:rPr sz="1643" b="0" lang="en-US">
                <a:solidFill>
                  <a:srgbClr val="152C40"/>
                </a:solidFill>
                <a:latin typeface="微软雅黑"/>
                <a:ea typeface="微软雅黑"/>
                <a:cs typeface="微软雅黑"/>
              </a:rPr>
              <a:t>Virtual instances inside the Adapter run simulations. Upper-level models and execution rules remain the same.</a:t>
            </a:r>
          </a:p>
        </p:txBody>
      </p:sp>
      <p:sp>
        <p:nvSpPr>
          <p:cNvPr id="13" name="diagram-box-1108">
            <a:extLst xmlns:a="http://schemas.openxmlformats.org/drawingml/2006/main">
              <a:ext uri="{FF2B5EF4-FFF2-40B4-BE49-F238E27FC236}">
                <a16:creationId xmlns:a16="http://schemas.microsoft.com/office/drawing/2014/main" id="{46CFFD44-B2AB-4DEC-BF07-6F74BD0B04E4}"/>
              </a:ext>
            </a:extLst>
          </p:cNvPr>
          <p:cNvSpPr>
            <a:spLocks xmlns:a="http://schemas.openxmlformats.org/drawingml/2006/main" noGrp="1"/>
          </p:cNvSpPr>
          <p:nvPr/>
        </p:nvSpPr>
        <p:spPr>
          <a:xfrm xmlns:a="http://schemas.openxmlformats.org/drawingml/2006/main">
            <a:off x="581025" y="2809875"/>
            <a:ext cx="2105025" cy="2190750"/>
          </a:xfrm>
          <a:prstGeom xmlns:a="http://schemas.openxmlformats.org/drawingml/2006/main" prst="rect">
            <a:avLst/>
          </a:prstGeom>
          <a:solidFill xmlns:a="http://schemas.openxmlformats.org/drawingml/2006/main">
            <a:srgbClr val="E7F3F7"/>
          </a:solidFill>
          <a:ln xmlns:a="http://schemas.openxmlformats.org/drawingml/2006/main" w="9525">
            <a:solidFill>
              <a:srgbClr val="6F7B83"/>
            </a:solidFill>
          </a:ln>
        </p:spPr>
      </p:sp>
      <p:sp>
        <p:nvSpPr>
          <p:cNvPr id="14" name="diagram-box-1109">
            <a:extLst xmlns:a="http://schemas.openxmlformats.org/drawingml/2006/main">
              <a:ext uri="{FF2B5EF4-FFF2-40B4-BE49-F238E27FC236}">
                <a16:creationId xmlns:a16="http://schemas.microsoft.com/office/drawing/2014/main" id="{34939978-71F7-433E-90A6-0CA58551DCA5}"/>
              </a:ext>
            </a:extLst>
          </p:cNvPr>
          <p:cNvSpPr>
            <a:spLocks xmlns:a="http://schemas.openxmlformats.org/drawingml/2006/main" noGrp="1"/>
          </p:cNvSpPr>
          <p:nvPr/>
        </p:nvSpPr>
        <p:spPr>
          <a:xfrm xmlns:a="http://schemas.openxmlformats.org/drawingml/2006/main">
            <a:off x="581025" y="2809875"/>
            <a:ext cx="2105025" cy="304800"/>
          </a:xfrm>
          <a:prstGeom xmlns:a="http://schemas.openxmlformats.org/drawingml/2006/main" prst="rect">
            <a:avLst/>
          </a:prstGeom>
          <a:solidFill xmlns:a="http://schemas.openxmlformats.org/drawingml/2006/main">
            <a:srgbClr val="D9EDF2"/>
          </a:solidFill>
          <a:ln xmlns:a="http://schemas.openxmlformats.org/drawingml/2006/main" w="9525">
            <a:solidFill>
              <a:srgbClr val="6F7B83"/>
            </a:solidFill>
          </a:ln>
        </p:spPr>
      </p:sp>
      <p:sp>
        <p:nvSpPr>
          <p:cNvPr id="15" name="revision-text-1110">
            <a:extLst xmlns:a="http://schemas.openxmlformats.org/drawingml/2006/main">
              <a:ext uri="{FF2B5EF4-FFF2-40B4-BE49-F238E27FC236}">
                <a16:creationId xmlns:a16="http://schemas.microsoft.com/office/drawing/2014/main" id="{84CD2081-6272-47F9-B327-DD879D85D883}"/>
              </a:ext>
            </a:extLst>
          </p:cNvPr>
          <p:cNvSpPr>
            <a:spLocks xmlns:a="http://schemas.openxmlformats.org/drawingml/2006/main" noGrp="1"/>
          </p:cNvSpPr>
          <p:nvPr/>
        </p:nvSpPr>
        <p:spPr>
          <a:xfrm xmlns:a="http://schemas.openxmlformats.org/drawingml/2006/main">
            <a:off x="657225" y="2838450"/>
            <a:ext cx="19526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LLM</a:t>
            </a:r>
          </a:p>
        </p:txBody>
      </p:sp>
      <p:sp>
        <p:nvSpPr>
          <p:cNvPr id="16" name="diagram-box-1111">
            <a:extLst xmlns:a="http://schemas.openxmlformats.org/drawingml/2006/main">
              <a:ext uri="{FF2B5EF4-FFF2-40B4-BE49-F238E27FC236}">
                <a16:creationId xmlns:a16="http://schemas.microsoft.com/office/drawing/2014/main" id="{579EC347-6B46-488D-8B83-3B65D748FF21}"/>
              </a:ext>
            </a:extLst>
          </p:cNvPr>
          <p:cNvSpPr>
            <a:spLocks xmlns:a="http://schemas.openxmlformats.org/drawingml/2006/main" noGrp="1"/>
          </p:cNvSpPr>
          <p:nvPr/>
        </p:nvSpPr>
        <p:spPr>
          <a:xfrm xmlns:a="http://schemas.openxmlformats.org/drawingml/2006/main">
            <a:off x="704850" y="32480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7" name="revision-text-1112">
            <a:extLst xmlns:a="http://schemas.openxmlformats.org/drawingml/2006/main">
              <a:ext uri="{FF2B5EF4-FFF2-40B4-BE49-F238E27FC236}">
                <a16:creationId xmlns:a16="http://schemas.microsoft.com/office/drawing/2014/main" id="{A50A0718-0BDB-4FCC-938D-592250A2C977}"/>
              </a:ext>
            </a:extLst>
          </p:cNvPr>
          <p:cNvSpPr>
            <a:spLocks xmlns:a="http://schemas.openxmlformats.org/drawingml/2006/main" noGrp="1"/>
          </p:cNvSpPr>
          <p:nvPr/>
        </p:nvSpPr>
        <p:spPr>
          <a:xfrm xmlns:a="http://schemas.openxmlformats.org/drawingml/2006/main">
            <a:off x="752475" y="3276600"/>
            <a:ext cx="176212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52" b="1">
                <a:solidFill>
                  <a:srgbClr val="111111"/>
                </a:solidFill>
                <a:latin typeface="微软雅黑"/>
                <a:ea typeface="微软雅黑"/>
                <a:cs typeface="微软雅黑"/>
              </a:defRPr>
            </a:pPr>
            <a:r>
              <a:rPr sz="1057" b="1" lang="en-US">
                <a:solidFill>
                  <a:srgbClr val="111111"/>
                </a:solidFill>
                <a:latin typeface="微软雅黑"/>
                <a:ea typeface="微软雅黑"/>
                <a:cs typeface="微软雅黑"/>
              </a:rPr>
              <a:t>Generate or revise a plan</a:t>
            </a:r>
          </a:p>
        </p:txBody>
      </p:sp>
      <p:sp>
        <p:nvSpPr>
          <p:cNvPr id="18" name="revision-text-1113">
            <a:extLst xmlns:a="http://schemas.openxmlformats.org/drawingml/2006/main">
              <a:ext uri="{FF2B5EF4-FFF2-40B4-BE49-F238E27FC236}">
                <a16:creationId xmlns:a16="http://schemas.microsoft.com/office/drawing/2014/main" id="{9ADF5BEA-157B-49AC-87FF-0A8131E47DA2}"/>
              </a:ext>
            </a:extLst>
          </p:cNvPr>
          <p:cNvSpPr>
            <a:spLocks xmlns:a="http://schemas.openxmlformats.org/drawingml/2006/main" noGrp="1"/>
          </p:cNvSpPr>
          <p:nvPr/>
        </p:nvSpPr>
        <p:spPr>
          <a:xfrm xmlns:a="http://schemas.openxmlformats.org/drawingml/2006/main">
            <a:off x="762000" y="34575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1:p xmlns:ns1="http://schemas.openxmlformats.org/drawingml/2006/main">
            <ns1:pPr algn="ctr">
              <ns1:lnSpc>
                <ns1:spcPct val="104000"/>
              </ns1:lnSpc>
              <ns1:spcBef>
                <ns1:spcPts val="0"/>
              </ns1:spcBef>
              <ns1:spcAft>
                <ns1:spcPts val="0"/>
              </ns1:spcAft>
              <ns1:buNone/>
              <ns1:defRPr sz="1058" b="0">
                <ns1:solidFill>
                  <ns1:srgbClr val="111111"/>
                </ns1:solidFill>
                <ns1:latin typeface="微软雅黑"/>
                <ns1:ea typeface="微软雅黑"/>
                <ns1:cs typeface="微软雅黑"/>
              </ns1:defRPr>
            </ns1:pPr>
            <ns1:r>
              <ns1:rPr sz="818" b="0" lang="en-US">
                <ns1:solidFill>
                  <ns1:srgbClr val="111111"/>
                </ns1:solidFill>
                <ns1:latin typeface="微软雅黑"/>
                <ns1:ea typeface="微软雅黑"/>
                <ns1:cs typeface="微软雅黑"/>
              </ns1:rPr>
              <ns1:t>Workflow model / Device request</ns1:t>
            </ns1:r>
          </ns1:p>
        </p:txBody>
      </p:sp>
      <p:sp>
        <p:nvSpPr>
          <p:cNvPr id="19" name="diagram-box-1114">
            <a:extLst xmlns:a="http://schemas.openxmlformats.org/drawingml/2006/main">
              <a:ext uri="{FF2B5EF4-FFF2-40B4-BE49-F238E27FC236}">
                <a16:creationId xmlns:a16="http://schemas.microsoft.com/office/drawing/2014/main" id="{5B1BB6E1-E44C-4657-8D2A-943769D0C857}"/>
              </a:ext>
            </a:extLst>
          </p:cNvPr>
          <p:cNvSpPr>
            <a:spLocks xmlns:a="http://schemas.openxmlformats.org/drawingml/2006/main" noGrp="1"/>
          </p:cNvSpPr>
          <p:nvPr/>
        </p:nvSpPr>
        <p:spPr>
          <a:xfrm xmlns:a="http://schemas.openxmlformats.org/drawingml/2006/main">
            <a:off x="704850" y="42005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0" name="revision-text-1115">
            <a:extLst xmlns:a="http://schemas.openxmlformats.org/drawingml/2006/main">
              <a:ext uri="{FF2B5EF4-FFF2-40B4-BE49-F238E27FC236}">
                <a16:creationId xmlns:a16="http://schemas.microsoft.com/office/drawing/2014/main" id="{D52AF0C0-E053-4E70-94EF-F3D1B2FD99BC}"/>
              </a:ext>
            </a:extLst>
          </p:cNvPr>
          <p:cNvSpPr>
            <a:spLocks xmlns:a="http://schemas.openxmlformats.org/drawingml/2006/main" noGrp="1"/>
          </p:cNvSpPr>
          <p:nvPr/>
        </p:nvSpPr>
        <p:spPr>
          <a:xfrm xmlns:a="http://schemas.openxmlformats.org/drawingml/2006/main">
            <a:off x="752475" y="4229100"/>
            <a:ext cx="176212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lang="en-US">
                <a:solidFill>
                  <a:srgbClr val="111111"/>
                </a:solidFill>
                <a:latin typeface="微软雅黑"/>
                <a:ea typeface="微软雅黑"/>
                <a:cs typeface="微软雅黑"/>
              </a:rPr>
              <a:t>Analyze feedback</a:t>
            </a:r>
          </a:p>
        </p:txBody>
      </p:sp>
      <p:sp>
        <p:nvSpPr>
          <p:cNvPr id="21" name="revision-text-1116">
            <a:extLst xmlns:a="http://schemas.openxmlformats.org/drawingml/2006/main">
              <a:ext uri="{FF2B5EF4-FFF2-40B4-BE49-F238E27FC236}">
                <a16:creationId xmlns:a16="http://schemas.microsoft.com/office/drawing/2014/main" id="{E7B6A6D1-FC7C-4395-9926-ED996BFDD87A}"/>
              </a:ext>
            </a:extLst>
          </p:cNvPr>
          <p:cNvSpPr>
            <a:spLocks xmlns:a="http://schemas.openxmlformats.org/drawingml/2006/main" noGrp="1"/>
          </p:cNvSpPr>
          <p:nvPr/>
        </p:nvSpPr>
        <p:spPr>
          <a:xfrm xmlns:a="http://schemas.openxmlformats.org/drawingml/2006/main">
            <a:off x="762000" y="4410075"/>
            <a:ext cx="1743075"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825" b="0">
                <a:solidFill>
                  <a:srgbClr val="111111"/>
                </a:solidFill>
                <a:latin typeface="微软雅黑"/>
                <a:ea typeface="微软雅黑"/>
                <a:cs typeface="微软雅黑"/>
              </a:defRPr>
            </a:pPr>
            <a:r>
              <a:rPr sz="810" b="0" lang="en-US">
                <a:solidFill>
                  <a:srgbClr val="111111"/>
                </a:solidFill>
                <a:latin typeface="微软雅黑"/>
                <a:ea typeface="微软雅黑"/>
                <a:cs typeface="微软雅黑"/>
              </a:rPr>
              <a:t>Revise steps, parameters, requests</a:t>
            </a:r>
          </a:p>
        </p:txBody>
      </p:sp>
      <p:sp>
        <p:nvSpPr>
          <p:cNvPr id="22" name="diagram-line-1117">
            <a:extLst xmlns:a="http://schemas.openxmlformats.org/drawingml/2006/main">
              <a:ext uri="{FF2B5EF4-FFF2-40B4-BE49-F238E27FC236}">
                <a16:creationId xmlns:a16="http://schemas.microsoft.com/office/drawing/2014/main" id="{1A26DF42-13E4-4734-A276-54BAE81BCFE7}"/>
              </a:ext>
            </a:extLst>
          </p:cNvPr>
          <p:cNvSpPr>
            <a:spLocks xmlns:a="http://schemas.openxmlformats.org/drawingml/2006/main" noGrp="1"/>
          </p:cNvSpPr>
          <p:nvPr/>
        </p:nvSpPr>
        <p:spPr>
          <a:xfrm xmlns:a="http://schemas.openxmlformats.org/drawingml/2006/main">
            <a:off x="352425" y="4524375"/>
            <a:ext cx="352425" cy="191"/>
          </a:xfrm>
          <a:custGeom xmlns:a="http://schemas.openxmlformats.org/drawingml/2006/main">
            <a:pathLst>
              <a:path w="352425" h="191">
                <a:moveTo>
                  <a:pt x="352425" y="0"/>
                </a:moveTo>
                <a:lnTo>
                  <a:pt x="0" y="0"/>
                </a:lnTo>
              </a:path>
            </a:pathLst>
          </a:custGeom>
          <a:noFill xmlns:a="http://schemas.openxmlformats.org/drawingml/2006/main"/>
          <a:ln xmlns:a="http://schemas.openxmlformats.org/drawingml/2006/main" w="14288">
            <a:solidFill>
              <a:srgbClr val="799A39"/>
            </a:solidFill>
          </a:ln>
        </p:spPr>
      </p:sp>
      <p:sp>
        <p:nvSpPr>
          <p:cNvPr id="23" name="diagram-line-1118">
            <a:extLst xmlns:a="http://schemas.openxmlformats.org/drawingml/2006/main">
              <a:ext uri="{FF2B5EF4-FFF2-40B4-BE49-F238E27FC236}">
                <a16:creationId xmlns:a16="http://schemas.microsoft.com/office/drawing/2014/main" id="{79A692C7-0B4B-4DD2-87CA-8AA586D35624}"/>
              </a:ext>
            </a:extLst>
          </p:cNvPr>
          <p:cNvSpPr>
            <a:spLocks xmlns:a="http://schemas.openxmlformats.org/drawingml/2006/main" noGrp="1"/>
          </p:cNvSpPr>
          <p:nvPr/>
        </p:nvSpPr>
        <p:spPr>
          <a:xfrm xmlns:a="http://schemas.openxmlformats.org/drawingml/2006/main">
            <a:off x="352425" y="3552825"/>
            <a:ext cx="191" cy="971550"/>
          </a:xfrm>
          <a:custGeom xmlns:a="http://schemas.openxmlformats.org/drawingml/2006/main">
            <a:pathLst>
              <a:path w="191" h="971550">
                <a:moveTo>
                  <a:pt x="0" y="971550"/>
                </a:moveTo>
                <a:lnTo>
                  <a:pt x="0" y="0"/>
                </a:lnTo>
              </a:path>
            </a:pathLst>
          </a:custGeom>
          <a:noFill xmlns:a="http://schemas.openxmlformats.org/drawingml/2006/main"/>
          <a:ln xmlns:a="http://schemas.openxmlformats.org/drawingml/2006/main" w="14288">
            <a:solidFill>
              <a:srgbClr val="799A39"/>
            </a:solidFill>
          </a:ln>
        </p:spPr>
      </p:sp>
      <p:sp>
        <p:nvSpPr>
          <p:cNvPr id="24" name="diagram-line-1119">
            <a:extLst xmlns:a="http://schemas.openxmlformats.org/drawingml/2006/main">
              <a:ext uri="{FF2B5EF4-FFF2-40B4-BE49-F238E27FC236}">
                <a16:creationId xmlns:a16="http://schemas.microsoft.com/office/drawing/2014/main" id="{808276D3-27BD-4AB5-AC8E-A7D0E7F5B77D}"/>
              </a:ext>
            </a:extLst>
          </p:cNvPr>
          <p:cNvSpPr>
            <a:spLocks xmlns:a="http://schemas.openxmlformats.org/drawingml/2006/main" noGrp="1"/>
          </p:cNvSpPr>
          <p:nvPr/>
        </p:nvSpPr>
        <p:spPr>
          <a:xfrm xmlns:a="http://schemas.openxmlformats.org/drawingml/2006/main">
            <a:off x="352425" y="3552825"/>
            <a:ext cx="352425" cy="191"/>
          </a:xfrm>
          <a:custGeom xmlns:a="http://schemas.openxmlformats.org/drawingml/2006/main">
            <a:pathLst>
              <a:path w="352425" h="191">
                <a:moveTo>
                  <a:pt x="0" y="0"/>
                </a:moveTo>
                <a:lnTo>
                  <a:pt x="352425" y="0"/>
                </a:lnTo>
              </a:path>
            </a:pathLst>
          </a:custGeom>
          <a:noFill xmlns:a="http://schemas.openxmlformats.org/drawingml/2006/main"/>
          <a:ln xmlns:a="http://schemas.openxmlformats.org/drawingml/2006/main" w="14288">
            <a:solidFill>
              <a:srgbClr val="799A39"/>
            </a:solidFill>
          </a:ln>
        </p:spPr>
      </p:sp>
      <p:sp>
        <p:nvSpPr>
          <p:cNvPr id="25" name="diagram-poly-1120">
            <a:extLst xmlns:a="http://schemas.openxmlformats.org/drawingml/2006/main">
              <a:ext uri="{FF2B5EF4-FFF2-40B4-BE49-F238E27FC236}">
                <a16:creationId xmlns:a16="http://schemas.microsoft.com/office/drawing/2014/main" id="{BC290A9C-394E-4C5C-A3EE-3E8B47E7AA06}"/>
              </a:ext>
            </a:extLst>
          </p:cNvPr>
          <p:cNvSpPr>
            <a:spLocks xmlns:a="http://schemas.openxmlformats.org/drawingml/2006/main" noGrp="1"/>
          </p:cNvSpPr>
          <p:nvPr/>
        </p:nvSpPr>
        <p:spPr>
          <a:xfrm xmlns:a="http://schemas.openxmlformats.org/drawingml/2006/main">
            <a:off x="638175" y="352329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6" name="revision-text-1121">
            <a:extLst xmlns:a="http://schemas.openxmlformats.org/drawingml/2006/main">
              <a:ext uri="{FF2B5EF4-FFF2-40B4-BE49-F238E27FC236}">
                <a16:creationId xmlns:a16="http://schemas.microsoft.com/office/drawing/2014/main" id="{1D6F4031-4A1C-4FC8-BAB2-9EC62389E07E}"/>
              </a:ext>
            </a:extLst>
          </p:cNvPr>
          <p:cNvSpPr>
            <a:spLocks xmlns:a="http://schemas.openxmlformats.org/drawingml/2006/main" noGrp="1"/>
          </p:cNvSpPr>
          <p:nvPr/>
        </p:nvSpPr>
        <p:spPr>
          <a:xfrm xmlns:a="http://schemas.openxmlformats.org/drawingml/2006/main">
            <a:off x="742950" y="3943350"/>
            <a:ext cx="18002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33" b="0">
                <a:solidFill>
                  <a:srgbClr val="799A39"/>
                </a:solidFill>
                <a:latin typeface="微软雅黑"/>
                <a:ea typeface="微软雅黑"/>
                <a:cs typeface="微软雅黑"/>
              </a:defRPr>
            </a:pPr>
            <a:r>
              <a:rPr sz="1013" b="0" lang="en-US">
                <a:solidFill>
                  <a:srgbClr val="799A39"/>
                </a:solidFill>
                <a:latin typeface="微软雅黑"/>
                <a:ea typeface="微软雅黑"/>
                <a:cs typeface="微软雅黑"/>
              </a:rPr>
              <a:t>Feedback improves the plan</a:t>
            </a:r>
          </a:p>
        </p:txBody>
      </p:sp>
      <p:sp>
        <p:nvSpPr>
          <p:cNvPr id="27" name="diagram-box-1122">
            <a:extLst xmlns:a="http://schemas.openxmlformats.org/drawingml/2006/main">
              <a:ext uri="{FF2B5EF4-FFF2-40B4-BE49-F238E27FC236}">
                <a16:creationId xmlns:a16="http://schemas.microsoft.com/office/drawing/2014/main" id="{0D17D104-32A9-4A42-9A27-9D418B288408}"/>
              </a:ext>
            </a:extLst>
          </p:cNvPr>
          <p:cNvSpPr>
            <a:spLocks xmlns:a="http://schemas.openxmlformats.org/drawingml/2006/main" noGrp="1"/>
          </p:cNvSpPr>
          <p:nvPr/>
        </p:nvSpPr>
        <p:spPr>
          <a:xfrm xmlns:a="http://schemas.openxmlformats.org/drawingml/2006/main">
            <a:off x="3505200" y="1657350"/>
            <a:ext cx="2447925" cy="1076325"/>
          </a:xfrm>
          <a:prstGeom xmlns:a="http://schemas.openxmlformats.org/drawingml/2006/main" prst="rect">
            <a:avLst/>
          </a:prstGeom>
          <a:solidFill xmlns:a="http://schemas.openxmlformats.org/drawingml/2006/main">
            <a:srgbClr val="FAF8FC"/>
          </a:solidFill>
          <a:ln xmlns:a="http://schemas.openxmlformats.org/drawingml/2006/main" w="9525">
            <a:solidFill>
              <a:srgbClr val="6F7B83"/>
            </a:solidFill>
          </a:ln>
        </p:spPr>
      </p:sp>
      <p:sp>
        <p:nvSpPr>
          <p:cNvPr id="28" name="diagram-box-1123">
            <a:extLst xmlns:a="http://schemas.openxmlformats.org/drawingml/2006/main">
              <a:ext uri="{FF2B5EF4-FFF2-40B4-BE49-F238E27FC236}">
                <a16:creationId xmlns:a16="http://schemas.microsoft.com/office/drawing/2014/main" id="{63E5E201-C2E5-4539-A42B-8D7D5596FF9E}"/>
              </a:ext>
            </a:extLst>
          </p:cNvPr>
          <p:cNvSpPr>
            <a:spLocks xmlns:a="http://schemas.openxmlformats.org/drawingml/2006/main" noGrp="1"/>
          </p:cNvSpPr>
          <p:nvPr/>
        </p:nvSpPr>
        <p:spPr>
          <a:xfrm xmlns:a="http://schemas.openxmlformats.org/drawingml/2006/main">
            <a:off x="3505200" y="1657350"/>
            <a:ext cx="24479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29" name="revision-text-1124">
            <a:extLst xmlns:a="http://schemas.openxmlformats.org/drawingml/2006/main">
              <a:ext uri="{FF2B5EF4-FFF2-40B4-BE49-F238E27FC236}">
                <a16:creationId xmlns:a16="http://schemas.microsoft.com/office/drawing/2014/main" id="{8C0673CF-9092-4D9C-9B94-DFE37CF5BE6A}"/>
              </a:ext>
            </a:extLst>
          </p:cNvPr>
          <p:cNvSpPr>
            <a:spLocks xmlns:a="http://schemas.openxmlformats.org/drawingml/2006/main" noGrp="1"/>
          </p:cNvSpPr>
          <p:nvPr/>
        </p:nvSpPr>
        <p:spPr>
          <a:xfrm xmlns:a="http://schemas.openxmlformats.org/drawingml/2006/main">
            <a:off x="3581400" y="1685925"/>
            <a:ext cx="22955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Workflow model (optional)</a:t>
            </a:r>
          </a:p>
        </p:txBody>
      </p:sp>
      <p:sp>
        <p:nvSpPr>
          <p:cNvPr id="30" name="revision-text-1125">
            <a:extLst xmlns:a="http://schemas.openxmlformats.org/drawingml/2006/main">
              <a:ext uri="{FF2B5EF4-FFF2-40B4-BE49-F238E27FC236}">
                <a16:creationId xmlns:a16="http://schemas.microsoft.com/office/drawing/2014/main" id="{4FFBF03C-7969-4194-BDF2-6B248E086626}"/>
              </a:ext>
            </a:extLst>
          </p:cNvPr>
          <p:cNvSpPr>
            <a:spLocks xmlns:a="http://schemas.openxmlformats.org/drawingml/2006/main" noGrp="1"/>
          </p:cNvSpPr>
          <p:nvPr/>
        </p:nvSpPr>
        <p:spPr>
          <a:xfrm xmlns:a="http://schemas.openxmlformats.org/drawingml/2006/main">
            <a:off x="3609975" y="2124075"/>
            <a:ext cx="2238375" cy="439293"/>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83" b="0">
                <a:solidFill>
                  <a:srgbClr val="111111"/>
                </a:solidFill>
                <a:latin typeface="微软雅黑"/>
                <a:ea typeface="微软雅黑"/>
                <a:cs typeface="微软雅黑"/>
              </a:defRPr>
            </a:pPr>
            <a:r>
              <a:rPr sz="923" b="0" lang="en-US">
                <a:solidFill>
                  <a:srgbClr val="111111"/>
                </a:solidFill>
                <a:latin typeface="微软雅黑"/>
                <a:ea typeface="微软雅黑"/>
                <a:cs typeface="微软雅黑"/>
              </a:rPr>
              <a:t>Organize steps and data dependencies</a:t>
            </a:r>
          </a:p>
          <a:p>
            <a:pPr algn="ctr">
              <a:lnSpc>
                <a:spcPct val="104000"/>
              </a:lnSpc>
              <a:spcBef>
                <a:spcPts val="0"/>
              </a:spcBef>
              <a:spcAft>
                <a:spcPts val="0"/>
              </a:spcAft>
              <a:buNone/>
              <a:defRPr sz="1283" b="0">
                <a:solidFill>
                  <a:srgbClr val="111111"/>
                </a:solidFill>
                <a:latin typeface="微软雅黑"/>
                <a:ea typeface="微软雅黑"/>
                <a:cs typeface="微软雅黑"/>
              </a:defRPr>
            </a:pPr>
            <a:r>
              <a:rPr sz="923" b="0" lang="en-US">
                <a:solidFill>
                  <a:srgbClr val="111111"/>
                </a:solidFill>
                <a:latin typeface="微软雅黑"/>
                <a:ea typeface="微软雅黑"/>
                <a:cs typeface="微软雅黑"/>
              </a:rPr>
              <a:t>Workflow nodes issue requests</a:t>
            </a:r>
          </a:p>
        </p:txBody>
      </p:sp>
      <p:sp>
        <p:nvSpPr>
          <p:cNvPr id="31" name="diagram-box-1126">
            <a:extLst xmlns:a="http://schemas.openxmlformats.org/drawingml/2006/main">
              <a:ext uri="{FF2B5EF4-FFF2-40B4-BE49-F238E27FC236}">
                <a16:creationId xmlns:a16="http://schemas.microsoft.com/office/drawing/2014/main" id="{479B1E48-5C2A-474F-9443-63DF78384BC4}"/>
              </a:ext>
            </a:extLst>
          </p:cNvPr>
          <p:cNvSpPr>
            <a:spLocks xmlns:a="http://schemas.openxmlformats.org/drawingml/2006/main" noGrp="1"/>
          </p:cNvSpPr>
          <p:nvPr/>
        </p:nvSpPr>
        <p:spPr>
          <a:xfrm xmlns:a="http://schemas.openxmlformats.org/drawingml/2006/main">
            <a:off x="6057900" y="3152775"/>
            <a:ext cx="2371725" cy="188595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32" name="diagram-box-1127">
            <a:extLst xmlns:a="http://schemas.openxmlformats.org/drawingml/2006/main">
              <a:ext uri="{FF2B5EF4-FFF2-40B4-BE49-F238E27FC236}">
                <a16:creationId xmlns:a16="http://schemas.microsoft.com/office/drawing/2014/main" id="{285A3C40-6822-4174-9D35-120FE9A3CFDC}"/>
              </a:ext>
            </a:extLst>
          </p:cNvPr>
          <p:cNvSpPr>
            <a:spLocks xmlns:a="http://schemas.openxmlformats.org/drawingml/2006/main" noGrp="1"/>
          </p:cNvSpPr>
          <p:nvPr/>
        </p:nvSpPr>
        <p:spPr>
          <a:xfrm xmlns:a="http://schemas.openxmlformats.org/drawingml/2006/main">
            <a:off x="6057900" y="3152775"/>
            <a:ext cx="23717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33" name="revision-text-1128">
            <a:extLst xmlns:a="http://schemas.openxmlformats.org/drawingml/2006/main">
              <a:ext uri="{FF2B5EF4-FFF2-40B4-BE49-F238E27FC236}">
                <a16:creationId xmlns:a16="http://schemas.microsoft.com/office/drawing/2014/main" id="{D006A8D0-A249-44CB-9189-1E50F84E508C}"/>
              </a:ext>
            </a:extLst>
          </p:cNvPr>
          <p:cNvSpPr>
            <a:spLocks xmlns:a="http://schemas.openxmlformats.org/drawingml/2006/main" noGrp="1"/>
          </p:cNvSpPr>
          <p:nvPr/>
        </p:nvSpPr>
        <p:spPr>
          <a:xfrm xmlns:a="http://schemas.openxmlformats.org/drawingml/2006/main">
            <a:off x="6134100" y="3181350"/>
            <a:ext cx="2219325" cy="272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75" b="1">
                <a:solidFill>
                  <a:srgbClr val="111111"/>
                </a:solidFill>
                <a:latin typeface="微软雅黑"/>
                <a:ea typeface="微软雅黑"/>
                <a:cs typeface="微软雅黑"/>
              </a:defRPr>
            </a:pPr>
            <a:r>
              <a:rPr sz="1575" b="1">
                <a:solidFill>
                  <a:srgbClr val="111111"/>
                </a:solidFill>
                <a:latin typeface="微软雅黑"/>
                <a:ea typeface="微软雅黑"/>
                <a:cs typeface="微软雅黑"/>
              </a:rPr>
              <a:t>Device model</a:t>
            </a:r>
          </a:p>
        </p:txBody>
      </p:sp>
      <p:sp>
        <p:nvSpPr>
          <p:cNvPr id="34" name="revision-text-1129">
            <a:extLst xmlns:a="http://schemas.openxmlformats.org/drawingml/2006/main">
              <a:ext uri="{FF2B5EF4-FFF2-40B4-BE49-F238E27FC236}">
                <a16:creationId xmlns:a16="http://schemas.microsoft.com/office/drawing/2014/main" id="{7680A2C4-BA7D-450C-A3A8-050E92BA7CD1}"/>
              </a:ext>
            </a:extLst>
          </p:cNvPr>
          <p:cNvSpPr>
            <a:spLocks xmlns:a="http://schemas.openxmlformats.org/drawingml/2006/main" noGrp="1"/>
          </p:cNvSpPr>
          <p:nvPr/>
        </p:nvSpPr>
        <p:spPr>
          <a:xfrm xmlns:a="http://schemas.openxmlformats.org/drawingml/2006/main">
            <a:off x="6115050" y="3514725"/>
            <a:ext cx="22574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2:p xmlns:ns2="http://schemas.openxmlformats.org/drawingml/2006/main">
            <ns2:pPr algn="ctr">
              <ns2:lnSpc>
                <ns2:spcPct val="104000"/>
              </ns2:lnSpc>
              <ns2:spcBef>
                <ns2:spcPts val="0"/>
              </ns2:spcBef>
              <ns2:spcAft>
                <ns2:spcPts val="0"/>
              </ns2:spcAft>
              <ns2:buNone/>
              <ns2:defRPr sz="1298" b="1">
                <ns2:solidFill>
                  <ns2:srgbClr val="111111"/>
                </ns2:solidFill>
                <ns2:latin typeface="微软雅黑"/>
                <ns2:ea typeface="微软雅黑"/>
                <ns2:cs typeface="微软雅黑"/>
              </ns2:defRPr>
            </ns2:pPr>
            <ns2:r>
              <ns2:rPr sz="1013" b="1" lang="en-US">
                <ns2:solidFill>
                  <ns2:srgbClr val="111111"/>
                </ns2:solidFill>
                <ns2:latin typeface="微软雅黑"/>
                <ns2:ea typeface="微软雅黑"/>
                <ns2:cs typeface="微软雅黑"/>
              </ns2:rPr>
              <ns2:t>Capability model + State machine</ns2:t>
            </ns2:r>
          </ns2:p>
        </p:txBody>
      </p:sp>
      <p:sp>
        <p:nvSpPr>
          <p:cNvPr id="35" name="diagram-box-1130">
            <a:extLst xmlns:a="http://schemas.openxmlformats.org/drawingml/2006/main">
              <a:ext uri="{FF2B5EF4-FFF2-40B4-BE49-F238E27FC236}">
                <a16:creationId xmlns:a16="http://schemas.microsoft.com/office/drawing/2014/main" id="{FC4F5083-1423-4872-ABAF-C160B0E725DD}"/>
              </a:ext>
            </a:extLst>
          </p:cNvPr>
          <p:cNvSpPr>
            <a:spLocks xmlns:a="http://schemas.openxmlformats.org/drawingml/2006/main" noGrp="1"/>
          </p:cNvSpPr>
          <p:nvPr/>
        </p:nvSpPr>
        <p:spPr>
          <a:xfrm xmlns:a="http://schemas.openxmlformats.org/drawingml/2006/main">
            <a:off x="6210300" y="384810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6" name="revision-text-1131">
            <a:extLst xmlns:a="http://schemas.openxmlformats.org/drawingml/2006/main">
              <a:ext uri="{FF2B5EF4-FFF2-40B4-BE49-F238E27FC236}">
                <a16:creationId xmlns:a16="http://schemas.microsoft.com/office/drawing/2014/main" id="{52C2E38A-456A-436F-BBA5-B969E22C922C}"/>
              </a:ext>
            </a:extLst>
          </p:cNvPr>
          <p:cNvSpPr>
            <a:spLocks xmlns:a="http://schemas.openxmlformats.org/drawingml/2006/main" noGrp="1"/>
          </p:cNvSpPr>
          <p:nvPr/>
        </p:nvSpPr>
        <p:spPr>
          <a:xfrm xmlns:a="http://schemas.openxmlformats.org/drawingml/2006/main">
            <a:off x="6257925" y="3876675"/>
            <a:ext cx="19716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15" b="1">
                <a:solidFill>
                  <a:srgbClr val="111111"/>
                </a:solidFill>
                <a:latin typeface="微软雅黑"/>
                <a:ea typeface="微软雅黑"/>
                <a:cs typeface="微软雅黑"/>
              </a:defRPr>
            </a:pPr>
            <a:r>
              <a:rPr sz="780" b="1" lang="en-US">
                <a:solidFill>
                  <a:srgbClr val="111111"/>
                </a:solidFill>
                <a:latin typeface="微软雅黑"/>
                <a:ea typeface="微软雅黑"/>
                <a:cs typeface="微软雅黑"/>
              </a:rPr>
              <a:t>Handle requests and issue commands</a:t>
            </a:r>
          </a:p>
        </p:txBody>
      </p:sp>
      <p:sp>
        <p:nvSpPr>
          <p:cNvPr id="37" name="revision-text-1132">
            <a:extLst xmlns:a="http://schemas.openxmlformats.org/drawingml/2006/main">
              <a:ext uri="{FF2B5EF4-FFF2-40B4-BE49-F238E27FC236}">
                <a16:creationId xmlns:a16="http://schemas.microsoft.com/office/drawing/2014/main" id="{F199F2A3-9361-454B-A5FF-87EBC5AF3C48}"/>
              </a:ext>
            </a:extLst>
          </p:cNvPr>
          <p:cNvSpPr>
            <a:spLocks xmlns:a="http://schemas.openxmlformats.org/drawingml/2006/main" noGrp="1"/>
          </p:cNvSpPr>
          <p:nvPr/>
        </p:nvSpPr>
        <p:spPr>
          <a:xfrm xmlns:a="http://schemas.openxmlformats.org/drawingml/2006/main">
            <a:off x="6267450" y="4057650"/>
            <a:ext cx="19526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90" b="0">
                <a:solidFill>
                  <a:srgbClr val="111111"/>
                </a:solidFill>
                <a:latin typeface="微软雅黑"/>
                <a:ea typeface="微软雅黑"/>
                <a:cs typeface="微软雅黑"/>
              </a:defRPr>
            </a:pPr>
            <a:r>
              <a:rPr sz="975" b="0" lang="en-US">
                <a:solidFill>
                  <a:srgbClr val="111111"/>
                </a:solidFill>
                <a:latin typeface="微软雅黑"/>
                <a:ea typeface="微软雅黑"/>
                <a:cs typeface="微软雅黑"/>
              </a:rPr>
              <a:t>State checks / Transition actions</a:t>
            </a:r>
          </a:p>
        </p:txBody>
      </p:sp>
      <p:sp>
        <p:nvSpPr>
          <p:cNvPr id="38" name="diagram-box-1133">
            <a:extLst xmlns:a="http://schemas.openxmlformats.org/drawingml/2006/main">
              <a:ext uri="{FF2B5EF4-FFF2-40B4-BE49-F238E27FC236}">
                <a16:creationId xmlns:a16="http://schemas.microsoft.com/office/drawing/2014/main" id="{56080E88-433F-494E-91A8-35320B589DAB}"/>
              </a:ext>
            </a:extLst>
          </p:cNvPr>
          <p:cNvSpPr>
            <a:spLocks xmlns:a="http://schemas.openxmlformats.org/drawingml/2006/main" noGrp="1"/>
          </p:cNvSpPr>
          <p:nvPr/>
        </p:nvSpPr>
        <p:spPr>
          <a:xfrm xmlns:a="http://schemas.openxmlformats.org/drawingml/2006/main">
            <a:off x="6210300" y="447675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9" name="revision-text-1134">
            <a:extLst xmlns:a="http://schemas.openxmlformats.org/drawingml/2006/main">
              <a:ext uri="{FF2B5EF4-FFF2-40B4-BE49-F238E27FC236}">
                <a16:creationId xmlns:a16="http://schemas.microsoft.com/office/drawing/2014/main" id="{BA06C577-1D48-46F2-A7FA-C932053160D4}"/>
              </a:ext>
            </a:extLst>
          </p:cNvPr>
          <p:cNvSpPr>
            <a:spLocks xmlns:a="http://schemas.openxmlformats.org/drawingml/2006/main" noGrp="1"/>
          </p:cNvSpPr>
          <p:nvPr/>
        </p:nvSpPr>
        <p:spPr>
          <a:xfrm xmlns:a="http://schemas.openxmlformats.org/drawingml/2006/main">
            <a:off x="6257925" y="450532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Process feedback</a:t>
            </a:r>
          </a:p>
        </p:txBody>
      </p:sp>
      <p:sp>
        <p:nvSpPr>
          <p:cNvPr id="40" name="revision-text-1135">
            <a:extLst xmlns:a="http://schemas.openxmlformats.org/drawingml/2006/main">
              <a:ext uri="{FF2B5EF4-FFF2-40B4-BE49-F238E27FC236}">
                <a16:creationId xmlns:a16="http://schemas.microsoft.com/office/drawing/2014/main" id="{B9ED94F0-1104-437D-8D44-915C5879941A}"/>
              </a:ext>
            </a:extLst>
          </p:cNvPr>
          <p:cNvSpPr>
            <a:spLocks xmlns:a="http://schemas.openxmlformats.org/drawingml/2006/main" noGrp="1"/>
          </p:cNvSpPr>
          <p:nvPr/>
        </p:nvSpPr>
        <p:spPr>
          <a:xfrm xmlns:a="http://schemas.openxmlformats.org/drawingml/2006/main">
            <a:off x="6267450" y="468630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0">
                <a:solidFill>
                  <a:srgbClr val="111111"/>
                </a:solidFill>
                <a:latin typeface="微软雅黑"/>
                <a:ea typeface="微软雅黑"/>
                <a:cs typeface="微软雅黑"/>
              </a:defRPr>
            </a:pPr>
            <a:r>
              <a:rPr sz="915" b="0">
                <a:solidFill>
                  <a:srgbClr val="111111"/>
                </a:solidFill>
                <a:latin typeface="微软雅黑"/>
                <a:ea typeface="微软雅黑"/>
                <a:cs typeface="微软雅黑"/>
              </a:rPr>
              <a:t>Update device state and attributes</a:t>
            </a:r>
          </a:p>
        </p:txBody>
      </p:sp>
      <p:sp>
        <p:nvSpPr>
          <p:cNvPr id="41" name="diagram-line-1136">
            <a:extLst xmlns:a="http://schemas.openxmlformats.org/drawingml/2006/main">
              <a:ext uri="{FF2B5EF4-FFF2-40B4-BE49-F238E27FC236}">
                <a16:creationId xmlns:a16="http://schemas.microsoft.com/office/drawing/2014/main" id="{B4AF1A03-2A33-4E64-87A6-6D1D77C267BE}"/>
              </a:ext>
            </a:extLst>
          </p:cNvPr>
          <p:cNvSpPr>
            <a:spLocks xmlns:a="http://schemas.openxmlformats.org/drawingml/2006/main" noGrp="1"/>
          </p:cNvSpPr>
          <p:nvPr/>
        </p:nvSpPr>
        <p:spPr>
          <a:xfrm xmlns:a="http://schemas.openxmlformats.org/drawingml/2006/main">
            <a:off x="2686050" y="3629025"/>
            <a:ext cx="381000" cy="191"/>
          </a:xfrm>
          <a:custGeom xmlns:a="http://schemas.openxmlformats.org/drawingml/2006/main">
            <a:pathLst>
              <a:path w="381000" h="191">
                <a:moveTo>
                  <a:pt x="0" y="0"/>
                </a:moveTo>
                <a:lnTo>
                  <a:pt x="381000" y="0"/>
                </a:lnTo>
              </a:path>
            </a:pathLst>
          </a:custGeom>
          <a:noFill xmlns:a="http://schemas.openxmlformats.org/drawingml/2006/main"/>
          <a:ln xmlns:a="http://schemas.openxmlformats.org/drawingml/2006/main" w="14288">
            <a:solidFill>
              <a:srgbClr val="28849C"/>
            </a:solidFill>
          </a:ln>
        </p:spPr>
      </p:sp>
      <p:sp>
        <p:nvSpPr>
          <p:cNvPr id="42" name="diagram-line-1137">
            <a:extLst xmlns:a="http://schemas.openxmlformats.org/drawingml/2006/main">
              <a:ext uri="{FF2B5EF4-FFF2-40B4-BE49-F238E27FC236}">
                <a16:creationId xmlns:a16="http://schemas.microsoft.com/office/drawing/2014/main" id="{783A78A1-BC08-4AA0-8A3C-4B287FAA3CDB}"/>
              </a:ext>
            </a:extLst>
          </p:cNvPr>
          <p:cNvSpPr>
            <a:spLocks xmlns:a="http://schemas.openxmlformats.org/drawingml/2006/main" noGrp="1"/>
          </p:cNvSpPr>
          <p:nvPr/>
        </p:nvSpPr>
        <p:spPr>
          <a:xfrm xmlns:a="http://schemas.openxmlformats.org/drawingml/2006/main">
            <a:off x="3067050" y="2209800"/>
            <a:ext cx="191" cy="1419225"/>
          </a:xfrm>
          <a:custGeom xmlns:a="http://schemas.openxmlformats.org/drawingml/2006/main">
            <a:pathLst>
              <a:path w="191" h="1419225">
                <a:moveTo>
                  <a:pt x="0" y="1419225"/>
                </a:moveTo>
                <a:lnTo>
                  <a:pt x="0" y="0"/>
                </a:lnTo>
              </a:path>
            </a:pathLst>
          </a:custGeom>
          <a:noFill xmlns:a="http://schemas.openxmlformats.org/drawingml/2006/main"/>
          <a:ln xmlns:a="http://schemas.openxmlformats.org/drawingml/2006/main" w="14288">
            <a:solidFill>
              <a:srgbClr val="28849C"/>
            </a:solidFill>
          </a:ln>
        </p:spPr>
      </p:sp>
      <p:sp>
        <p:nvSpPr>
          <p:cNvPr id="43" name="diagram-line-1138">
            <a:extLst xmlns:a="http://schemas.openxmlformats.org/drawingml/2006/main">
              <a:ext uri="{FF2B5EF4-FFF2-40B4-BE49-F238E27FC236}">
                <a16:creationId xmlns:a16="http://schemas.microsoft.com/office/drawing/2014/main" id="{F7FC093A-C83C-4118-B6A2-BF48812B1E15}"/>
              </a:ext>
            </a:extLst>
          </p:cNvPr>
          <p:cNvSpPr>
            <a:spLocks xmlns:a="http://schemas.openxmlformats.org/drawingml/2006/main" noGrp="1"/>
          </p:cNvSpPr>
          <p:nvPr/>
        </p:nvSpPr>
        <p:spPr>
          <a:xfrm xmlns:a="http://schemas.openxmlformats.org/drawingml/2006/main">
            <a:off x="3067050" y="2209800"/>
            <a:ext cx="438150" cy="191"/>
          </a:xfrm>
          <a:custGeom xmlns:a="http://schemas.openxmlformats.org/drawingml/2006/main">
            <a:pathLst>
              <a:path w="438150" h="191">
                <a:moveTo>
                  <a:pt x="0" y="0"/>
                </a:moveTo>
                <a:lnTo>
                  <a:pt x="438150" y="0"/>
                </a:lnTo>
              </a:path>
            </a:pathLst>
          </a:custGeom>
          <a:noFill xmlns:a="http://schemas.openxmlformats.org/drawingml/2006/main"/>
          <a:ln xmlns:a="http://schemas.openxmlformats.org/drawingml/2006/main" w="14288">
            <a:solidFill>
              <a:srgbClr val="28849C"/>
            </a:solidFill>
          </a:ln>
        </p:spPr>
      </p:sp>
      <p:sp>
        <p:nvSpPr>
          <p:cNvPr id="44" name="diagram-poly-1139">
            <a:extLst xmlns:a="http://schemas.openxmlformats.org/drawingml/2006/main">
              <a:ext uri="{FF2B5EF4-FFF2-40B4-BE49-F238E27FC236}">
                <a16:creationId xmlns:a16="http://schemas.microsoft.com/office/drawing/2014/main" id="{E6B77CEE-117D-41AB-91C5-B7AC72DF6B9F}"/>
              </a:ext>
            </a:extLst>
          </p:cNvPr>
          <p:cNvSpPr>
            <a:spLocks xmlns:a="http://schemas.openxmlformats.org/drawingml/2006/main" noGrp="1"/>
          </p:cNvSpPr>
          <p:nvPr/>
        </p:nvSpPr>
        <p:spPr>
          <a:xfrm xmlns:a="http://schemas.openxmlformats.org/drawingml/2006/main">
            <a:off x="3438525" y="21802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45" name="revision-text-1140">
            <a:extLst xmlns:a="http://schemas.openxmlformats.org/drawingml/2006/main">
              <a:ext uri="{FF2B5EF4-FFF2-40B4-BE49-F238E27FC236}">
                <a16:creationId xmlns:a16="http://schemas.microsoft.com/office/drawing/2014/main" id="{062566BA-30D2-4066-9877-6E6DA63371AF}"/>
              </a:ext>
            </a:extLst>
          </p:cNvPr>
          <p:cNvSpPr>
            <a:spLocks xmlns:a="http://schemas.openxmlformats.org/drawingml/2006/main" noGrp="1"/>
          </p:cNvSpPr>
          <p:nvPr/>
        </p:nvSpPr>
        <p:spPr>
          <a:xfrm xmlns:a="http://schemas.openxmlformats.org/drawingml/2006/main">
            <a:off x="3019425" y="1895475"/>
            <a:ext cx="457200" cy="194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pPr>
            <a:r>
              <a:t/>
            </a:r>
          </a:p>
        </p:txBody>
      </p:sp>
      <p:sp>
        <p:nvSpPr>
          <p:cNvPr id="46" name="revision-text-1141">
            <a:extLst xmlns:a="http://schemas.openxmlformats.org/drawingml/2006/main">
              <a:ext uri="{FF2B5EF4-FFF2-40B4-BE49-F238E27FC236}">
                <a16:creationId xmlns:a16="http://schemas.microsoft.com/office/drawing/2014/main" id="{47EEE43F-A00A-4EA6-A71A-99F3B1B8D2AF}"/>
              </a:ext>
            </a:extLst>
          </p:cNvPr>
          <p:cNvSpPr>
            <a:spLocks xmlns:a="http://schemas.openxmlformats.org/drawingml/2006/main" noGrp="1"/>
          </p:cNvSpPr>
          <p:nvPr/>
        </p:nvSpPr>
        <p:spPr>
          <a:xfrm xmlns:a="http://schemas.openxmlformats.org/drawingml/2006/main">
            <a:off x="1590675" y="2371725"/>
            <a:ext cx="1819275" cy="238697"/>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350" b="0">
                <a:solidFill>
                  <a:srgbClr val="28849C"/>
                </a:solidFill>
                <a:latin typeface="微软雅黑"/>
                <a:ea typeface="微软雅黑"/>
                <a:cs typeface="微软雅黑"/>
              </a:defRPr>
            </a:pPr>
            <a:r>
              <a:rPr sz="1110" b="0" lang="en-US">
                <a:solidFill>
                  <a:srgbClr val="28849C"/>
                </a:solidFill>
                <a:latin typeface="微软雅黑"/>
                <a:ea typeface="微软雅黑"/>
                <a:cs typeface="微软雅黑"/>
              </a:rPr>
              <a:t>Generate workflow model</a:t>
            </a:r>
          </a:p>
        </p:txBody>
      </p:sp>
      <p:sp>
        <p:nvSpPr>
          <p:cNvPr id="47" name="diagram-line-1142">
            <a:extLst xmlns:a="http://schemas.openxmlformats.org/drawingml/2006/main">
              <a:ext uri="{FF2B5EF4-FFF2-40B4-BE49-F238E27FC236}">
                <a16:creationId xmlns:a16="http://schemas.microsoft.com/office/drawing/2014/main" id="{281E55F9-D533-4EE0-A632-4781284981EC}"/>
              </a:ext>
            </a:extLst>
          </p:cNvPr>
          <p:cNvSpPr>
            <a:spLocks xmlns:a="http://schemas.openxmlformats.org/drawingml/2006/main" noGrp="1"/>
          </p:cNvSpPr>
          <p:nvPr/>
        </p:nvSpPr>
        <p:spPr>
          <a:xfrm xmlns:a="http://schemas.openxmlformats.org/drawingml/2006/main">
            <a:off x="5953125" y="2209800"/>
            <a:ext cx="1304925" cy="191"/>
          </a:xfrm>
          <a:custGeom xmlns:a="http://schemas.openxmlformats.org/drawingml/2006/main">
            <a:pathLst>
              <a:path w="1304925" h="191">
                <a:moveTo>
                  <a:pt x="0" y="0"/>
                </a:moveTo>
                <a:lnTo>
                  <a:pt x="1304925" y="0"/>
                </a:lnTo>
              </a:path>
            </a:pathLst>
          </a:custGeom>
          <a:noFill xmlns:a="http://schemas.openxmlformats.org/drawingml/2006/main"/>
          <a:ln xmlns:a="http://schemas.openxmlformats.org/drawingml/2006/main" w="14288">
            <a:solidFill>
              <a:srgbClr val="28849C"/>
            </a:solidFill>
          </a:ln>
        </p:spPr>
      </p:sp>
      <p:sp>
        <p:nvSpPr>
          <p:cNvPr id="48" name="diagram-line-1143">
            <a:extLst xmlns:a="http://schemas.openxmlformats.org/drawingml/2006/main">
              <a:ext uri="{FF2B5EF4-FFF2-40B4-BE49-F238E27FC236}">
                <a16:creationId xmlns:a16="http://schemas.microsoft.com/office/drawing/2014/main" id="{4EF1D9F6-767E-4B53-934B-9D1C43889A93}"/>
              </a:ext>
            </a:extLst>
          </p:cNvPr>
          <p:cNvSpPr>
            <a:spLocks xmlns:a="http://schemas.openxmlformats.org/drawingml/2006/main" noGrp="1"/>
          </p:cNvSpPr>
          <p:nvPr/>
        </p:nvSpPr>
        <p:spPr>
          <a:xfrm xmlns:a="http://schemas.openxmlformats.org/drawingml/2006/main">
            <a:off x="7258050" y="2209800"/>
            <a:ext cx="191" cy="942975"/>
          </a:xfrm>
          <a:custGeom xmlns:a="http://schemas.openxmlformats.org/drawingml/2006/main">
            <a:pathLst>
              <a:path w="191" h="942975">
                <a:moveTo>
                  <a:pt x="0" y="0"/>
                </a:moveTo>
                <a:lnTo>
                  <a:pt x="0" y="942975"/>
                </a:lnTo>
              </a:path>
            </a:pathLst>
          </a:custGeom>
          <a:noFill xmlns:a="http://schemas.openxmlformats.org/drawingml/2006/main"/>
          <a:ln xmlns:a="http://schemas.openxmlformats.org/drawingml/2006/main" w="14288">
            <a:solidFill>
              <a:srgbClr val="28849C"/>
            </a:solidFill>
          </a:ln>
        </p:spPr>
      </p:sp>
      <p:sp>
        <p:nvSpPr>
          <p:cNvPr id="49" name="diagram-poly-1144">
            <a:extLst xmlns:a="http://schemas.openxmlformats.org/drawingml/2006/main">
              <a:ext uri="{FF2B5EF4-FFF2-40B4-BE49-F238E27FC236}">
                <a16:creationId xmlns:a16="http://schemas.microsoft.com/office/drawing/2014/main" id="{CFFE71CB-4A55-4232-9C7F-093757EE02D1}"/>
              </a:ext>
            </a:extLst>
          </p:cNvPr>
          <p:cNvSpPr>
            <a:spLocks xmlns:a="http://schemas.openxmlformats.org/drawingml/2006/main" noGrp="1"/>
          </p:cNvSpPr>
          <p:nvPr/>
        </p:nvSpPr>
        <p:spPr>
          <a:xfrm xmlns:a="http://schemas.openxmlformats.org/drawingml/2006/main">
            <a:off x="7228523" y="3086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50" name="revision-text-1145">
            <a:extLst xmlns:a="http://schemas.openxmlformats.org/drawingml/2006/main">
              <a:ext uri="{FF2B5EF4-FFF2-40B4-BE49-F238E27FC236}">
                <a16:creationId xmlns:a16="http://schemas.microsoft.com/office/drawing/2014/main" id="{CD4C81DA-BFE4-4E90-BEED-8B28B1EC708E}"/>
              </a:ext>
            </a:extLst>
          </p:cNvPr>
          <p:cNvSpPr>
            <a:spLocks xmlns:a="http://schemas.openxmlformats.org/drawingml/2006/main" noGrp="1"/>
          </p:cNvSpPr>
          <p:nvPr/>
        </p:nvSpPr>
        <p:spPr>
          <a:xfrm xmlns:a="http://schemas.openxmlformats.org/drawingml/2006/main">
            <a:off x="5953125" y="1952625"/>
            <a:ext cx="17907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28849C"/>
                </a:solidFill>
                <a:latin typeface="微软雅黑"/>
                <a:ea typeface="微软雅黑"/>
                <a:cs typeface="微软雅黑"/>
              </a:defRPr>
            </a:pPr>
            <a:r>
              <a:rPr sz="1185" b="0" lang="en-US">
                <a:solidFill>
                  <a:srgbClr val="28849C"/>
                </a:solidFill>
                <a:latin typeface="微软雅黑"/>
                <a:ea typeface="微软雅黑"/>
                <a:cs typeface="微软雅黑"/>
              </a:rPr>
              <a:t>Invoke device capability</a:t>
            </a:r>
          </a:p>
        </p:txBody>
      </p:sp>
      <p:sp>
        <p:nvSpPr>
          <p:cNvPr id="51" name="diagram-line-1146">
            <a:extLst xmlns:a="http://schemas.openxmlformats.org/drawingml/2006/main">
              <a:ext uri="{FF2B5EF4-FFF2-40B4-BE49-F238E27FC236}">
                <a16:creationId xmlns:a16="http://schemas.microsoft.com/office/drawing/2014/main" id="{F8A9382C-1220-4002-84B4-FA3A7CF90AE9}"/>
              </a:ext>
            </a:extLst>
          </p:cNvPr>
          <p:cNvSpPr>
            <a:spLocks xmlns:a="http://schemas.openxmlformats.org/drawingml/2006/main" noGrp="1"/>
          </p:cNvSpPr>
          <p:nvPr/>
        </p:nvSpPr>
        <p:spPr>
          <a:xfrm xmlns:a="http://schemas.openxmlformats.org/drawingml/2006/main">
            <a:off x="2686050" y="4038600"/>
            <a:ext cx="3371850" cy="191"/>
          </a:xfrm>
          <a:custGeom xmlns:a="http://schemas.openxmlformats.org/drawingml/2006/main">
            <a:pathLst>
              <a:path w="3371850" h="191">
                <a:moveTo>
                  <a:pt x="0" y="0"/>
                </a:moveTo>
                <a:lnTo>
                  <a:pt x="3371850" y="0"/>
                </a:lnTo>
              </a:path>
            </a:pathLst>
          </a:custGeom>
          <a:noFill xmlns:a="http://schemas.openxmlformats.org/drawingml/2006/main"/>
          <a:ln xmlns:a="http://schemas.openxmlformats.org/drawingml/2006/main" w="14288">
            <a:solidFill>
              <a:srgbClr val="28849C"/>
            </a:solidFill>
          </a:ln>
        </p:spPr>
      </p:sp>
      <p:sp>
        <p:nvSpPr>
          <p:cNvPr id="52" name="diagram-poly-1147">
            <a:extLst xmlns:a="http://schemas.openxmlformats.org/drawingml/2006/main">
              <a:ext uri="{FF2B5EF4-FFF2-40B4-BE49-F238E27FC236}">
                <a16:creationId xmlns:a16="http://schemas.microsoft.com/office/drawing/2014/main" id="{BDEEABF3-5EB7-48E7-8186-7084EB9F6994}"/>
              </a:ext>
            </a:extLst>
          </p:cNvPr>
          <p:cNvSpPr>
            <a:spLocks xmlns:a="http://schemas.openxmlformats.org/drawingml/2006/main" noGrp="1"/>
          </p:cNvSpPr>
          <p:nvPr/>
        </p:nvSpPr>
        <p:spPr>
          <a:xfrm xmlns:a="http://schemas.openxmlformats.org/drawingml/2006/main">
            <a:off x="5991225" y="40090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53" name="revision-text-1148">
            <a:extLst xmlns:a="http://schemas.openxmlformats.org/drawingml/2006/main">
              <a:ext uri="{FF2B5EF4-FFF2-40B4-BE49-F238E27FC236}">
                <a16:creationId xmlns:a16="http://schemas.microsoft.com/office/drawing/2014/main" id="{8483AAF5-827E-456A-8A1D-FA3FE84BB59B}"/>
              </a:ext>
            </a:extLst>
          </p:cNvPr>
          <p:cNvSpPr>
            <a:spLocks xmlns:a="http://schemas.openxmlformats.org/drawingml/2006/main" noGrp="1"/>
          </p:cNvSpPr>
          <p:nvPr/>
        </p:nvSpPr>
        <p:spPr>
          <a:xfrm xmlns:a="http://schemas.openxmlformats.org/drawingml/2006/main">
            <a:off x="3038475" y="3743325"/>
            <a:ext cx="2733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ns3:p xmlns:ns3="http://schemas.openxmlformats.org/drawingml/2006/main">
            <ns3:pPr algn="ctr">
              <ns3:lnSpc>
                <ns3:spcPct val="104000"/>
              </ns3:lnSpc>
              <ns3:spcBef>
                <ns3:spcPts val="0"/>
              </ns3:spcBef>
              <ns3:spcAft>
                <ns3:spcPts val="0"/>
              </ns3:spcAft>
              <ns3:buNone/>
              <ns3:defRPr sz="1350" b="0">
                <ns3:solidFill>
                  <ns3:srgbClr val="28849C"/>
                </ns3:solidFill>
                <ns3:latin typeface="微软雅黑"/>
                <ns3:ea typeface="微软雅黑"/>
                <ns3:cs typeface="微软雅黑"/>
              </ns3:defRPr>
            </ns3:pPr>
            <ns3:r>
              <ns3:rPr sz="1350" b="0" lang="en-US">
                <ns3:solidFill>
                  <ns3:srgbClr val="28849C"/>
                </ns3:solidFill>
                <ns3:latin typeface="微软雅黑"/>
                <ns3:ea typeface="微软雅黑"/>
                <ns3:cs typeface="微软雅黑"/>
              </ns3:rPr>
              <ns3:t>Direct device control request</ns3:t>
            </ns3:r>
          </ns3:p>
        </p:txBody>
      </p:sp>
      <p:sp>
        <p:nvSpPr>
          <p:cNvPr id="54" name="diagram-line-1149">
            <a:extLst xmlns:a="http://schemas.openxmlformats.org/drawingml/2006/main">
              <a:ext uri="{FF2B5EF4-FFF2-40B4-BE49-F238E27FC236}">
                <a16:creationId xmlns:a16="http://schemas.microsoft.com/office/drawing/2014/main" id="{27F0B9A1-7CE4-4399-8A9C-E472B2B22157}"/>
              </a:ext>
            </a:extLst>
          </p:cNvPr>
          <p:cNvSpPr>
            <a:spLocks xmlns:a="http://schemas.openxmlformats.org/drawingml/2006/main" noGrp="1"/>
          </p:cNvSpPr>
          <p:nvPr/>
        </p:nvSpPr>
        <p:spPr>
          <a:xfrm xmlns:a="http://schemas.openxmlformats.org/drawingml/2006/main">
            <a:off x="7905750" y="3086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5" name="diagram-line-1150">
            <a:extLst xmlns:a="http://schemas.openxmlformats.org/drawingml/2006/main">
              <a:ext uri="{FF2B5EF4-FFF2-40B4-BE49-F238E27FC236}">
                <a16:creationId xmlns:a16="http://schemas.microsoft.com/office/drawing/2014/main" id="{FE38BCB7-844A-44DD-BC7E-D40CB0B99E70}"/>
              </a:ext>
            </a:extLst>
          </p:cNvPr>
          <p:cNvSpPr>
            <a:spLocks xmlns:a="http://schemas.openxmlformats.org/drawingml/2006/main" noGrp="1"/>
          </p:cNvSpPr>
          <p:nvPr/>
        </p:nvSpPr>
        <p:spPr>
          <a:xfrm xmlns:a="http://schemas.openxmlformats.org/drawingml/2006/main">
            <a:off x="7905750" y="2971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6" name="diagram-line-1151">
            <a:extLst xmlns:a="http://schemas.openxmlformats.org/drawingml/2006/main">
              <a:ext uri="{FF2B5EF4-FFF2-40B4-BE49-F238E27FC236}">
                <a16:creationId xmlns:a16="http://schemas.microsoft.com/office/drawing/2014/main" id="{E11DD318-A79F-4637-8252-08847334A9D1}"/>
              </a:ext>
            </a:extLst>
          </p:cNvPr>
          <p:cNvSpPr>
            <a:spLocks xmlns:a="http://schemas.openxmlformats.org/drawingml/2006/main" noGrp="1"/>
          </p:cNvSpPr>
          <p:nvPr/>
        </p:nvSpPr>
        <p:spPr>
          <a:xfrm xmlns:a="http://schemas.openxmlformats.org/drawingml/2006/main">
            <a:off x="7905750" y="28860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57" name="diagram-line-1152">
            <a:extLst xmlns:a="http://schemas.openxmlformats.org/drawingml/2006/main">
              <a:ext uri="{FF2B5EF4-FFF2-40B4-BE49-F238E27FC236}">
                <a16:creationId xmlns:a16="http://schemas.microsoft.com/office/drawing/2014/main" id="{630D9475-F35C-444B-8E08-820CA2F35DA1}"/>
              </a:ext>
            </a:extLst>
          </p:cNvPr>
          <p:cNvSpPr>
            <a:spLocks xmlns:a="http://schemas.openxmlformats.org/drawingml/2006/main" noGrp="1"/>
          </p:cNvSpPr>
          <p:nvPr/>
        </p:nvSpPr>
        <p:spPr>
          <a:xfrm xmlns:a="http://schemas.openxmlformats.org/drawingml/2006/main">
            <a:off x="7839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1153">
            <a:extLst xmlns:a="http://schemas.openxmlformats.org/drawingml/2006/main">
              <a:ext uri="{FF2B5EF4-FFF2-40B4-BE49-F238E27FC236}">
                <a16:creationId xmlns:a16="http://schemas.microsoft.com/office/drawing/2014/main" id="{A9DCA544-2E12-4898-B25E-58F960C2AF38}"/>
              </a:ext>
            </a:extLst>
          </p:cNvPr>
          <p:cNvSpPr>
            <a:spLocks xmlns:a="http://schemas.openxmlformats.org/drawingml/2006/main" noGrp="1"/>
          </p:cNvSpPr>
          <p:nvPr/>
        </p:nvSpPr>
        <p:spPr>
          <a:xfrm xmlns:a="http://schemas.openxmlformats.org/drawingml/2006/main">
            <a:off x="7724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1154">
            <a:extLst xmlns:a="http://schemas.openxmlformats.org/drawingml/2006/main">
              <a:ext uri="{FF2B5EF4-FFF2-40B4-BE49-F238E27FC236}">
                <a16:creationId xmlns:a16="http://schemas.microsoft.com/office/drawing/2014/main" id="{5C66D3FD-C2BB-4D20-B618-424FAD00F2FE}"/>
              </a:ext>
            </a:extLst>
          </p:cNvPr>
          <p:cNvSpPr>
            <a:spLocks xmlns:a="http://schemas.openxmlformats.org/drawingml/2006/main" noGrp="1"/>
          </p:cNvSpPr>
          <p:nvPr/>
        </p:nvSpPr>
        <p:spPr>
          <a:xfrm xmlns:a="http://schemas.openxmlformats.org/drawingml/2006/main">
            <a:off x="7610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1155">
            <a:extLst xmlns:a="http://schemas.openxmlformats.org/drawingml/2006/main">
              <a:ext uri="{FF2B5EF4-FFF2-40B4-BE49-F238E27FC236}">
                <a16:creationId xmlns:a16="http://schemas.microsoft.com/office/drawing/2014/main" id="{D29348CD-3DE8-465A-90C2-2C2823F976BA}"/>
              </a:ext>
            </a:extLst>
          </p:cNvPr>
          <p:cNvSpPr>
            <a:spLocks xmlns:a="http://schemas.openxmlformats.org/drawingml/2006/main" noGrp="1"/>
          </p:cNvSpPr>
          <p:nvPr/>
        </p:nvSpPr>
        <p:spPr>
          <a:xfrm xmlns:a="http://schemas.openxmlformats.org/drawingml/2006/main">
            <a:off x="7496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1156">
            <a:extLst xmlns:a="http://schemas.openxmlformats.org/drawingml/2006/main">
              <a:ext uri="{FF2B5EF4-FFF2-40B4-BE49-F238E27FC236}">
                <a16:creationId xmlns:a16="http://schemas.microsoft.com/office/drawing/2014/main" id="{B7225A43-489F-48F9-8E4C-452986E33B9A}"/>
              </a:ext>
            </a:extLst>
          </p:cNvPr>
          <p:cNvSpPr>
            <a:spLocks xmlns:a="http://schemas.openxmlformats.org/drawingml/2006/main" noGrp="1"/>
          </p:cNvSpPr>
          <p:nvPr/>
        </p:nvSpPr>
        <p:spPr>
          <a:xfrm xmlns:a="http://schemas.openxmlformats.org/drawingml/2006/main">
            <a:off x="7381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1157">
            <a:extLst xmlns:a="http://schemas.openxmlformats.org/drawingml/2006/main">
              <a:ext uri="{FF2B5EF4-FFF2-40B4-BE49-F238E27FC236}">
                <a16:creationId xmlns:a16="http://schemas.microsoft.com/office/drawing/2014/main" id="{CD86AE08-A71E-48FB-BFED-C84390091E3C}"/>
              </a:ext>
            </a:extLst>
          </p:cNvPr>
          <p:cNvSpPr>
            <a:spLocks xmlns:a="http://schemas.openxmlformats.org/drawingml/2006/main" noGrp="1"/>
          </p:cNvSpPr>
          <p:nvPr/>
        </p:nvSpPr>
        <p:spPr>
          <a:xfrm xmlns:a="http://schemas.openxmlformats.org/drawingml/2006/main">
            <a:off x="7267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1158">
            <a:extLst xmlns:a="http://schemas.openxmlformats.org/drawingml/2006/main">
              <a:ext uri="{FF2B5EF4-FFF2-40B4-BE49-F238E27FC236}">
                <a16:creationId xmlns:a16="http://schemas.microsoft.com/office/drawing/2014/main" id="{3A624DA3-20E4-4AD5-95CF-85E7A9E109B5}"/>
              </a:ext>
            </a:extLst>
          </p:cNvPr>
          <p:cNvSpPr>
            <a:spLocks xmlns:a="http://schemas.openxmlformats.org/drawingml/2006/main" noGrp="1"/>
          </p:cNvSpPr>
          <p:nvPr/>
        </p:nvSpPr>
        <p:spPr>
          <a:xfrm xmlns:a="http://schemas.openxmlformats.org/drawingml/2006/main">
            <a:off x="7153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1159">
            <a:extLst xmlns:a="http://schemas.openxmlformats.org/drawingml/2006/main">
              <a:ext uri="{FF2B5EF4-FFF2-40B4-BE49-F238E27FC236}">
                <a16:creationId xmlns:a16="http://schemas.microsoft.com/office/drawing/2014/main" id="{3C30B646-AC91-4817-B191-062EBF886C01}"/>
              </a:ext>
            </a:extLst>
          </p:cNvPr>
          <p:cNvSpPr>
            <a:spLocks xmlns:a="http://schemas.openxmlformats.org/drawingml/2006/main" noGrp="1"/>
          </p:cNvSpPr>
          <p:nvPr/>
        </p:nvSpPr>
        <p:spPr>
          <a:xfrm xmlns:a="http://schemas.openxmlformats.org/drawingml/2006/main">
            <a:off x="7038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1160">
            <a:extLst xmlns:a="http://schemas.openxmlformats.org/drawingml/2006/main">
              <a:ext uri="{FF2B5EF4-FFF2-40B4-BE49-F238E27FC236}">
                <a16:creationId xmlns:a16="http://schemas.microsoft.com/office/drawing/2014/main" id="{4B02AB0E-B203-4A55-B745-2A58286C411B}"/>
              </a:ext>
            </a:extLst>
          </p:cNvPr>
          <p:cNvSpPr>
            <a:spLocks xmlns:a="http://schemas.openxmlformats.org/drawingml/2006/main" noGrp="1"/>
          </p:cNvSpPr>
          <p:nvPr/>
        </p:nvSpPr>
        <p:spPr>
          <a:xfrm xmlns:a="http://schemas.openxmlformats.org/drawingml/2006/main">
            <a:off x="6924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1161">
            <a:extLst xmlns:a="http://schemas.openxmlformats.org/drawingml/2006/main">
              <a:ext uri="{FF2B5EF4-FFF2-40B4-BE49-F238E27FC236}">
                <a16:creationId xmlns:a16="http://schemas.microsoft.com/office/drawing/2014/main" id="{B97C8902-9A08-480E-AD5A-40FD4C805517}"/>
              </a:ext>
            </a:extLst>
          </p:cNvPr>
          <p:cNvSpPr>
            <a:spLocks xmlns:a="http://schemas.openxmlformats.org/drawingml/2006/main" noGrp="1"/>
          </p:cNvSpPr>
          <p:nvPr/>
        </p:nvSpPr>
        <p:spPr>
          <a:xfrm xmlns:a="http://schemas.openxmlformats.org/drawingml/2006/main">
            <a:off x="6810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1162">
            <a:extLst xmlns:a="http://schemas.openxmlformats.org/drawingml/2006/main">
              <a:ext uri="{FF2B5EF4-FFF2-40B4-BE49-F238E27FC236}">
                <a16:creationId xmlns:a16="http://schemas.microsoft.com/office/drawing/2014/main" id="{8CE17E61-C015-4E0F-BDA3-AE3A580D9C00}"/>
              </a:ext>
            </a:extLst>
          </p:cNvPr>
          <p:cNvSpPr>
            <a:spLocks xmlns:a="http://schemas.openxmlformats.org/drawingml/2006/main" noGrp="1"/>
          </p:cNvSpPr>
          <p:nvPr/>
        </p:nvSpPr>
        <p:spPr>
          <a:xfrm xmlns:a="http://schemas.openxmlformats.org/drawingml/2006/main">
            <a:off x="6696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1163">
            <a:extLst xmlns:a="http://schemas.openxmlformats.org/drawingml/2006/main">
              <a:ext uri="{FF2B5EF4-FFF2-40B4-BE49-F238E27FC236}">
                <a16:creationId xmlns:a16="http://schemas.microsoft.com/office/drawing/2014/main" id="{EF679506-C17A-47FD-93E4-C9BD1D6E72E8}"/>
              </a:ext>
            </a:extLst>
          </p:cNvPr>
          <p:cNvSpPr>
            <a:spLocks xmlns:a="http://schemas.openxmlformats.org/drawingml/2006/main" noGrp="1"/>
          </p:cNvSpPr>
          <p:nvPr/>
        </p:nvSpPr>
        <p:spPr>
          <a:xfrm xmlns:a="http://schemas.openxmlformats.org/drawingml/2006/main">
            <a:off x="6581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1164">
            <a:extLst xmlns:a="http://schemas.openxmlformats.org/drawingml/2006/main">
              <a:ext uri="{FF2B5EF4-FFF2-40B4-BE49-F238E27FC236}">
                <a16:creationId xmlns:a16="http://schemas.microsoft.com/office/drawing/2014/main" id="{97C925BB-42B5-4F83-B6E2-78122C65D8D6}"/>
              </a:ext>
            </a:extLst>
          </p:cNvPr>
          <p:cNvSpPr>
            <a:spLocks xmlns:a="http://schemas.openxmlformats.org/drawingml/2006/main" noGrp="1"/>
          </p:cNvSpPr>
          <p:nvPr/>
        </p:nvSpPr>
        <p:spPr>
          <a:xfrm xmlns:a="http://schemas.openxmlformats.org/drawingml/2006/main">
            <a:off x="6467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1165">
            <a:extLst xmlns:a="http://schemas.openxmlformats.org/drawingml/2006/main">
              <a:ext uri="{FF2B5EF4-FFF2-40B4-BE49-F238E27FC236}">
                <a16:creationId xmlns:a16="http://schemas.microsoft.com/office/drawing/2014/main" id="{E2DD387F-8204-40C5-9304-0D09F5AE9B2C}"/>
              </a:ext>
            </a:extLst>
          </p:cNvPr>
          <p:cNvSpPr>
            <a:spLocks xmlns:a="http://schemas.openxmlformats.org/drawingml/2006/main" noGrp="1"/>
          </p:cNvSpPr>
          <p:nvPr/>
        </p:nvSpPr>
        <p:spPr>
          <a:xfrm xmlns:a="http://schemas.openxmlformats.org/drawingml/2006/main">
            <a:off x="6353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1166">
            <a:extLst xmlns:a="http://schemas.openxmlformats.org/drawingml/2006/main">
              <a:ext uri="{FF2B5EF4-FFF2-40B4-BE49-F238E27FC236}">
                <a16:creationId xmlns:a16="http://schemas.microsoft.com/office/drawing/2014/main" id="{B8B9800F-45B2-4E58-BED2-7886BB547108}"/>
              </a:ext>
            </a:extLst>
          </p:cNvPr>
          <p:cNvSpPr>
            <a:spLocks xmlns:a="http://schemas.openxmlformats.org/drawingml/2006/main" noGrp="1"/>
          </p:cNvSpPr>
          <p:nvPr/>
        </p:nvSpPr>
        <p:spPr>
          <a:xfrm xmlns:a="http://schemas.openxmlformats.org/drawingml/2006/main">
            <a:off x="6238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1167">
            <a:extLst xmlns:a="http://schemas.openxmlformats.org/drawingml/2006/main">
              <a:ext uri="{FF2B5EF4-FFF2-40B4-BE49-F238E27FC236}">
                <a16:creationId xmlns:a16="http://schemas.microsoft.com/office/drawing/2014/main" id="{B42CB6FB-4A0B-415A-9F4A-935C0AC30467}"/>
              </a:ext>
            </a:extLst>
          </p:cNvPr>
          <p:cNvSpPr>
            <a:spLocks xmlns:a="http://schemas.openxmlformats.org/drawingml/2006/main" noGrp="1"/>
          </p:cNvSpPr>
          <p:nvPr/>
        </p:nvSpPr>
        <p:spPr>
          <a:xfrm xmlns:a="http://schemas.openxmlformats.org/drawingml/2006/main">
            <a:off x="6124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1168">
            <a:extLst xmlns:a="http://schemas.openxmlformats.org/drawingml/2006/main">
              <a:ext uri="{FF2B5EF4-FFF2-40B4-BE49-F238E27FC236}">
                <a16:creationId xmlns:a16="http://schemas.microsoft.com/office/drawing/2014/main" id="{7DEE335A-6B82-452B-A181-F1CCCDBEDA5C}"/>
              </a:ext>
            </a:extLst>
          </p:cNvPr>
          <p:cNvSpPr>
            <a:spLocks xmlns:a="http://schemas.openxmlformats.org/drawingml/2006/main" noGrp="1"/>
          </p:cNvSpPr>
          <p:nvPr/>
        </p:nvSpPr>
        <p:spPr>
          <a:xfrm xmlns:a="http://schemas.openxmlformats.org/drawingml/2006/main">
            <a:off x="6010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1169">
            <a:extLst xmlns:a="http://schemas.openxmlformats.org/drawingml/2006/main">
              <a:ext uri="{FF2B5EF4-FFF2-40B4-BE49-F238E27FC236}">
                <a16:creationId xmlns:a16="http://schemas.microsoft.com/office/drawing/2014/main" id="{27139F64-767A-4430-AC4D-92C39C01ACC9}"/>
              </a:ext>
            </a:extLst>
          </p:cNvPr>
          <p:cNvSpPr>
            <a:spLocks xmlns:a="http://schemas.openxmlformats.org/drawingml/2006/main" noGrp="1"/>
          </p:cNvSpPr>
          <p:nvPr/>
        </p:nvSpPr>
        <p:spPr>
          <a:xfrm xmlns:a="http://schemas.openxmlformats.org/drawingml/2006/main">
            <a:off x="5895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1170">
            <a:extLst xmlns:a="http://schemas.openxmlformats.org/drawingml/2006/main">
              <a:ext uri="{FF2B5EF4-FFF2-40B4-BE49-F238E27FC236}">
                <a16:creationId xmlns:a16="http://schemas.microsoft.com/office/drawing/2014/main" id="{3F45ACE2-A627-4885-824D-E0CA10B49D77}"/>
              </a:ext>
            </a:extLst>
          </p:cNvPr>
          <p:cNvSpPr>
            <a:spLocks xmlns:a="http://schemas.openxmlformats.org/drawingml/2006/main" noGrp="1"/>
          </p:cNvSpPr>
          <p:nvPr/>
        </p:nvSpPr>
        <p:spPr>
          <a:xfrm xmlns:a="http://schemas.openxmlformats.org/drawingml/2006/main">
            <a:off x="5781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1171">
            <a:extLst xmlns:a="http://schemas.openxmlformats.org/drawingml/2006/main">
              <a:ext uri="{FF2B5EF4-FFF2-40B4-BE49-F238E27FC236}">
                <a16:creationId xmlns:a16="http://schemas.microsoft.com/office/drawing/2014/main" id="{CF6D8569-CB03-430B-907F-B967983DC056}"/>
              </a:ext>
            </a:extLst>
          </p:cNvPr>
          <p:cNvSpPr>
            <a:spLocks xmlns:a="http://schemas.openxmlformats.org/drawingml/2006/main" noGrp="1"/>
          </p:cNvSpPr>
          <p:nvPr/>
        </p:nvSpPr>
        <p:spPr>
          <a:xfrm xmlns:a="http://schemas.openxmlformats.org/drawingml/2006/main">
            <a:off x="5667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1172">
            <a:extLst xmlns:a="http://schemas.openxmlformats.org/drawingml/2006/main">
              <a:ext uri="{FF2B5EF4-FFF2-40B4-BE49-F238E27FC236}">
                <a16:creationId xmlns:a16="http://schemas.microsoft.com/office/drawing/2014/main" id="{0F50FB49-030F-4306-A95D-992BB4CA0822}"/>
              </a:ext>
            </a:extLst>
          </p:cNvPr>
          <p:cNvSpPr>
            <a:spLocks xmlns:a="http://schemas.openxmlformats.org/drawingml/2006/main" noGrp="1"/>
          </p:cNvSpPr>
          <p:nvPr/>
        </p:nvSpPr>
        <p:spPr>
          <a:xfrm xmlns:a="http://schemas.openxmlformats.org/drawingml/2006/main">
            <a:off x="5667375" y="28194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78" name="diagram-line-1173">
            <a:extLst xmlns:a="http://schemas.openxmlformats.org/drawingml/2006/main">
              <a:ext uri="{FF2B5EF4-FFF2-40B4-BE49-F238E27FC236}">
                <a16:creationId xmlns:a16="http://schemas.microsoft.com/office/drawing/2014/main" id="{33DE5A6D-7D11-44B9-9BB9-F48CAAF8095A}"/>
              </a:ext>
            </a:extLst>
          </p:cNvPr>
          <p:cNvSpPr>
            <a:spLocks xmlns:a="http://schemas.openxmlformats.org/drawingml/2006/main" noGrp="1"/>
          </p:cNvSpPr>
          <p:nvPr/>
        </p:nvSpPr>
        <p:spPr>
          <a:xfrm xmlns:a="http://schemas.openxmlformats.org/drawingml/2006/main">
            <a:off x="5667375" y="27336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79" name="diagram-poly-1174">
            <a:extLst xmlns:a="http://schemas.openxmlformats.org/drawingml/2006/main">
              <a:ext uri="{FF2B5EF4-FFF2-40B4-BE49-F238E27FC236}">
                <a16:creationId xmlns:a16="http://schemas.microsoft.com/office/drawing/2014/main" id="{291056B3-0139-4546-9496-37C8689042ED}"/>
              </a:ext>
            </a:extLst>
          </p:cNvPr>
          <p:cNvSpPr>
            <a:spLocks xmlns:a="http://schemas.openxmlformats.org/drawingml/2006/main" noGrp="1"/>
          </p:cNvSpPr>
          <p:nvPr/>
        </p:nvSpPr>
        <p:spPr>
          <a:xfrm xmlns:a="http://schemas.openxmlformats.org/drawingml/2006/main">
            <a:off x="5637848" y="27336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80" name="revision-text-1175">
            <a:extLst xmlns:a="http://schemas.openxmlformats.org/drawingml/2006/main">
              <a:ext uri="{FF2B5EF4-FFF2-40B4-BE49-F238E27FC236}">
                <a16:creationId xmlns:a16="http://schemas.microsoft.com/office/drawing/2014/main" id="{7818643B-6DB9-4EA6-AA2A-28F75AA8CBC8}"/>
              </a:ext>
            </a:extLst>
          </p:cNvPr>
          <p:cNvSpPr>
            <a:spLocks xmlns:a="http://schemas.openxmlformats.org/drawingml/2006/main" noGrp="1"/>
          </p:cNvSpPr>
          <p:nvPr/>
        </p:nvSpPr>
        <p:spPr>
          <a:xfrm xmlns:a="http://schemas.openxmlformats.org/drawingml/2006/main">
            <a:off x="5991225" y="2571750"/>
            <a:ext cx="220027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State and data feedback</a:t>
            </a:r>
          </a:p>
        </p:txBody>
      </p:sp>
      <p:sp>
        <p:nvSpPr>
          <p:cNvPr id="81" name="diagram-line-1176">
            <a:extLst xmlns:a="http://schemas.openxmlformats.org/drawingml/2006/main">
              <a:ext uri="{FF2B5EF4-FFF2-40B4-BE49-F238E27FC236}">
                <a16:creationId xmlns:a16="http://schemas.microsoft.com/office/drawing/2014/main" id="{1175A409-1730-462D-A021-A80EF79544DA}"/>
              </a:ext>
            </a:extLst>
          </p:cNvPr>
          <p:cNvSpPr>
            <a:spLocks xmlns:a="http://schemas.openxmlformats.org/drawingml/2006/main" noGrp="1"/>
          </p:cNvSpPr>
          <p:nvPr/>
        </p:nvSpPr>
        <p:spPr>
          <a:xfrm xmlns:a="http://schemas.openxmlformats.org/drawingml/2006/main">
            <a:off x="2686050" y="4714875"/>
            <a:ext cx="3371850" cy="191"/>
          </a:xfrm>
          <a:custGeom xmlns:a="http://schemas.openxmlformats.org/drawingml/2006/main">
            <a:pathLst>
              <a:path w="3371850" h="191">
                <a:moveTo>
                  <a:pt x="3371850" y="0"/>
                </a:moveTo>
                <a:lnTo>
                  <a:pt x="0" y="0"/>
                </a:lnTo>
              </a:path>
            </a:pathLst>
          </a:custGeom>
          <a:noFill xmlns:a="http://schemas.openxmlformats.org/drawingml/2006/main"/>
          <a:ln xmlns:a="http://schemas.openxmlformats.org/drawingml/2006/main" w="14288">
            <a:solidFill>
              <a:srgbClr val="799A39"/>
            </a:solidFill>
          </a:ln>
        </p:spPr>
      </p:sp>
      <p:sp>
        <p:nvSpPr>
          <p:cNvPr id="82" name="diagram-poly-1177">
            <a:extLst xmlns:a="http://schemas.openxmlformats.org/drawingml/2006/main">
              <a:ext uri="{FF2B5EF4-FFF2-40B4-BE49-F238E27FC236}">
                <a16:creationId xmlns:a16="http://schemas.microsoft.com/office/drawing/2014/main" id="{496A73B4-45FF-4215-A09E-9F2CD0139EF9}"/>
              </a:ext>
            </a:extLst>
          </p:cNvPr>
          <p:cNvSpPr>
            <a:spLocks xmlns:a="http://schemas.openxmlformats.org/drawingml/2006/main" noGrp="1"/>
          </p:cNvSpPr>
          <p:nvPr/>
        </p:nvSpPr>
        <p:spPr>
          <a:xfrm xmlns:a="http://schemas.openxmlformats.org/drawingml/2006/main">
            <a:off x="2686050" y="46853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83" name="revision-text-1178">
            <a:extLst xmlns:a="http://schemas.openxmlformats.org/drawingml/2006/main">
              <a:ext uri="{FF2B5EF4-FFF2-40B4-BE49-F238E27FC236}">
                <a16:creationId xmlns:a16="http://schemas.microsoft.com/office/drawing/2014/main" id="{4B87DD72-95EC-48FF-A371-4B5E2BECC8C7}"/>
              </a:ext>
            </a:extLst>
          </p:cNvPr>
          <p:cNvSpPr>
            <a:spLocks xmlns:a="http://schemas.openxmlformats.org/drawingml/2006/main" noGrp="1"/>
          </p:cNvSpPr>
          <p:nvPr/>
        </p:nvSpPr>
        <p:spPr>
          <a:xfrm xmlns:a="http://schemas.openxmlformats.org/drawingml/2006/main">
            <a:off x="3190875" y="4362450"/>
            <a:ext cx="2524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Simulation feedback</a:t>
            </a:r>
          </a:p>
        </p:txBody>
      </p:sp>
      <p:sp>
        <p:nvSpPr>
          <p:cNvPr id="84" name="revision-text-1179">
            <a:extLst xmlns:a="http://schemas.openxmlformats.org/drawingml/2006/main">
              <a:ext uri="{FF2B5EF4-FFF2-40B4-BE49-F238E27FC236}">
                <a16:creationId xmlns:a16="http://schemas.microsoft.com/office/drawing/2014/main" id="{6A165CC4-0BD8-44A5-A6AA-746597BFB522}"/>
              </a:ext>
            </a:extLst>
          </p:cNvPr>
          <p:cNvSpPr>
            <a:spLocks xmlns:a="http://schemas.openxmlformats.org/drawingml/2006/main" noGrp="1"/>
          </p:cNvSpPr>
          <p:nvPr/>
        </p:nvSpPr>
        <p:spPr>
          <a:xfrm xmlns:a="http://schemas.openxmlformats.org/drawingml/2006/main">
            <a:off x="2838450" y="4800600"/>
            <a:ext cx="3114675"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799A39"/>
                </a:solidFill>
                <a:latin typeface="微软雅黑"/>
                <a:ea typeface="微软雅黑"/>
                <a:cs typeface="微软雅黑"/>
              </a:defRPr>
            </a:pPr>
            <a:r>
              <a:rPr sz="1275" b="0" lang="en-US">
                <a:solidFill>
                  <a:srgbClr val="799A39"/>
                </a:solidFill>
                <a:latin typeface="微软雅黑"/>
                <a:ea typeface="微软雅黑"/>
                <a:cs typeface="微软雅黑"/>
              </a:rPr>
              <a:t>State, data, and constraint results</a:t>
            </a:r>
          </a:p>
        </p:txBody>
      </p:sp>
      <p:sp>
        <p:nvSpPr>
          <p:cNvPr id="85" name="diagram-box-1180">
            <a:extLst xmlns:a="http://schemas.openxmlformats.org/drawingml/2006/main">
              <a:ext uri="{FF2B5EF4-FFF2-40B4-BE49-F238E27FC236}">
                <a16:creationId xmlns:a16="http://schemas.microsoft.com/office/drawing/2014/main" id="{74974307-ADB0-4245-A0C0-F8D470C385C3}"/>
              </a:ext>
            </a:extLst>
          </p:cNvPr>
          <p:cNvSpPr>
            <a:spLocks xmlns:a="http://schemas.openxmlformats.org/drawingml/2006/main" noGrp="1"/>
          </p:cNvSpPr>
          <p:nvPr/>
        </p:nvSpPr>
        <p:spPr>
          <a:xfrm xmlns:a="http://schemas.openxmlformats.org/drawingml/2006/main">
            <a:off x="9229725" y="1466850"/>
            <a:ext cx="2628900" cy="3581400"/>
          </a:xfrm>
          <a:prstGeom xmlns:a="http://schemas.openxmlformats.org/drawingml/2006/main" prst="rect">
            <a:avLst/>
          </a:prstGeom>
          <a:solidFill xmlns:a="http://schemas.openxmlformats.org/drawingml/2006/main">
            <a:srgbClr val="FFF8E2"/>
          </a:solidFill>
          <a:ln xmlns:a="http://schemas.openxmlformats.org/drawingml/2006/main" w="9525">
            <a:solidFill>
              <a:srgbClr val="6F7B83"/>
            </a:solidFill>
          </a:ln>
        </p:spPr>
      </p:sp>
      <p:sp>
        <p:nvSpPr>
          <p:cNvPr id="86" name="diagram-box-1181">
            <a:extLst xmlns:a="http://schemas.openxmlformats.org/drawingml/2006/main">
              <a:ext uri="{FF2B5EF4-FFF2-40B4-BE49-F238E27FC236}">
                <a16:creationId xmlns:a16="http://schemas.microsoft.com/office/drawing/2014/main" id="{C2F78B49-A67A-48E0-B38B-877D2719209C}"/>
              </a:ext>
            </a:extLst>
          </p:cNvPr>
          <p:cNvSpPr>
            <a:spLocks xmlns:a="http://schemas.openxmlformats.org/drawingml/2006/main" noGrp="1"/>
          </p:cNvSpPr>
          <p:nvPr/>
        </p:nvSpPr>
        <p:spPr>
          <a:xfrm xmlns:a="http://schemas.openxmlformats.org/drawingml/2006/main">
            <a:off x="9229725" y="1466850"/>
            <a:ext cx="2628900"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7" name="revision-text-1182">
            <a:extLst xmlns:a="http://schemas.openxmlformats.org/drawingml/2006/main">
              <a:ext uri="{FF2B5EF4-FFF2-40B4-BE49-F238E27FC236}">
                <a16:creationId xmlns:a16="http://schemas.microsoft.com/office/drawing/2014/main" id="{BC05BB6F-7085-42F0-BEDE-40BC0DF89BC1}"/>
              </a:ext>
            </a:extLst>
          </p:cNvPr>
          <p:cNvSpPr>
            <a:spLocks xmlns:a="http://schemas.openxmlformats.org/drawingml/2006/main" noGrp="1"/>
          </p:cNvSpPr>
          <p:nvPr/>
        </p:nvSpPr>
        <p:spPr>
          <a:xfrm xmlns:a="http://schemas.openxmlformats.org/drawingml/2006/main">
            <a:off x="9305925" y="1495425"/>
            <a:ext cx="2476500" cy="2832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11111"/>
                </a:solidFill>
                <a:latin typeface="微软雅黑"/>
                <a:ea typeface="微软雅黑"/>
                <a:cs typeface="微软雅黑"/>
              </a:defRPr>
            </a:pPr>
            <a:r>
              <a:rPr sz="1650" b="1">
                <a:solidFill>
                  <a:srgbClr val="111111"/>
                </a:solidFill>
                <a:latin typeface="微软雅黑"/>
                <a:ea typeface="微软雅黑"/>
                <a:cs typeface="微软雅黑"/>
              </a:rPr>
              <a:t>Adapter</a:t>
            </a:r>
          </a:p>
        </p:txBody>
      </p:sp>
      <p:sp>
        <p:nvSpPr>
          <p:cNvPr id="88" name="revision-text-1183">
            <a:extLst xmlns:a="http://schemas.openxmlformats.org/drawingml/2006/main">
              <a:ext uri="{FF2B5EF4-FFF2-40B4-BE49-F238E27FC236}">
                <a16:creationId xmlns:a16="http://schemas.microsoft.com/office/drawing/2014/main" id="{98C60D38-CC8E-44E6-8D74-60271CE43CC5}"/>
              </a:ext>
            </a:extLst>
          </p:cNvPr>
          <p:cNvSpPr>
            <a:spLocks xmlns:a="http://schemas.openxmlformats.org/drawingml/2006/main" noGrp="1"/>
          </p:cNvSpPr>
          <p:nvPr/>
        </p:nvSpPr>
        <p:spPr>
          <a:xfrm xmlns:a="http://schemas.openxmlformats.org/drawingml/2006/main">
            <a:off x="9296400" y="1809750"/>
            <a:ext cx="249555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75" b="0">
                <a:solidFill>
                  <a:srgbClr val="111111"/>
                </a:solidFill>
                <a:latin typeface="微软雅黑"/>
                <a:ea typeface="微软雅黑"/>
                <a:cs typeface="微软雅黑"/>
              </a:defRPr>
            </a:pPr>
            <a:r>
              <a:rPr sz="975" b="0" lang="en-US">
                <a:solidFill>
                  <a:srgbClr val="111111"/>
                </a:solidFill>
                <a:latin typeface="微软雅黑"/>
                <a:ea typeface="微软雅黑"/>
                <a:cs typeface="微软雅黑"/>
              </a:rPr>
              <a:t>Receive commands in the selected mode</a:t>
            </a:r>
          </a:p>
        </p:txBody>
      </p:sp>
      <p:sp>
        <p:nvSpPr>
          <p:cNvPr id="89" name="diagram-box-1184">
            <a:extLst xmlns:a="http://schemas.openxmlformats.org/drawingml/2006/main">
              <a:ext uri="{FF2B5EF4-FFF2-40B4-BE49-F238E27FC236}">
                <a16:creationId xmlns:a16="http://schemas.microsoft.com/office/drawing/2014/main" id="{E2B3E44A-403D-4FF5-980B-20393D59CA98}"/>
              </a:ext>
            </a:extLst>
          </p:cNvPr>
          <p:cNvSpPr>
            <a:spLocks xmlns:a="http://schemas.openxmlformats.org/drawingml/2006/main" noGrp="1"/>
          </p:cNvSpPr>
          <p:nvPr/>
        </p:nvSpPr>
        <p:spPr>
          <a:xfrm xmlns:a="http://schemas.openxmlformats.org/drawingml/2006/main">
            <a:off x="9496425" y="2095500"/>
            <a:ext cx="2200275" cy="184785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0" name="diagram-box-1185">
            <a:extLst xmlns:a="http://schemas.openxmlformats.org/drawingml/2006/main">
              <a:ext uri="{FF2B5EF4-FFF2-40B4-BE49-F238E27FC236}">
                <a16:creationId xmlns:a16="http://schemas.microsoft.com/office/drawing/2014/main" id="{01E50A05-CDEF-486D-B5AA-DFC8EF0BA924}"/>
              </a:ext>
            </a:extLst>
          </p:cNvPr>
          <p:cNvSpPr>
            <a:spLocks xmlns:a="http://schemas.openxmlformats.org/drawingml/2006/main" noGrp="1"/>
          </p:cNvSpPr>
          <p:nvPr/>
        </p:nvSpPr>
        <p:spPr>
          <a:xfrm xmlns:a="http://schemas.openxmlformats.org/drawingml/2006/main">
            <a:off x="9496425" y="2095500"/>
            <a:ext cx="2200275"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91" name="revision-text-1186">
            <a:extLst xmlns:a="http://schemas.openxmlformats.org/drawingml/2006/main">
              <a:ext uri="{FF2B5EF4-FFF2-40B4-BE49-F238E27FC236}">
                <a16:creationId xmlns:a16="http://schemas.microsoft.com/office/drawing/2014/main" id="{27883366-4D6B-441E-9C04-4F113A4F4CC6}"/>
              </a:ext>
            </a:extLst>
          </p:cNvPr>
          <p:cNvSpPr>
            <a:spLocks xmlns:a="http://schemas.openxmlformats.org/drawingml/2006/main" noGrp="1"/>
          </p:cNvSpPr>
          <p:nvPr/>
        </p:nvSpPr>
        <p:spPr>
          <a:xfrm xmlns:a="http://schemas.openxmlformats.org/drawingml/2006/main">
            <a:off x="9572625" y="212407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Simulation mode</a:t>
            </a:r>
          </a:p>
        </p:txBody>
      </p:sp>
      <p:sp>
        <p:nvSpPr>
          <p:cNvPr id="92" name="revision-text-1187">
            <a:extLst xmlns:a="http://schemas.openxmlformats.org/drawingml/2006/main">
              <a:ext uri="{FF2B5EF4-FFF2-40B4-BE49-F238E27FC236}">
                <a16:creationId xmlns:a16="http://schemas.microsoft.com/office/drawing/2014/main" id="{021F2BD6-3B18-486B-B75F-DC6A2A9C9C1E}"/>
              </a:ext>
            </a:extLst>
          </p:cNvPr>
          <p:cNvSpPr>
            <a:spLocks xmlns:a="http://schemas.openxmlformats.org/drawingml/2006/main" noGrp="1"/>
          </p:cNvSpPr>
          <p:nvPr/>
        </p:nvSpPr>
        <p:spPr>
          <a:xfrm xmlns:a="http://schemas.openxmlformats.org/drawingml/2006/main">
            <a:off x="9553575" y="2457450"/>
            <a:ext cx="2085975" cy="19969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088" b="0">
                <a:solidFill>
                  <a:srgbClr val="111111"/>
                </a:solidFill>
                <a:latin typeface="微软雅黑"/>
                <a:ea typeface="微软雅黑"/>
                <a:cs typeface="微软雅黑"/>
              </a:defRPr>
            </a:pPr>
            <a:r>
              <a:rPr sz="968" b="0" lang="en-US">
                <a:solidFill>
                  <a:srgbClr val="111111"/>
                </a:solidFill>
                <a:latin typeface="微软雅黑"/>
                <a:ea typeface="微软雅黑"/>
                <a:cs typeface="微软雅黑"/>
              </a:rPr>
              <a:t>Create instance per device at start</a:t>
            </a:r>
          </a:p>
        </p:txBody>
      </p:sp>
      <p:sp>
        <p:nvSpPr>
          <p:cNvPr id="93" name="diagram-box-1188">
            <a:extLst xmlns:a="http://schemas.openxmlformats.org/drawingml/2006/main">
              <a:ext uri="{FF2B5EF4-FFF2-40B4-BE49-F238E27FC236}">
                <a16:creationId xmlns:a16="http://schemas.microsoft.com/office/drawing/2014/main" id="{26A8D4B1-6DFF-4F52-A78E-C48509653E63}"/>
              </a:ext>
            </a:extLst>
          </p:cNvPr>
          <p:cNvSpPr>
            <a:spLocks xmlns:a="http://schemas.openxmlformats.org/drawingml/2006/main" noGrp="1"/>
          </p:cNvSpPr>
          <p:nvPr/>
        </p:nvSpPr>
        <p:spPr>
          <a:xfrm xmlns:a="http://schemas.openxmlformats.org/drawingml/2006/main">
            <a:off x="9629775" y="2733675"/>
            <a:ext cx="1933575" cy="106680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94" name="revision-text-1189">
            <a:extLst xmlns:a="http://schemas.openxmlformats.org/drawingml/2006/main">
              <a:ext uri="{FF2B5EF4-FFF2-40B4-BE49-F238E27FC236}">
                <a16:creationId xmlns:a16="http://schemas.microsoft.com/office/drawing/2014/main" id="{67411847-34B5-4F92-8B8F-341158822F7C}"/>
              </a:ext>
            </a:extLst>
          </p:cNvPr>
          <p:cNvSpPr>
            <a:spLocks xmlns:a="http://schemas.openxmlformats.org/drawingml/2006/main" noGrp="1"/>
          </p:cNvSpPr>
          <p:nvPr/>
        </p:nvSpPr>
        <p:spPr>
          <a:xfrm xmlns:a="http://schemas.openxmlformats.org/drawingml/2006/main">
            <a:off x="9677400" y="2762250"/>
            <a:ext cx="18383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45" b="1">
                <a:solidFill>
                  <a:srgbClr val="111111"/>
                </a:solidFill>
                <a:latin typeface="微软雅黑"/>
                <a:ea typeface="微软雅黑"/>
                <a:cs typeface="微软雅黑"/>
              </a:defRPr>
            </a:pPr>
            <a:r>
              <a:rPr sz="1245" b="1">
                <a:solidFill>
                  <a:srgbClr val="111111"/>
                </a:solidFill>
                <a:latin typeface="微软雅黑"/>
                <a:ea typeface="微软雅黑"/>
                <a:cs typeface="微软雅黑"/>
              </a:rPr>
              <a:t>Virtual device instance</a:t>
            </a:r>
          </a:p>
        </p:txBody>
      </p:sp>
      <p:sp>
        <p:nvSpPr>
          <p:cNvPr id="95" name="revision-text-1190">
            <a:extLst xmlns:a="http://schemas.openxmlformats.org/drawingml/2006/main">
              <a:ext uri="{FF2B5EF4-FFF2-40B4-BE49-F238E27FC236}">
                <a16:creationId xmlns:a16="http://schemas.microsoft.com/office/drawing/2014/main" id="{ABDD384A-A32B-4DB2-8979-B3DD1F9C7D8A}"/>
              </a:ext>
            </a:extLst>
          </p:cNvPr>
          <p:cNvSpPr>
            <a:spLocks xmlns:a="http://schemas.openxmlformats.org/drawingml/2006/main" noGrp="1"/>
          </p:cNvSpPr>
          <p:nvPr/>
        </p:nvSpPr>
        <p:spPr>
          <a:xfrm xmlns:a="http://schemas.openxmlformats.org/drawingml/2006/main">
            <a:off x="9686925" y="3009900"/>
            <a:ext cx="1819275" cy="742950"/>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75" b="0">
                <a:solidFill>
                  <a:srgbClr val="111111"/>
                </a:solidFill>
                <a:latin typeface="微软雅黑"/>
                <a:ea typeface="微软雅黑"/>
                <a:cs typeface="微软雅黑"/>
              </a:defRPr>
            </a:pPr>
            <a:r>
              <a:rPr sz="885" b="0" lang="en-US">
                <a:solidFill>
                  <a:srgbClr val="111111"/>
                </a:solidFill>
                <a:latin typeface="微软雅黑"/>
                <a:ea typeface="微软雅黑"/>
                <a:cs typeface="微软雅黑"/>
              </a:rPr>
              <a:t>Same instance for the full run</a:t>
            </a:r>
          </a:p>
          <a:p>
            <a:pPr algn="ctr">
              <a:lnSpc>
                <a:spcPct val="104000"/>
              </a:lnSpc>
              <a:spcBef>
                <a:spcPts val="0"/>
              </a:spcBef>
              <a:spcAft>
                <a:spcPts val="0"/>
              </a:spcAft>
              <a:buNone/>
              <a:defRPr sz="975" b="0">
                <a:solidFill>
                  <a:srgbClr val="111111"/>
                </a:solidFill>
                <a:latin typeface="微软雅黑"/>
                <a:ea typeface="微软雅黑"/>
                <a:cs typeface="微软雅黑"/>
              </a:defRPr>
            </a:pPr>
            <a:r>
              <a:rPr sz="885" b="0" lang="en-US">
                <a:solidFill>
                  <a:srgbClr val="111111"/>
                </a:solidFill>
                <a:latin typeface="微软雅黑"/>
                <a:ea typeface="微软雅黑"/>
                <a:cs typeface="微软雅黑"/>
              </a:rPr>
              <a:t>Respond to commands</a:t>
            </a:r>
          </a:p>
          <a:p>
            <a:pPr algn="ctr">
              <a:lnSpc>
                <a:spcPct val="104000"/>
              </a:lnSpc>
              <a:spcBef>
                <a:spcPts val="0"/>
              </a:spcBef>
              <a:spcAft>
                <a:spcPts val="0"/>
              </a:spcAft>
              <a:buNone/>
              <a:defRPr sz="975" b="0">
                <a:solidFill>
                  <a:srgbClr val="111111"/>
                </a:solidFill>
                <a:latin typeface="微软雅黑"/>
                <a:ea typeface="微软雅黑"/>
                <a:cs typeface="微软雅黑"/>
              </a:defRPr>
            </a:pPr>
            <a:r>
              <a:rPr sz="885" b="0" lang="en-US">
                <a:solidFill>
                  <a:srgbClr val="111111"/>
                </a:solidFill>
                <a:latin typeface="微软雅黑"/>
                <a:ea typeface="微软雅黑"/>
                <a:cs typeface="微软雅黑"/>
              </a:rPr>
              <a:t>Evolve state</a:t>
            </a:r>
          </a:p>
          <a:p>
            <a:pPr algn="ctr">
              <a:lnSpc>
                <a:spcPct val="104000"/>
              </a:lnSpc>
              <a:spcBef>
                <a:spcPts val="0"/>
              </a:spcBef>
              <a:spcAft>
                <a:spcPts val="0"/>
              </a:spcAft>
              <a:buNone/>
              <a:defRPr sz="975" b="0">
                <a:solidFill>
                  <a:srgbClr val="111111"/>
                </a:solidFill>
                <a:latin typeface="微软雅黑"/>
                <a:ea typeface="微软雅黑"/>
                <a:cs typeface="微软雅黑"/>
              </a:defRPr>
            </a:pPr>
            <a:r>
              <a:rPr sz="885" b="0" lang="en-US">
                <a:solidFill>
                  <a:srgbClr val="111111"/>
                </a:solidFill>
                <a:latin typeface="微软雅黑"/>
                <a:ea typeface="微软雅黑"/>
                <a:cs typeface="微软雅黑"/>
              </a:rPr>
              <a:t>Return simulated measurements</a:t>
            </a:r>
          </a:p>
          <a:p>
            <a:pPr algn="ctr">
              <a:lnSpc>
                <a:spcPct val="104000"/>
              </a:lnSpc>
              <a:spcBef>
                <a:spcPts val="0"/>
              </a:spcBef>
              <a:spcAft>
                <a:spcPts val="0"/>
              </a:spcAft>
              <a:buNone/>
              <a:defRPr sz="975" b="0">
                <a:solidFill>
                  <a:srgbClr val="111111"/>
                </a:solidFill>
                <a:latin typeface="微软雅黑"/>
                <a:ea typeface="微软雅黑"/>
                <a:cs typeface="微软雅黑"/>
              </a:defRPr>
            </a:pPr>
            <a:r>
              <a:rPr sz="885" b="0" lang="en-US">
                <a:solidFill>
                  <a:srgbClr val="111111"/>
                </a:solidFill>
                <a:latin typeface="微软雅黑"/>
                <a:ea typeface="微软雅黑"/>
                <a:cs typeface="微软雅黑"/>
              </a:rPr>
              <a:t>and operating status</a:t>
            </a:r>
          </a:p>
        </p:txBody>
      </p:sp>
      <p:sp>
        <p:nvSpPr>
          <p:cNvPr id="96" name="diagram-box-1191">
            <a:extLst xmlns:a="http://schemas.openxmlformats.org/drawingml/2006/main">
              <a:ext uri="{FF2B5EF4-FFF2-40B4-BE49-F238E27FC236}">
                <a16:creationId xmlns:a16="http://schemas.microsoft.com/office/drawing/2014/main" id="{864A08C9-5DBB-44A0-9C6F-DD2238508D30}"/>
              </a:ext>
            </a:extLst>
          </p:cNvPr>
          <p:cNvSpPr>
            <a:spLocks xmlns:a="http://schemas.openxmlformats.org/drawingml/2006/main" noGrp="1"/>
          </p:cNvSpPr>
          <p:nvPr/>
        </p:nvSpPr>
        <p:spPr>
          <a:xfrm xmlns:a="http://schemas.openxmlformats.org/drawingml/2006/main">
            <a:off x="9496425" y="4248150"/>
            <a:ext cx="22002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diagram-box-1192">
            <a:extLst xmlns:a="http://schemas.openxmlformats.org/drawingml/2006/main">
              <a:ext uri="{FF2B5EF4-FFF2-40B4-BE49-F238E27FC236}">
                <a16:creationId xmlns:a16="http://schemas.microsoft.com/office/drawing/2014/main" id="{4AA72C16-D3AF-40A6-B398-765B64FC2D95}"/>
              </a:ext>
            </a:extLst>
          </p:cNvPr>
          <p:cNvSpPr>
            <a:spLocks xmlns:a="http://schemas.openxmlformats.org/drawingml/2006/main" noGrp="1"/>
          </p:cNvSpPr>
          <p:nvPr/>
        </p:nvSpPr>
        <p:spPr>
          <a:xfrm xmlns:a="http://schemas.openxmlformats.org/drawingml/2006/main">
            <a:off x="9496425" y="4248150"/>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8" name="revision-text-1193">
            <a:extLst xmlns:a="http://schemas.openxmlformats.org/drawingml/2006/main">
              <a:ext uri="{FF2B5EF4-FFF2-40B4-BE49-F238E27FC236}">
                <a16:creationId xmlns:a16="http://schemas.microsoft.com/office/drawing/2014/main" id="{5215BDB6-E3C1-4D6D-8D8F-89E5E1425848}"/>
              </a:ext>
            </a:extLst>
          </p:cNvPr>
          <p:cNvSpPr>
            <a:spLocks xmlns:a="http://schemas.openxmlformats.org/drawingml/2006/main" noGrp="1"/>
          </p:cNvSpPr>
          <p:nvPr/>
        </p:nvSpPr>
        <p:spPr>
          <a:xfrm xmlns:a="http://schemas.openxmlformats.org/drawingml/2006/main">
            <a:off x="9572625" y="427672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Hardware mode</a:t>
            </a:r>
          </a:p>
        </p:txBody>
      </p:sp>
      <p:sp>
        <p:nvSpPr>
          <p:cNvPr id="99" name="revision-text-1194">
            <a:extLst xmlns:a="http://schemas.openxmlformats.org/drawingml/2006/main">
              <a:ext uri="{FF2B5EF4-FFF2-40B4-BE49-F238E27FC236}">
                <a16:creationId xmlns:a16="http://schemas.microsoft.com/office/drawing/2014/main" id="{0ACA82FD-85FB-4B2D-858D-5D557ADD0280}"/>
              </a:ext>
            </a:extLst>
          </p:cNvPr>
          <p:cNvSpPr>
            <a:spLocks xmlns:a="http://schemas.openxmlformats.org/drawingml/2006/main" noGrp="1"/>
          </p:cNvSpPr>
          <p:nvPr/>
        </p:nvSpPr>
        <p:spPr>
          <a:xfrm xmlns:a="http://schemas.openxmlformats.org/drawingml/2006/main">
            <a:off x="9544050" y="4591050"/>
            <a:ext cx="2105025" cy="216408"/>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945" b="0">
                <a:solidFill>
                  <a:srgbClr val="111111"/>
                </a:solidFill>
                <a:latin typeface="微软雅黑"/>
                <a:ea typeface="微软雅黑"/>
                <a:cs typeface="微软雅黑"/>
              </a:defRPr>
            </a:pPr>
            <a:r>
              <a:rPr sz="825" b="0" lang="en-US">
                <a:solidFill>
                  <a:srgbClr val="111111"/>
                </a:solidFill>
                <a:latin typeface="微软雅黑"/>
                <a:ea typeface="微软雅黑"/>
                <a:cs typeface="微软雅黑"/>
              </a:rPr>
              <a:t>Map commands / Convert real feedback</a:t>
            </a:r>
          </a:p>
        </p:txBody>
      </p:sp>
      <p:sp>
        <p:nvSpPr>
          <p:cNvPr id="100" name="diagram-line-1195">
            <a:extLst xmlns:a="http://schemas.openxmlformats.org/drawingml/2006/main">
              <a:ext uri="{FF2B5EF4-FFF2-40B4-BE49-F238E27FC236}">
                <a16:creationId xmlns:a16="http://schemas.microsoft.com/office/drawing/2014/main" id="{03989A3A-3EB4-4E0D-80BC-0A5B3C35D3D6}"/>
              </a:ext>
            </a:extLst>
          </p:cNvPr>
          <p:cNvSpPr>
            <a:spLocks xmlns:a="http://schemas.openxmlformats.org/drawingml/2006/main" noGrp="1"/>
          </p:cNvSpPr>
          <p:nvPr/>
        </p:nvSpPr>
        <p:spPr>
          <a:xfrm xmlns:a="http://schemas.openxmlformats.org/drawingml/2006/main">
            <a:off x="8429625" y="3924300"/>
            <a:ext cx="923925" cy="191"/>
          </a:xfrm>
          <a:custGeom xmlns:a="http://schemas.openxmlformats.org/drawingml/2006/main">
            <a:pathLst>
              <a:path w="923925" h="191">
                <a:moveTo>
                  <a:pt x="0" y="0"/>
                </a:moveTo>
                <a:lnTo>
                  <a:pt x="923925" y="0"/>
                </a:lnTo>
              </a:path>
            </a:pathLst>
          </a:custGeom>
          <a:noFill xmlns:a="http://schemas.openxmlformats.org/drawingml/2006/main"/>
          <a:ln xmlns:a="http://schemas.openxmlformats.org/drawingml/2006/main" w="14288">
            <a:solidFill>
              <a:srgbClr val="28849C"/>
            </a:solidFill>
          </a:ln>
        </p:spPr>
      </p:sp>
      <p:sp>
        <p:nvSpPr>
          <p:cNvPr id="101" name="diagram-line-1196">
            <a:extLst xmlns:a="http://schemas.openxmlformats.org/drawingml/2006/main">
              <a:ext uri="{FF2B5EF4-FFF2-40B4-BE49-F238E27FC236}">
                <a16:creationId xmlns:a16="http://schemas.microsoft.com/office/drawing/2014/main" id="{5C9A5EF3-10BD-4C3C-8649-5DF34498B2AD}"/>
              </a:ext>
            </a:extLst>
          </p:cNvPr>
          <p:cNvSpPr>
            <a:spLocks xmlns:a="http://schemas.openxmlformats.org/drawingml/2006/main" noGrp="1"/>
          </p:cNvSpPr>
          <p:nvPr/>
        </p:nvSpPr>
        <p:spPr>
          <a:xfrm xmlns:a="http://schemas.openxmlformats.org/drawingml/2006/main">
            <a:off x="9353550" y="3276600"/>
            <a:ext cx="191" cy="647700"/>
          </a:xfrm>
          <a:custGeom xmlns:a="http://schemas.openxmlformats.org/drawingml/2006/main">
            <a:pathLst>
              <a:path w="191" h="647700">
                <a:moveTo>
                  <a:pt x="0" y="647700"/>
                </a:moveTo>
                <a:lnTo>
                  <a:pt x="0" y="0"/>
                </a:lnTo>
              </a:path>
            </a:pathLst>
          </a:custGeom>
          <a:noFill xmlns:a="http://schemas.openxmlformats.org/drawingml/2006/main"/>
          <a:ln xmlns:a="http://schemas.openxmlformats.org/drawingml/2006/main" w="14288">
            <a:solidFill>
              <a:srgbClr val="28849C"/>
            </a:solidFill>
          </a:ln>
        </p:spPr>
      </p:sp>
      <p:sp>
        <p:nvSpPr>
          <p:cNvPr id="102" name="diagram-line-1197">
            <a:extLst xmlns:a="http://schemas.openxmlformats.org/drawingml/2006/main">
              <a:ext uri="{FF2B5EF4-FFF2-40B4-BE49-F238E27FC236}">
                <a16:creationId xmlns:a16="http://schemas.microsoft.com/office/drawing/2014/main" id="{AFDC6102-7EE8-4FB6-B2E6-D977F96C2DC3}"/>
              </a:ext>
            </a:extLst>
          </p:cNvPr>
          <p:cNvSpPr>
            <a:spLocks xmlns:a="http://schemas.openxmlformats.org/drawingml/2006/main" noGrp="1"/>
          </p:cNvSpPr>
          <p:nvPr/>
        </p:nvSpPr>
        <p:spPr>
          <a:xfrm xmlns:a="http://schemas.openxmlformats.org/drawingml/2006/main">
            <a:off x="9353550" y="3276600"/>
            <a:ext cx="276225" cy="191"/>
          </a:xfrm>
          <a:custGeom xmlns:a="http://schemas.openxmlformats.org/drawingml/2006/main">
            <a:pathLst>
              <a:path w="276225" h="191">
                <a:moveTo>
                  <a:pt x="0" y="0"/>
                </a:moveTo>
                <a:lnTo>
                  <a:pt x="276225" y="0"/>
                </a:lnTo>
              </a:path>
            </a:pathLst>
          </a:custGeom>
          <a:noFill xmlns:a="http://schemas.openxmlformats.org/drawingml/2006/main"/>
          <a:ln xmlns:a="http://schemas.openxmlformats.org/drawingml/2006/main" w="14288">
            <a:solidFill>
              <a:srgbClr val="28849C"/>
            </a:solidFill>
          </a:ln>
        </p:spPr>
      </p:sp>
      <p:sp>
        <p:nvSpPr>
          <p:cNvPr id="103" name="diagram-poly-1198">
            <a:extLst xmlns:a="http://schemas.openxmlformats.org/drawingml/2006/main">
              <a:ext uri="{FF2B5EF4-FFF2-40B4-BE49-F238E27FC236}">
                <a16:creationId xmlns:a16="http://schemas.microsoft.com/office/drawing/2014/main" id="{5B2ACE21-CD05-4C8F-9C3D-A965B6B83300}"/>
              </a:ext>
            </a:extLst>
          </p:cNvPr>
          <p:cNvSpPr>
            <a:spLocks xmlns:a="http://schemas.openxmlformats.org/drawingml/2006/main" noGrp="1"/>
          </p:cNvSpPr>
          <p:nvPr/>
        </p:nvSpPr>
        <p:spPr>
          <a:xfrm xmlns:a="http://schemas.openxmlformats.org/drawingml/2006/main">
            <a:off x="9563100" y="32470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4" name="diagram-line-1199">
            <a:extLst xmlns:a="http://schemas.openxmlformats.org/drawingml/2006/main">
              <a:ext uri="{FF2B5EF4-FFF2-40B4-BE49-F238E27FC236}">
                <a16:creationId xmlns:a16="http://schemas.microsoft.com/office/drawing/2014/main" id="{0B26036C-5305-4309-B912-A56F1D21E752}"/>
              </a:ext>
            </a:extLst>
          </p:cNvPr>
          <p:cNvSpPr>
            <a:spLocks xmlns:a="http://schemas.openxmlformats.org/drawingml/2006/main" noGrp="1"/>
          </p:cNvSpPr>
          <p:nvPr/>
        </p:nvSpPr>
        <p:spPr>
          <a:xfrm xmlns:a="http://schemas.openxmlformats.org/drawingml/2006/main">
            <a:off x="9353550" y="3924300"/>
            <a:ext cx="191" cy="647700"/>
          </a:xfrm>
          <a:custGeom xmlns:a="http://schemas.openxmlformats.org/drawingml/2006/main">
            <a:pathLst>
              <a:path w="191" h="647700">
                <a:moveTo>
                  <a:pt x="0" y="0"/>
                </a:moveTo>
                <a:lnTo>
                  <a:pt x="0" y="647700"/>
                </a:lnTo>
              </a:path>
            </a:pathLst>
          </a:custGeom>
          <a:noFill xmlns:a="http://schemas.openxmlformats.org/drawingml/2006/main"/>
          <a:ln xmlns:a="http://schemas.openxmlformats.org/drawingml/2006/main" w="14288">
            <a:solidFill>
              <a:srgbClr val="28849C"/>
            </a:solidFill>
          </a:ln>
        </p:spPr>
      </p:sp>
      <p:sp>
        <p:nvSpPr>
          <p:cNvPr id="105" name="diagram-line-1200">
            <a:extLst xmlns:a="http://schemas.openxmlformats.org/drawingml/2006/main">
              <a:ext uri="{FF2B5EF4-FFF2-40B4-BE49-F238E27FC236}">
                <a16:creationId xmlns:a16="http://schemas.microsoft.com/office/drawing/2014/main" id="{14ED4B13-E108-46F5-B227-C4B833EEBA5D}"/>
              </a:ext>
            </a:extLst>
          </p:cNvPr>
          <p:cNvSpPr>
            <a:spLocks xmlns:a="http://schemas.openxmlformats.org/drawingml/2006/main" noGrp="1"/>
          </p:cNvSpPr>
          <p:nvPr/>
        </p:nvSpPr>
        <p:spPr>
          <a:xfrm xmlns:a="http://schemas.openxmlformats.org/drawingml/2006/main">
            <a:off x="9353550" y="4572000"/>
            <a:ext cx="142875" cy="191"/>
          </a:xfrm>
          <a:custGeom xmlns:a="http://schemas.openxmlformats.org/drawingml/2006/main">
            <a:pathLst>
              <a:path w="142875" h="191">
                <a:moveTo>
                  <a:pt x="0" y="0"/>
                </a:moveTo>
                <a:lnTo>
                  <a:pt x="142875" y="0"/>
                </a:lnTo>
              </a:path>
            </a:pathLst>
          </a:custGeom>
          <a:noFill xmlns:a="http://schemas.openxmlformats.org/drawingml/2006/main"/>
          <a:ln xmlns:a="http://schemas.openxmlformats.org/drawingml/2006/main" w="14288">
            <a:solidFill>
              <a:srgbClr val="28849C"/>
            </a:solidFill>
          </a:ln>
        </p:spPr>
      </p:sp>
      <p:sp>
        <p:nvSpPr>
          <p:cNvPr id="106" name="diagram-poly-1201">
            <a:extLst xmlns:a="http://schemas.openxmlformats.org/drawingml/2006/main">
              <a:ext uri="{FF2B5EF4-FFF2-40B4-BE49-F238E27FC236}">
                <a16:creationId xmlns:a16="http://schemas.microsoft.com/office/drawing/2014/main" id="{981F28E2-FEB7-4D6F-B8C5-87BFBA4BB12B}"/>
              </a:ext>
            </a:extLst>
          </p:cNvPr>
          <p:cNvSpPr>
            <a:spLocks xmlns:a="http://schemas.openxmlformats.org/drawingml/2006/main" noGrp="1"/>
          </p:cNvSpPr>
          <p:nvPr/>
        </p:nvSpPr>
        <p:spPr>
          <a:xfrm xmlns:a="http://schemas.openxmlformats.org/drawingml/2006/main">
            <a:off x="9429750" y="45424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7" name="revision-text-1202">
            <a:extLst xmlns:a="http://schemas.openxmlformats.org/drawingml/2006/main">
              <a:ext uri="{FF2B5EF4-FFF2-40B4-BE49-F238E27FC236}">
                <a16:creationId xmlns:a16="http://schemas.microsoft.com/office/drawing/2014/main" id="{545A9487-68D4-46E7-94D6-668503637D35}"/>
              </a:ext>
            </a:extLst>
          </p:cNvPr>
          <p:cNvSpPr>
            <a:spLocks xmlns:a="http://schemas.openxmlformats.org/drawingml/2006/main" noGrp="1"/>
          </p:cNvSpPr>
          <p:nvPr/>
        </p:nvSpPr>
        <p:spPr>
          <a:xfrm xmlns:a="http://schemas.openxmlformats.org/drawingml/2006/main">
            <a:off x="8448675" y="3676650"/>
            <a:ext cx="771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28849C"/>
                </a:solidFill>
                <a:latin typeface="微软雅黑"/>
                <a:ea typeface="微软雅黑"/>
                <a:cs typeface="微软雅黑"/>
              </a:defRPr>
            </a:pPr>
            <a:r>
              <a:rPr sz="1170" b="0">
                <a:solidFill>
                  <a:srgbClr val="28849C"/>
                </a:solidFill>
                <a:latin typeface="微软雅黑"/>
                <a:ea typeface="微软雅黑"/>
                <a:cs typeface="微软雅黑"/>
              </a:rPr>
              <a:t>Command</a:t>
            </a:r>
          </a:p>
        </p:txBody>
      </p:sp>
      <p:sp>
        <p:nvSpPr>
          <p:cNvPr id="108" name="diagram-line-1203">
            <a:extLst xmlns:a="http://schemas.openxmlformats.org/drawingml/2006/main">
              <a:ext uri="{FF2B5EF4-FFF2-40B4-BE49-F238E27FC236}">
                <a16:creationId xmlns:a16="http://schemas.microsoft.com/office/drawing/2014/main" id="{33CA0E99-125D-48B3-995F-DEDFD2AD3A35}"/>
              </a:ext>
            </a:extLst>
          </p:cNvPr>
          <p:cNvSpPr>
            <a:spLocks xmlns:a="http://schemas.openxmlformats.org/drawingml/2006/main" noGrp="1"/>
          </p:cNvSpPr>
          <p:nvPr/>
        </p:nvSpPr>
        <p:spPr>
          <a:xfrm xmlns:a="http://schemas.openxmlformats.org/drawingml/2006/main">
            <a:off x="9172575" y="3619500"/>
            <a:ext cx="457200" cy="191"/>
          </a:xfrm>
          <a:custGeom xmlns:a="http://schemas.openxmlformats.org/drawingml/2006/main">
            <a:pathLst>
              <a:path w="457200" h="191">
                <a:moveTo>
                  <a:pt x="457200" y="0"/>
                </a:moveTo>
                <a:lnTo>
                  <a:pt x="0" y="0"/>
                </a:lnTo>
              </a:path>
            </a:pathLst>
          </a:custGeom>
          <a:noFill xmlns:a="http://schemas.openxmlformats.org/drawingml/2006/main"/>
          <a:ln xmlns:a="http://schemas.openxmlformats.org/drawingml/2006/main" w="14288">
            <a:solidFill>
              <a:srgbClr val="799A39"/>
            </a:solidFill>
          </a:ln>
        </p:spPr>
      </p:sp>
      <p:sp>
        <p:nvSpPr>
          <p:cNvPr id="109" name="diagram-line-1204">
            <a:extLst xmlns:a="http://schemas.openxmlformats.org/drawingml/2006/main">
              <a:ext uri="{FF2B5EF4-FFF2-40B4-BE49-F238E27FC236}">
                <a16:creationId xmlns:a16="http://schemas.microsoft.com/office/drawing/2014/main" id="{496656EE-AE06-485D-B938-DEADDE1D500E}"/>
              </a:ext>
            </a:extLst>
          </p:cNvPr>
          <p:cNvSpPr>
            <a:spLocks xmlns:a="http://schemas.openxmlformats.org/drawingml/2006/main" noGrp="1"/>
          </p:cNvSpPr>
          <p:nvPr/>
        </p:nvSpPr>
        <p:spPr>
          <a:xfrm xmlns:a="http://schemas.openxmlformats.org/drawingml/2006/main">
            <a:off x="9172575" y="3619500"/>
            <a:ext cx="191" cy="247650"/>
          </a:xfrm>
          <a:custGeom xmlns:a="http://schemas.openxmlformats.org/drawingml/2006/main">
            <a:pathLst>
              <a:path w="191" h="247650">
                <a:moveTo>
                  <a:pt x="0" y="0"/>
                </a:moveTo>
                <a:lnTo>
                  <a:pt x="0" y="247650"/>
                </a:lnTo>
              </a:path>
            </a:pathLst>
          </a:custGeom>
          <a:noFill xmlns:a="http://schemas.openxmlformats.org/drawingml/2006/main"/>
          <a:ln xmlns:a="http://schemas.openxmlformats.org/drawingml/2006/main" w="14288">
            <a:solidFill>
              <a:srgbClr val="799A39"/>
            </a:solidFill>
          </a:ln>
        </p:spPr>
      </p:sp>
      <p:sp>
        <p:nvSpPr>
          <p:cNvPr id="110" name="diagram-line-1205">
            <a:extLst xmlns:a="http://schemas.openxmlformats.org/drawingml/2006/main">
              <a:ext uri="{FF2B5EF4-FFF2-40B4-BE49-F238E27FC236}">
                <a16:creationId xmlns:a16="http://schemas.microsoft.com/office/drawing/2014/main" id="{5619C277-A81E-4798-B0AE-58BB3A54C3EF}"/>
              </a:ext>
            </a:extLst>
          </p:cNvPr>
          <p:cNvSpPr>
            <a:spLocks xmlns:a="http://schemas.openxmlformats.org/drawingml/2006/main" noGrp="1"/>
          </p:cNvSpPr>
          <p:nvPr/>
        </p:nvSpPr>
        <p:spPr>
          <a:xfrm xmlns:a="http://schemas.openxmlformats.org/drawingml/2006/main">
            <a:off x="9172575" y="3981450"/>
            <a:ext cx="191" cy="390525"/>
          </a:xfrm>
          <a:custGeom xmlns:a="http://schemas.openxmlformats.org/drawingml/2006/main">
            <a:pathLst>
              <a:path w="191" h="390525">
                <a:moveTo>
                  <a:pt x="0" y="0"/>
                </a:moveTo>
                <a:lnTo>
                  <a:pt x="0" y="390525"/>
                </a:lnTo>
              </a:path>
            </a:pathLst>
          </a:custGeom>
          <a:noFill xmlns:a="http://schemas.openxmlformats.org/drawingml/2006/main"/>
          <a:ln xmlns:a="http://schemas.openxmlformats.org/drawingml/2006/main" w="14288">
            <a:solidFill>
              <a:srgbClr val="799A39"/>
            </a:solidFill>
          </a:ln>
        </p:spPr>
      </p:sp>
      <p:sp>
        <p:nvSpPr>
          <p:cNvPr id="111" name="diagram-line-1206">
            <a:extLst xmlns:a="http://schemas.openxmlformats.org/drawingml/2006/main">
              <a:ext uri="{FF2B5EF4-FFF2-40B4-BE49-F238E27FC236}">
                <a16:creationId xmlns:a16="http://schemas.microsoft.com/office/drawing/2014/main" id="{E0764F5F-6C62-4A10-B3B8-2278484B1D38}"/>
              </a:ext>
            </a:extLst>
          </p:cNvPr>
          <p:cNvSpPr>
            <a:spLocks xmlns:a="http://schemas.openxmlformats.org/drawingml/2006/main" noGrp="1"/>
          </p:cNvSpPr>
          <p:nvPr/>
        </p:nvSpPr>
        <p:spPr>
          <a:xfrm xmlns:a="http://schemas.openxmlformats.org/drawingml/2006/main">
            <a:off x="8429625" y="4371975"/>
            <a:ext cx="742950" cy="191"/>
          </a:xfrm>
          <a:custGeom xmlns:a="http://schemas.openxmlformats.org/drawingml/2006/main">
            <a:pathLst>
              <a:path w="742950" h="191">
                <a:moveTo>
                  <a:pt x="742950" y="0"/>
                </a:moveTo>
                <a:lnTo>
                  <a:pt x="0" y="0"/>
                </a:lnTo>
              </a:path>
            </a:pathLst>
          </a:custGeom>
          <a:noFill xmlns:a="http://schemas.openxmlformats.org/drawingml/2006/main"/>
          <a:ln xmlns:a="http://schemas.openxmlformats.org/drawingml/2006/main" w="14288">
            <a:solidFill>
              <a:srgbClr val="799A39"/>
            </a:solidFill>
          </a:ln>
        </p:spPr>
      </p:sp>
      <p:sp>
        <p:nvSpPr>
          <p:cNvPr id="112" name="diagram-poly-1207">
            <a:extLst xmlns:a="http://schemas.openxmlformats.org/drawingml/2006/main">
              <a:ext uri="{FF2B5EF4-FFF2-40B4-BE49-F238E27FC236}">
                <a16:creationId xmlns:a16="http://schemas.microsoft.com/office/drawing/2014/main" id="{064D7EF2-9EB2-4E0C-AF13-34B019DD10F3}"/>
              </a:ext>
            </a:extLst>
          </p:cNvPr>
          <p:cNvSpPr>
            <a:spLocks xmlns:a="http://schemas.openxmlformats.org/drawingml/2006/main" noGrp="1"/>
          </p:cNvSpPr>
          <p:nvPr/>
        </p:nvSpPr>
        <p:spPr>
          <a:xfrm xmlns:a="http://schemas.openxmlformats.org/drawingml/2006/main">
            <a:off x="8429625"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diagram-line-1208">
            <a:extLst xmlns:a="http://schemas.openxmlformats.org/drawingml/2006/main">
              <a:ext uri="{FF2B5EF4-FFF2-40B4-BE49-F238E27FC236}">
                <a16:creationId xmlns:a16="http://schemas.microsoft.com/office/drawing/2014/main" id="{BD020F7E-29FB-466C-93D6-383492D3D471}"/>
              </a:ext>
            </a:extLst>
          </p:cNvPr>
          <p:cNvSpPr>
            <a:spLocks xmlns:a="http://schemas.openxmlformats.org/drawingml/2006/main" noGrp="1"/>
          </p:cNvSpPr>
          <p:nvPr/>
        </p:nvSpPr>
        <p:spPr>
          <a:xfrm xmlns:a="http://schemas.openxmlformats.org/drawingml/2006/main">
            <a:off x="9172575" y="4781550"/>
            <a:ext cx="323850" cy="191"/>
          </a:xfrm>
          <a:custGeom xmlns:a="http://schemas.openxmlformats.org/drawingml/2006/main">
            <a:pathLst>
              <a:path w="323850" h="191">
                <a:moveTo>
                  <a:pt x="323850" y="0"/>
                </a:moveTo>
                <a:lnTo>
                  <a:pt x="0" y="0"/>
                </a:lnTo>
              </a:path>
            </a:pathLst>
          </a:custGeom>
          <a:noFill xmlns:a="http://schemas.openxmlformats.org/drawingml/2006/main"/>
          <a:ln xmlns:a="http://schemas.openxmlformats.org/drawingml/2006/main" w="14288">
            <a:solidFill>
              <a:srgbClr val="799A39"/>
            </a:solidFill>
          </a:ln>
        </p:spPr>
      </p:sp>
      <p:sp>
        <p:nvSpPr>
          <p:cNvPr id="114" name="diagram-line-1209">
            <a:extLst xmlns:a="http://schemas.openxmlformats.org/drawingml/2006/main">
              <a:ext uri="{FF2B5EF4-FFF2-40B4-BE49-F238E27FC236}">
                <a16:creationId xmlns:a16="http://schemas.microsoft.com/office/drawing/2014/main" id="{CE067DDA-DF2D-4C46-B48B-8613F37FA63E}"/>
              </a:ext>
            </a:extLst>
          </p:cNvPr>
          <p:cNvSpPr>
            <a:spLocks xmlns:a="http://schemas.openxmlformats.org/drawingml/2006/main" noGrp="1"/>
          </p:cNvSpPr>
          <p:nvPr/>
        </p:nvSpPr>
        <p:spPr>
          <a:xfrm xmlns:a="http://schemas.openxmlformats.org/drawingml/2006/main">
            <a:off x="9172575" y="4371975"/>
            <a:ext cx="191" cy="409575"/>
          </a:xfrm>
          <a:custGeom xmlns:a="http://schemas.openxmlformats.org/drawingml/2006/main">
            <a:pathLst>
              <a:path w="191" h="409575">
                <a:moveTo>
                  <a:pt x="0" y="409575"/>
                </a:moveTo>
                <a:lnTo>
                  <a:pt x="0" y="0"/>
                </a:lnTo>
              </a:path>
            </a:pathLst>
          </a:custGeom>
          <a:noFill xmlns:a="http://schemas.openxmlformats.org/drawingml/2006/main"/>
          <a:ln xmlns:a="http://schemas.openxmlformats.org/drawingml/2006/main" w="14288">
            <a:solidFill>
              <a:srgbClr val="799A39"/>
            </a:solidFill>
          </a:ln>
        </p:spPr>
      </p:sp>
      <p:sp>
        <p:nvSpPr>
          <p:cNvPr id="115" name="revision-text-1210">
            <a:extLst xmlns:a="http://schemas.openxmlformats.org/drawingml/2006/main">
              <a:ext uri="{FF2B5EF4-FFF2-40B4-BE49-F238E27FC236}">
                <a16:creationId xmlns:a16="http://schemas.microsoft.com/office/drawing/2014/main" id="{864964C4-8184-4D3C-BBE9-B8A91F8AC88E}"/>
              </a:ext>
            </a:extLst>
          </p:cNvPr>
          <p:cNvSpPr>
            <a:spLocks xmlns:a="http://schemas.openxmlformats.org/drawingml/2006/main" noGrp="1"/>
          </p:cNvSpPr>
          <p:nvPr/>
        </p:nvSpPr>
        <p:spPr>
          <a:xfrm xmlns:a="http://schemas.openxmlformats.org/drawingml/2006/main">
            <a:off x="8458200" y="4019550"/>
            <a:ext cx="676275" cy="3724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State /</a:t>
            </a:r>
          </a:p>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Data</a:t>
            </a:r>
          </a:p>
        </p:txBody>
      </p:sp>
      <p:sp>
        <p:nvSpPr>
          <p:cNvPr id="116" name="diagram-box-1211">
            <a:extLst xmlns:a="http://schemas.openxmlformats.org/drawingml/2006/main">
              <a:ext uri="{FF2B5EF4-FFF2-40B4-BE49-F238E27FC236}">
                <a16:creationId xmlns:a16="http://schemas.microsoft.com/office/drawing/2014/main" id="{0D527E01-358B-48F3-9C16-E90CD12CEBCD}"/>
              </a:ext>
            </a:extLst>
          </p:cNvPr>
          <p:cNvSpPr>
            <a:spLocks xmlns:a="http://schemas.openxmlformats.org/drawingml/2006/main" noGrp="1"/>
          </p:cNvSpPr>
          <p:nvPr/>
        </p:nvSpPr>
        <p:spPr>
          <a:xfrm xmlns:a="http://schemas.openxmlformats.org/drawingml/2006/main">
            <a:off x="9496425" y="5457825"/>
            <a:ext cx="2200275" cy="523875"/>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17" name="diagram-box-1212">
            <a:extLst xmlns:a="http://schemas.openxmlformats.org/drawingml/2006/main">
              <a:ext uri="{FF2B5EF4-FFF2-40B4-BE49-F238E27FC236}">
                <a16:creationId xmlns:a16="http://schemas.microsoft.com/office/drawing/2014/main" id="{6615ACEA-1797-4F6A-AE38-69F57544581D}"/>
              </a:ext>
            </a:extLst>
          </p:cNvPr>
          <p:cNvSpPr>
            <a:spLocks xmlns:a="http://schemas.openxmlformats.org/drawingml/2006/main" noGrp="1"/>
          </p:cNvSpPr>
          <p:nvPr/>
        </p:nvSpPr>
        <p:spPr>
          <a:xfrm xmlns:a="http://schemas.openxmlformats.org/drawingml/2006/main">
            <a:off x="9496425" y="5457825"/>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18" name="revision-text-1213">
            <a:extLst xmlns:a="http://schemas.openxmlformats.org/drawingml/2006/main">
              <a:ext uri="{FF2B5EF4-FFF2-40B4-BE49-F238E27FC236}">
                <a16:creationId xmlns:a16="http://schemas.microsoft.com/office/drawing/2014/main" id="{BECA69F1-F02C-46F1-A759-A69A5DFE8381}"/>
              </a:ext>
            </a:extLst>
          </p:cNvPr>
          <p:cNvSpPr>
            <a:spLocks xmlns:a="http://schemas.openxmlformats.org/drawingml/2006/main" noGrp="1"/>
          </p:cNvSpPr>
          <p:nvPr/>
        </p:nvSpPr>
        <p:spPr>
          <a:xfrm xmlns:a="http://schemas.openxmlformats.org/drawingml/2006/main">
            <a:off x="9572625" y="5486400"/>
            <a:ext cx="204787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Physical device</a:t>
            </a:r>
          </a:p>
        </p:txBody>
      </p:sp>
      <p:sp>
        <p:nvSpPr>
          <p:cNvPr id="119" name="revision-text-1214">
            <a:extLst xmlns:a="http://schemas.openxmlformats.org/drawingml/2006/main">
              <a:ext uri="{FF2B5EF4-FFF2-40B4-BE49-F238E27FC236}">
                <a16:creationId xmlns:a16="http://schemas.microsoft.com/office/drawing/2014/main" id="{C93C4A5D-B3D9-4228-A99B-130BEB47248C}"/>
              </a:ext>
            </a:extLst>
          </p:cNvPr>
          <p:cNvSpPr>
            <a:spLocks xmlns:a="http://schemas.openxmlformats.org/drawingml/2006/main" noGrp="1"/>
          </p:cNvSpPr>
          <p:nvPr/>
        </p:nvSpPr>
        <p:spPr>
          <a:xfrm xmlns:a="http://schemas.openxmlformats.org/drawingml/2006/main">
            <a:off x="9563100" y="5762625"/>
            <a:ext cx="2066925" cy="205264"/>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102" b="0">
                <a:solidFill>
                  <a:srgbClr val="111111"/>
                </a:solidFill>
                <a:latin typeface="微软雅黑"/>
                <a:ea typeface="微软雅黑"/>
                <a:cs typeface="微软雅黑"/>
              </a:defRPr>
            </a:pPr>
            <a:r>
              <a:rPr sz="787" b="0" lang="en-US">
                <a:solidFill>
                  <a:srgbClr val="111111"/>
                </a:solidFill>
                <a:latin typeface="微软雅黑"/>
                <a:ea typeface="微软雅黑"/>
                <a:cs typeface="微软雅黑"/>
              </a:rPr>
              <a:t>Execute operations and return actual data</a:t>
            </a:r>
          </a:p>
        </p:txBody>
      </p:sp>
      <p:sp>
        <p:nvSpPr>
          <p:cNvPr id="120" name="diagram-line-1215">
            <a:extLst xmlns:a="http://schemas.openxmlformats.org/drawingml/2006/main">
              <a:ext uri="{FF2B5EF4-FFF2-40B4-BE49-F238E27FC236}">
                <a16:creationId xmlns:a16="http://schemas.microsoft.com/office/drawing/2014/main" id="{AAA0B45C-6EE8-4BC6-8639-E0B4312C290E}"/>
              </a:ext>
            </a:extLst>
          </p:cNvPr>
          <p:cNvSpPr>
            <a:spLocks xmlns:a="http://schemas.openxmlformats.org/drawingml/2006/main" noGrp="1"/>
          </p:cNvSpPr>
          <p:nvPr/>
        </p:nvSpPr>
        <p:spPr>
          <a:xfrm xmlns:a="http://schemas.openxmlformats.org/drawingml/2006/main">
            <a:off x="9782175" y="4895850"/>
            <a:ext cx="191" cy="561975"/>
          </a:xfrm>
          <a:custGeom xmlns:a="http://schemas.openxmlformats.org/drawingml/2006/main">
            <a:pathLst>
              <a:path w="191" h="561975">
                <a:moveTo>
                  <a:pt x="0" y="0"/>
                </a:moveTo>
                <a:lnTo>
                  <a:pt x="0" y="561975"/>
                </a:lnTo>
              </a:path>
            </a:pathLst>
          </a:custGeom>
          <a:noFill xmlns:a="http://schemas.openxmlformats.org/drawingml/2006/main"/>
          <a:ln xmlns:a="http://schemas.openxmlformats.org/drawingml/2006/main" w="14288">
            <a:solidFill>
              <a:srgbClr val="28849C"/>
            </a:solidFill>
          </a:ln>
        </p:spPr>
      </p:sp>
      <p:sp>
        <p:nvSpPr>
          <p:cNvPr id="121" name="diagram-poly-1216">
            <a:extLst xmlns:a="http://schemas.openxmlformats.org/drawingml/2006/main">
              <a:ext uri="{FF2B5EF4-FFF2-40B4-BE49-F238E27FC236}">
                <a16:creationId xmlns:a16="http://schemas.microsoft.com/office/drawing/2014/main" id="{AF73977E-3588-4A31-8D29-BE0D405CAFEC}"/>
              </a:ext>
            </a:extLst>
          </p:cNvPr>
          <p:cNvSpPr>
            <a:spLocks xmlns:a="http://schemas.openxmlformats.org/drawingml/2006/main" noGrp="1"/>
          </p:cNvSpPr>
          <p:nvPr/>
        </p:nvSpPr>
        <p:spPr>
          <a:xfrm xmlns:a="http://schemas.openxmlformats.org/drawingml/2006/main">
            <a:off x="9752648" y="539115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122" name="revision-text-1217">
            <a:extLst xmlns:a="http://schemas.openxmlformats.org/drawingml/2006/main">
              <a:ext uri="{FF2B5EF4-FFF2-40B4-BE49-F238E27FC236}">
                <a16:creationId xmlns:a16="http://schemas.microsoft.com/office/drawing/2014/main" id="{698E70F5-897C-4A94-9BF9-8B4C5F437859}"/>
              </a:ext>
            </a:extLst>
          </p:cNvPr>
          <p:cNvSpPr>
            <a:spLocks xmlns:a="http://schemas.openxmlformats.org/drawingml/2006/main" noGrp="1"/>
          </p:cNvSpPr>
          <p:nvPr/>
        </p:nvSpPr>
        <p:spPr>
          <a:xfrm xmlns:a="http://schemas.openxmlformats.org/drawingml/2006/main">
            <a:off x="9248775" y="5105400"/>
            <a:ext cx="9144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28849C"/>
                </a:solidFill>
                <a:latin typeface="微软雅黑"/>
                <a:ea typeface="微软雅黑"/>
                <a:cs typeface="微软雅黑"/>
              </a:defRPr>
            </a:pPr>
            <a:r>
              <a:rPr sz="832" b="0">
                <a:solidFill>
                  <a:srgbClr val="28849C"/>
                </a:solidFill>
                <a:latin typeface="微软雅黑"/>
                <a:ea typeface="微软雅黑"/>
                <a:cs typeface="微软雅黑"/>
              </a:rPr>
              <a:t>Device command</a:t>
            </a:r>
          </a:p>
        </p:txBody>
      </p:sp>
      <p:sp>
        <p:nvSpPr>
          <p:cNvPr id="123" name="diagram-line-1218">
            <a:extLst xmlns:a="http://schemas.openxmlformats.org/drawingml/2006/main">
              <a:ext uri="{FF2B5EF4-FFF2-40B4-BE49-F238E27FC236}">
                <a16:creationId xmlns:a16="http://schemas.microsoft.com/office/drawing/2014/main" id="{2F0F0603-9C2C-493B-89E5-F8E58D4565CB}"/>
              </a:ext>
            </a:extLst>
          </p:cNvPr>
          <p:cNvSpPr>
            <a:spLocks xmlns:a="http://schemas.openxmlformats.org/drawingml/2006/main" noGrp="1"/>
          </p:cNvSpPr>
          <p:nvPr/>
        </p:nvSpPr>
        <p:spPr>
          <a:xfrm xmlns:a="http://schemas.openxmlformats.org/drawingml/2006/main">
            <a:off x="11449050" y="4895850"/>
            <a:ext cx="191" cy="561975"/>
          </a:xfrm>
          <a:custGeom xmlns:a="http://schemas.openxmlformats.org/drawingml/2006/main">
            <a:pathLst>
              <a:path w="191" h="561975">
                <a:moveTo>
                  <a:pt x="0" y="561975"/>
                </a:moveTo>
                <a:lnTo>
                  <a:pt x="0" y="0"/>
                </a:lnTo>
              </a:path>
            </a:pathLst>
          </a:custGeom>
          <a:noFill xmlns:a="http://schemas.openxmlformats.org/drawingml/2006/main"/>
          <a:ln xmlns:a="http://schemas.openxmlformats.org/drawingml/2006/main" w="14288">
            <a:solidFill>
              <a:srgbClr val="799A39"/>
            </a:solidFill>
          </a:ln>
        </p:spPr>
      </p:sp>
      <p:sp>
        <p:nvSpPr>
          <p:cNvPr id="124" name="diagram-poly-1219">
            <a:extLst xmlns:a="http://schemas.openxmlformats.org/drawingml/2006/main">
              <a:ext uri="{FF2B5EF4-FFF2-40B4-BE49-F238E27FC236}">
                <a16:creationId xmlns:a16="http://schemas.microsoft.com/office/drawing/2014/main" id="{CFC6D614-E1DB-4269-A320-8AC12B6391E5}"/>
              </a:ext>
            </a:extLst>
          </p:cNvPr>
          <p:cNvSpPr>
            <a:spLocks xmlns:a="http://schemas.openxmlformats.org/drawingml/2006/main" noGrp="1"/>
          </p:cNvSpPr>
          <p:nvPr/>
        </p:nvSpPr>
        <p:spPr>
          <a:xfrm xmlns:a="http://schemas.openxmlformats.org/drawingml/2006/main">
            <a:off x="11419523" y="4895850"/>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125" name="revision-text-1220">
            <a:extLst xmlns:a="http://schemas.openxmlformats.org/drawingml/2006/main">
              <a:ext uri="{FF2B5EF4-FFF2-40B4-BE49-F238E27FC236}">
                <a16:creationId xmlns:a16="http://schemas.microsoft.com/office/drawing/2014/main" id="{510CA3C4-4D1E-4023-BD1A-F2ADE2573DB3}"/>
              </a:ext>
            </a:extLst>
          </p:cNvPr>
          <p:cNvSpPr>
            <a:spLocks xmlns:a="http://schemas.openxmlformats.org/drawingml/2006/main" noGrp="1"/>
          </p:cNvSpPr>
          <p:nvPr/>
        </p:nvSpPr>
        <p:spPr>
          <a:xfrm xmlns:a="http://schemas.openxmlformats.org/drawingml/2006/main">
            <a:off x="10620375" y="5105400"/>
            <a:ext cx="11430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799A39"/>
                </a:solidFill>
                <a:latin typeface="微软雅黑"/>
                <a:ea typeface="微软雅黑"/>
                <a:cs typeface="微软雅黑"/>
              </a:defRPr>
            </a:pPr>
            <a:r>
              <a:rPr sz="1125" b="0">
                <a:solidFill>
                  <a:srgbClr val="799A39"/>
                </a:solidFill>
                <a:latin typeface="微软雅黑"/>
                <a:ea typeface="微软雅黑"/>
                <a:cs typeface="微软雅黑"/>
              </a:rPr>
              <a:t>Data / Status</a:t>
            </a:r>
          </a:p>
        </p:txBody>
      </p:sp>
      <p:sp>
        <p:nvSpPr>
          <p:cNvPr id="126" name="revision-text-1221">
            <a:extLst xmlns:a="http://schemas.openxmlformats.org/drawingml/2006/main">
              <a:ext uri="{FF2B5EF4-FFF2-40B4-BE49-F238E27FC236}">
                <a16:creationId xmlns:a16="http://schemas.microsoft.com/office/drawing/2014/main" id="{52BDD474-465D-44F5-95DF-257504C667EB}"/>
              </a:ext>
            </a:extLst>
          </p:cNvPr>
          <p:cNvSpPr>
            <a:spLocks xmlns:a="http://schemas.openxmlformats.org/drawingml/2006/main" noGrp="1"/>
          </p:cNvSpPr>
          <p:nvPr/>
        </p:nvSpPr>
        <p:spPr>
          <a:xfrm xmlns:a="http://schemas.openxmlformats.org/drawingml/2006/main">
            <a:off x="3276600" y="5353050"/>
            <a:ext cx="5676900" cy="227552"/>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1260" b="0">
                <a:solidFill>
                  <a:srgbClr val="152C40"/>
                </a:solidFill>
                <a:latin typeface="微软雅黑"/>
                <a:ea typeface="微软雅黑"/>
                <a:cs typeface="微软雅黑"/>
              </a:defRPr>
            </a:pPr>
            <a:r>
              <a:rPr sz="1050" b="0" lang="en-US">
                <a:solidFill>
                  <a:srgbClr val="152C40"/>
                </a:solidFill>
                <a:latin typeface="微软雅黑"/>
                <a:ea typeface="微软雅黑"/>
                <a:cs typeface="微软雅黑"/>
              </a:rPr>
              <a:t>Treat simulated feedback as device data. Update models and check constraints as usual.</a:t>
            </a:r>
          </a:p>
        </p:txBody>
      </p:sp>
      <p:sp>
        <p:nvSpPr>
          <p:cNvPr id="127" name="revision-text-1222">
            <a:extLst xmlns:a="http://schemas.openxmlformats.org/drawingml/2006/main">
              <a:ext uri="{FF2B5EF4-FFF2-40B4-BE49-F238E27FC236}">
                <a16:creationId xmlns:a16="http://schemas.microsoft.com/office/drawing/2014/main" id="{9D87EABB-BCE8-4F22-8017-FD60F002799E}"/>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560" b="1" lang="en-US">
                <a:solidFill>
                  <a:srgbClr val="1C3C5C"/>
                </a:solidFill>
                <a:latin typeface="微软雅黑"/>
                <a:ea typeface="微软雅黑"/>
                <a:cs typeface="微软雅黑"/>
              </a:rPr>
              <a:t>Optimize the plan in simulation. Once results are confirmed acceptable, the host initiates hardware execution.</a:t>
            </a:r>
          </a:p>
        </p:txBody>
      </p:sp>
    </p:spTree>
    <p:extLst>
      <p:ext uri="{BB962C8B-B14F-4D97-AF65-F5344CB8AC3E}">
        <p14:creationId xmlns:p14="http://schemas.microsoft.com/office/powerpoint/2010/main" val="7997639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8B76CB-97FC-4E2C-A149-6EF9F147A2D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81A1D7E-E0D2-4E2D-955F-DF18ECEFAFE3}"/>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10  Conclusions</a:t>
            </a:r>
          </a:p>
        </p:txBody>
      </p:sp>
      <p:sp>
        <p:nvSpPr>
          <p:cNvPr id="4" name="Rounded Rectangle 3">
            <a:extLst xmlns:a="http://schemas.openxmlformats.org/drawingml/2006/main">
              <a:ext uri="{FF2B5EF4-FFF2-40B4-BE49-F238E27FC236}">
                <a16:creationId xmlns:a16="http://schemas.microsoft.com/office/drawing/2014/main" id="{166E572B-038D-4E01-A818-46FD87866073}"/>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78421C4-7D50-4698-BAF6-2524F47F0532}"/>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ctr">
              <a:lnSpc>
                <a:spcPct val="104000"/>
              </a:lnSpc>
              <a:spcBef>
                <a:spcPts val="0"/>
              </a:spcBef>
              <a:spcAft>
                <a:spcPts val="0"/>
              </a:spcAft>
              <a:buNone/>
              <a:defRPr sz="2200" b="1">
                <a:solidFill>
                  <a:srgbClr val="1A3A5C"/>
                </a:solidFill>
                <a:latin typeface="微软雅黑"/>
                <a:ea typeface="微软雅黑"/>
                <a:cs typeface="微软雅黑"/>
              </a:defRPr>
            </a:pPr>
            <a:r>
              <a:rPr sz="2200" b="1" lang="en-US">
                <a:solidFill>
                  <a:srgbClr val="1A3A5C"/>
                </a:solidFill>
                <a:latin typeface="微软雅黑"/>
                <a:ea typeface="微软雅黑"/>
                <a:cs typeface="微软雅黑"/>
              </a:rPr>
              <a:t>Thank you. Questions are welcome.</a:t>
            </a:r>
          </a:p>
        </p:txBody>
      </p:sp>
      <p:sp>
        <p:nvSpPr>
          <p:cNvPr id="7" name="TextBox 6">
            <a:extLst xmlns:a="http://schemas.openxmlformats.org/drawingml/2006/main">
              <a:ext uri="{FF2B5EF4-FFF2-40B4-BE49-F238E27FC236}">
                <a16:creationId xmlns:a16="http://schemas.microsoft.com/office/drawing/2014/main" id="{6422D9E2-31A5-4581-B846-D84940581EE4}"/>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059E32F3-F265-472A-AD23-C593FB15F105}"/>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10/10</a:t>
            </a:r>
          </a:p>
        </p:txBody>
      </p:sp>
      <p:sp>
        <p:nvSpPr>
          <p:cNvPr id="9" name="edited-text-30">
            <a:extLst xmlns:a="http://schemas.openxmlformats.org/drawingml/2006/main">
              <a:ext uri="{FF2B5EF4-FFF2-40B4-BE49-F238E27FC236}">
                <a16:creationId xmlns:a16="http://schemas.microsoft.com/office/drawing/2014/main" id="{373307DD-588F-4733-AD09-F96B00FF5728}"/>
              </a:ext>
            </a:extLst>
          </p:cNvPr>
          <p:cNvSpPr>
            <a:spLocks xmlns:a="http://schemas.openxmlformats.org/drawingml/2006/main" noGrp="1"/>
          </p:cNvSpPr>
          <p:nvPr/>
        </p:nvSpPr>
        <p:spPr>
          <a:xfrm xmlns:a="http://schemas.openxmlformats.org/drawingml/2006/main">
            <a:off x="1238250" y="19621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Unified modeling</a:t>
            </a:r>
          </a:p>
        </p:txBody>
      </p:sp>
      <p:sp>
        <p:nvSpPr>
          <p:cNvPr id="10" name="edited-text-31">
            <a:extLst xmlns:a="http://schemas.openxmlformats.org/drawingml/2006/main">
              <a:ext uri="{FF2B5EF4-FFF2-40B4-BE49-F238E27FC236}">
                <a16:creationId xmlns:a16="http://schemas.microsoft.com/office/drawing/2014/main" id="{B21B31D9-48EA-475D-881D-7684F45CDE2D}"/>
              </a:ext>
            </a:extLst>
          </p:cNvPr>
          <p:cNvSpPr>
            <a:spLocks xmlns:a="http://schemas.openxmlformats.org/drawingml/2006/main" noGrp="1"/>
          </p:cNvSpPr>
          <p:nvPr/>
        </p:nvSpPr>
        <p:spPr>
          <a:xfrm xmlns:a="http://schemas.openxmlformats.org/drawingml/2006/main">
            <a:off x="3838575" y="1971675"/>
            <a:ext cx="7105650" cy="5238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83" b="0">
                <a:solidFill>
                  <a:srgbClr val="243746"/>
                </a:solidFill>
                <a:latin typeface="微软雅黑"/>
                <a:ea typeface="微软雅黑"/>
                <a:cs typeface="微软雅黑"/>
              </a:defRPr>
            </a:pPr>
            <a:r>
              <a:rPr sz="1583" b="0" lang="en-US">
                <a:solidFill>
                  <a:srgbClr val="243746"/>
                </a:solidFill>
                <a:latin typeface="微软雅黑"/>
                <a:ea typeface="微软雅黑"/>
                <a:cs typeface="微软雅黑"/>
              </a:rPr>
              <a:t>Resource, workflow, and constraint models jointly describe laboratory</a:t>
            </a:r>
          </a:p>
          <a:p>
            <a:pPr algn="l">
              <a:lnSpc>
                <a:spcPct val="104000"/>
              </a:lnSpc>
              <a:spcBef>
                <a:spcPts val="0"/>
              </a:spcBef>
              <a:spcAft>
                <a:spcPts val="0"/>
              </a:spcAft>
              <a:buNone/>
              <a:defRPr sz="1583" b="0">
                <a:solidFill>
                  <a:srgbClr val="243746"/>
                </a:solidFill>
                <a:latin typeface="微软雅黑"/>
                <a:ea typeface="微软雅黑"/>
                <a:cs typeface="微软雅黑"/>
              </a:defRPr>
            </a:pPr>
            <a:r>
              <a:rPr sz="1583" b="0" lang="en-US">
                <a:solidFill>
                  <a:srgbClr val="243746"/>
                </a:solidFill>
                <a:latin typeface="微软雅黑"/>
                <a:ea typeface="微软雅黑"/>
                <a:cs typeface="微软雅黑"/>
              </a:rPr>
              <a:t>task execution.</a:t>
            </a:r>
          </a:p>
        </p:txBody>
      </p:sp>
      <p:sp>
        <p:nvSpPr>
          <p:cNvPr id="11" name="edited-text-32">
            <a:extLst xmlns:a="http://schemas.openxmlformats.org/drawingml/2006/main">
              <a:ext uri="{FF2B5EF4-FFF2-40B4-BE49-F238E27FC236}">
                <a16:creationId xmlns:a16="http://schemas.microsoft.com/office/drawing/2014/main" id="{A963D036-8E1D-4CCA-8223-C6691988D477}"/>
              </a:ext>
            </a:extLst>
          </p:cNvPr>
          <p:cNvSpPr>
            <a:spLocks xmlns:a="http://schemas.openxmlformats.org/drawingml/2006/main" noGrp="1"/>
          </p:cNvSpPr>
          <p:nvPr/>
        </p:nvSpPr>
        <p:spPr>
          <a:xfrm xmlns:a="http://schemas.openxmlformats.org/drawingml/2006/main">
            <a:off x="1238250" y="282892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Explicit semantics</a:t>
            </a:r>
          </a:p>
        </p:txBody>
      </p:sp>
      <p:sp>
        <p:nvSpPr>
          <p:cNvPr id="12" name="edited-text-33">
            <a:extLst xmlns:a="http://schemas.openxmlformats.org/drawingml/2006/main">
              <a:ext uri="{FF2B5EF4-FFF2-40B4-BE49-F238E27FC236}">
                <a16:creationId xmlns:a16="http://schemas.microsoft.com/office/drawing/2014/main" id="{6326D345-AA6B-4F89-92DF-7F73D02DF2EB}"/>
              </a:ext>
            </a:extLst>
          </p:cNvPr>
          <p:cNvSpPr>
            <a:spLocks xmlns:a="http://schemas.openxmlformats.org/drawingml/2006/main" noGrp="1"/>
          </p:cNvSpPr>
          <p:nvPr/>
        </p:nvSpPr>
        <p:spPr>
          <a:xfrm xmlns:a="http://schemas.openxmlformats.org/drawingml/2006/main">
            <a:off x="3838575" y="2838450"/>
            <a:ext cx="7105650" cy="5238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90" b="0">
                <a:solidFill>
                  <a:srgbClr val="243746"/>
                </a:solidFill>
                <a:latin typeface="微软雅黑"/>
                <a:ea typeface="微软雅黑"/>
                <a:cs typeface="微软雅黑"/>
              </a:defRPr>
            </a:pPr>
            <a:r>
              <a:rPr sz="1590" b="0" lang="en-US">
                <a:solidFill>
                  <a:srgbClr val="243746"/>
                </a:solidFill>
                <a:latin typeface="微软雅黑"/>
                <a:ea typeface="微软雅黑"/>
                <a:cs typeface="微软雅黑"/>
              </a:rPr>
              <a:t>Variable spaces, interfaces, triggers, and state machines define execution</a:t>
            </a:r>
          </a:p>
          <a:p>
            <a:pPr algn="l">
              <a:lnSpc>
                <a:spcPct val="104000"/>
              </a:lnSpc>
              <a:spcBef>
                <a:spcPts val="0"/>
              </a:spcBef>
              <a:spcAft>
                <a:spcPts val="0"/>
              </a:spcAft>
              <a:buNone/>
              <a:defRPr sz="1590" b="0">
                <a:solidFill>
                  <a:srgbClr val="243746"/>
                </a:solidFill>
                <a:latin typeface="微软雅黑"/>
                <a:ea typeface="微软雅黑"/>
                <a:cs typeface="微软雅黑"/>
              </a:defRPr>
            </a:pPr>
            <a:r>
              <a:rPr sz="1590" b="0" lang="en-US">
                <a:solidFill>
                  <a:srgbClr val="243746"/>
                </a:solidFill>
                <a:latin typeface="微软雅黑"/>
                <a:ea typeface="微软雅黑"/>
                <a:cs typeface="微软雅黑"/>
              </a:rPr>
              <a:t>semantics.</a:t>
            </a:r>
          </a:p>
        </p:txBody>
      </p:sp>
      <p:sp>
        <p:nvSpPr>
          <p:cNvPr id="13" name="edited-text-34">
            <a:extLst xmlns:a="http://schemas.openxmlformats.org/drawingml/2006/main">
              <a:ext uri="{FF2B5EF4-FFF2-40B4-BE49-F238E27FC236}">
                <a16:creationId xmlns:a16="http://schemas.microsoft.com/office/drawing/2014/main" id="{3628EBED-8AB3-4677-B98A-2EA25F80BAC3}"/>
              </a:ext>
            </a:extLst>
          </p:cNvPr>
          <p:cNvSpPr>
            <a:spLocks xmlns:a="http://schemas.openxmlformats.org/drawingml/2006/main" noGrp="1"/>
          </p:cNvSpPr>
          <p:nvPr/>
        </p:nvSpPr>
        <p:spPr>
          <a:xfrm xmlns:a="http://schemas.openxmlformats.org/drawingml/2006/main">
            <a:off x="1238250" y="369570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Shared execution</a:t>
            </a:r>
          </a:p>
        </p:txBody>
      </p:sp>
      <p:sp>
        <p:nvSpPr>
          <p:cNvPr id="14" name="edited-text-35">
            <a:extLst xmlns:a="http://schemas.openxmlformats.org/drawingml/2006/main">
              <a:ext uri="{FF2B5EF4-FFF2-40B4-BE49-F238E27FC236}">
                <a16:creationId xmlns:a16="http://schemas.microsoft.com/office/drawing/2014/main" id="{AE041547-F4D5-40C4-9A99-F7C580170051}"/>
              </a:ext>
            </a:extLst>
          </p:cNvPr>
          <p:cNvSpPr>
            <a:spLocks xmlns:a="http://schemas.openxmlformats.org/drawingml/2006/main" noGrp="1"/>
          </p:cNvSpPr>
          <p:nvPr/>
        </p:nvSpPr>
        <p:spPr>
          <a:xfrm xmlns:a="http://schemas.openxmlformats.org/drawingml/2006/main">
            <a:off x="3838575" y="3705225"/>
            <a:ext cx="7105650" cy="52387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515" b="0">
                <a:solidFill>
                  <a:srgbClr val="243746"/>
                </a:solidFill>
                <a:latin typeface="微软雅黑"/>
                <a:ea typeface="微软雅黑"/>
                <a:cs typeface="微软雅黑"/>
              </a:defRPr>
            </a:pPr>
            <a:r>
              <a:rPr sz="1515" b="0" lang="en-US">
                <a:solidFill>
                  <a:srgbClr val="243746"/>
                </a:solidFill>
                <a:latin typeface="微软雅黑"/>
                <a:ea typeface="微软雅黑"/>
                <a:cs typeface="微软雅黑"/>
              </a:rPr>
              <a:t>People, workflows, and LLMs share the execution mechanism, with support</a:t>
            </a:r>
          </a:p>
          <a:p>
            <a:pPr algn="l">
              <a:lnSpc>
                <a:spcPct val="104000"/>
              </a:lnSpc>
              <a:spcBef>
                <a:spcPts val="0"/>
              </a:spcBef>
              <a:spcAft>
                <a:spcPts val="0"/>
              </a:spcAft>
              <a:buNone/>
              <a:defRPr sz="1515" b="0">
                <a:solidFill>
                  <a:srgbClr val="243746"/>
                </a:solidFill>
                <a:latin typeface="微软雅黑"/>
                <a:ea typeface="微软雅黑"/>
                <a:cs typeface="微软雅黑"/>
              </a:defRPr>
            </a:pPr>
            <a:r>
              <a:rPr sz="1515" b="0" lang="en-US">
                <a:solidFill>
                  <a:srgbClr val="243746"/>
                </a:solidFill>
                <a:latin typeface="微软雅黑"/>
                <a:ea typeface="微软雅黑"/>
                <a:cs typeface="微软雅黑"/>
              </a:rPr>
              <a:t>for simulation.</a:t>
            </a:r>
          </a:p>
        </p:txBody>
      </p:sp>
      <p:sp>
        <p:nvSpPr>
          <p:cNvPr id="15" name="edited-text-36">
            <a:extLst xmlns:a="http://schemas.openxmlformats.org/drawingml/2006/main">
              <a:ext uri="{FF2B5EF4-FFF2-40B4-BE49-F238E27FC236}">
                <a16:creationId xmlns:a16="http://schemas.microsoft.com/office/drawing/2014/main" id="{0CBA8F36-AB35-474D-8E76-4856F0D05D3F}"/>
              </a:ext>
            </a:extLst>
          </p:cNvPr>
          <p:cNvSpPr>
            <a:spLocks xmlns:a="http://schemas.openxmlformats.org/drawingml/2006/main" noGrp="1"/>
          </p:cNvSpPr>
          <p:nvPr/>
        </p:nvSpPr>
        <p:spPr>
          <a:xfrm xmlns:a="http://schemas.openxmlformats.org/drawingml/2006/main">
            <a:off x="1276350" y="4381500"/>
            <a:ext cx="9525000" cy="276225"/>
          </a:xfrm>
          <a:prstGeom xmlns:a="http://schemas.openxmlformats.org/drawingml/2006/main" prst="rect">
            <a:avLst/>
          </a:prstGeom>
          <a:noFill xmlns:a="http://schemas.openxmlformats.org/drawingml/2006/main"/>
          <a:ln xmlns:a="http://schemas.openxmlformats.org/drawingml/2006/main" w="0">
            <a:noFill/>
          </a:ln>
        </p:spPr>
        <p:txBody xmlns:p="http://schemas.openxmlformats.org/presentationml/2006/main" xmlns:a="http://schemas.openxmlformats.org/drawingml/2006/main">
          <a:bodyPr xmlns:a="http://schemas.openxmlformats.org/drawingml/2006/main" wrap="none" lIns="0" tIns="0" rIns="0" bIns="0" anchor="t">
            <a:noAutofit/>
          </a:bodyPr>
          <a:lstStyle xmlns:a="http://schemas.openxmlformats.org/drawingml/2006/main"/>
          <a:p>
            <a:pPr algn="l">
              <a:lnSpc>
                <a:spcPct val="104000"/>
              </a:lnSpc>
              <a:spcBef>
                <a:spcPts val="0"/>
              </a:spcBef>
              <a:spcAft>
                <a:spcPts val="0"/>
              </a:spcAft>
              <a:buNone/>
              <a:defRPr sz="1650" b="1">
                <a:solidFill>
                  <a:srgbClr val="1C3C5C"/>
                </a:solidFill>
                <a:latin typeface="微软雅黑"/>
                <a:ea typeface="微软雅黑"/>
                <a:cs typeface="微软雅黑"/>
              </a:defRPr>
            </a:pPr>
            <a:r>
              <a:rPr sz="1650" b="1" lang="en-US">
                <a:solidFill>
                  <a:srgbClr val="1C3C5C"/>
                </a:solidFill>
                <a:latin typeface="微软雅黑"/>
                <a:ea typeface="微软雅黑"/>
                <a:cs typeface="微软雅黑"/>
              </a:rPr>
              <a:t>Models represent specific laboratories and tasks. Shared rules drive execution.</a:t>
            </a:r>
          </a:p>
        </p:txBody>
      </p:sp>
    </p:spTree>
    <p:extLst>
      <p:ext uri="{BB962C8B-B14F-4D97-AF65-F5344CB8AC3E}">
        <p14:creationId xmlns:p14="http://schemas.microsoft.com/office/powerpoint/2010/main" val="111353672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2026-09-11T03:10:56.0780000Z</dcterms:created>
  <dcterms:modified xsi:type="dcterms:W3CDTF">2026-09-11T03:10:56.0780000Z</dcterms:modified>
</coreProperties>
</file>