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a6cebee3d4891" /><Relationship Type="http://schemas.openxmlformats.org/officeDocument/2006/relationships/extended-properties" Target="/docProps/app.xml" Id="Rba7adc729e304b78" /><Relationship Type="http://schemas.openxmlformats.org/officeDocument/2006/relationships/officeDocument" Target="/ppt/presentation.xml" Id="R83d9999aa154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94e66fd474837"/>
  </p:sldMasterIdLst>
  <p:notesMasterIdLst>
    <p:notesMasterId xmlns:r="http://schemas.openxmlformats.org/officeDocument/2006/relationships" r:id="R043cfc5070324516"/>
  </p:notesMasterIdLst>
  <p:sldIdLst>
    <p:sldId xmlns:r="http://schemas.openxmlformats.org/officeDocument/2006/relationships" id="256" r:id="R628a89d4ad234875"/>
    <p:sldId xmlns:r="http://schemas.openxmlformats.org/officeDocument/2006/relationships" id="257" r:id="R6100ad22bde84b70"/>
    <p:sldId xmlns:r="http://schemas.openxmlformats.org/officeDocument/2006/relationships" id="258" r:id="R7d0263de04354c56"/>
    <p:sldId xmlns:r="http://schemas.openxmlformats.org/officeDocument/2006/relationships" id="259" r:id="R0ccb34ab5bbc48ca"/>
    <p:sldId xmlns:r="http://schemas.openxmlformats.org/officeDocument/2006/relationships" id="260" r:id="Ra44f40531fc649ef"/>
    <p:sldId xmlns:r="http://schemas.openxmlformats.org/officeDocument/2006/relationships" id="261" r:id="Rb6afea0be887452e"/>
    <p:sldId xmlns:r="http://schemas.openxmlformats.org/officeDocument/2006/relationships" id="262" r:id="R11cd320c45c74cc1"/>
    <p:sldId xmlns:r="http://schemas.openxmlformats.org/officeDocument/2006/relationships" id="263" r:id="Rd3d1f53638334f27"/>
    <p:sldId xmlns:r="http://schemas.openxmlformats.org/officeDocument/2006/relationships" id="264" r:id="R211a5167a7314f75"/>
    <p:sldId xmlns:r="http://schemas.openxmlformats.org/officeDocument/2006/relationships" id="265" r:id="Rf32cceb0832a4a93"/>
    <p:sldId xmlns:r="http://schemas.openxmlformats.org/officeDocument/2006/relationships" id="266" r:id="R8e196fcab25246f5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c9dcce8194566" /><Relationship Type="http://schemas.openxmlformats.org/officeDocument/2006/relationships/slideMaster" Target="/ppt/slideMasters/slideMaster1.xml" Id="Rc8e94e66fd474837" /><Relationship Type="http://schemas.openxmlformats.org/officeDocument/2006/relationships/notesMaster" Target="/ppt/notesMasters/notesMaster1.xml" Id="R043cfc5070324516" /><Relationship Type="http://schemas.openxmlformats.org/officeDocument/2006/relationships/presProps" Target="/ppt/presProps.xml" Id="R0d466f347a344a4f" /><Relationship Type="http://schemas.openxmlformats.org/officeDocument/2006/relationships/viewProps" Target="/ppt/viewProps.xml" Id="Rd96f3187113d45d9" /><Relationship Type="http://schemas.openxmlformats.org/officeDocument/2006/relationships/tableStyles" Target="/ppt/tableStyles.xml" Id="R3d5246fdd29d49d7" /><Relationship Type="http://schemas.openxmlformats.org/officeDocument/2006/relationships/slide" Target="/ppt/slides/slide1.xml" Id="R628a89d4ad234875" /><Relationship Type="http://schemas.openxmlformats.org/officeDocument/2006/relationships/slide" Target="/ppt/slides/slide2.xml" Id="R6100ad22bde84b70" /><Relationship Type="http://schemas.openxmlformats.org/officeDocument/2006/relationships/slide" Target="/ppt/slides/slide3.xml" Id="R7d0263de04354c56" /><Relationship Type="http://schemas.openxmlformats.org/officeDocument/2006/relationships/slide" Target="/ppt/slides/slide4.xml" Id="R0ccb34ab5bbc48ca" /><Relationship Type="http://schemas.openxmlformats.org/officeDocument/2006/relationships/slide" Target="/ppt/slides/slide5.xml" Id="Ra44f40531fc649ef" /><Relationship Type="http://schemas.openxmlformats.org/officeDocument/2006/relationships/slide" Target="/ppt/slides/slide6.xml" Id="Rb6afea0be887452e" /><Relationship Type="http://schemas.openxmlformats.org/officeDocument/2006/relationships/slide" Target="/ppt/slides/slide7.xml" Id="R11cd320c45c74cc1" /><Relationship Type="http://schemas.openxmlformats.org/officeDocument/2006/relationships/slide" Target="/ppt/slides/slide8.xml" Id="Rd3d1f53638334f27" /><Relationship Type="http://schemas.openxmlformats.org/officeDocument/2006/relationships/slide" Target="/ppt/slides/slide9.xml" Id="R211a5167a7314f75" /><Relationship Type="http://schemas.openxmlformats.org/officeDocument/2006/relationships/slide" Target="/ppt/slides/slide10.xml" Id="Rf32cceb0832a4a93" /><Relationship Type="http://schemas.openxmlformats.org/officeDocument/2006/relationships/slide" Target="/ppt/slides/slide11.xml" Id="R8e196fcab252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3b8ed9a1d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59f3eba1e4b46" /><Relationship Type="http://schemas.openxmlformats.org/officeDocument/2006/relationships/notesMaster" Target="/ppt/notesMasters/notesMaster1.xml" Id="Rc0497776dcec42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64c725e2c4ad3" /><Relationship Type="http://schemas.openxmlformats.org/officeDocument/2006/relationships/notesMaster" Target="/ppt/notesMasters/notesMaster1.xml" Id="R93d203e93050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48b6fe1be4429" /><Relationship Type="http://schemas.openxmlformats.org/officeDocument/2006/relationships/notesMaster" Target="/ppt/notesMasters/notesMaster1.xml" Id="R5732e2223fa7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0397b534da4d84" /><Relationship Type="http://schemas.openxmlformats.org/officeDocument/2006/relationships/notesMaster" Target="/ppt/notesMasters/notesMaster1.xml" Id="R41b75fd4e50c40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98f31271a411d" /><Relationship Type="http://schemas.openxmlformats.org/officeDocument/2006/relationships/notesMaster" Target="/ppt/notesMasters/notesMaster1.xml" Id="R064f07611b9f47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d7afb6ae8949f1" /><Relationship Type="http://schemas.openxmlformats.org/officeDocument/2006/relationships/notesMaster" Target="/ppt/notesMasters/notesMaster1.xml" Id="Rb67acdb315f1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80ec7ff9dc4fc5" /><Relationship Type="http://schemas.openxmlformats.org/officeDocument/2006/relationships/notesMaster" Target="/ppt/notesMasters/notesMaster1.xml" Id="Red2b004dd93544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07fd57b2645a2" /><Relationship Type="http://schemas.openxmlformats.org/officeDocument/2006/relationships/notesMaster" Target="/ppt/notesMasters/notesMaster1.xml" Id="Recfdd71ad585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e1e98f45b4974" /><Relationship Type="http://schemas.openxmlformats.org/officeDocument/2006/relationships/notesMaster" Target="/ppt/notesMasters/notesMaster1.xml" Id="Raf9b00070a65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d8a4231d614dc7" /><Relationship Type="http://schemas.openxmlformats.org/officeDocument/2006/relationships/notesMaster" Target="/ppt/notesMasters/notesMaster1.xml" Id="R8089ee2b11534a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1a4c6e0ae4e4f" /><Relationship Type="http://schemas.openxmlformats.org/officeDocument/2006/relationships/notesMaster" Target="/ppt/notesMasters/notesMaster1.xml" Id="Rc834b0bebc314e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执行的过程：怎样用模型表达设备、任务逻辑和运行规则，并让它们按照一套明确的执行语义运行。大模型开始参与实验室决策与控制后，这也关系到它的请求应该怎样进入设备执行。下面我从背景问题出发，介绍建模框架、执行机制及具体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今天的汇报分为六个部分。首先说明大模型参与后，为什么执行边界问题更加突出；然后从一次任务需要表达的内容出发，介绍资源、工作流、约束及跨层协议构成的框架。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框架部分采用先总后分的顺序：先看整体组织，再分别看各层的组成与职责。随后用执行链路将各层串起来，解释人工、流程和大模型如何共用设备执行机制。最后通过 SmartLab 2.0 中的反应釜加热案例说明实现，介绍仿真反馈闭环的扩展方向，并总结这项工作。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若干步骤，要说明步骤顺序、数据依赖和推进条件，这些任务过程形成工作流模型。第三，执行必须遵守运行规则，需要结合设备状态与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里按建模职责组织为资源、工作流与约束。四个执行问题并不机械地对应四层：资源层承载设备能力与状态，工作流层组织任务步骤、节点状态和数据关系，约束层界定执行边界。状态和数据贯穿各层，跨层协议 Π 则统一约定控制信号、数据类型、端口关系和执行反馈。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看图的整体关系。左侧是工作流，右侧是设备资源，底部是约束。工作流节点先与资源能力建立绑定关系；执行时发出请求，资源模型再返回状态与数据。这里将能力绑定与执行请求分别表示，是为了区分模型建立时的关系和运行时的交互。约束同时观察节点上下文与设备状态，并通过模型接口返回处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这套框架既规定用哪些对象表达实验室，也规定对象之间如何交互。具体实验室的设备和任务逻辑放在模型中，通用机制按这些语义执行。下面先展开资源层，说明设备对象怎样同时表达能力和操作过程。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资源层把设备表示为设备对象模型。图中叠放的轮廓表示可以组织多个设备对象，前面展开一个对象的内部组成：能力模型与状态机。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能力模型回答设备能做什么。它定义设备属性、可用能力、操作参数和接口，以及 Adapter 映射契约和内禀约束。例如，反应釜提供加热能力，温度是其属性，加热请求需要给出目标温度。映射契约说明模型中的操作怎样对应 Adapter 接口；具体协议翻译由 Adapter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一次请求如何执行。它接收控制信号，结合能力要求与当前状态判断是否允许操作，按照状态转移规则执行相应动作，并经输出接口发令。执行期间，设备事件和测量数据沿接口返回，驱动模型状态与属性更新。内禀约束随设备能力和状态规则在本地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因此，设备模型既描述设备能力，也描述控制过程。人工、工作流和大模型提出的请求都从设备模型入口进入，遵守相同规则。下一页继续说明，如何把这些设备操作组织为一个完整任务。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工作流首先组织整个任务的步骤及数据依赖。请先看上方，前序节点、当前执行节点与后续节点通过接口建立推进关系。这里展开一个执行节点；它可以绑定设备能力，向设备模型发起操作请求。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内部的各部分是一个整体。变量空间保存任务变量，并通过属性映射关联需要使用的设备数据；节点生命周期描述当前执行阶段和结果。控制接口承载激活、执行或终止等信号，数据端口表达输入输出数据关系。触发器读取变量、接口信号和生命周期，在条件成立时更新变量或状态，并发送相应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组成部分共同表达任务逻辑。例如，加热节点收到前序激活信号，在前置条件满足后提出加热请求。温度反馈进入变量空间后，触发器继续判断完成条件。只有条件满足并允许继续时，节点才完成并发出后续激活信号。收到反馈本身并不等于节点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因此，任务逻辑可以通过变量空间、生命周期、接口与触发规则在模型中说明，执行机制据此运行。下一页说明运行过程中如何共同观察资源与任务，并对越界情况采取处理动作。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约束层关心执行是否处于允许范围。图上方的工作流提供节点生命周期、任务变量和执行上下文，资源层提供设备状态、属性与测量数据。两侧的信息进入观察空间，供约束规则判断。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下方按观察空间、约束规则、处理动作展开。规则结合当前设备状态和任务阶段判断条件；条件触发后，产生设备动作、警告、报警或任务中止等处理。返回箭头接到工作流或资源模型的接口，说明处理仍然在已有模型机制中执行。设备相关动作由状态机继续经 Adapter 下发，任务相关动作由节点机制处理。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这里区分三类约束。内禀约束属于设备能力和状态规则，由设备状态机本地处理；实验室基线约束持续监督实验室运行；任务约束在具体任务执行期间生效。图中的约束层重点表示后两类规则的跨层观察与处理。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约束层并不是请求串行经过的转发环节，它持续观察执行并在需要时返回处理动作。到这里，执行对象、任务过程与边界规则都已经说明。下面用一条具体执行链路，把这些模型的协同关系串起来。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这一页说明前面的模型怎样共同完成一次设备执行。先看左侧：工作流横向组织任务步骤，一次设备操作则沿设备模型、Adapter 和物理设备纵向完成。向下传递执行信号与控制指令，向上传回设备状态和数据。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右侧展开一个节点及其对应设备执行单元。节点触发器读取变量、接口信号和生命周期；条件满足后，发出控制请求与操作参数。能力模型向设备状态机提供操作定义与 Adapter 映射契约。状态机结合当前状态处理请求，执行状态转移及相应动作，并依据契约生成约定的上层控制命令，再通过输出接口发送给 Adapter。Adapter 负责将上层发送的命令映射为设备协议或设备指令，由物理设备执行。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反馈沿对应接口返回。Adapter 将设备数据转换为事件或遥测反馈，设备模型依据反馈更新状态与属性，节点再取得执行状态与所需数据。节点是否完成、是否推进后续步骤，仍由其触发条件与动作决定。约束同时观察资源与任务上下文，并在需要时通过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现在回到背景中的问题。图中画的是工作流发起请求的例子。人工和大模型也可以直接请求某个设备能力，不必先经过工作流节点；但它们都必须进入设备模型，再由状态机到达 Adapter。不同意图来源共用能力定义、状态规则、反馈接口和约束处理，不能绕开模型直接控制设备。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这就把框架的建模结构与运行语义连起来了。接下来用反应釜加热任务说明一次完整执行。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这一页先交代实现，再看任务时序。在 SmartLab 2.0 原型中，工作流与状态机引擎执行模型，MQTT Adapter 完成设备通信。反应釜资源模型定义加热能力、设备属性和状态机；加热节点绑定对应能力，保存任务参数，并定义启动和完成条件；约束模型给出执行期间的规则。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时序图从上到下阅读。第一步，加热节点提出带参数的请求。设备状态机检查请求与当前状态，按模型规则处理后，向 Adapter 发出标准加热命令；Adapter 再将指令作用于反应釜。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中间的循环表示持续反馈。反应釜返回温度与运行状态，经 Adapter 转换后更新设备模型，再把执行状态与相关数据提供给节点。与此同时，资源状态和节点执行上下文进入约束观察。反馈可能出现多次，每次都可以更新模型和触发判断。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的两个分支分别说明正常推进和异常处理。完成条件满足且允许继续执行时，节点完成，并发出激活后续步骤的信号。若温度越界或设备异常触发停止、中止类规则，则通过状态机接口处理设备，通过节点接口处理任务。异常分支是停止、中止规则的示例；警告和报警等动作按各自规则定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因此，请求、执行、反馈、完成判断和异常处理都落在模型中定义的交互关系里。下面进一步讨论，怎样使用同一链路形成仿真反馈闭环。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重点是利用仿真反馈调整实验方案，同时保持设备执行链路一致。请先看左侧，大模型可以生成流程模型，交给工作流组织步骤；也可以直接对某个设备提出控制请求。两种方式都要进入设备模型，经状态机到达 Adapter。工作流按需参与，设备模型是共同入口。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仿真发生在 Adapter 内部。仿真开始时，Adapter 创建与对应物理设备实例相对应的虚拟机实例。这一次完整的仿真执行都使用同一个虚拟实例：它接收指令、推进模拟状态，并返回模拟测量和运行状态。虚拟实例因此能够承接连续操作及其状态演化。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上层系统而言，这些返回信息仍然按设备数据处理。设备模型更新状态和属性；如果任务包含工作流，节点照常取得数据、判断触发条件并推进步骤；约束也照常结合资源状态与任务上下文进行判断。状态、数据和约束结果形成执行反馈，交给大模型分析。图中返回左侧的箭头及大模型内部的回环，表示大模型依据反馈调整步骤、参数或控制请求，再沿同一链路模拟。这就是用于优化实验方案的仿真反馈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当系统完成仿真、确认方案无问题后，由上位机安排真机执行并指定 Adapter 的真机模式。Adapter 根据指定模式执行，不负责判断仿真是否通过，也不自行决定开始真机执行。图中只有真机模式连接物理设备：它映射实际指令、下发到设备，并转换真实反馈。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仿真和真机共用上层模型、状态规则与反馈接口，差别在于指令最终作用于 Adapter 内的虚拟实例，还是通过真机模式作用于物理设备。先使用仿真闭环优化方案，再发起真机执行，使大模型的设备控制始终处于共同的执行规则和约束之内。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：用资源、工作流与约束描述实验室的执行对象、任务过程和运行规则，并通过跨层协议连接交互。第二，明确语义：变量空间、生命周期、接口、触发器与状态机，让任务如何推进、数据如何关联、设备如何响应都能在模型层面得到说明。第三，共同链路：人工、流程和大模型的设备请求经过同一套设备模型和 Adapter 机制，也为仿真反馈闭环提供了基础。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系统具有明确的建模语言和执行语义。具体实验室的设备与任务逻辑通过模型表达，通用执行机制按照模型中定义的结构、状态和规则运行。这样既能说明系统由哪些对象组成，也能沿交互关系解释一次操作为什么发生、执行到了哪里以及依据什么继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这也回应了开头的执行边界问题：大模型可以提出方案和控制请求，而请求的执行始终由共同的模型、状态与约束机制承接。我的汇报到这里，谢谢各位，欢迎提问。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df616e30d42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0ff17207d4c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5d08af55b4d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ec65a4b494a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8a1635d8a4a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aaa64e725496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9595064b840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14c6c017f41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0a42cc2d446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270d073ce4a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8f68ef11b4c9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44015d89c54278" /><Relationship Type="http://schemas.openxmlformats.org/officeDocument/2006/relationships/slideLayout" Target="/ppt/slideLayouts/slideLayout1.xml" Id="R2a445fad8b374385" /><Relationship Type="http://schemas.openxmlformats.org/officeDocument/2006/relationships/slideLayout" Target="/ppt/slideLayouts/slideLayout2.xml" Id="R299f98c5881c46fc" /><Relationship Type="http://schemas.openxmlformats.org/officeDocument/2006/relationships/slideLayout" Target="/ppt/slideLayouts/slideLayout3.xml" Id="R5d3215ec0ade4a23" /><Relationship Type="http://schemas.openxmlformats.org/officeDocument/2006/relationships/slideLayout" Target="/ppt/slideLayouts/slideLayout4.xml" Id="R5539f289a07249c4" /><Relationship Type="http://schemas.openxmlformats.org/officeDocument/2006/relationships/slideLayout" Target="/ppt/slideLayouts/slideLayout5.xml" Id="R55722239beb34bf1" /><Relationship Type="http://schemas.openxmlformats.org/officeDocument/2006/relationships/slideLayout" Target="/ppt/slideLayouts/slideLayout6.xml" Id="R47af8e54d7f040be" /><Relationship Type="http://schemas.openxmlformats.org/officeDocument/2006/relationships/slideLayout" Target="/ppt/slideLayouts/slideLayout7.xml" Id="R2a15a2f1f6ec4635" /><Relationship Type="http://schemas.openxmlformats.org/officeDocument/2006/relationships/slideLayout" Target="/ppt/slideLayouts/slideLayout8.xml" Id="Rd3f2fed53a2e4aee" /><Relationship Type="http://schemas.openxmlformats.org/officeDocument/2006/relationships/slideLayout" Target="/ppt/slideLayouts/slideLayout9.xml" Id="R4cdf924906a343e4" /><Relationship Type="http://schemas.openxmlformats.org/officeDocument/2006/relationships/slideLayout" Target="/ppt/slideLayouts/slideLayout10.xml" Id="R909a55a008ad41a4" /><Relationship Type="http://schemas.openxmlformats.org/officeDocument/2006/relationships/slideLayout" Target="/ppt/slideLayouts/slideLayout11.xml" Id="Rdb385bd0150348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45fad8b374385"/>
    <p:sldLayoutId xmlns:r="http://schemas.openxmlformats.org/officeDocument/2006/relationships" id="2147483650" r:id="R299f98c5881c46fc"/>
    <p:sldLayoutId xmlns:r="http://schemas.openxmlformats.org/officeDocument/2006/relationships" id="2147483651" r:id="R5d3215ec0ade4a23"/>
    <p:sldLayoutId xmlns:r="http://schemas.openxmlformats.org/officeDocument/2006/relationships" id="2147483652" r:id="R5539f289a07249c4"/>
    <p:sldLayoutId xmlns:r="http://schemas.openxmlformats.org/officeDocument/2006/relationships" id="2147483653" r:id="R55722239beb34bf1"/>
    <p:sldLayoutId xmlns:r="http://schemas.openxmlformats.org/officeDocument/2006/relationships" id="2147483654" r:id="R47af8e54d7f040be"/>
    <p:sldLayoutId xmlns:r="http://schemas.openxmlformats.org/officeDocument/2006/relationships" id="2147483655" r:id="R2a15a2f1f6ec4635"/>
    <p:sldLayoutId xmlns:r="http://schemas.openxmlformats.org/officeDocument/2006/relationships" id="2147483656" r:id="Rd3f2fed53a2e4aee"/>
    <p:sldLayoutId xmlns:r="http://schemas.openxmlformats.org/officeDocument/2006/relationships" id="2147483657" r:id="R4cdf924906a343e4"/>
    <p:sldLayoutId xmlns:r="http://schemas.openxmlformats.org/officeDocument/2006/relationships" id="2147483658" r:id="R909a55a008ad41a4"/>
    <p:sldLayoutId xmlns:r="http://schemas.openxmlformats.org/officeDocument/2006/relationships" id="2147483659" r:id="Rdb385bd01503489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ac07d3f1d0445f" /><Relationship Type="http://schemas.openxmlformats.org/officeDocument/2006/relationships/notesSlide" Target="/ppt/notesSlides/notesSlide1.xml" Id="R35369d594887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44442b08634821" /><Relationship Type="http://schemas.openxmlformats.org/officeDocument/2006/relationships/notesSlide" Target="/ppt/notesSlides/notesSlide2.xml" Id="R598d71840c4e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8527f57544743" /><Relationship Type="http://schemas.openxmlformats.org/officeDocument/2006/relationships/notesSlide" Target="/ppt/notesSlides/notesSlide3.xml" Id="R3f284c93965e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3668d9197b41e4" /><Relationship Type="http://schemas.openxmlformats.org/officeDocument/2006/relationships/notesSlide" Target="/ppt/notesSlides/notesSlide4.xml" Id="R00dced2338c6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8eaba78899447c" /><Relationship Type="http://schemas.openxmlformats.org/officeDocument/2006/relationships/notesSlide" Target="/ppt/notesSlides/notesSlide5.xml" Id="Rc15a7c16a3d34b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ef413b2d3c4e41" /><Relationship Type="http://schemas.openxmlformats.org/officeDocument/2006/relationships/notesSlide" Target="/ppt/notesSlides/notesSlide6.xml" Id="R16a143589fcc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3d6af08ec24f5e" /><Relationship Type="http://schemas.openxmlformats.org/officeDocument/2006/relationships/notesSlide" Target="/ppt/notesSlides/notesSlide7.xml" Id="Rfbc4bc598c95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623e1573d6488d" /><Relationship Type="http://schemas.openxmlformats.org/officeDocument/2006/relationships/notesSlide" Target="/ppt/notesSlides/notesSlide8.xml" Id="R4b14bb9f931c44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1e374c788f41b9" /><Relationship Type="http://schemas.openxmlformats.org/officeDocument/2006/relationships/notesSlide" Target="/ppt/notesSlides/notesSlide9.xml" Id="R3a0691133395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a2eef08fba4136" /><Relationship Type="http://schemas.openxmlformats.org/officeDocument/2006/relationships/notesSlide" Target="/ppt/notesSlides/notesSlide10.xml" Id="R84c0d48e0619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ad35d1de08477e" /><Relationship Type="http://schemas.openxmlformats.org/officeDocument/2006/relationships/notesSlide" Target="/ppt/notesSlides/notesSlide11.xml" Id="R2add94a586b949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跨层协议 Π：统一约定控制信号、数据类型、端口关系与执行反馈</a:t>
            </a:r>
          </a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能力绑定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执行请求 / 控制信号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执行上下文</a:t>
            </a:r>
          </a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 / 测量属性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处理动作经接口返回节点 / 状态机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定义设备能力、属性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及操作要求。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发出指令并接收反馈。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人工、流程与大模型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遵守相同状态规则。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节点生命周期与任务变量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任务执行上下文</a:t>
            </a:r>
          </a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设备状态与属性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测量数据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 → 节点 / 状态机接口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工作流组织任务步骤，设备请求经状态机与 Adapter 执行，反馈沿模型返回。</a:t>
            </a:r>
          </a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设备模型层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层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信号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读取变量、接口信号与生命周期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更新变量与状态，发送执行信号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控制请求 / 操作参数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执行状态 / 数据反馈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能力模型向状态机提供操作定义与 Adapter 映射契约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检查请求与当前状态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按规则执行转移动作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指令输出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按契约生成约定命令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事件与遥测反馈 → 更新设备状态及属性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标准控制指令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设备事件 / 测量数据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上层命令 → 设备协议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反馈转换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设备数据 → 事件 / 遥测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运行状态</a:t>
            </a:r>
          </a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物理设备：执行操作，返回测量与运行状态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反应釜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① 加热请求（参数）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状态检查与请求处理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② 标准加热命令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③ 加热指令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执行期间：持续返回数据并观察约束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④ 温度 / 运行状态</a:t>
            </a:r>
          </a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⑤ 更新遥测 / 状态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⑥ 执行状态 / 数据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设备状态与测量属性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节点执行上下文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[正常推进] 完成条件满足，且允许继续执行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节点完成 → 发送激活信号 → 后续步骤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[异常处理示例] 触发停止 / 中止类规则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设备处理：向状态机发送停止 / 中止请求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任务处理：经节点接口中止任务执行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内的虚拟实例承担仿真执行，上层模型与执行规则保持一致。</a:t>
            </a:r>
          </a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生成或调整实验方案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 / 设备控制请求</a:t>
            </a:r>
          </a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分析仿真反馈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调整步骤、参数与控制请求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反馈用于方案优化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流程模型（按需）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组织步骤与数据依赖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由工作流节点发起请求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 + 状态机</a:t>
            </a:r>
          </a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请求处理与发令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状态判断 / 转移动作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更新设备状态与属性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生成流程模型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设备能力调用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直接提出设备控制请求</a:t>
            </a:r>
          </a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仿真执行反馈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按指定模式接收指令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仿真模式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开始时创建对应设备的虚拟实例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虚拟机实例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53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整次仿真使用同一实例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响应指令、演化状态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返回模拟测量与运行状态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 / 真实反馈转换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控制指令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数据反馈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状态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仿真反馈按设备数据处理，模型更新与约束判断照常进行。</a:t>
            </a:r>
          </a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先通过仿真反馈优化方案，确认无问题后，由上位机发起真机执行。</a:t>
            </a:r>
          </a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以变量空间、接口、触发器与状态机定义执行语义。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  <a:endParaRPr sz="1650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2026-09-11T03:10:48.7910000Z</dcterms:created>
  <dcterms:modified xsi:type="dcterms:W3CDTF">2026-09-11T03:10:48.7910000Z</dcterms:modified>
</coreProperties>
</file>