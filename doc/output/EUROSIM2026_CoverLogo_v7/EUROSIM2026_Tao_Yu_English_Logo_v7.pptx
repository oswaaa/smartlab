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png" ContentType="image/png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9fc170ae034d52" /><Relationship Type="http://schemas.openxmlformats.org/officeDocument/2006/relationships/extended-properties" Target="/docProps/app.xml" Id="R3742ae899ed646b0" /><Relationship Type="http://schemas.openxmlformats.org/officeDocument/2006/relationships/officeDocument" Target="/ppt/presentation.xml" Id="R5abaa6ef98e74c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fc1f1f0b06495a"/>
  </p:sldMasterIdLst>
  <p:notesMasterIdLst>
    <p:notesMasterId xmlns:r="http://schemas.openxmlformats.org/officeDocument/2006/relationships" r:id="Rcacaf19d973d4a31"/>
  </p:notesMasterIdLst>
  <p:sldIdLst>
    <p:sldId xmlns:r="http://schemas.openxmlformats.org/officeDocument/2006/relationships" id="256" r:id="R05189c2050a146c6"/>
    <p:sldId xmlns:r="http://schemas.openxmlformats.org/officeDocument/2006/relationships" id="257" r:id="R85d4853f17ce42e4"/>
    <p:sldId xmlns:r="http://schemas.openxmlformats.org/officeDocument/2006/relationships" id="258" r:id="Rfbd7e32ea7f14c83"/>
    <p:sldId xmlns:r="http://schemas.openxmlformats.org/officeDocument/2006/relationships" id="259" r:id="Rdef529ce4e674b03"/>
    <p:sldId xmlns:r="http://schemas.openxmlformats.org/officeDocument/2006/relationships" id="260" r:id="R7aa69db83f984416"/>
    <p:sldId xmlns:r="http://schemas.openxmlformats.org/officeDocument/2006/relationships" id="261" r:id="R60a23b93ede24197"/>
    <p:sldId xmlns:r="http://schemas.openxmlformats.org/officeDocument/2006/relationships" id="262" r:id="R807ae3b601da4137"/>
    <p:sldId xmlns:r="http://schemas.openxmlformats.org/officeDocument/2006/relationships" id="263" r:id="R0b0a87ec40c348d0"/>
    <p:sldId xmlns:r="http://schemas.openxmlformats.org/officeDocument/2006/relationships" id="264" r:id="Rf01c6e21e68a4cbe"/>
    <p:sldId xmlns:r="http://schemas.openxmlformats.org/officeDocument/2006/relationships" id="265" r:id="R5d49ec3134524862"/>
    <p:sldId xmlns:r="http://schemas.openxmlformats.org/officeDocument/2006/relationships" id="266" r:id="R49106e1a2a3d4dd9"/>
  </p:sldIdLst>
  <p:sldSz cx="1219136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2467f42df242da" /><Relationship Type="http://schemas.openxmlformats.org/officeDocument/2006/relationships/slideMaster" Target="/ppt/slideMasters/slideMaster1.xml" Id="Rfafc1f1f0b06495a" /><Relationship Type="http://schemas.openxmlformats.org/officeDocument/2006/relationships/notesMaster" Target="/ppt/notesMasters/notesMaster1.xml" Id="Rcacaf19d973d4a31" /><Relationship Type="http://schemas.openxmlformats.org/officeDocument/2006/relationships/presProps" Target="/ppt/presProps.xml" Id="Reefbd1b771eb452c" /><Relationship Type="http://schemas.openxmlformats.org/officeDocument/2006/relationships/viewProps" Target="/ppt/viewProps.xml" Id="R5a541c17edf5446f" /><Relationship Type="http://schemas.openxmlformats.org/officeDocument/2006/relationships/tableStyles" Target="/ppt/tableStyles.xml" Id="R63fe934815f44614" /><Relationship Type="http://schemas.openxmlformats.org/officeDocument/2006/relationships/slide" Target="/ppt/slides/slide1.xml" Id="R05189c2050a146c6" /><Relationship Type="http://schemas.openxmlformats.org/officeDocument/2006/relationships/slide" Target="/ppt/slides/slide2.xml" Id="R85d4853f17ce42e4" /><Relationship Type="http://schemas.openxmlformats.org/officeDocument/2006/relationships/slide" Target="/ppt/slides/slide3.xml" Id="Rfbd7e32ea7f14c83" /><Relationship Type="http://schemas.openxmlformats.org/officeDocument/2006/relationships/slide" Target="/ppt/slides/slide4.xml" Id="Rdef529ce4e674b03" /><Relationship Type="http://schemas.openxmlformats.org/officeDocument/2006/relationships/slide" Target="/ppt/slides/slide5.xml" Id="R7aa69db83f984416" /><Relationship Type="http://schemas.openxmlformats.org/officeDocument/2006/relationships/slide" Target="/ppt/slides/slide6.xml" Id="R60a23b93ede24197" /><Relationship Type="http://schemas.openxmlformats.org/officeDocument/2006/relationships/slide" Target="/ppt/slides/slide7.xml" Id="R807ae3b601da4137" /><Relationship Type="http://schemas.openxmlformats.org/officeDocument/2006/relationships/slide" Target="/ppt/slides/slide8.xml" Id="R0b0a87ec40c348d0" /><Relationship Type="http://schemas.openxmlformats.org/officeDocument/2006/relationships/slide" Target="/ppt/slides/slide9.xml" Id="Rf01c6e21e68a4cbe" /><Relationship Type="http://schemas.openxmlformats.org/officeDocument/2006/relationships/slide" Target="/ppt/slides/slide10.xml" Id="R5d49ec3134524862" /><Relationship Type="http://schemas.openxmlformats.org/officeDocument/2006/relationships/slide" Target="/ppt/slides/slide11.xml" Id="R49106e1a2a3d4d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ef18797b5e46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b4750d9a6f4ca0" /><Relationship Type="http://schemas.openxmlformats.org/officeDocument/2006/relationships/notesMaster" Target="/ppt/notesMasters/notesMaster1.xml" Id="Rd8d7a018ad2645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0d33614bb14dbb" /><Relationship Type="http://schemas.openxmlformats.org/officeDocument/2006/relationships/notesMaster" Target="/ppt/notesMasters/notesMaster1.xml" Id="Rbfbd0650a4464e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554b80d1f84f0f" /><Relationship Type="http://schemas.openxmlformats.org/officeDocument/2006/relationships/notesMaster" Target="/ppt/notesMasters/notesMaster1.xml" Id="Rc48dd0a0f49b41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6b0fd543744078" /><Relationship Type="http://schemas.openxmlformats.org/officeDocument/2006/relationships/notesMaster" Target="/ppt/notesMasters/notesMaster1.xml" Id="R947879f617f44f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e9e626e77246d4" /><Relationship Type="http://schemas.openxmlformats.org/officeDocument/2006/relationships/notesMaster" Target="/ppt/notesMasters/notesMaster1.xml" Id="R3730bd3cdca944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ece111fcb34b9e" /><Relationship Type="http://schemas.openxmlformats.org/officeDocument/2006/relationships/notesMaster" Target="/ppt/notesMasters/notesMaster1.xml" Id="R88ad317d80f74d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0515df2a0d417a" /><Relationship Type="http://schemas.openxmlformats.org/officeDocument/2006/relationships/notesMaster" Target="/ppt/notesMasters/notesMaster1.xml" Id="R3dac3507b77744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ce5d51f355484b" /><Relationship Type="http://schemas.openxmlformats.org/officeDocument/2006/relationships/notesMaster" Target="/ppt/notesMasters/notesMaster1.xml" Id="R0b6e45da2c164c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5e3da2227349ad" /><Relationship Type="http://schemas.openxmlformats.org/officeDocument/2006/relationships/notesMaster" Target="/ppt/notesMasters/notesMaster1.xml" Id="R0dc277d44b3148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c021d80f8947ce" /><Relationship Type="http://schemas.openxmlformats.org/officeDocument/2006/relationships/notesMaster" Target="/ppt/notesMasters/notesMaster1.xml" Id="R86438aebe29a40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231e94c88a4283" /><Relationship Type="http://schemas.openxmlformats.org/officeDocument/2006/relationships/notesMaster" Target="/ppt/notesMasters/notesMaster1.xml" Id="R4640fb23099d4b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 xmlns:p="http://schemas.openxmlformats.org/presentationml/2006/main" xmlns:a="http://schemas.openxmlformats.org/drawingml/2006/main">
          <a:bodyPr xmlns:a="http://schemas.openxmlformats.org/drawingml/2006/main"/>
          <a:lstStyle xmlns:a="http://schemas.openxmlformats.org/drawingml/2006/main"/>
          <a:p>
            <a:r>
              <a:rPr lang="en-US"/>
              <a:t>Hello, everyone.</a:t>
            </a:r>
          </a:p>
          <a:p>
            <a:r>
              <a:rPr lang="en-US"/>
              <a:t></a:t>
            </a:r>
          </a:p>
          <a:p>
            <a:r>
              <a:rPr lang="en-US"/>
              <a:t>My name is Tao Yu, and today I will present our work, “A Task-Oriented Executable Modeling Framework for Smart Chemical Laboratories.”</a:t>
            </a:r>
          </a:p>
          <a:p>
            <a:r>
              <a:rPr lang="en-US"/>
              <a:t></a:t>
            </a:r>
          </a:p>
          <a:p>
            <a:r>
              <a:rPr lang="en-US"/>
              <a:t>This work examines how a laboratory task moves from a proposed intent to actual execution.</a:t>
            </a:r>
          </a:p>
          <a:p>
            <a:r>
              <a:rPr lang="en-US"/>
              <a:t></a:t>
            </a:r>
          </a:p>
          <a:p>
            <a:r>
              <a:rPr lang="en-US"/>
              <a:t>We represent devices, task logic, and operating rules as models and execute them according to explicitly defined semantics.</a:t>
            </a:r>
          </a:p>
          <a:p>
            <a:r>
              <a:rPr lang="en-US"/>
              <a:t></a:t>
            </a:r>
          </a:p>
          <a:p>
            <a:r>
              <a:rPr lang="en-US"/>
              <a:t>As LLMs become involved in laboratory decision-making and control, we also need to define how their requests enter device execution.</a:t>
            </a:r>
          </a:p>
          <a:p>
            <a:r>
              <a:t>Logo source: https://www.msc-les.org/eurosim2026/wp-content/uploads/sites/62/2025/08/eurosim2026-logo.png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 xmlns:p="http://schemas.openxmlformats.org/presentationml/2006/main" xmlns:a="http://schemas.openxmlformats.org/drawingml/2006/main">
          <a:bodyPr xmlns:a="http://schemas.openxmlformats.org/drawingml/2006/main"/>
          <a:lstStyle xmlns:a="http://schemas.openxmlformats.org/drawingml/2006/main"/>
          <a:p>
            <a:r>
              <a:rPr lang="en-US"/>
              <a:t>The presentation has six parts, starting with the background and the execution-boundary problem.</a:t>
            </a:r>
          </a:p>
          <a:p>
            <a:r>
              <a:rPr lang="en-US"/>
              <a:t></a:t>
            </a:r>
          </a:p>
          <a:p>
            <a:r>
              <a:rPr lang="en-US"/>
              <a:t>I will then introduce the overall modeling framework and explain the resource, workflow, and constraint layers.</a:t>
            </a:r>
          </a:p>
          <a:p>
            <a:r>
              <a:rPr lang="en-US"/>
              <a:t></a:t>
            </a:r>
          </a:p>
          <a:p>
            <a:r>
              <a:rPr lang="en-US"/>
              <a:t>Next, I will show how these models work together along a shared execution path.</a:t>
            </a:r>
          </a:p>
          <a:p>
            <a:r>
              <a:rPr lang="en-US"/>
              <a:t></a:t>
            </a:r>
          </a:p>
          <a:p>
            <a:r>
              <a:rPr lang="en-US"/>
              <a:t>A reactor-heating task in SmartLab 2.0 illustrates the implementation and a complete execution sequence.</a:t>
            </a:r>
          </a:p>
          <a:p>
            <a:r>
              <a:rPr lang="en-US"/>
              <a:t></a:t>
            </a:r>
          </a:p>
          <a:p>
            <a:r>
              <a:rPr lang="en-US"/>
              <a:t>Finally, I will discuss the simulation feedback loop and summarize the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 xmlns:p="http://schemas.openxmlformats.org/presentationml/2006/main" xmlns:a="http://schemas.openxmlformats.org/drawingml/2006/main">
          <a:bodyPr xmlns:a="http://schemas.openxmlformats.org/drawingml/2006/main"/>
          <a:lstStyle xmlns:a="http://schemas.openxmlformats.org/drawingml/2006/main"/>
          <a:p>
            <a:r>
              <a:rPr lang="en-US"/>
              <a:t>As large language models, or LLMs, advance, smart chemical laboratories are gradually moving from automated workflow execution toward LLM involvement in decision-making and control.</a:t>
            </a:r>
          </a:p>
          <a:p>
            <a:r>
              <a:rPr lang="en-US"/>
              <a:t></a:t>
            </a:r>
          </a:p>
          <a:p>
            <a:r>
              <a:rPr lang="en-US"/>
              <a:t>Regardless of whether an execution intent comes from a person, a workflow, or an LLM, every task execution must make four aspects explicit.</a:t>
            </a:r>
          </a:p>
          <a:p>
            <a:r>
              <a:rPr lang="en-US"/>
              <a:t></a:t>
            </a:r>
          </a:p>
          <a:p>
            <a:r>
              <a:rPr lang="en-US"/>
              <a:t>We need to explain how resources are organized and accessed, how device state evolves, how data is generated and transferred, and whether execution stays within the allowed limits.</a:t>
            </a:r>
          </a:p>
          <a:p>
            <a:r>
              <a:rPr lang="en-US"/>
              <a:t></a:t>
            </a:r>
          </a:p>
          <a:p>
            <a:r>
              <a:rPr lang="en-US"/>
              <a:t>These questions arise from task execution itself, even without an LLM.</a:t>
            </a:r>
          </a:p>
          <a:p>
            <a:r>
              <a:rPr lang="en-US"/>
              <a:t></a:t>
            </a:r>
          </a:p>
          <a:p>
            <a:r>
              <a:rPr lang="en-US"/>
              <a:t>LLM involvement makes execution boundaries a more pressing issue.</a:t>
            </a:r>
          </a:p>
          <a:p>
            <a:r>
              <a:rPr lang="en-US"/>
              <a:t></a:t>
            </a:r>
          </a:p>
          <a:p>
            <a:r>
              <a:rPr lang="en-US"/>
              <a:t>What control requests may an LLM make, and under what conditions can those requests be executed?</a:t>
            </a:r>
          </a:p>
          <a:p>
            <a:r>
              <a:rPr lang="en-US"/>
              <a:t></a:t>
            </a:r>
          </a:p>
          <a:p>
            <a:r>
              <a:rPr lang="en-US"/>
              <a:t>Our principle is that LLMs must not have a privileged bypass or a separate route directly to a physical device.</a:t>
            </a:r>
          </a:p>
          <a:p>
            <a:r>
              <a:rPr lang="en-US"/>
              <a:t></a:t>
            </a:r>
          </a:p>
          <a:p>
            <a:r>
              <a:rPr lang="en-US"/>
              <a:t>All control requests must use the same execution mechanism.</a:t>
            </a:r>
          </a:p>
          <a:p>
            <a:r>
              <a:rPr lang="en-US"/>
              <a:t></a:t>
            </a:r>
          </a:p>
          <a:p>
            <a:r>
              <a:rPr lang="en-US"/>
              <a:t>We therefore need an executable framework that models resource organization, state evolution, data transfer, and boundary checks together.</a:t>
            </a:r>
          </a:p>
          <a:p>
            <a:r>
              <a:rPr lang="en-US"/>
              <a:t></a:t>
            </a:r>
          </a:p>
          <a:p>
            <a:r>
              <a:rPr lang="en-US"/>
              <a:t>The next question is how to organize these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 xmlns:p="http://schemas.openxmlformats.org/presentationml/2006/main" xmlns:a="http://schemas.openxmlformats.org/drawingml/2006/main">
          <a:bodyPr xmlns:a="http://schemas.openxmlformats.org/drawingml/2006/main"/>
          <a:lstStyle xmlns:a="http://schemas.openxmlformats.org/drawingml/2006/main"/>
          <a:p>
            <a:r>
              <a:rPr lang="en-US"/>
              <a:t>We start with a laboratory task and identify what needs to be modeled.</a:t>
            </a:r>
          </a:p>
          <a:p>
            <a:r>
              <a:rPr lang="en-US"/>
              <a:t></a:t>
            </a:r>
          </a:p>
          <a:p>
            <a:r>
              <a:rPr lang="en-US"/>
              <a:t>A task uses devices, so we need to describe their capabilities, attributes, and current states.</a:t>
            </a:r>
          </a:p>
          <a:p>
            <a:r>
              <a:rPr lang="en-US"/>
              <a:t></a:t>
            </a:r>
          </a:p>
          <a:p>
            <a:r>
              <a:rPr lang="en-US"/>
              <a:t>These execution objects are represented by resource models.</a:t>
            </a:r>
          </a:p>
          <a:p>
            <a:r>
              <a:rPr lang="en-US"/>
              <a:t></a:t>
            </a:r>
          </a:p>
          <a:p>
            <a:r>
              <a:rPr lang="en-US"/>
              <a:t>A task also contains steps with an order, data dependencies, and conditions for progression.</a:t>
            </a:r>
          </a:p>
          <a:p>
            <a:r>
              <a:rPr lang="en-US"/>
              <a:t></a:t>
            </a:r>
          </a:p>
          <a:p>
            <a:r>
              <a:rPr lang="en-US"/>
              <a:t>These task processes are represented by workflows.</a:t>
            </a:r>
          </a:p>
          <a:p>
            <a:r>
              <a:rPr lang="en-US"/>
              <a:t></a:t>
            </a:r>
          </a:p>
          <a:p>
            <a:r>
              <a:rPr lang="en-US"/>
              <a:t>Execution must follow operating rules that evaluate boundaries using device state and task context.</a:t>
            </a:r>
          </a:p>
          <a:p>
            <a:r>
              <a:rPr lang="en-US"/>
              <a:t></a:t>
            </a:r>
          </a:p>
          <a:p>
            <a:r>
              <a:rPr lang="en-US"/>
              <a:t>These requirements are represented by constraint models.</a:t>
            </a:r>
          </a:p>
          <a:p>
            <a:r>
              <a:rPr lang="en-US"/>
              <a:t></a:t>
            </a:r>
          </a:p>
          <a:p>
            <a:r>
              <a:rPr lang="en-US"/>
              <a:t>We therefore organize the framework by modeling responsibility into resources, workflows, and constraints.</a:t>
            </a:r>
          </a:p>
          <a:p>
            <a:r>
              <a:rPr lang="en-US"/>
              <a:t></a:t>
            </a:r>
          </a:p>
          <a:p>
            <a:r>
              <a:rPr lang="en-US"/>
              <a:t>The four execution questions do not correspond mechanically to four separate layers.</a:t>
            </a:r>
          </a:p>
          <a:p>
            <a:r>
              <a:rPr lang="en-US"/>
              <a:t></a:t>
            </a:r>
          </a:p>
          <a:p>
            <a:r>
              <a:rPr lang="en-US"/>
              <a:t>The resource layer represents device capabilities and state, the workflow layer organizes steps and data relationships, and the constraint layer defines execution boundaries.</a:t>
            </a:r>
          </a:p>
          <a:p>
            <a:r>
              <a:rPr lang="en-US"/>
              <a:t></a:t>
            </a:r>
          </a:p>
          <a:p>
            <a:r>
              <a:rPr lang="en-US"/>
              <a:t>State and data span the layers, while the cross-layer protocol, Pi, provides shared definitions for control signals, data types, port connections, and execution feedback.</a:t>
            </a:r>
          </a:p>
          <a:p>
            <a:r>
              <a:rPr lang="en-US"/>
              <a:t></a:t>
            </a:r>
          </a:p>
          <a:p>
            <a:r>
              <a:rPr lang="en-US"/>
              <a:t>In the diagram, the workflow is on the left, device resources are on the right, and constraints are at the bottom.</a:t>
            </a:r>
          </a:p>
          <a:p>
            <a:r>
              <a:rPr lang="en-US"/>
              <a:t></a:t>
            </a:r>
          </a:p>
          <a:p>
            <a:r>
              <a:rPr lang="en-US"/>
              <a:t>A workflow node binds to a resource capability, sends requests during execution, and receives state and data feedback.</a:t>
            </a:r>
          </a:p>
          <a:p>
            <a:r>
              <a:rPr lang="en-US"/>
              <a:t></a:t>
            </a:r>
          </a:p>
          <a:p>
            <a:r>
              <a:rPr lang="en-US"/>
              <a:t>Capability binding is a relationship established in the model, while a control request is a runtime interaction.</a:t>
            </a:r>
          </a:p>
          <a:p>
            <a:r>
              <a:rPr lang="en-US"/>
              <a:t></a:t>
            </a:r>
          </a:p>
          <a:p>
            <a:r>
              <a:rPr lang="en-US"/>
              <a:t>Constraints observe both node context and device state and return response actions through model interfaces.</a:t>
            </a:r>
          </a:p>
          <a:p>
            <a:r>
              <a:rPr lang="en-US"/>
              <a:t></a:t>
            </a:r>
          </a:p>
          <a:p>
            <a:r>
              <a:rPr lang="en-US"/>
              <a:t>The framework defines both the objects used to represent a laboratory and the interactions between them.</a:t>
            </a:r>
          </a:p>
          <a:p>
            <a:r>
              <a:rPr lang="en-US"/>
              <a:t></a:t>
            </a:r>
          </a:p>
          <a:p>
            <a:r>
              <a:rPr lang="en-US"/>
              <a:t>Specific devices and task logic are expressed in models that run under the common execution semantics.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 xmlns:p="http://schemas.openxmlformats.org/presentationml/2006/main" xmlns:a="http://schemas.openxmlformats.org/drawingml/2006/main">
          <a:bodyPr xmlns:a="http://schemas.openxmlformats.org/drawingml/2006/main"/>
          <a:lstStyle xmlns:a="http://schemas.openxmlformats.org/drawingml/2006/main"/>
          <a:p>
            <a:r>
              <a:rPr lang="en-US"/>
              <a:t>The resource layer represents each device as a device object model containing a capability model and a state machine.</a:t>
            </a:r>
          </a:p>
          <a:p>
            <a:r>
              <a:rPr lang="en-US"/>
              <a:t></a:t>
            </a:r>
          </a:p>
          <a:p>
            <a:r>
              <a:rPr lang="en-US"/>
              <a:t>The stacked outlines indicate that the layer can contain multiple device objects.</a:t>
            </a:r>
          </a:p>
          <a:p>
            <a:r>
              <a:rPr lang="en-US"/>
              <a:t></a:t>
            </a:r>
          </a:p>
          <a:p>
            <a:r>
              <a:rPr lang="en-US"/>
              <a:t>The capability model describes what the device can do.</a:t>
            </a:r>
          </a:p>
          <a:p>
            <a:r>
              <a:rPr lang="en-US"/>
              <a:t></a:t>
            </a:r>
          </a:p>
          <a:p>
            <a:r>
              <a:rPr lang="en-US"/>
              <a:t>It defines device attributes, available capabilities, operation parameters, interfaces, the Adapter mapping contract, and intrinsic constraints.</a:t>
            </a:r>
          </a:p>
          <a:p>
            <a:r>
              <a:rPr lang="en-US"/>
              <a:t></a:t>
            </a:r>
          </a:p>
          <a:p>
            <a:r>
              <a:rPr lang="en-US"/>
              <a:t>For example, a reactor provides a heating capability, temperature is an attribute, and a heating request specifies a target temperature.</a:t>
            </a:r>
          </a:p>
          <a:p>
            <a:r>
              <a:rPr lang="en-US"/>
              <a:t></a:t>
            </a:r>
          </a:p>
          <a:p>
            <a:r>
              <a:rPr lang="en-US"/>
              <a:t>The capability model supplies operation definitions and the mapping contract to the state machine.</a:t>
            </a:r>
          </a:p>
          <a:p>
            <a:r>
              <a:rPr lang="en-US"/>
              <a:t></a:t>
            </a:r>
          </a:p>
          <a:p>
            <a:r>
              <a:rPr lang="en-US"/>
              <a:t>The state machine uses this contract to generate a command in the format agreed with the Adapter.</a:t>
            </a:r>
          </a:p>
          <a:p>
            <a:r>
              <a:rPr lang="en-US"/>
              <a:t></a:t>
            </a:r>
          </a:p>
          <a:p>
            <a:r>
              <a:rPr lang="en-US"/>
              <a:t>The Adapter maps the received command to instructions in the physical device's protocol.</a:t>
            </a:r>
          </a:p>
          <a:p>
            <a:r>
              <a:rPr lang="en-US"/>
              <a:t></a:t>
            </a:r>
          </a:p>
          <a:p>
            <a:r>
              <a:rPr lang="en-US"/>
              <a:t>The state machine describes how a request is executed.</a:t>
            </a:r>
          </a:p>
          <a:p>
            <a:r>
              <a:rPr lang="en-US"/>
              <a:t></a:t>
            </a:r>
          </a:p>
          <a:p>
            <a:r>
              <a:rPr lang="en-US"/>
              <a:t>It checks the request against capability requirements and the current state, applies the relevant state transitions and actions, and sends commands through its output interface.</a:t>
            </a:r>
          </a:p>
          <a:p>
            <a:r>
              <a:rPr lang="en-US"/>
              <a:t></a:t>
            </a:r>
          </a:p>
          <a:p>
            <a:r>
              <a:rPr lang="en-US"/>
              <a:t>Device events and measurements return through the interfaces and update the model's state and attributes.</a:t>
            </a:r>
          </a:p>
          <a:p>
            <a:r>
              <a:rPr lang="en-US"/>
              <a:t></a:t>
            </a:r>
          </a:p>
          <a:p>
            <a:r>
              <a:rPr lang="en-US"/>
              <a:t>Intrinsic constraints are handled locally through the device capability definitions and state rules.</a:t>
            </a:r>
          </a:p>
          <a:p>
            <a:r>
              <a:rPr lang="en-US"/>
              <a:t></a:t>
            </a:r>
          </a:p>
          <a:p>
            <a:r>
              <a:rPr lang="en-US"/>
              <a:t>The device model therefore describes both device capabilities and the control process.</a:t>
            </a:r>
          </a:p>
          <a:p>
            <a:r>
              <a:rPr lang="en-US"/>
              <a:t></a:t>
            </a:r>
          </a:p>
          <a:p>
            <a:r>
              <a:rPr lang="en-US"/>
              <a:t>Requests from people, workflows, and LLMs all enter through this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 xmlns:p="http://schemas.openxmlformats.org/presentationml/2006/main" xmlns:a="http://schemas.openxmlformats.org/drawingml/2006/main">
          <a:bodyPr xmlns:a="http://schemas.openxmlformats.org/drawingml/2006/main"/>
          <a:lstStyle xmlns:a="http://schemas.openxmlformats.org/drawingml/2006/main"/>
          <a:p>
            <a:r>
              <a:rPr lang="en-US"/>
              <a:t>A workflow organizes the steps and data dependencies of the entire task.</a:t>
            </a:r>
          </a:p>
          <a:p>
            <a:r>
              <a:rPr lang="en-US"/>
              <a:t></a:t>
            </a:r>
          </a:p>
          <a:p>
            <a:r>
              <a:rPr lang="en-US"/>
              <a:t>At the top of the diagram, the preceding node, the current node, and the subsequent node are connected through interfaces that govern progression.</a:t>
            </a:r>
          </a:p>
          <a:p>
            <a:r>
              <a:rPr lang="en-US"/>
              <a:t></a:t>
            </a:r>
          </a:p>
          <a:p>
            <a:r>
              <a:rPr lang="en-US"/>
              <a:t>The expanded node can bind to a device capability and send operation requests to the device model.</a:t>
            </a:r>
          </a:p>
          <a:p>
            <a:r>
              <a:rPr lang="en-US"/>
              <a:t></a:t>
            </a:r>
          </a:p>
          <a:p>
            <a:r>
              <a:rPr lang="en-US"/>
              <a:t>The components inside the node work together as one unit.</a:t>
            </a:r>
          </a:p>
          <a:p>
            <a:r>
              <a:rPr lang="en-US"/>
              <a:t></a:t>
            </a:r>
          </a:p>
          <a:p>
            <a:r>
              <a:rPr lang="en-US"/>
              <a:t>The variable space stores task variables and links the required device data through attribute mappings.</a:t>
            </a:r>
          </a:p>
          <a:p>
            <a:r>
              <a:rPr lang="en-US"/>
              <a:t></a:t>
            </a:r>
          </a:p>
          <a:p>
            <a:r>
              <a:rPr lang="en-US"/>
              <a:t>The node lifecycle describes its execution stage and result.</a:t>
            </a:r>
          </a:p>
          <a:p>
            <a:r>
              <a:rPr lang="en-US"/>
              <a:t></a:t>
            </a:r>
          </a:p>
          <a:p>
            <a:r>
              <a:rPr lang="en-US"/>
              <a:t>Control interfaces carry activation, execution, and termination signals, while data ports define input and output data relationships.</a:t>
            </a:r>
          </a:p>
          <a:p>
            <a:r>
              <a:rPr lang="en-US"/>
              <a:t></a:t>
            </a:r>
          </a:p>
          <a:p>
            <a:r>
              <a:rPr lang="en-US"/>
              <a:t>Triggers read variables, interface signals, and lifecycle state.</a:t>
            </a:r>
          </a:p>
          <a:p>
            <a:r>
              <a:rPr lang="en-US"/>
              <a:t></a:t>
            </a:r>
          </a:p>
          <a:p>
            <a:r>
              <a:rPr lang="en-US"/>
              <a:t>When their conditions hold, they update variables or state and send the appropriate signals.</a:t>
            </a:r>
          </a:p>
          <a:p>
            <a:r>
              <a:rPr lang="en-US"/>
              <a:t></a:t>
            </a:r>
          </a:p>
          <a:p>
            <a:r>
              <a:rPr lang="en-US"/>
              <a:t>For example, a heating node receives an activation signal and issues a heating request when its preconditions are satisfied.</a:t>
            </a:r>
          </a:p>
          <a:p>
            <a:r>
              <a:rPr lang="en-US"/>
              <a:t></a:t>
            </a:r>
          </a:p>
          <a:p>
            <a:r>
              <a:rPr lang="en-US"/>
              <a:t>Temperature feedback updates the variable space, and triggers evaluate the completion conditions.</a:t>
            </a:r>
          </a:p>
          <a:p>
            <a:r>
              <a:rPr lang="en-US"/>
              <a:t></a:t>
            </a:r>
          </a:p>
          <a:p>
            <a:r>
              <a:rPr lang="en-US"/>
              <a:t>The node completes and activates the next step only when those conditions hold and continued execution is allowed.</a:t>
            </a:r>
          </a:p>
          <a:p>
            <a:r>
              <a:rPr lang="en-US"/>
              <a:t></a:t>
            </a:r>
          </a:p>
          <a:p>
            <a:r>
              <a:rPr lang="en-US"/>
              <a:t>Receiving feedback does not by itself mean that the node has completed.</a:t>
            </a:r>
          </a:p>
          <a:p>
            <a:r>
              <a:rPr lang="en-US"/>
              <a:t></a:t>
            </a:r>
          </a:p>
          <a:p>
            <a:r>
              <a:rPr lang="en-US"/>
              <a:t>These model components make task logic explicit, and the execution mechanism runs according to their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 xmlns:p="http://schemas.openxmlformats.org/presentationml/2006/main" xmlns:a="http://schemas.openxmlformats.org/drawingml/2006/main">
          <a:bodyPr xmlns:a="http://schemas.openxmlformats.org/drawingml/2006/main"/>
          <a:lstStyle xmlns:a="http://schemas.openxmlformats.org/drawingml/2006/main"/>
          <a:p>
            <a:r>
              <a:rPr lang="en-US"/>
              <a:t>The constraint layer determines whether execution stays within the allowed limits.</a:t>
            </a:r>
          </a:p>
          <a:p>
            <a:r>
              <a:rPr lang="en-US"/>
              <a:t></a:t>
            </a:r>
          </a:p>
          <a:p>
            <a:r>
              <a:rPr lang="en-US"/>
              <a:t>The workflow provides node lifecycle information, task variables, and execution context.</a:t>
            </a:r>
          </a:p>
          <a:p>
            <a:r>
              <a:rPr lang="en-US"/>
              <a:t></a:t>
            </a:r>
          </a:p>
          <a:p>
            <a:r>
              <a:rPr lang="en-US"/>
              <a:t>The resource layer provides device state, attributes, and measurements.</a:t>
            </a:r>
          </a:p>
          <a:p>
            <a:r>
              <a:rPr lang="en-US"/>
              <a:t></a:t>
            </a:r>
          </a:p>
          <a:p>
            <a:r>
              <a:rPr lang="en-US"/>
              <a:t>Information from both sides enters the observation space for evaluation by the constraint rules.</a:t>
            </a:r>
          </a:p>
          <a:p>
            <a:r>
              <a:rPr lang="en-US"/>
              <a:t></a:t>
            </a:r>
          </a:p>
          <a:p>
            <a:r>
              <a:rPr lang="en-US"/>
              <a:t>A triggered rule may produce a device action, a warning, an alarm, or a task abort.</a:t>
            </a:r>
          </a:p>
          <a:p>
            <a:r>
              <a:rPr lang="en-US"/>
              <a:t></a:t>
            </a:r>
          </a:p>
          <a:p>
            <a:r>
              <a:rPr lang="en-US"/>
              <a:t>These actions return through workflow or resource-model interfaces, so they remain within the existing execution mechanism.</a:t>
            </a:r>
          </a:p>
          <a:p>
            <a:r>
              <a:rPr lang="en-US"/>
              <a:t></a:t>
            </a:r>
          </a:p>
          <a:p>
            <a:r>
              <a:rPr lang="en-US"/>
              <a:t>Device-related actions are issued by the state machine through the Adapter, while task-related actions are handled by the node mechanism.</a:t>
            </a:r>
          </a:p>
          <a:p>
            <a:r>
              <a:rPr lang="en-US"/>
              <a:t></a:t>
            </a:r>
          </a:p>
          <a:p>
            <a:r>
              <a:rPr lang="en-US"/>
              <a:t>We distinguish intrinsic constraints, laboratory-wide constraints, and task constraints.</a:t>
            </a:r>
          </a:p>
          <a:p>
            <a:r>
              <a:rPr lang="en-US"/>
              <a:t></a:t>
            </a:r>
          </a:p>
          <a:p>
            <a:r>
              <a:rPr lang="en-US"/>
              <a:t>Intrinsic constraints are handled locally by the device state machine.</a:t>
            </a:r>
          </a:p>
          <a:p>
            <a:r>
              <a:rPr lang="en-US"/>
              <a:t></a:t>
            </a:r>
          </a:p>
          <a:p>
            <a:r>
              <a:rPr lang="en-US"/>
              <a:t>Laboratory-wide constraints provide baseline rules that continuously monitor laboratory operation.</a:t>
            </a:r>
          </a:p>
          <a:p>
            <a:r>
              <a:rPr lang="en-US"/>
              <a:t></a:t>
            </a:r>
          </a:p>
          <a:p>
            <a:r>
              <a:rPr lang="en-US"/>
              <a:t>Task constraints apply during execution of a specific task.</a:t>
            </a:r>
          </a:p>
          <a:p>
            <a:r>
              <a:rPr lang="en-US"/>
              <a:t></a:t>
            </a:r>
          </a:p>
          <a:p>
            <a:r>
              <a:rPr lang="en-US"/>
              <a:t>The diagram emphasizes cross-layer observation and response for the latter two types.</a:t>
            </a:r>
          </a:p>
          <a:p>
            <a:r>
              <a:rPr lang="en-US"/>
              <a:t></a:t>
            </a:r>
          </a:p>
          <a:p>
            <a:r>
              <a:rPr lang="en-US"/>
              <a:t>The constraint layer continuously observes execution rather than acting as a serial forwarding stage for requests.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 xmlns:p="http://schemas.openxmlformats.org/presentationml/2006/main" xmlns:a="http://schemas.openxmlformats.org/drawingml/2006/main">
          <a:bodyPr xmlns:a="http://schemas.openxmlformats.org/drawingml/2006/main"/>
          <a:lstStyle xmlns:a="http://schemas.openxmlformats.org/drawingml/2006/main"/>
          <a:p>
            <a:r>
              <a:rPr lang="en-US"/>
              <a:t>This slide shows how the models work together to execute a device operation.</a:t>
            </a:r>
          </a:p>
          <a:p>
            <a:r>
              <a:rPr lang="en-US"/>
              <a:t></a:t>
            </a:r>
          </a:p>
          <a:p>
            <a:r>
              <a:rPr lang="en-US"/>
              <a:t>On the left, workflows organize task steps horizontally, while each device operation proceeds vertically through the device model, the Adapter, and the physical device.</a:t>
            </a:r>
          </a:p>
          <a:p>
            <a:r>
              <a:rPr lang="en-US"/>
              <a:t></a:t>
            </a:r>
          </a:p>
          <a:p>
            <a:r>
              <a:rPr lang="en-US"/>
              <a:t>Control signals and commands travel downward, and device state and data return upward.</a:t>
            </a:r>
          </a:p>
          <a:p>
            <a:r>
              <a:rPr lang="en-US"/>
              <a:t></a:t>
            </a:r>
          </a:p>
          <a:p>
            <a:r>
              <a:rPr lang="en-US"/>
              <a:t>On the right, one workflow node and its corresponding device execution unit are expanded.</a:t>
            </a:r>
          </a:p>
          <a:p>
            <a:r>
              <a:rPr lang="en-US"/>
              <a:t></a:t>
            </a:r>
          </a:p>
          <a:p>
            <a:r>
              <a:rPr lang="en-US"/>
              <a:t>The node's triggers evaluate variables, interface signals, and lifecycle state before issuing a control request with operation parameters.</a:t>
            </a:r>
          </a:p>
          <a:p>
            <a:r>
              <a:rPr lang="en-US"/>
              <a:t></a:t>
            </a:r>
          </a:p>
          <a:p>
            <a:r>
              <a:rPr lang="en-US"/>
              <a:t>The capability model provides operation definitions and the Adapter mapping contract to the device state machine.</a:t>
            </a:r>
          </a:p>
          <a:p>
            <a:r>
              <a:rPr lang="en-US"/>
              <a:t></a:t>
            </a:r>
          </a:p>
          <a:p>
            <a:r>
              <a:rPr lang="en-US"/>
              <a:t>The state machine handles the request using the current state, performs the transition and its actions, and uses the contract to generate an upper-level command in the agreed format.</a:t>
            </a:r>
          </a:p>
          <a:p>
            <a:r>
              <a:rPr lang="en-US"/>
              <a:t></a:t>
            </a:r>
          </a:p>
          <a:p>
            <a:r>
              <a:rPr lang="en-US"/>
              <a:t>It then sends that command through its output interface to the Adapter.</a:t>
            </a:r>
          </a:p>
          <a:p>
            <a:r>
              <a:rPr lang="en-US"/>
              <a:t></a:t>
            </a:r>
          </a:p>
          <a:p>
            <a:r>
              <a:rPr lang="en-US"/>
              <a:t>The Adapter maps the received command to device instructions, which the physical device executes.</a:t>
            </a:r>
          </a:p>
          <a:p>
            <a:r>
              <a:rPr lang="en-US"/>
              <a:t></a:t>
            </a:r>
          </a:p>
          <a:p>
            <a:r>
              <a:rPr lang="en-US"/>
              <a:t>The Adapter also converts returning device data into events or telemetry.</a:t>
            </a:r>
          </a:p>
          <a:p>
            <a:r>
              <a:rPr lang="en-US"/>
              <a:t></a:t>
            </a:r>
          </a:p>
          <a:p>
            <a:r>
              <a:rPr lang="en-US"/>
              <a:t>The device model updates its state and attributes, and the node receives execution status and the data it needs.</a:t>
            </a:r>
          </a:p>
          <a:p>
            <a:r>
              <a:rPr lang="en-US"/>
              <a:t></a:t>
            </a:r>
          </a:p>
          <a:p>
            <a:r>
              <a:rPr lang="en-US"/>
              <a:t>The node's trigger conditions and actions determine completion and progression to the next step.</a:t>
            </a:r>
          </a:p>
          <a:p>
            <a:r>
              <a:rPr lang="en-US"/>
              <a:t></a:t>
            </a:r>
          </a:p>
          <a:p>
            <a:r>
              <a:rPr lang="en-US"/>
              <a:t>Constraints observe resource state and task context and act through node or state-machine interfaces when required.</a:t>
            </a:r>
          </a:p>
          <a:p>
            <a:r>
              <a:rPr lang="en-US"/>
              <a:t></a:t>
            </a:r>
          </a:p>
          <a:p>
            <a:r>
              <a:rPr lang="en-US"/>
              <a:t>The workflow route shown here is one possible source of a device request.</a:t>
            </a:r>
          </a:p>
          <a:p>
            <a:r>
              <a:rPr lang="en-US"/>
              <a:t></a:t>
            </a:r>
          </a:p>
          <a:p>
            <a:r>
              <a:rPr lang="en-US"/>
              <a:t>A person or an LLM may request a device operation directly without first creating or executing a workflow.</a:t>
            </a:r>
          </a:p>
          <a:p>
            <a:r>
              <a:rPr lang="en-US"/>
              <a:t></a:t>
            </a:r>
          </a:p>
          <a:p>
            <a:r>
              <a:rPr lang="en-US"/>
              <a:t>However, every device request must pass through the device model and state machine before reaching the Adapter.</a:t>
            </a:r>
          </a:p>
          <a:p>
            <a:r>
              <a:rPr lang="en-US"/>
              <a:t></a:t>
            </a:r>
          </a:p>
          <a:p>
            <a:r>
              <a:rPr lang="en-US"/>
              <a:t>State-transition rules define how the model responds to a request and which actions accompany a transition.</a:t>
            </a:r>
          </a:p>
          <a:p>
            <a:r>
              <a:rPr lang="en-US"/>
              <a:t></a:t>
            </a:r>
          </a:p>
          <a:p>
            <a:r>
              <a:rPr lang="en-US"/>
              <a:t>Constraints specify limits and conditions that execution must satisfy.</a:t>
            </a:r>
          </a:p>
          <a:p>
            <a:r>
              <a:rPr lang="en-US"/>
              <a:t></a:t>
            </a:r>
          </a:p>
          <a:p>
            <a:r>
              <a:rPr lang="en-US"/>
              <a:t>These concepts are related because constraints can also be implemented as rules, including within the state machine.</a:t>
            </a:r>
          </a:p>
          <a:p>
            <a:r>
              <a:rPr lang="en-US"/>
              <a:t></a:t>
            </a:r>
          </a:p>
          <a:p>
            <a:r>
              <a:rPr lang="en-US"/>
              <a:t>All request sources use the same model-based handling, with no privileged bypass.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 xmlns:p="http://schemas.openxmlformats.org/presentationml/2006/main" xmlns:a="http://schemas.openxmlformats.org/drawingml/2006/main">
          <a:bodyPr xmlns:a="http://schemas.openxmlformats.org/drawingml/2006/main"/>
          <a:lstStyle xmlns:a="http://schemas.openxmlformats.org/drawingml/2006/main"/>
          <a:p>
            <a:r>
              <a:rPr lang="en-US"/>
              <a:t>In the SmartLab 2.0 prototype, workflow and state machine engines execute the models, and an MQTT Adapter handles device communication.</a:t>
            </a:r>
          </a:p>
          <a:p>
            <a:r>
              <a:rPr lang="en-US"/>
              <a:t></a:t>
            </a:r>
          </a:p>
          <a:p>
            <a:r>
              <a:rPr lang="en-US"/>
              <a:t>The reactor model defines its heating capability, attributes, and state machine.</a:t>
            </a:r>
          </a:p>
          <a:p>
            <a:r>
              <a:rPr lang="en-US"/>
              <a:t></a:t>
            </a:r>
          </a:p>
          <a:p>
            <a:r>
              <a:rPr lang="en-US"/>
              <a:t>The heating node binds to that capability, stores task parameters, and defines its start and completion conditions.</a:t>
            </a:r>
          </a:p>
          <a:p>
            <a:r>
              <a:rPr lang="en-US"/>
              <a:t></a:t>
            </a:r>
          </a:p>
          <a:p>
            <a:r>
              <a:rPr lang="en-US"/>
              <a:t>The constraint model specifies rules that apply during execution.</a:t>
            </a:r>
          </a:p>
          <a:p>
            <a:r>
              <a:rPr lang="en-US"/>
              <a:t></a:t>
            </a:r>
          </a:p>
          <a:p>
            <a:r>
              <a:rPr lang="en-US"/>
              <a:t>Reading the sequence from top to bottom, the node first sends a heating request with parameters.</a:t>
            </a:r>
          </a:p>
          <a:p>
            <a:r>
              <a:rPr lang="en-US"/>
              <a:t></a:t>
            </a:r>
          </a:p>
          <a:p>
            <a:r>
              <a:rPr lang="en-US"/>
              <a:t>The state machine checks the request and current state and generates a heating command according to the Adapter mapping contract.</a:t>
            </a:r>
          </a:p>
          <a:p>
            <a:r>
              <a:rPr lang="en-US"/>
              <a:t></a:t>
            </a:r>
          </a:p>
          <a:p>
            <a:r>
              <a:rPr lang="en-US"/>
              <a:t>The Adapter converts this command into a device instruction and sends it to the reactor.</a:t>
            </a:r>
          </a:p>
          <a:p>
            <a:r>
              <a:rPr lang="en-US"/>
              <a:t></a:t>
            </a:r>
          </a:p>
          <a:p>
            <a:r>
              <a:rPr lang="en-US"/>
              <a:t>The loop represents repeated temperature and operating-status feedback during execution.</a:t>
            </a:r>
          </a:p>
          <a:p>
            <a:r>
              <a:rPr lang="en-US"/>
              <a:t></a:t>
            </a:r>
          </a:p>
          <a:p>
            <a:r>
              <a:rPr lang="en-US"/>
              <a:t>After conversion by the Adapter, this feedback updates the device model and provides the node with execution status and relevant data.</a:t>
            </a:r>
          </a:p>
          <a:p>
            <a:r>
              <a:rPr lang="en-US"/>
              <a:t></a:t>
            </a:r>
          </a:p>
          <a:p>
            <a:r>
              <a:rPr lang="en-US"/>
              <a:t>Resource state and node execution context are also observed by the constraint layer.</a:t>
            </a:r>
          </a:p>
          <a:p>
            <a:r>
              <a:rPr lang="en-US"/>
              <a:t></a:t>
            </a:r>
          </a:p>
          <a:p>
            <a:r>
              <a:rPr lang="en-US"/>
              <a:t>Each feedback update can trigger model updates and condition evaluation.</a:t>
            </a:r>
          </a:p>
          <a:p>
            <a:r>
              <a:rPr lang="en-US"/>
              <a:t></a:t>
            </a:r>
          </a:p>
          <a:p>
            <a:r>
              <a:rPr lang="en-US"/>
              <a:t>When completion conditions hold and continued execution is allowed, the node completes and sends a signal to activate the next step.</a:t>
            </a:r>
          </a:p>
          <a:p>
            <a:r>
              <a:rPr lang="en-US"/>
              <a:t></a:t>
            </a:r>
          </a:p>
          <a:p>
            <a:r>
              <a:rPr lang="en-US"/>
              <a:t>If a temperature violation or device fault triggers a stop or abort rule, device handling uses the state-machine interface and task handling uses the node interface.</a:t>
            </a:r>
          </a:p>
          <a:p>
            <a:r>
              <a:rPr lang="en-US"/>
              <a:t></a:t>
            </a:r>
          </a:p>
          <a:p>
            <a:r>
              <a:rPr lang="en-US"/>
              <a:t>Warnings and alarms follow their own rule definitions rather than necessarily aborting the task.</a:t>
            </a:r>
          </a:p>
          <a:p>
            <a:r>
              <a:rPr lang="en-US"/>
              <a:t></a:t>
            </a:r>
          </a:p>
          <a:p>
            <a:r>
              <a:rPr lang="en-US"/>
              <a:t>Requests, execution, feedback, completion checks, and exception handling all follow interactions defined in the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 xmlns:p="http://schemas.openxmlformats.org/presentationml/2006/main" xmlns:a="http://schemas.openxmlformats.org/drawingml/2006/main">
          <a:bodyPr xmlns:a="http://schemas.openxmlformats.org/drawingml/2006/main"/>
          <a:lstStyle xmlns:a="http://schemas.openxmlformats.org/drawingml/2006/main"/>
          <a:p>
            <a:r>
              <a:rPr lang="en-US"/>
              <a:t>This extension uses simulation feedback to revise experimental plans while preserving the same device execution path.</a:t>
            </a:r>
          </a:p>
          <a:p>
            <a:r>
              <a:rPr lang="en-US"/>
              <a:t></a:t>
            </a:r>
          </a:p>
          <a:p>
            <a:r>
              <a:rPr lang="en-US"/>
              <a:t>The LLM can generate a workflow model or directly request an operation on a device.</a:t>
            </a:r>
          </a:p>
          <a:p>
            <a:r>
              <a:rPr lang="en-US"/>
              <a:t></a:t>
            </a:r>
          </a:p>
          <a:p>
            <a:r>
              <a:rPr lang="en-US"/>
              <a:t>Both routes enter the device model and reach the Adapter through the state machine.</a:t>
            </a:r>
          </a:p>
          <a:p>
            <a:r>
              <a:rPr lang="en-US"/>
              <a:t></a:t>
            </a:r>
          </a:p>
          <a:p>
            <a:r>
              <a:rPr lang="en-US"/>
              <a:t>At the start of a simulation, the Adapter creates a virtual device instance corresponding to the physical device instance.</a:t>
            </a:r>
          </a:p>
          <a:p>
            <a:r>
              <a:rPr lang="en-US"/>
              <a:t></a:t>
            </a:r>
          </a:p>
          <a:p>
            <a:r>
              <a:rPr lang="en-US"/>
              <a:t>The same virtual instance is used throughout that simulation run.</a:t>
            </a:r>
          </a:p>
          <a:p>
            <a:r>
              <a:rPr lang="en-US"/>
              <a:t></a:t>
            </a:r>
          </a:p>
          <a:p>
            <a:r>
              <a:rPr lang="en-US"/>
              <a:t>It receives commands, evolves its simulated state, and returns simulated measurements and operating status.</a:t>
            </a:r>
          </a:p>
          <a:p>
            <a:r>
              <a:rPr lang="en-US"/>
              <a:t></a:t>
            </a:r>
          </a:p>
          <a:p>
            <a:r>
              <a:rPr lang="en-US"/>
              <a:t>This allows successive operations to act on a continuous device state.</a:t>
            </a:r>
          </a:p>
          <a:p>
            <a:r>
              <a:rPr lang="en-US"/>
              <a:t></a:t>
            </a:r>
          </a:p>
          <a:p>
            <a:r>
              <a:rPr lang="en-US"/>
              <a:t>The upper-level system processes the returned information as device data.</a:t>
            </a:r>
          </a:p>
          <a:p>
            <a:r>
              <a:rPr lang="en-US"/>
              <a:t></a:t>
            </a:r>
          </a:p>
          <a:p>
            <a:r>
              <a:rPr lang="en-US"/>
              <a:t>Device models update normally, workflow nodes evaluate triggers and advance when needed, and constraints continue to evaluate resource state and task context.</a:t>
            </a:r>
          </a:p>
          <a:p>
            <a:r>
              <a:rPr lang="en-US"/>
              <a:t></a:t>
            </a:r>
          </a:p>
          <a:p>
            <a:r>
              <a:rPr lang="en-US"/>
              <a:t>The resulting state, data, and constraint outcomes return to the LLM for analysis.</a:t>
            </a:r>
          </a:p>
          <a:p>
            <a:r>
              <a:rPr lang="en-US"/>
              <a:t></a:t>
            </a:r>
          </a:p>
          <a:p>
            <a:r>
              <a:rPr lang="en-US"/>
              <a:t>The LLM can revise the steps, parameters, or control requests and simulate again through the same path.</a:t>
            </a:r>
          </a:p>
          <a:p>
            <a:r>
              <a:rPr lang="en-US"/>
              <a:t></a:t>
            </a:r>
          </a:p>
          <a:p>
            <a:r>
              <a:rPr lang="en-US"/>
              <a:t>This closes the feedback loop used to optimize the experimental plan.</a:t>
            </a:r>
          </a:p>
          <a:p>
            <a:r>
              <a:rPr lang="en-US"/>
              <a:t></a:t>
            </a:r>
          </a:p>
          <a:p>
            <a:r>
              <a:rPr lang="en-US"/>
              <a:t>Once simulation results have been confirmed acceptable, the host system initiates hardware execution and selects the Adapter's hardware mode.</a:t>
            </a:r>
          </a:p>
          <a:p>
            <a:r>
              <a:rPr lang="en-US"/>
              <a:t></a:t>
            </a:r>
          </a:p>
          <a:p>
            <a:r>
              <a:rPr lang="en-US"/>
              <a:t>The Adapter does not determine whether the simulation has passed or initiate hardware execution on its own.</a:t>
            </a:r>
          </a:p>
          <a:p>
            <a:r>
              <a:rPr lang="en-US"/>
              <a:t></a:t>
            </a:r>
          </a:p>
          <a:p>
            <a:r>
              <a:rPr lang="en-US"/>
              <a:t>Only hardware mode connects to the physical device, mapping commands and converting real feedback.</a:t>
            </a:r>
          </a:p>
          <a:p>
            <a:r>
              <a:rPr lang="en-US"/>
              <a:t></a:t>
            </a:r>
          </a:p>
          <a:p>
            <a:r>
              <a:rPr lang="en-US"/>
              <a:t>Both modes share the upper-level models, state-transition rules, feedback interfaces, and constraint checks.</a:t>
            </a:r>
          </a:p>
          <a:p>
            <a:r>
              <a:rPr lang="en-US"/>
              <a:t></a:t>
            </a:r>
          </a:p>
          <a:p>
            <a:r>
              <a:rPr lang="en-US"/>
              <a:t>The difference is whether commands act on a virtual instance inside the Adapter or on the physical device.</a:t>
            </a:r>
          </a:p>
          <a:p>
            <a:r>
              <a:rPr lang="en-US"/>
              <a:t></a:t>
            </a:r>
          </a:p>
          <a:p>
            <a:r>
              <a:rPr lang="en-US"/>
              <a:t>Simulation therefore supports plan refinement before hardware execution while keeping LLM device control within the shared execution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 xmlns:p="http://schemas.openxmlformats.org/presentationml/2006/main" xmlns:a="http://schemas.openxmlformats.org/drawingml/2006/main">
          <a:bodyPr xmlns:a="http://schemas.openxmlformats.org/drawingml/2006/main"/>
          <a:lstStyle xmlns:a="http://schemas.openxmlformats.org/drawingml/2006/main"/>
          <a:p>
            <a:r>
              <a:rPr lang="en-US"/>
              <a:t>The work has three main contributions: unified modeling, explicit execution semantics, and a shared execution path.</a:t>
            </a:r>
          </a:p>
          <a:p>
            <a:r>
              <a:rPr lang="en-US"/>
              <a:t></a:t>
            </a:r>
          </a:p>
          <a:p>
            <a:r>
              <a:rPr lang="en-US"/>
              <a:t>Resource, workflow, and constraint models describe execution objects, task processes, and operating limits, with a cross-layer protocol connecting their interactions.</a:t>
            </a:r>
          </a:p>
          <a:p>
            <a:r>
              <a:rPr lang="en-US"/>
              <a:t></a:t>
            </a:r>
          </a:p>
          <a:p>
            <a:r>
              <a:rPr lang="en-US"/>
              <a:t>Variable spaces, lifecycles, interfaces, triggers, and state machines explain at the model level how tasks progress, data is linked, and devices respond.</a:t>
            </a:r>
          </a:p>
          <a:p>
            <a:r>
              <a:rPr lang="en-US"/>
              <a:t></a:t>
            </a:r>
          </a:p>
          <a:p>
            <a:r>
              <a:rPr lang="en-US"/>
              <a:t>Requests from people, workflows, and LLMs use the same device model and Adapter mechanism, which also supports the simulation feedback loop.</a:t>
            </a:r>
          </a:p>
          <a:p>
            <a:r>
              <a:rPr lang="en-US"/>
              <a:t></a:t>
            </a:r>
          </a:p>
          <a:p>
            <a:r>
              <a:rPr lang="en-US"/>
              <a:t>The system provides an explicit modeling language and execution semantics.</a:t>
            </a:r>
          </a:p>
          <a:p>
            <a:r>
              <a:rPr lang="en-US"/>
              <a:t></a:t>
            </a:r>
          </a:p>
          <a:p>
            <a:r>
              <a:rPr lang="en-US"/>
              <a:t>Specific laboratory devices and task logic are expressed as models, while the common execution mechanism follows the structures, states, and rules defined in those models.</a:t>
            </a:r>
          </a:p>
          <a:p>
            <a:r>
              <a:rPr lang="en-US"/>
              <a:t></a:t>
            </a:r>
          </a:p>
          <a:p>
            <a:r>
              <a:rPr lang="en-US"/>
              <a:t>This lets us explain why an operation occurs, how far it has progressed, and what determines its next step.</a:t>
            </a:r>
          </a:p>
          <a:p>
            <a:r>
              <a:rPr lang="en-US"/>
              <a:t></a:t>
            </a:r>
          </a:p>
          <a:p>
            <a:r>
              <a:rPr lang="en-US"/>
              <a:t>An LLM may propose plans and control requests, but their execution is always handled by the shared model, state, and constraint mechanisms.</a:t>
            </a:r>
          </a:p>
          <a:p>
            <a:r>
              <a:rPr lang="en-US"/>
              <a:t></a:t>
            </a:r>
          </a:p>
          <a:p>
            <a:r>
              <a:rPr lang="en-US"/>
              <a:t>Thank you for your attention, and questions are welcome.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fdeaa905f644d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7f312995344b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5046b38d7a4e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a0c1cb453c4f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089930e3f4b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61915fdcea459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d685b182c14eb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ce4c344ee4bf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60c7a9a8444f0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ce93b4dfdf4a3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eb594b82c442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2142A7-5F84-4862-B277-3DEC3706324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C89FCA4-E027-4A4D-AB6E-A9118AB607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A5D13F1-D4EC-47FB-B750-A85CDE5C9C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A7D6CC-BF3E-4421-A508-C7131BF9C4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D8E456-27C4-4BE2-B670-28B73F9EA9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794914-4DFC-4C3F-8B6D-D3E49E096C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DC590AE-1910-4C30-8DFC-7A2D979980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A607F8-7806-43CB-8145-793DC2B292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4EDF4F0-2926-42B6-AD2A-965F803D00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C22AC8-B416-4BBC-8264-A0B9504E5E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9F2719-2181-4391-BB41-8C745B3220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E65AD8-AE07-4933-B126-3F64732C46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422BBA-7F99-4DE1-A703-019E600EB9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27E9BA-95EB-4BB6-B0A8-1B8B9A4BF2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92EDAF-74AC-47BC-A17C-FC5C22992D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7DD261-6377-4822-9264-DA70A4DC13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24EF40-F8F7-47CE-AF7E-E062EA053C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A82B276-1A73-44BC-86F6-5F15B7E4484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F57C6E9-DE1D-4C9B-B0E6-72716EEC52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7B66CFE-1FF7-4434-B08E-9E4313FE56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CE49325-0FCE-406F-9120-A8DDA45456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B607AD-6807-4FA7-A6F6-D5DFCAB495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8654C6F-7B2D-4BFA-ABB4-B8CCA104A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3BB0BF7-1360-40E4-A1A4-A1C5B1AE8B9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229D0BC-3143-45B5-A257-BBD6303BA31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2A6B88B-15FE-483C-92A5-C757B558CAC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EE2E7DC-EB32-4415-A251-6D08A2CA68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3F8E3A4-9467-4ABD-B084-1637287816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3D21DF7-2964-4C0C-94BE-95B54BCCE9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CC30B3-13AA-4ED2-87BC-89CD915B56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A0A9B4B-EF90-4B91-B46B-C0F68011A7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1F4B927-286D-4149-9C35-CFE2C09733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DC26339-A3BE-4369-A799-10550A4675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FC525CD-D021-4583-B967-624DD280CE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2A8DF7B-735A-4F5A-8FEE-CF3FDAA33A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A4B8E07-B916-4A4F-8433-2D8F3237FB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2263CA-5555-4617-8127-AC9944B51F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F3EE63-2471-4918-AC84-FA171229B3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C7DB03B-2F6C-4D43-89EF-86EA548D77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9682DC5-3B16-4F10-8078-11B2D1D14C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2D3B9B2-0F3F-4D97-BE53-106651098B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546E0BA-0A37-4253-B96D-6A2F3BEA68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AB3B70-FB2D-482E-8591-F37B0BFCD8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45A7933-A8B5-4B0C-AA17-B684A4C37B1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BB7A50-0CB4-437B-8FB6-317F17C84A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6AF6104-F8AF-42C2-8F61-326EBF90CF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271AB00-41DB-4785-947E-A40948D95D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24C1B58-9AE0-4949-AF91-527EA2BD1A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A6647E-7959-4D74-9042-A3D82E84E4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87F3B4-E59B-4EE5-8A64-1DDCB78EB2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9857DB-81ED-4EDE-8321-48AF502FB8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A05CABE-FDA7-4F2F-934E-37B502BB24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2367C2-BF96-4856-8B5D-6C1D4A2BD7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6301357-13F5-4611-B368-149F6A59D6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06F334-5DC8-4A1A-B680-34AE8C718A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D6F9847-16BE-44EF-B234-5F95BB514B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99FC7F5-5131-4CB3-92F6-9BD7DAAF07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34443C-F02C-42A6-BE8A-14B9C6D443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7af2bf4d8748a5" /><Relationship Type="http://schemas.openxmlformats.org/officeDocument/2006/relationships/slideLayout" Target="/ppt/slideLayouts/slideLayout1.xml" Id="R4d5674bee0cd4537" /><Relationship Type="http://schemas.openxmlformats.org/officeDocument/2006/relationships/slideLayout" Target="/ppt/slideLayouts/slideLayout2.xml" Id="Re3834919827b4109" /><Relationship Type="http://schemas.openxmlformats.org/officeDocument/2006/relationships/slideLayout" Target="/ppt/slideLayouts/slideLayout3.xml" Id="R9ba9396dc19f4308" /><Relationship Type="http://schemas.openxmlformats.org/officeDocument/2006/relationships/slideLayout" Target="/ppt/slideLayouts/slideLayout4.xml" Id="Ra5e235bf5b544cbf" /><Relationship Type="http://schemas.openxmlformats.org/officeDocument/2006/relationships/slideLayout" Target="/ppt/slideLayouts/slideLayout5.xml" Id="R385f91bcc81e4f4a" /><Relationship Type="http://schemas.openxmlformats.org/officeDocument/2006/relationships/slideLayout" Target="/ppt/slideLayouts/slideLayout6.xml" Id="R6c62a23aa7f24c33" /><Relationship Type="http://schemas.openxmlformats.org/officeDocument/2006/relationships/slideLayout" Target="/ppt/slideLayouts/slideLayout7.xml" Id="Rf6b8ce3adf8e41b8" /><Relationship Type="http://schemas.openxmlformats.org/officeDocument/2006/relationships/slideLayout" Target="/ppt/slideLayouts/slideLayout8.xml" Id="R1e567764f7624e51" /><Relationship Type="http://schemas.openxmlformats.org/officeDocument/2006/relationships/slideLayout" Target="/ppt/slideLayouts/slideLayout9.xml" Id="Rb749acd4d8e44b58" /><Relationship Type="http://schemas.openxmlformats.org/officeDocument/2006/relationships/slideLayout" Target="/ppt/slideLayouts/slideLayout10.xml" Id="Rf8901d389a424071" /><Relationship Type="http://schemas.openxmlformats.org/officeDocument/2006/relationships/slideLayout" Target="/ppt/slideLayouts/slideLayout11.xml" Id="R1eafc402689c436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4E93813-9FCD-4F97-BA18-C5AAE6B8BB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9D70CD-6A3F-4A2A-A693-484DB88342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10621A-ECF9-4D5D-82E2-F3B892C2ECD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BCD272-ED74-4E8B-89D3-35F041918DC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A3C692-281D-4D4E-818F-1E592C23A34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5674bee0cd4537"/>
    <p:sldLayoutId xmlns:r="http://schemas.openxmlformats.org/officeDocument/2006/relationships" id="2147483650" r:id="Re3834919827b4109"/>
    <p:sldLayoutId xmlns:r="http://schemas.openxmlformats.org/officeDocument/2006/relationships" id="2147483651" r:id="R9ba9396dc19f4308"/>
    <p:sldLayoutId xmlns:r="http://schemas.openxmlformats.org/officeDocument/2006/relationships" id="2147483652" r:id="Ra5e235bf5b544cbf"/>
    <p:sldLayoutId xmlns:r="http://schemas.openxmlformats.org/officeDocument/2006/relationships" id="2147483653" r:id="R385f91bcc81e4f4a"/>
    <p:sldLayoutId xmlns:r="http://schemas.openxmlformats.org/officeDocument/2006/relationships" id="2147483654" r:id="R6c62a23aa7f24c33"/>
    <p:sldLayoutId xmlns:r="http://schemas.openxmlformats.org/officeDocument/2006/relationships" id="2147483655" r:id="Rf6b8ce3adf8e41b8"/>
    <p:sldLayoutId xmlns:r="http://schemas.openxmlformats.org/officeDocument/2006/relationships" id="2147483656" r:id="R1e567764f7624e51"/>
    <p:sldLayoutId xmlns:r="http://schemas.openxmlformats.org/officeDocument/2006/relationships" id="2147483657" r:id="Rb749acd4d8e44b58"/>
    <p:sldLayoutId xmlns:r="http://schemas.openxmlformats.org/officeDocument/2006/relationships" id="2147483658" r:id="Rf8901d389a424071"/>
    <p:sldLayoutId xmlns:r="http://schemas.openxmlformats.org/officeDocument/2006/relationships" id="2147483659" r:id="R1eafc402689c4365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c2904edacf92430f"/><Relationship Type="http://schemas.openxmlformats.org/officeDocument/2006/relationships/notesSlide" Target="/ppt/notesSlides/notesSlide1.xml" Id="R40d1a57804ad4fbd"/><Relationship Id="rIdEurosim2026Logo" Type="http://schemas.openxmlformats.org/officeDocument/2006/relationships/image" Target="../media/eurosim2026-official-logo.png"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01c880c7b5467f" /><Relationship Type="http://schemas.openxmlformats.org/officeDocument/2006/relationships/notesSlide" Target="/ppt/notesSlides/notesSlide2.xml" Id="R4a5051c5cc6f4f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3e991213274aaa" /><Relationship Type="http://schemas.openxmlformats.org/officeDocument/2006/relationships/notesSlide" Target="/ppt/notesSlides/notesSlide3.xml" Id="R9d84eba966e143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035afe7951497a" /><Relationship Type="http://schemas.openxmlformats.org/officeDocument/2006/relationships/notesSlide" Target="/ppt/notesSlides/notesSlide4.xml" Id="R26577538b96242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c6a9b0459a49be" /><Relationship Type="http://schemas.openxmlformats.org/officeDocument/2006/relationships/notesSlide" Target="/ppt/notesSlides/notesSlide5.xml" Id="R8057b1b9da5e4b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ac113b025c421d" /><Relationship Type="http://schemas.openxmlformats.org/officeDocument/2006/relationships/notesSlide" Target="/ppt/notesSlides/notesSlide6.xml" Id="Rf338f093c9cc4d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3f06cc366146da" /><Relationship Type="http://schemas.openxmlformats.org/officeDocument/2006/relationships/notesSlide" Target="/ppt/notesSlides/notesSlide7.xml" Id="R75fbadfff3c741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2a75c7fbdc43fb" /><Relationship Type="http://schemas.openxmlformats.org/officeDocument/2006/relationships/notesSlide" Target="/ppt/notesSlides/notesSlide8.xml" Id="Rcf7e372542024c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d8bdc71b094d9b" /><Relationship Type="http://schemas.openxmlformats.org/officeDocument/2006/relationships/notesSlide" Target="/ppt/notesSlides/notesSlide9.xml" Id="R1ae248a0db1448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9927f2367d4dc7" /><Relationship Type="http://schemas.openxmlformats.org/officeDocument/2006/relationships/notesSlide" Target="/ppt/notesSlides/notesSlide10.xml" Id="Rf7d14c40cf0947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75114aa13f4922" /><Relationship Type="http://schemas.openxmlformats.org/officeDocument/2006/relationships/notesSlide" Target="/ppt/notesSlides/notesSlide11.xml" Id="R4ac77de899c1456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5126B61-7F67-4F38-99FD-DEA99817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6044A0D-DF0D-4EAA-8111-55C67E76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0352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6F4465B-16B1-40D1-B29C-23383576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9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 Task-Oriented Executable Modeling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9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Framework for Smart Chemical Laboratories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078455-79B5-479E-B9B5-F7DDCEE0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B4CCE4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B4CCE4"/>
                </a:solidFill>
                <a:latin typeface="微软雅黑"/>
                <a:ea typeface="微软雅黑"/>
                <a:cs typeface="微软雅黑"/>
              </a:rPr>
              <a:t>Beijing Information Science and Technology University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DBA3378-982A-4B4C-A3F4-F8FBB3FB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066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Presenter: Tao Yu    Corresponding author: Chun Zhao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1B53B6C-55F0-4AD3-92A1-606B766A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EUROSIM 2026, Genoa, Italy</a:t>
            </a:r>
          </a:p>
        </p:txBody>
      </p:sp>
      <p:pic>
        <p:nvPicPr>
          <p:cNvPr id="8" name="EUROSIM 2026 Official Logo" descr="EUROSIM 2026 official conference logo. Source: https://www.msc-les.org/eurosim2026/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Eurosim2026Logo"/>
          <a:stretch xmlns:a="http://schemas.openxmlformats.org/drawingml/2006/main"/>
        </p:blipFill>
        <p:spPr>
          <a:xfrm xmlns:a="http://schemas.openxmlformats.org/drawingml/2006/main">
            <a:off x="533400" y="419037"/>
            <a:ext cx="2095500" cy="84711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347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44962FA-CCCE-4529-921E-D905A1A1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B1D9B3-BB0B-4F9C-A93A-E0787A6E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Outline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227453A-8EF3-4DB8-8B1D-BFC99D96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0515600" cy="3020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 lang="en-US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Background and problem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 lang="en-US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Unified modeling framework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 lang="en-US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Key execution mechanism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 lang="en-US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Implementation and case study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 lang="en-US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Extension and outlook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 lang="en-US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Conclusions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BF16ABE-79AA-4FE7-AE2D-5C35F45F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0"/>
            <a:ext cx="1051560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 lang="en-US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Why unified modeling is needed → How the models execute together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613995F-F4E4-49D1-BA3C-6003C607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287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rPr>
              <a:t>EUROSIM 2026  ·  Executable Modeling for Smart Chemical Laboratories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AAAA85E-C96F-42D8-B680-C64A06FA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4768641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2D7CE7-37DA-426D-9D04-EB4888EF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B629209-1CA3-4A87-95E6-2EFFF625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 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Background: execution boundaries with LLMs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D237B42-3AD0-428A-852B-4E8501AD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287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rPr>
              <a:t>EUROSIM 2026  ·  Executable Modeling for Smart Chemical Laboratories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DF3467E-12E0-41A5-9475-98AA51BA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2/10</a:t>
            </a:r>
          </a:p>
        </p:txBody>
      </p:sp>
      <p:sp>
        <p:nvSpPr>
          <p:cNvPr id="7" name="text-27">
            <a:extLst xmlns:a="http://schemas.openxmlformats.org/drawingml/2006/main">
              <a:ext uri="{FF2B5EF4-FFF2-40B4-BE49-F238E27FC236}">
                <a16:creationId xmlns:a16="http://schemas.microsoft.com/office/drawing/2014/main" id="{D150D801-6EAD-4CA2-AA35-24B766D8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1275"/>
            <a:ext cx="10620375" cy="76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 lang="en-US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As LLMs advance, smart chemical laboratories evolve: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 lang="en-US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Workflow automation → LLM involvement in decision-making and control</a:t>
            </a:r>
          </a:p>
        </p:txBody>
      </p:sp>
      <p:sp>
        <p:nvSpPr>
          <p:cNvPr id="8" name="text-28">
            <a:extLst xmlns:a="http://schemas.openxmlformats.org/drawingml/2006/main">
              <a:ext uri="{FF2B5EF4-FFF2-40B4-BE49-F238E27FC236}">
                <a16:creationId xmlns:a16="http://schemas.microsoft.com/office/drawing/2014/main" id="{D14E1904-2677-440E-A382-616244CB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6155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 lang="en-US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Four aspects to define for every execution:</a:t>
            </a:r>
          </a:p>
        </p:txBody>
      </p:sp>
      <p:sp>
        <p:nvSpPr>
          <p:cNvPr id="9" name="text-29">
            <a:extLst xmlns:a="http://schemas.openxmlformats.org/drawingml/2006/main">
              <a:ext uri="{FF2B5EF4-FFF2-40B4-BE49-F238E27FC236}">
                <a16:creationId xmlns:a16="http://schemas.microsoft.com/office/drawing/2014/main" id="{FCA54B7A-E15B-4727-B00F-40ECA49D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Resources</a:t>
            </a:r>
          </a:p>
        </p:txBody>
      </p:sp>
      <p:sp>
        <p:nvSpPr>
          <p:cNvPr id="10" name="text-30">
            <a:extLst xmlns:a="http://schemas.openxmlformats.org/drawingml/2006/main">
              <a:ext uri="{FF2B5EF4-FFF2-40B4-BE49-F238E27FC236}">
                <a16:creationId xmlns:a16="http://schemas.microsoft.com/office/drawing/2014/main" id="{98106484-035A-4192-BB80-20DEC537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lang="en-US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Organization and access</a:t>
            </a:r>
          </a:p>
        </p:txBody>
      </p:sp>
      <p:sp>
        <p:nvSpPr>
          <p:cNvPr id="11" name="anchor-31">
            <a:extLst xmlns:a="http://schemas.openxmlformats.org/drawingml/2006/main">
              <a:ext uri="{FF2B5EF4-FFF2-40B4-BE49-F238E27FC236}">
                <a16:creationId xmlns:a16="http://schemas.microsoft.com/office/drawing/2014/main" id="{45A37CCE-DAE4-4DCB-8526-E7660661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anchor-32">
            <a:extLst xmlns:a="http://schemas.openxmlformats.org/drawingml/2006/main">
              <a:ext uri="{FF2B5EF4-FFF2-40B4-BE49-F238E27FC236}">
                <a16:creationId xmlns:a16="http://schemas.microsoft.com/office/drawing/2014/main" id="{2C74C2CF-98C6-4A0A-95BF-A5583889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" name="直接箭头连接符 42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1718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4" name="text-33">
            <a:extLst xmlns:a="http://schemas.openxmlformats.org/drawingml/2006/main">
              <a:ext uri="{FF2B5EF4-FFF2-40B4-BE49-F238E27FC236}">
                <a16:creationId xmlns:a16="http://schemas.microsoft.com/office/drawing/2014/main" id="{0417A36F-3EA0-4F46-8B04-70DB0539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2100" b="1">
                <ns0:solidFill>
                  <ns0:srgbClr val="2774AC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2085" b="1" lang="en-US">
                <ns0:solidFill>
                  <ns0:srgbClr val="2774AC"/>
                </ns0:solidFill>
                <ns0:latin typeface="微软雅黑"/>
                <ns0:ea typeface="微软雅黑"/>
                <ns0:cs typeface="微软雅黑"/>
              </ns0:rPr>
              <ns0:t>State</ns0:t>
            </ns0:r>
          </ns0:p>
        </p:txBody>
      </p:sp>
      <p:sp>
        <p:nvSpPr>
          <p:cNvPr id="15" name="text-34">
            <a:extLst xmlns:a="http://schemas.openxmlformats.org/drawingml/2006/main">
              <a:ext uri="{FF2B5EF4-FFF2-40B4-BE49-F238E27FC236}">
                <a16:creationId xmlns:a16="http://schemas.microsoft.com/office/drawing/2014/main" id="{3FD969BB-9D68-4CFA-8E82-B1E26E38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1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110" b="0" lang="en-US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Evolution during execution</a:t>
            </a:r>
          </a:p>
        </p:txBody>
      </p:sp>
      <p:sp>
        <p:nvSpPr>
          <p:cNvPr id="16" name="anchor-35">
            <a:extLst xmlns:a="http://schemas.openxmlformats.org/drawingml/2006/main">
              <a:ext uri="{FF2B5EF4-FFF2-40B4-BE49-F238E27FC236}">
                <a16:creationId xmlns:a16="http://schemas.microsoft.com/office/drawing/2014/main" id="{AC9C3D03-22A1-4365-A609-A8419392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anchor-36">
            <a:extLst xmlns:a="http://schemas.openxmlformats.org/drawingml/2006/main">
              <a:ext uri="{FF2B5EF4-FFF2-40B4-BE49-F238E27FC236}">
                <a16:creationId xmlns:a16="http://schemas.microsoft.com/office/drawing/2014/main" id="{112A6AD5-258C-4CB5-909E-A2490569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" name="直接箭头连接符 47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89597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9" name="text-37">
            <a:extLst xmlns:a="http://schemas.openxmlformats.org/drawingml/2006/main">
              <a:ext uri="{FF2B5EF4-FFF2-40B4-BE49-F238E27FC236}">
                <a16:creationId xmlns:a16="http://schemas.microsoft.com/office/drawing/2014/main" id="{A55DAAC3-DC31-4038-8DC3-142C8579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Data</a:t>
            </a:r>
          </a:p>
        </p:txBody>
      </p:sp>
      <p:sp>
        <p:nvSpPr>
          <p:cNvPr id="20" name="text-38">
            <a:extLst xmlns:a="http://schemas.openxmlformats.org/drawingml/2006/main">
              <a:ext uri="{FF2B5EF4-FFF2-40B4-BE49-F238E27FC236}">
                <a16:creationId xmlns:a16="http://schemas.microsoft.com/office/drawing/2014/main" id="{DEB0AB6F-554A-4BDC-A9B6-2FD13647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lang="en-US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Generation and transfer</a:t>
            </a:r>
          </a:p>
        </p:txBody>
      </p:sp>
      <p:sp>
        <p:nvSpPr>
          <p:cNvPr id="21" name="anchor-39">
            <a:extLst xmlns:a="http://schemas.openxmlformats.org/drawingml/2006/main">
              <a:ext uri="{FF2B5EF4-FFF2-40B4-BE49-F238E27FC236}">
                <a16:creationId xmlns:a16="http://schemas.microsoft.com/office/drawing/2014/main" id="{807E8450-9076-42BE-8DF0-88E40210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40">
            <a:extLst xmlns:a="http://schemas.openxmlformats.org/drawingml/2006/main">
              <a:ext uri="{FF2B5EF4-FFF2-40B4-BE49-F238E27FC236}">
                <a16:creationId xmlns:a16="http://schemas.microsoft.com/office/drawing/2014/main" id="{9F11B51C-2E80-4810-AEF9-977B4630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6" name="直接箭头连接符 52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6201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4" name="text-41">
            <a:extLst xmlns:a="http://schemas.openxmlformats.org/drawingml/2006/main">
              <a:ext uri="{FF2B5EF4-FFF2-40B4-BE49-F238E27FC236}">
                <a16:creationId xmlns:a16="http://schemas.microsoft.com/office/drawing/2014/main" id="{03620E64-B38D-428D-BEC1-AD449B52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Boundaries</a:t>
            </a:r>
          </a:p>
        </p:txBody>
      </p:sp>
      <p:sp>
        <p:nvSpPr>
          <p:cNvPr id="25" name="text-42">
            <a:extLst xmlns:a="http://schemas.openxmlformats.org/drawingml/2006/main">
              <a:ext uri="{FF2B5EF4-FFF2-40B4-BE49-F238E27FC236}">
                <a16:creationId xmlns:a16="http://schemas.microsoft.com/office/drawing/2014/main" id="{1C883917-B0BB-4AD5-93D8-42B5AF5F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058" b="0" lang="en-US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Allowed conditions and limits</a:t>
            </a:r>
          </a:p>
        </p:txBody>
      </p:sp>
      <p:sp>
        <p:nvSpPr>
          <p:cNvPr id="26" name="text-43">
            <a:extLst xmlns:a="http://schemas.openxmlformats.org/drawingml/2006/main">
              <a:ext uri="{FF2B5EF4-FFF2-40B4-BE49-F238E27FC236}">
                <a16:creationId xmlns:a16="http://schemas.microsoft.com/office/drawing/2014/main" id="{8B4B12EC-168B-44C1-BB11-34FBCD86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6535"/>
            <a:ext cx="10648950" cy="718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 lang="en-US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LLMs make execution boundaries more pressing: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 lang="en-US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Allowed requests · Conditions for execution</a:t>
            </a:r>
          </a:p>
        </p:txBody>
      </p:sp>
      <p:sp>
        <p:nvSpPr>
          <p:cNvPr id="27" name="text-44">
            <a:extLst xmlns:a="http://schemas.openxmlformats.org/drawingml/2006/main">
              <a:ext uri="{FF2B5EF4-FFF2-40B4-BE49-F238E27FC236}">
                <a16:creationId xmlns:a16="http://schemas.microsoft.com/office/drawing/2014/main" id="{D104F17B-4D9E-41A0-8BD0-F50C0946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821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 lang="en-US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No privileged bypass. All control requests use one execution path.</a:t>
            </a:r>
          </a:p>
        </p:txBody>
      </p:sp>
      <p:sp>
        <p:nvSpPr>
          <p:cNvPr id="28" name="text-45">
            <a:extLst xmlns:a="http://schemas.openxmlformats.org/drawingml/2006/main">
              <a:ext uri="{FF2B5EF4-FFF2-40B4-BE49-F238E27FC236}">
                <a16:creationId xmlns:a16="http://schemas.microsoft.com/office/drawing/2014/main" id="{617F4521-B078-432E-AE19-4C096BFB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3985"/>
            <a:ext cx="1064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1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15" b="0" lang="en-US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One executable framework for resources, state, data, and boundary checks.</a:t>
            </a:r>
          </a:p>
        </p:txBody>
      </p:sp>
      <p:sp>
        <p:nvSpPr>
          <p:cNvPr id="29" name="anchor-46">
            <a:extLst xmlns:a="http://schemas.openxmlformats.org/drawingml/2006/main">
              <a:ext uri="{FF2B5EF4-FFF2-40B4-BE49-F238E27FC236}">
                <a16:creationId xmlns:a16="http://schemas.microsoft.com/office/drawing/2014/main" id="{7E659B3E-4CA5-402A-B735-42DA23FE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47">
            <a:extLst xmlns:a="http://schemas.openxmlformats.org/drawingml/2006/main">
              <a:ext uri="{FF2B5EF4-FFF2-40B4-BE49-F238E27FC236}">
                <a16:creationId xmlns:a16="http://schemas.microsoft.com/office/drawing/2014/main" id="{AE688422-91F5-4B04-BF73-CF6E6563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" name="直接箭头连接符 60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32" name="text-48">
            <a:extLst xmlns:a="http://schemas.openxmlformats.org/drawingml/2006/main">
              <a:ext uri="{FF2B5EF4-FFF2-40B4-BE49-F238E27FC236}">
                <a16:creationId xmlns:a16="http://schemas.microsoft.com/office/drawing/2014/main" id="{2F8FCE36-D50E-4ECE-B46F-22F533B7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lang="en-US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Shared execution boundaries for all request sources</a:t>
            </a:r>
          </a:p>
        </p:txBody>
      </p:sp>
    </p:spTree>
    <p:extLst>
      <p:ext uri="{BB962C8B-B14F-4D97-AF65-F5344CB8AC3E}">
        <p14:creationId xmlns:p14="http://schemas.microsoft.com/office/powerpoint/2010/main" val="2218676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9D6F081-784A-4991-BCBF-2133F78E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67ECD3C-6193-4117-AE84-4BF50FBF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 Unified modeling framework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3278A7F-6256-4525-85B9-6FE459A6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287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rPr>
              <a:t>EUROSIM 2026  ·  Executable Modeling for Smart Chemical Laboratories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81B37D9-51F1-426D-9521-4576BC43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3/10</a:t>
            </a:r>
          </a:p>
        </p:txBody>
      </p:sp>
      <p:sp>
        <p:nvSpPr>
          <p:cNvPr id="18" name="revision-text-1">
            <a:extLst xmlns:a="http://schemas.openxmlformats.org/drawingml/2006/main">
              <a:ext uri="{FF2B5EF4-FFF2-40B4-BE49-F238E27FC236}">
                <a16:creationId xmlns:a16="http://schemas.microsoft.com/office/drawing/2014/main" id="{77EF01E7-ED36-4940-9D7A-C874BCAC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73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Device resources · Task workflows · Operating constraints</a:t>
            </a:r>
          </a:p>
        </p:txBody>
      </p:sp>
      <p:sp>
        <p:nvSpPr>
          <p:cNvPr id="19" name="diagram-box-2">
            <a:extLst xmlns:a="http://schemas.openxmlformats.org/drawingml/2006/main">
              <a:ext uri="{FF2B5EF4-FFF2-40B4-BE49-F238E27FC236}">
                <a16:creationId xmlns:a16="http://schemas.microsoft.com/office/drawing/2014/main" id="{1897B3F5-9565-4629-86A9-799FE42F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0" name="revision-text-3">
            <a:extLst xmlns:a="http://schemas.openxmlformats.org/drawingml/2006/main">
              <a:ext uri="{FF2B5EF4-FFF2-40B4-BE49-F238E27FC236}">
                <a16:creationId xmlns:a16="http://schemas.microsoft.com/office/drawing/2014/main" id="{51617FA3-D3CA-4D18-9FB0-C756AB01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Protocol Π: control signals · Data types · Port connections · Execution feedback</a:t>
            </a:r>
          </a:p>
        </p:txBody>
      </p:sp>
      <p:sp>
        <p:nvSpPr>
          <p:cNvPr id="21" name="diagram-box-4">
            <a:extLst xmlns:a="http://schemas.openxmlformats.org/drawingml/2006/main">
              <a:ext uri="{FF2B5EF4-FFF2-40B4-BE49-F238E27FC236}">
                <a16:creationId xmlns:a16="http://schemas.microsoft.com/office/drawing/2014/main" id="{3F6C38F4-B19A-4EE7-B4D0-AB2F1CFE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238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2" name="diagram-box-5">
            <a:extLst xmlns:a="http://schemas.openxmlformats.org/drawingml/2006/main">
              <a:ext uri="{FF2B5EF4-FFF2-40B4-BE49-F238E27FC236}">
                <a16:creationId xmlns:a16="http://schemas.microsoft.com/office/drawing/2014/main" id="{8854C93C-5EBD-4800-B68C-F11F8B48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3" name="revision-text-6">
            <a:extLst xmlns:a="http://schemas.openxmlformats.org/drawingml/2006/main">
              <a:ext uri="{FF2B5EF4-FFF2-40B4-BE49-F238E27FC236}">
                <a16:creationId xmlns:a16="http://schemas.microsoft.com/office/drawing/2014/main" id="{3028F264-A5C4-4506-BF01-285E0132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Workflow layer</a:t>
            </a:r>
          </a:p>
        </p:txBody>
      </p:sp>
      <p:sp>
        <p:nvSpPr>
          <p:cNvPr id="24" name="diagram-box-7">
            <a:extLst xmlns:a="http://schemas.openxmlformats.org/drawingml/2006/main">
              <a:ext uri="{FF2B5EF4-FFF2-40B4-BE49-F238E27FC236}">
                <a16:creationId xmlns:a16="http://schemas.microsoft.com/office/drawing/2014/main" id="{6724538C-1CB2-4049-A1FE-E09059AC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981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5" name="revision-text-8">
            <a:extLst xmlns:a="http://schemas.openxmlformats.org/drawingml/2006/main">
              <a:ext uri="{FF2B5EF4-FFF2-40B4-BE49-F238E27FC236}">
                <a16:creationId xmlns:a16="http://schemas.microsoft.com/office/drawing/2014/main" id="{38BC8601-AA30-4FB2-B943-AAEB597D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9810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9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9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Previous node</a:t>
            </a:r>
          </a:p>
        </p:txBody>
      </p:sp>
      <p:sp>
        <p:nvSpPr>
          <p:cNvPr id="26" name="diagram-box-9">
            <a:extLst xmlns:a="http://schemas.openxmlformats.org/drawingml/2006/main">
              <a:ext uri="{FF2B5EF4-FFF2-40B4-BE49-F238E27FC236}">
                <a16:creationId xmlns:a16="http://schemas.microsoft.com/office/drawing/2014/main" id="{E2A5F9CA-F2D5-4868-BA8A-23319262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428875"/>
            <a:ext cx="981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7" name="revision-text-10">
            <a:extLst xmlns:a="http://schemas.openxmlformats.org/drawingml/2006/main">
              <a:ext uri="{FF2B5EF4-FFF2-40B4-BE49-F238E27FC236}">
                <a16:creationId xmlns:a16="http://schemas.microsoft.com/office/drawing/2014/main" id="{37963C01-6DF7-4C57-A391-4B9CB9C0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476500"/>
            <a:ext cx="9810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6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96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Current node</a:t>
            </a:r>
          </a:p>
        </p:txBody>
      </p:sp>
      <p:sp>
        <p:nvSpPr>
          <p:cNvPr id="28" name="diagram-box-11">
            <a:extLst xmlns:a="http://schemas.openxmlformats.org/drawingml/2006/main">
              <a:ext uri="{FF2B5EF4-FFF2-40B4-BE49-F238E27FC236}">
                <a16:creationId xmlns:a16="http://schemas.microsoft.com/office/drawing/2014/main" id="{E9CFB603-5ED8-4796-BAD8-A36185E4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28875"/>
            <a:ext cx="981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9" name="revision-text-12">
            <a:extLst xmlns:a="http://schemas.openxmlformats.org/drawingml/2006/main">
              <a:ext uri="{FF2B5EF4-FFF2-40B4-BE49-F238E27FC236}">
                <a16:creationId xmlns:a16="http://schemas.microsoft.com/office/drawing/2014/main" id="{780951D3-90AE-45EB-A732-9A58E82C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9810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Next node</a:t>
            </a:r>
          </a:p>
        </p:txBody>
      </p:sp>
      <p:sp>
        <p:nvSpPr>
          <p:cNvPr id="30" name="diagram-line-13">
            <a:extLst xmlns:a="http://schemas.openxmlformats.org/drawingml/2006/main">
              <a:ext uri="{FF2B5EF4-FFF2-40B4-BE49-F238E27FC236}">
                <a16:creationId xmlns:a16="http://schemas.microsoft.com/office/drawing/2014/main" id="{10F0A25E-402E-4101-9147-874290E1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581275"/>
            <a:ext cx="457200" cy="191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1" name="diagram-poly-14">
            <a:extLst xmlns:a="http://schemas.openxmlformats.org/drawingml/2006/main">
              <a:ext uri="{FF2B5EF4-FFF2-40B4-BE49-F238E27FC236}">
                <a16:creationId xmlns:a16="http://schemas.microsoft.com/office/drawing/2014/main" id="{138CB8B0-5D7B-4100-B33D-89737E8B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5174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32" name="diagram-line-15">
            <a:extLst xmlns:a="http://schemas.openxmlformats.org/drawingml/2006/main">
              <a:ext uri="{FF2B5EF4-FFF2-40B4-BE49-F238E27FC236}">
                <a16:creationId xmlns:a16="http://schemas.microsoft.com/office/drawing/2014/main" id="{66370292-8605-4BA8-8BCA-14F8E0E1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81275"/>
            <a:ext cx="457200" cy="191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3" name="diagram-poly-16">
            <a:extLst xmlns:a="http://schemas.openxmlformats.org/drawingml/2006/main">
              <a:ext uri="{FF2B5EF4-FFF2-40B4-BE49-F238E27FC236}">
                <a16:creationId xmlns:a16="http://schemas.microsoft.com/office/drawing/2014/main" id="{F7506B97-C41E-4E0F-8678-27CB479B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5174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34" name="diagram-line-17">
            <a:extLst xmlns:a="http://schemas.openxmlformats.org/drawingml/2006/main">
              <a:ext uri="{FF2B5EF4-FFF2-40B4-BE49-F238E27FC236}">
                <a16:creationId xmlns:a16="http://schemas.microsoft.com/office/drawing/2014/main" id="{B50943AE-4BA1-4C33-AA77-F139BCD4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35" name="diagram-line-18">
            <a:extLst xmlns:a="http://schemas.openxmlformats.org/drawingml/2006/main">
              <a:ext uri="{FF2B5EF4-FFF2-40B4-BE49-F238E27FC236}">
                <a16:creationId xmlns:a16="http://schemas.microsoft.com/office/drawing/2014/main" id="{94D4C479-6841-4D09-B405-B4E9E196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36" name="diagram-box-19">
            <a:extLst xmlns:a="http://schemas.openxmlformats.org/drawingml/2006/main">
              <a:ext uri="{FF2B5EF4-FFF2-40B4-BE49-F238E27FC236}">
                <a16:creationId xmlns:a16="http://schemas.microsoft.com/office/drawing/2014/main" id="{F37F006B-BBD0-4E64-B613-7894BED0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385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37" name="revision-text-20">
            <a:extLst xmlns:a="http://schemas.openxmlformats.org/drawingml/2006/main">
              <a:ext uri="{FF2B5EF4-FFF2-40B4-BE49-F238E27FC236}">
                <a16:creationId xmlns:a16="http://schemas.microsoft.com/office/drawing/2014/main" id="{FEB254B5-832D-4C2C-9CA4-DA556E26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37623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Workflow node</a:t>
            </a:r>
          </a:p>
        </p:txBody>
      </p:sp>
      <p:sp>
        <p:nvSpPr>
          <p:cNvPr id="38" name="diagram-box-21">
            <a:extLst xmlns:a="http://schemas.openxmlformats.org/drawingml/2006/main">
              <a:ext uri="{FF2B5EF4-FFF2-40B4-BE49-F238E27FC236}">
                <a16:creationId xmlns:a16="http://schemas.microsoft.com/office/drawing/2014/main" id="{CA5A2B88-38BF-4079-9412-FE1A092D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39" name="revision-text-22">
            <a:extLst xmlns:a="http://schemas.openxmlformats.org/drawingml/2006/main">
              <a:ext uri="{FF2B5EF4-FFF2-40B4-BE49-F238E27FC236}">
                <a16:creationId xmlns:a16="http://schemas.microsoft.com/office/drawing/2014/main" id="{E5D3BF54-9DA5-4439-9553-6B29AF02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670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Variable space</a:t>
            </a:r>
          </a:p>
        </p:txBody>
      </p:sp>
      <p:sp>
        <p:nvSpPr>
          <p:cNvPr id="40" name="revision-text-23">
            <a:extLst xmlns:a="http://schemas.openxmlformats.org/drawingml/2006/main">
              <a:ext uri="{FF2B5EF4-FFF2-40B4-BE49-F238E27FC236}">
                <a16:creationId xmlns:a16="http://schemas.microsoft.com/office/drawing/2014/main" id="{E879A34E-C0BB-4BE1-A20D-A9EC1712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76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Task variables / Attribute mapping</a:t>
            </a:r>
          </a:p>
        </p:txBody>
      </p:sp>
      <p:sp>
        <p:nvSpPr>
          <p:cNvPr id="41" name="diagram-box-24">
            <a:extLst xmlns:a="http://schemas.openxmlformats.org/drawingml/2006/main">
              <a:ext uri="{FF2B5EF4-FFF2-40B4-BE49-F238E27FC236}">
                <a16:creationId xmlns:a16="http://schemas.microsoft.com/office/drawing/2014/main" id="{A92109D6-9FF1-4733-9953-8C2FC7A9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385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42" name="revision-text-25">
            <a:extLst xmlns:a="http://schemas.openxmlformats.org/drawingml/2006/main">
              <a:ext uri="{FF2B5EF4-FFF2-40B4-BE49-F238E27FC236}">
                <a16:creationId xmlns:a16="http://schemas.microsoft.com/office/drawing/2014/main" id="{38ACE0EA-CE5C-4A57-9AD1-12904A60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670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Node lifecycle</a:t>
            </a:r>
          </a:p>
        </p:txBody>
      </p:sp>
      <p:sp>
        <p:nvSpPr>
          <p:cNvPr id="43" name="revision-text-26">
            <a:extLst xmlns:a="http://schemas.openxmlformats.org/drawingml/2006/main">
              <a:ext uri="{FF2B5EF4-FFF2-40B4-BE49-F238E27FC236}">
                <a16:creationId xmlns:a16="http://schemas.microsoft.com/office/drawing/2014/main" id="{3AA2DD89-3A04-4739-BFED-DC64A3F7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290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9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9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Execution stage and result</a:t>
            </a:r>
          </a:p>
        </p:txBody>
      </p:sp>
      <p:sp>
        <p:nvSpPr>
          <p:cNvPr id="44" name="diagram-box-27">
            <a:extLst xmlns:a="http://schemas.openxmlformats.org/drawingml/2006/main">
              <a:ext uri="{FF2B5EF4-FFF2-40B4-BE49-F238E27FC236}">
                <a16:creationId xmlns:a16="http://schemas.microsoft.com/office/drawing/2014/main" id="{8CBC8F52-BA65-4CD4-BEE0-3B0E975C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45" name="revision-text-28">
            <a:extLst xmlns:a="http://schemas.openxmlformats.org/drawingml/2006/main">
              <a:ext uri="{FF2B5EF4-FFF2-40B4-BE49-F238E27FC236}">
                <a16:creationId xmlns:a16="http://schemas.microsoft.com/office/drawing/2014/main" id="{B33CB69A-02FA-45AA-A4DA-609C79EF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242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4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Control interfaces / Data ports</a:t>
            </a:r>
          </a:p>
        </p:txBody>
      </p:sp>
      <p:sp>
        <p:nvSpPr>
          <p:cNvPr id="46" name="revision-text-29">
            <a:extLst xmlns:a="http://schemas.openxmlformats.org/drawingml/2006/main">
              <a:ext uri="{FF2B5EF4-FFF2-40B4-BE49-F238E27FC236}">
                <a16:creationId xmlns:a16="http://schemas.microsoft.com/office/drawing/2014/main" id="{6F7EF862-8D74-42F9-AA91-8E6BAF23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5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Control signals / I/O data</a:t>
            </a:r>
          </a:p>
        </p:txBody>
      </p:sp>
      <p:sp>
        <p:nvSpPr>
          <p:cNvPr id="47" name="diagram-box-30">
            <a:extLst xmlns:a="http://schemas.openxmlformats.org/drawingml/2006/main">
              <a:ext uri="{FF2B5EF4-FFF2-40B4-BE49-F238E27FC236}">
                <a16:creationId xmlns:a16="http://schemas.microsoft.com/office/drawing/2014/main" id="{E9278105-3020-4190-BED6-DBD73B85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957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48" name="revision-text-31">
            <a:extLst xmlns:a="http://schemas.openxmlformats.org/drawingml/2006/main">
              <a:ext uri="{FF2B5EF4-FFF2-40B4-BE49-F238E27FC236}">
                <a16:creationId xmlns:a16="http://schemas.microsoft.com/office/drawing/2014/main" id="{0028B506-8532-46F3-B22B-535FAFD6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7242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4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94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Trigger: condition → action</a:t>
            </a:r>
          </a:p>
        </p:txBody>
      </p:sp>
      <p:sp>
        <p:nvSpPr>
          <p:cNvPr id="49" name="revision-text-32">
            <a:extLst xmlns:a="http://schemas.openxmlformats.org/drawingml/2006/main">
              <a:ext uri="{FF2B5EF4-FFF2-40B4-BE49-F238E27FC236}">
                <a16:creationId xmlns:a16="http://schemas.microsoft.com/office/drawing/2014/main" id="{5D983909-E629-4D0D-BA6E-2CDB9220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0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720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Update variables/state · Send signals</a:t>
            </a:r>
          </a:p>
        </p:txBody>
      </p:sp>
      <p:sp>
        <p:nvSpPr>
          <p:cNvPr id="50" name="diagram-box-33">
            <a:extLst xmlns:a="http://schemas.openxmlformats.org/drawingml/2006/main">
              <a:ext uri="{FF2B5EF4-FFF2-40B4-BE49-F238E27FC236}">
                <a16:creationId xmlns:a16="http://schemas.microsoft.com/office/drawing/2014/main" id="{1A9965E6-FB1C-4A8A-B013-D6B3CDE4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4238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1" name="diagram-box-34">
            <a:extLst xmlns:a="http://schemas.openxmlformats.org/drawingml/2006/main">
              <a:ext uri="{FF2B5EF4-FFF2-40B4-BE49-F238E27FC236}">
                <a16:creationId xmlns:a16="http://schemas.microsoft.com/office/drawing/2014/main" id="{F66AFD92-05C6-4723-9F7F-C75A4EBE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2" name="revision-text-35">
            <a:extLst xmlns:a="http://schemas.openxmlformats.org/drawingml/2006/main">
              <a:ext uri="{FF2B5EF4-FFF2-40B4-BE49-F238E27FC236}">
                <a16:creationId xmlns:a16="http://schemas.microsoft.com/office/drawing/2014/main" id="{6EC71610-484F-47F8-B4F5-3B72D20C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981200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Resource layer</a:t>
            </a:r>
          </a:p>
        </p:txBody>
      </p:sp>
      <p:sp>
        <p:nvSpPr>
          <p:cNvPr id="53" name="diagram-box-36">
            <a:extLst xmlns:a="http://schemas.openxmlformats.org/drawingml/2006/main">
              <a:ext uri="{FF2B5EF4-FFF2-40B4-BE49-F238E27FC236}">
                <a16:creationId xmlns:a16="http://schemas.microsoft.com/office/drawing/2014/main" id="{D2A768ED-A9A1-4EDA-A80D-26EE075B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381250"/>
            <a:ext cx="366712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4" name="diagram-box-37">
            <a:extLst xmlns:a="http://schemas.openxmlformats.org/drawingml/2006/main">
              <a:ext uri="{FF2B5EF4-FFF2-40B4-BE49-F238E27FC236}">
                <a16:creationId xmlns:a16="http://schemas.microsoft.com/office/drawing/2014/main" id="{00E14071-2B6C-44C2-8462-0D3A5CB7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66712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5" name="diagram-box-38">
            <a:extLst xmlns:a="http://schemas.openxmlformats.org/drawingml/2006/main">
              <a:ext uri="{FF2B5EF4-FFF2-40B4-BE49-F238E27FC236}">
                <a16:creationId xmlns:a16="http://schemas.microsoft.com/office/drawing/2014/main" id="{CCB00F61-EC11-4A29-A767-D283795C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533650"/>
            <a:ext cx="366712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6" name="revision-text-39">
            <a:extLst xmlns:a="http://schemas.openxmlformats.org/drawingml/2006/main">
              <a:ext uri="{FF2B5EF4-FFF2-40B4-BE49-F238E27FC236}">
                <a16:creationId xmlns:a16="http://schemas.microsoft.com/office/drawing/2014/main" id="{AE304A2B-927E-4610-AF42-57AC32D6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571750"/>
            <a:ext cx="36195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Device object model</a:t>
            </a:r>
          </a:p>
        </p:txBody>
      </p:sp>
      <p:sp>
        <p:nvSpPr>
          <p:cNvPr id="57" name="diagram-box-40">
            <a:extLst xmlns:a="http://schemas.openxmlformats.org/drawingml/2006/main">
              <a:ext uri="{FF2B5EF4-FFF2-40B4-BE49-F238E27FC236}">
                <a16:creationId xmlns:a16="http://schemas.microsoft.com/office/drawing/2014/main" id="{163AABCB-1922-4F94-B15B-B9802575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67025"/>
            <a:ext cx="16002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C3D39E"/>
            </a:solidFill>
          </a:ln>
        </p:spPr>
      </p:sp>
      <p:sp>
        <p:nvSpPr>
          <p:cNvPr id="58" name="revision-text-41">
            <a:extLst xmlns:a="http://schemas.openxmlformats.org/drawingml/2006/main">
              <a:ext uri="{FF2B5EF4-FFF2-40B4-BE49-F238E27FC236}">
                <a16:creationId xmlns:a16="http://schemas.microsoft.com/office/drawing/2014/main" id="{92078569-28E9-4410-A904-2532D7D2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1504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Capability model</a:t>
            </a:r>
          </a:p>
        </p:txBody>
      </p:sp>
      <p:sp>
        <p:nvSpPr>
          <p:cNvPr id="59" name="revision-text-42">
            <a:extLst xmlns:a="http://schemas.openxmlformats.org/drawingml/2006/main">
              <a:ext uri="{FF2B5EF4-FFF2-40B4-BE49-F238E27FC236}">
                <a16:creationId xmlns:a16="http://schemas.microsoft.com/office/drawing/2014/main" id="{A0FE30A3-E1F5-4005-AF0D-9D39B36E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124200"/>
            <a:ext cx="14859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32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32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Attributes and capabilities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32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32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Operation parameters and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32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32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interfaces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32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32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Adapter mapping contract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32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32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Intrinsic constraints</a:t>
            </a:r>
          </a:p>
        </p:txBody>
      </p:sp>
      <p:sp>
        <p:nvSpPr>
          <p:cNvPr id="60" name="diagram-box-43">
            <a:extLst xmlns:a="http://schemas.openxmlformats.org/drawingml/2006/main">
              <a:ext uri="{FF2B5EF4-FFF2-40B4-BE49-F238E27FC236}">
                <a16:creationId xmlns:a16="http://schemas.microsoft.com/office/drawing/2014/main" id="{26F23C79-AB24-4791-884E-0EBBA850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867025"/>
            <a:ext cx="16002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C3D39E"/>
            </a:solidFill>
          </a:ln>
        </p:spPr>
      </p:sp>
      <p:sp>
        <p:nvSpPr>
          <p:cNvPr id="61" name="revision-text-44">
            <a:extLst xmlns:a="http://schemas.openxmlformats.org/drawingml/2006/main">
              <a:ext uri="{FF2B5EF4-FFF2-40B4-BE49-F238E27FC236}">
                <a16:creationId xmlns:a16="http://schemas.microsoft.com/office/drawing/2014/main" id="{DA9F3D67-F76B-4C15-90BE-34F34B9C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95600"/>
            <a:ext cx="1504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State machine</a:t>
            </a:r>
          </a:p>
        </p:txBody>
      </p:sp>
      <p:sp>
        <p:nvSpPr>
          <p:cNvPr id="62" name="revision-text-45">
            <a:extLst xmlns:a="http://schemas.openxmlformats.org/drawingml/2006/main">
              <a:ext uri="{FF2B5EF4-FFF2-40B4-BE49-F238E27FC236}">
                <a16:creationId xmlns:a16="http://schemas.microsoft.com/office/drawing/2014/main" id="{A0028B61-9BF6-46E2-A76E-5E593AC1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124200"/>
            <a:ext cx="1485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9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773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Request handling and state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9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773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checks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9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773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Transitions and command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9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773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output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9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773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Feedback-based state updates</a:t>
            </a:r>
          </a:p>
        </p:txBody>
      </p:sp>
      <p:sp>
        <p:nvSpPr>
          <p:cNvPr id="63" name="diagram-line-46">
            <a:extLst xmlns:a="http://schemas.openxmlformats.org/drawingml/2006/main">
              <a:ext uri="{FF2B5EF4-FFF2-40B4-BE49-F238E27FC236}">
                <a16:creationId xmlns:a16="http://schemas.microsoft.com/office/drawing/2014/main" id="{FD4F2098-034E-446F-BD4E-73AF8851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4" name="diagram-line-47">
            <a:extLst xmlns:a="http://schemas.openxmlformats.org/drawingml/2006/main">
              <a:ext uri="{FF2B5EF4-FFF2-40B4-BE49-F238E27FC236}">
                <a16:creationId xmlns:a16="http://schemas.microsoft.com/office/drawing/2014/main" id="{5352E15F-14D4-48BC-A643-27749E6C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5" name="diagram-line-48">
            <a:extLst xmlns:a="http://schemas.openxmlformats.org/drawingml/2006/main">
              <a:ext uri="{FF2B5EF4-FFF2-40B4-BE49-F238E27FC236}">
                <a16:creationId xmlns:a16="http://schemas.microsoft.com/office/drawing/2014/main" id="{0CB94723-7990-498A-A5A7-0750EE8F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6" name="diagram-line-49">
            <a:extLst xmlns:a="http://schemas.openxmlformats.org/drawingml/2006/main">
              <a:ext uri="{FF2B5EF4-FFF2-40B4-BE49-F238E27FC236}">
                <a16:creationId xmlns:a16="http://schemas.microsoft.com/office/drawing/2014/main" id="{2D1D5414-AA7C-4C2E-82A8-AEA37BAA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7" name="diagram-line-50">
            <a:extLst xmlns:a="http://schemas.openxmlformats.org/drawingml/2006/main">
              <a:ext uri="{FF2B5EF4-FFF2-40B4-BE49-F238E27FC236}">
                <a16:creationId xmlns:a16="http://schemas.microsoft.com/office/drawing/2014/main" id="{EA655B29-94FD-4707-AAD4-75E6EB80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8" name="diagram-line-51">
            <a:extLst xmlns:a="http://schemas.openxmlformats.org/drawingml/2006/main">
              <a:ext uri="{FF2B5EF4-FFF2-40B4-BE49-F238E27FC236}">
                <a16:creationId xmlns:a16="http://schemas.microsoft.com/office/drawing/2014/main" id="{0A670627-98D0-4B39-A63B-D9A7EB74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9" name="diagram-line-52">
            <a:extLst xmlns:a="http://schemas.openxmlformats.org/drawingml/2006/main">
              <a:ext uri="{FF2B5EF4-FFF2-40B4-BE49-F238E27FC236}">
                <a16:creationId xmlns:a16="http://schemas.microsoft.com/office/drawing/2014/main" id="{DE8E2536-AAAB-42B0-BB75-F2ADBEFC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0" name="diagram-line-53">
            <a:extLst xmlns:a="http://schemas.openxmlformats.org/drawingml/2006/main">
              <a:ext uri="{FF2B5EF4-FFF2-40B4-BE49-F238E27FC236}">
                <a16:creationId xmlns:a16="http://schemas.microsoft.com/office/drawing/2014/main" id="{1621D970-8E4F-4FA7-8FF6-B2CB6956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1" name="diagram-line-54">
            <a:extLst xmlns:a="http://schemas.openxmlformats.org/drawingml/2006/main">
              <a:ext uri="{FF2B5EF4-FFF2-40B4-BE49-F238E27FC236}">
                <a16:creationId xmlns:a16="http://schemas.microsoft.com/office/drawing/2014/main" id="{3E5008FA-3FCB-491C-927A-EA6A43F5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2" name="diagram-line-55">
            <a:extLst xmlns:a="http://schemas.openxmlformats.org/drawingml/2006/main">
              <a:ext uri="{FF2B5EF4-FFF2-40B4-BE49-F238E27FC236}">
                <a16:creationId xmlns:a16="http://schemas.microsoft.com/office/drawing/2014/main" id="{0213256E-F8FB-463D-BB8F-B39FDE84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3" name="diagram-line-56">
            <a:extLst xmlns:a="http://schemas.openxmlformats.org/drawingml/2006/main">
              <a:ext uri="{FF2B5EF4-FFF2-40B4-BE49-F238E27FC236}">
                <a16:creationId xmlns:a16="http://schemas.microsoft.com/office/drawing/2014/main" id="{5C596C10-C4CE-42CD-9C26-28D93552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4" name="diagram-line-57">
            <a:extLst xmlns:a="http://schemas.openxmlformats.org/drawingml/2006/main">
              <a:ext uri="{FF2B5EF4-FFF2-40B4-BE49-F238E27FC236}">
                <a16:creationId xmlns:a16="http://schemas.microsoft.com/office/drawing/2014/main" id="{D43DDF8A-0725-442A-B29D-6D07E07C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5" name="diagram-line-58">
            <a:extLst xmlns:a="http://schemas.openxmlformats.org/drawingml/2006/main">
              <a:ext uri="{FF2B5EF4-FFF2-40B4-BE49-F238E27FC236}">
                <a16:creationId xmlns:a16="http://schemas.microsoft.com/office/drawing/2014/main" id="{E3DB4C97-F1AD-4482-A050-268F2CB3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6" name="diagram-line-59">
            <a:extLst xmlns:a="http://schemas.openxmlformats.org/drawingml/2006/main">
              <a:ext uri="{FF2B5EF4-FFF2-40B4-BE49-F238E27FC236}">
                <a16:creationId xmlns:a16="http://schemas.microsoft.com/office/drawing/2014/main" id="{0F7FB3AA-BC68-4AAF-9CB0-2FEADFDE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7" name="diagram-line-60">
            <a:extLst xmlns:a="http://schemas.openxmlformats.org/drawingml/2006/main">
              <a:ext uri="{FF2B5EF4-FFF2-40B4-BE49-F238E27FC236}">
                <a16:creationId xmlns:a16="http://schemas.microsoft.com/office/drawing/2014/main" id="{FFA21BC2-9296-4A33-B742-78CF8DCD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8" name="diagram-line-61">
            <a:extLst xmlns:a="http://schemas.openxmlformats.org/drawingml/2006/main">
              <a:ext uri="{FF2B5EF4-FFF2-40B4-BE49-F238E27FC236}">
                <a16:creationId xmlns:a16="http://schemas.microsoft.com/office/drawing/2014/main" id="{85F737D1-FC82-48DE-AEBF-6BDB3B29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9" name="diagram-line-62">
            <a:extLst xmlns:a="http://schemas.openxmlformats.org/drawingml/2006/main">
              <a:ext uri="{FF2B5EF4-FFF2-40B4-BE49-F238E27FC236}">
                <a16:creationId xmlns:a16="http://schemas.microsoft.com/office/drawing/2014/main" id="{BFB60373-69D1-47DB-BE5D-E84C84E9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0" name="diagram-line-63">
            <a:extLst xmlns:a="http://schemas.openxmlformats.org/drawingml/2006/main">
              <a:ext uri="{FF2B5EF4-FFF2-40B4-BE49-F238E27FC236}">
                <a16:creationId xmlns:a16="http://schemas.microsoft.com/office/drawing/2014/main" id="{9A81A1E0-BF71-4D97-AC0D-999C23A1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1" name="diagram-line-64">
            <a:extLst xmlns:a="http://schemas.openxmlformats.org/drawingml/2006/main">
              <a:ext uri="{FF2B5EF4-FFF2-40B4-BE49-F238E27FC236}">
                <a16:creationId xmlns:a16="http://schemas.microsoft.com/office/drawing/2014/main" id="{44E3529F-6F93-41B7-91CB-FEF9A0F1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2" name="diagram-line-65">
            <a:extLst xmlns:a="http://schemas.openxmlformats.org/drawingml/2006/main">
              <a:ext uri="{FF2B5EF4-FFF2-40B4-BE49-F238E27FC236}">
                <a16:creationId xmlns:a16="http://schemas.microsoft.com/office/drawing/2014/main" id="{ABAB12DD-B2A7-4EB8-836F-7B481591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3" name="diagram-line-66">
            <a:extLst xmlns:a="http://schemas.openxmlformats.org/drawingml/2006/main">
              <a:ext uri="{FF2B5EF4-FFF2-40B4-BE49-F238E27FC236}">
                <a16:creationId xmlns:a16="http://schemas.microsoft.com/office/drawing/2014/main" id="{CF25BF18-3702-42E3-90AE-A62F297C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4" name="diagram-line-67">
            <a:extLst xmlns:a="http://schemas.openxmlformats.org/drawingml/2006/main">
              <a:ext uri="{FF2B5EF4-FFF2-40B4-BE49-F238E27FC236}">
                <a16:creationId xmlns:a16="http://schemas.microsoft.com/office/drawing/2014/main" id="{375AE4B2-43A0-4F7E-B498-CBEC2C71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5" name="diagram-line-68">
            <a:extLst xmlns:a="http://schemas.openxmlformats.org/drawingml/2006/main">
              <a:ext uri="{FF2B5EF4-FFF2-40B4-BE49-F238E27FC236}">
                <a16:creationId xmlns:a16="http://schemas.microsoft.com/office/drawing/2014/main" id="{FA48271D-9CEC-4F75-8A0D-DD3F4AFC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95600"/>
            <a:ext cx="57150" cy="191"/>
          </a:xfrm>
          <a:custGeom xmlns:a="http://schemas.openxmlformats.org/drawingml/2006/main">
            <a:pathLst>
              <a:path w="57150" h="191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6" name="revision-text-69">
            <a:extLst xmlns:a="http://schemas.openxmlformats.org/drawingml/2006/main">
              <a:ext uri="{FF2B5EF4-FFF2-40B4-BE49-F238E27FC236}">
                <a16:creationId xmlns:a16="http://schemas.microsoft.com/office/drawing/2014/main" id="{B76607F7-A2D3-47D1-827F-C0ACF5E9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76525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939CA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939CA3"/>
                </a:solidFill>
                <a:latin typeface="微软雅黑"/>
                <a:ea typeface="微软雅黑"/>
                <a:cs typeface="微软雅黑"/>
              </a:rPr>
              <a:t>Capability binding</a:t>
            </a:r>
          </a:p>
        </p:txBody>
      </p:sp>
      <p:sp>
        <p:nvSpPr>
          <p:cNvPr id="87" name="diagram-line-70">
            <a:extLst xmlns:a="http://schemas.openxmlformats.org/drawingml/2006/main">
              <a:ext uri="{FF2B5EF4-FFF2-40B4-BE49-F238E27FC236}">
                <a16:creationId xmlns:a16="http://schemas.microsoft.com/office/drawing/2014/main" id="{2C4A870A-6C96-4632-87F8-281B3EB2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48050"/>
            <a:ext cx="2571750" cy="191"/>
          </a:xfrm>
          <a:custGeom xmlns:a="http://schemas.openxmlformats.org/drawingml/2006/main">
            <a:pathLst>
              <a:path w="2571750" h="191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88" name="diagram-poly-71">
            <a:extLst xmlns:a="http://schemas.openxmlformats.org/drawingml/2006/main">
              <a:ext uri="{FF2B5EF4-FFF2-40B4-BE49-F238E27FC236}">
                <a16:creationId xmlns:a16="http://schemas.microsoft.com/office/drawing/2014/main" id="{24D03CC2-0347-48B0-A443-88F12DF2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1852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89" name="revision-text-72">
            <a:extLst xmlns:a="http://schemas.openxmlformats.org/drawingml/2006/main">
              <a:ext uri="{FF2B5EF4-FFF2-40B4-BE49-F238E27FC236}">
                <a16:creationId xmlns:a16="http://schemas.microsoft.com/office/drawing/2014/main" id="{C387F393-44FF-49BF-9C68-310F908D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19450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990" b="0" lang="en-US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Execution requests / Control signals</a:t>
            </a:r>
          </a:p>
        </p:txBody>
      </p:sp>
      <p:sp>
        <p:nvSpPr>
          <p:cNvPr id="90" name="diagram-line-73">
            <a:extLst xmlns:a="http://schemas.openxmlformats.org/drawingml/2006/main">
              <a:ext uri="{FF2B5EF4-FFF2-40B4-BE49-F238E27FC236}">
                <a16:creationId xmlns:a16="http://schemas.microsoft.com/office/drawing/2014/main" id="{8BD10D60-C9AE-4A85-996A-84E0B5DE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71925"/>
            <a:ext cx="2571750" cy="191"/>
          </a:xfrm>
          <a:custGeom xmlns:a="http://schemas.openxmlformats.org/drawingml/2006/main">
            <a:pathLst>
              <a:path w="2571750" h="191">
                <a:moveTo>
                  <a:pt x="2571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1" name="diagram-poly-74">
            <a:extLst xmlns:a="http://schemas.openxmlformats.org/drawingml/2006/main">
              <a:ext uri="{FF2B5EF4-FFF2-40B4-BE49-F238E27FC236}">
                <a16:creationId xmlns:a16="http://schemas.microsoft.com/office/drawing/2014/main" id="{6C4D4E0A-7A55-431D-A01A-7CE633FD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4239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92" name="revision-text-75">
            <a:extLst xmlns:a="http://schemas.openxmlformats.org/drawingml/2006/main">
              <a:ext uri="{FF2B5EF4-FFF2-40B4-BE49-F238E27FC236}">
                <a16:creationId xmlns:a16="http://schemas.microsoft.com/office/drawing/2014/main" id="{99627938-6177-47D4-BEB6-C26B7F62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19550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State and data feedback</a:t>
            </a:r>
          </a:p>
        </p:txBody>
      </p:sp>
      <p:sp>
        <p:nvSpPr>
          <p:cNvPr id="93" name="diagram-box-76">
            <a:extLst xmlns:a="http://schemas.openxmlformats.org/drawingml/2006/main">
              <a:ext uri="{FF2B5EF4-FFF2-40B4-BE49-F238E27FC236}">
                <a16:creationId xmlns:a16="http://schemas.microsoft.com/office/drawing/2014/main" id="{E9699D59-7A45-4B38-8BBC-4D8503C3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1104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4" name="diagram-box-77">
            <a:extLst xmlns:a="http://schemas.openxmlformats.org/drawingml/2006/main">
              <a:ext uri="{FF2B5EF4-FFF2-40B4-BE49-F238E27FC236}">
                <a16:creationId xmlns:a16="http://schemas.microsoft.com/office/drawing/2014/main" id="{15407192-D273-45E2-B555-7A6076E6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5" name="revision-text-78">
            <a:extLst xmlns:a="http://schemas.openxmlformats.org/drawingml/2006/main">
              <a:ext uri="{FF2B5EF4-FFF2-40B4-BE49-F238E27FC236}">
                <a16:creationId xmlns:a16="http://schemas.microsoft.com/office/drawing/2014/main" id="{EABF6500-ECCF-4F28-8A13-A213A5B6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108966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Constraint layer</a:t>
            </a:r>
          </a:p>
        </p:txBody>
      </p:sp>
      <p:sp>
        <p:nvSpPr>
          <p:cNvPr id="96" name="diagram-box-79">
            <a:extLst xmlns:a="http://schemas.openxmlformats.org/drawingml/2006/main">
              <a:ext uri="{FF2B5EF4-FFF2-40B4-BE49-F238E27FC236}">
                <a16:creationId xmlns:a16="http://schemas.microsoft.com/office/drawing/2014/main" id="{E5A9D62A-1EB6-424B-9515-12EB7A43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312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7" name="revision-text-80">
            <a:extLst xmlns:a="http://schemas.openxmlformats.org/drawingml/2006/main">
              <a:ext uri="{FF2B5EF4-FFF2-40B4-BE49-F238E27FC236}">
                <a16:creationId xmlns:a16="http://schemas.microsoft.com/office/drawing/2014/main" id="{C03A6E5C-0503-4160-8F77-47ACD7A6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95925"/>
            <a:ext cx="3028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Observation space</a:t>
            </a:r>
          </a:p>
        </p:txBody>
      </p:sp>
      <p:sp>
        <p:nvSpPr>
          <p:cNvPr id="98" name="revision-text-81">
            <a:extLst xmlns:a="http://schemas.openxmlformats.org/drawingml/2006/main">
              <a:ext uri="{FF2B5EF4-FFF2-40B4-BE49-F238E27FC236}">
                <a16:creationId xmlns:a16="http://schemas.microsoft.com/office/drawing/2014/main" id="{CB0DB96F-A64C-4D43-A432-1F8F4C9A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30099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Device state and attributes / Workflow context</a:t>
            </a:r>
          </a:p>
        </p:txBody>
      </p:sp>
      <p:sp>
        <p:nvSpPr>
          <p:cNvPr id="99" name="diagram-box-82">
            <a:extLst xmlns:a="http://schemas.openxmlformats.org/drawingml/2006/main">
              <a:ext uri="{FF2B5EF4-FFF2-40B4-BE49-F238E27FC236}">
                <a16:creationId xmlns:a16="http://schemas.microsoft.com/office/drawing/2014/main" id="{753325C4-94A3-4CCC-BE44-F9042F13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67350"/>
            <a:ext cx="312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00" name="revision-text-83">
            <a:extLst xmlns:a="http://schemas.openxmlformats.org/drawingml/2006/main">
              <a:ext uri="{FF2B5EF4-FFF2-40B4-BE49-F238E27FC236}">
                <a16:creationId xmlns:a16="http://schemas.microsoft.com/office/drawing/2014/main" id="{3DB1BC01-6C6B-4A52-AFD3-D691CE74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495925"/>
            <a:ext cx="3028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Constraint rules</a:t>
            </a:r>
          </a:p>
        </p:txBody>
      </p:sp>
      <p:sp>
        <p:nvSpPr>
          <p:cNvPr id="101" name="revision-text-84">
            <a:extLst xmlns:a="http://schemas.openxmlformats.org/drawingml/2006/main">
              <a:ext uri="{FF2B5EF4-FFF2-40B4-BE49-F238E27FC236}">
                <a16:creationId xmlns:a16="http://schemas.microsoft.com/office/drawing/2014/main" id="{4CE0B2E8-F8F4-405A-890C-C60FD1DA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667375"/>
            <a:ext cx="30099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Laboratory-wide / Task constraints</a:t>
            </a:r>
          </a:p>
        </p:txBody>
      </p:sp>
      <p:sp>
        <p:nvSpPr>
          <p:cNvPr id="102" name="diagram-box-85">
            <a:extLst xmlns:a="http://schemas.openxmlformats.org/drawingml/2006/main">
              <a:ext uri="{FF2B5EF4-FFF2-40B4-BE49-F238E27FC236}">
                <a16:creationId xmlns:a16="http://schemas.microsoft.com/office/drawing/2014/main" id="{9B68BDC7-A93F-45F2-82FE-ECEE085F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67350"/>
            <a:ext cx="312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03" name="revision-text-86">
            <a:extLst xmlns:a="http://schemas.openxmlformats.org/drawingml/2006/main">
              <a:ext uri="{FF2B5EF4-FFF2-40B4-BE49-F238E27FC236}">
                <a16:creationId xmlns:a16="http://schemas.microsoft.com/office/drawing/2014/main" id="{0AB4C518-9126-4F36-A620-1304A4A5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495925"/>
            <a:ext cx="3028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Response actions</a:t>
            </a:r>
          </a:p>
        </p:txBody>
      </p:sp>
      <p:sp>
        <p:nvSpPr>
          <p:cNvPr id="104" name="revision-text-87">
            <a:extLst xmlns:a="http://schemas.openxmlformats.org/drawingml/2006/main">
              <a:ext uri="{FF2B5EF4-FFF2-40B4-BE49-F238E27FC236}">
                <a16:creationId xmlns:a16="http://schemas.microsoft.com/office/drawing/2014/main" id="{6C7D8068-F020-4D47-88B1-C11853B8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667375"/>
            <a:ext cx="30099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Device actions / Warnings / Alarms / Abort</a:t>
            </a:r>
          </a:p>
        </p:txBody>
      </p:sp>
      <p:sp>
        <p:nvSpPr>
          <p:cNvPr id="105" name="diagram-line-88">
            <a:extLst xmlns:a="http://schemas.openxmlformats.org/drawingml/2006/main">
              <a:ext uri="{FF2B5EF4-FFF2-40B4-BE49-F238E27FC236}">
                <a16:creationId xmlns:a16="http://schemas.microsoft.com/office/drawing/2014/main" id="{6BE17CEE-581C-490E-A16B-B0B71AD4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769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06" name="diagram-poly-89">
            <a:extLst xmlns:a="http://schemas.openxmlformats.org/drawingml/2006/main">
              <a:ext uri="{FF2B5EF4-FFF2-40B4-BE49-F238E27FC236}">
                <a16:creationId xmlns:a16="http://schemas.microsoft.com/office/drawing/2014/main" id="{6B9BAF9F-ED50-4C9C-A5A4-5FC1A5EC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647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07" name="diagram-line-90">
            <a:extLst xmlns:a="http://schemas.openxmlformats.org/drawingml/2006/main">
              <a:ext uri="{FF2B5EF4-FFF2-40B4-BE49-F238E27FC236}">
                <a16:creationId xmlns:a16="http://schemas.microsoft.com/office/drawing/2014/main" id="{0B56248A-836D-4BDB-ACD1-374C465F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6769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08" name="diagram-poly-91">
            <a:extLst xmlns:a="http://schemas.openxmlformats.org/drawingml/2006/main">
              <a:ext uri="{FF2B5EF4-FFF2-40B4-BE49-F238E27FC236}">
                <a16:creationId xmlns:a16="http://schemas.microsoft.com/office/drawing/2014/main" id="{ECC53CE4-EB4F-4364-95E5-70E55D7C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647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09" name="diagram-line-92">
            <a:extLst xmlns:a="http://schemas.openxmlformats.org/drawingml/2006/main">
              <a:ext uri="{FF2B5EF4-FFF2-40B4-BE49-F238E27FC236}">
                <a16:creationId xmlns:a16="http://schemas.microsoft.com/office/drawing/2014/main" id="{ADD5236B-FF96-4046-8C68-1FA34BA4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0" name="diagram-line-93">
            <a:extLst xmlns:a="http://schemas.openxmlformats.org/drawingml/2006/main">
              <a:ext uri="{FF2B5EF4-FFF2-40B4-BE49-F238E27FC236}">
                <a16:creationId xmlns:a16="http://schemas.microsoft.com/office/drawing/2014/main" id="{E45E13F3-3048-4717-841C-2D6B1241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1" name="diagram-line-94">
            <a:extLst xmlns:a="http://schemas.openxmlformats.org/drawingml/2006/main">
              <a:ext uri="{FF2B5EF4-FFF2-40B4-BE49-F238E27FC236}">
                <a16:creationId xmlns:a16="http://schemas.microsoft.com/office/drawing/2014/main" id="{740B53F8-CC09-4596-AEF0-D3B711DB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2" name="diagram-line-95">
            <a:extLst xmlns:a="http://schemas.openxmlformats.org/drawingml/2006/main">
              <a:ext uri="{FF2B5EF4-FFF2-40B4-BE49-F238E27FC236}">
                <a16:creationId xmlns:a16="http://schemas.microsoft.com/office/drawing/2014/main" id="{8F3B0DBB-4679-45A9-8A66-E10E7A41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3" name="diagram-line-96">
            <a:extLst xmlns:a="http://schemas.openxmlformats.org/drawingml/2006/main">
              <a:ext uri="{FF2B5EF4-FFF2-40B4-BE49-F238E27FC236}">
                <a16:creationId xmlns:a16="http://schemas.microsoft.com/office/drawing/2014/main" id="{7C4F3D91-FA36-4F7A-B906-425E00FD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4" name="diagram-line-97">
            <a:extLst xmlns:a="http://schemas.openxmlformats.org/drawingml/2006/main">
              <a:ext uri="{FF2B5EF4-FFF2-40B4-BE49-F238E27FC236}">
                <a16:creationId xmlns:a16="http://schemas.microsoft.com/office/drawing/2014/main" id="{EE788E5E-E38C-4E68-8839-DE5DC409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5" name="diagram-line-98">
            <a:extLst xmlns:a="http://schemas.openxmlformats.org/drawingml/2006/main">
              <a:ext uri="{FF2B5EF4-FFF2-40B4-BE49-F238E27FC236}">
                <a16:creationId xmlns:a16="http://schemas.microsoft.com/office/drawing/2014/main" id="{9192C2FC-FF08-413C-A08A-DE774D1B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19675"/>
            <a:ext cx="191" cy="38100"/>
          </a:xfrm>
          <a:custGeom xmlns:a="http://schemas.openxmlformats.org/drawingml/2006/main"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6" name="diagram-poly-99">
            <a:extLst xmlns:a="http://schemas.openxmlformats.org/drawingml/2006/main">
              <a:ext uri="{FF2B5EF4-FFF2-40B4-BE49-F238E27FC236}">
                <a16:creationId xmlns:a16="http://schemas.microsoft.com/office/drawing/2014/main" id="{98396DE0-1BA2-4E05-A40E-F63EBF36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473" y="49911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117" name="revision-text-100">
            <a:extLst xmlns:a="http://schemas.openxmlformats.org/drawingml/2006/main">
              <a:ext uri="{FF2B5EF4-FFF2-40B4-BE49-F238E27FC236}">
                <a16:creationId xmlns:a16="http://schemas.microsoft.com/office/drawing/2014/main" id="{D4746322-3742-41F3-A53C-252E335D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257300" cy="394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ctr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1200" b="0">
                <ns0:solidFill>
                  <ns0:srgbClr val="9A83BB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110" b="0" lang="en-US">
                <ns0:solidFill>
                  <ns0:srgbClr val="9A83BB"/>
                </ns0:solidFill>
                <ns0:latin typeface="微软雅黑"/>
                <ns0:ea typeface="微软雅黑"/>
                <ns0:cs typeface="微软雅黑"/>
              </ns0:rPr>
              <ns0:t>Node variables</ns0:t>
            </ns0:r>
          </ns0:p>
          <ns1:p xmlns:ns1="http://schemas.openxmlformats.org/drawingml/2006/main">
            <ns1:pPr algn="ctr">
              <ns1:lnSpc>
                <ns1:spcPct val="104000"/>
              </ns1:lnSpc>
              <ns1:spcBef>
                <ns1:spcPts val="0"/>
              </ns1:spcBef>
              <ns1:spcAft>
                <ns1:spcPts val="0"/>
              </ns1:spcAft>
              <ns1:buNone/>
              <ns1:defRPr sz="1200" b="0">
                <ns1:solidFill>
                  <ns1:srgbClr val="9A83BB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110" b="0" lang="en-US">
                <ns1:solidFill>
                  <ns1:srgbClr val="9A83BB"/>
                </ns1:solidFill>
                <ns1:latin typeface="微软雅黑"/>
                <ns1:ea typeface="微软雅黑"/>
                <ns1:cs typeface="微软雅黑"/>
              </ns1:rPr>
              <ns1:t>Execution context</ns1:t>
            </ns1:r>
          </ns1:p>
        </p:txBody>
      </p:sp>
      <p:sp>
        <p:nvSpPr>
          <p:cNvPr id="118" name="diagram-line-101">
            <a:extLst xmlns:a="http://schemas.openxmlformats.org/drawingml/2006/main">
              <a:ext uri="{FF2B5EF4-FFF2-40B4-BE49-F238E27FC236}">
                <a16:creationId xmlns:a16="http://schemas.microsoft.com/office/drawing/2014/main" id="{68F295E2-FA34-4655-A89F-DD187B08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9" name="diagram-line-102">
            <a:extLst xmlns:a="http://schemas.openxmlformats.org/drawingml/2006/main">
              <a:ext uri="{FF2B5EF4-FFF2-40B4-BE49-F238E27FC236}">
                <a16:creationId xmlns:a16="http://schemas.microsoft.com/office/drawing/2014/main" id="{C6373B3A-50BF-4D05-BC91-36A90314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0" name="diagram-line-103">
            <a:extLst xmlns:a="http://schemas.openxmlformats.org/drawingml/2006/main">
              <a:ext uri="{FF2B5EF4-FFF2-40B4-BE49-F238E27FC236}">
                <a16:creationId xmlns:a16="http://schemas.microsoft.com/office/drawing/2014/main" id="{05B2BFB3-ED37-480E-A439-A9E83ACD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1" name="diagram-line-104">
            <a:extLst xmlns:a="http://schemas.openxmlformats.org/drawingml/2006/main">
              <a:ext uri="{FF2B5EF4-FFF2-40B4-BE49-F238E27FC236}">
                <a16:creationId xmlns:a16="http://schemas.microsoft.com/office/drawing/2014/main" id="{EB868BA4-F335-4985-A711-43F288D4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2" name="diagram-line-105">
            <a:extLst xmlns:a="http://schemas.openxmlformats.org/drawingml/2006/main">
              <a:ext uri="{FF2B5EF4-FFF2-40B4-BE49-F238E27FC236}">
                <a16:creationId xmlns:a16="http://schemas.microsoft.com/office/drawing/2014/main" id="{F1FC7CFB-C043-4A65-9626-11B7A54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3" name="diagram-line-106">
            <a:extLst xmlns:a="http://schemas.openxmlformats.org/drawingml/2006/main">
              <a:ext uri="{FF2B5EF4-FFF2-40B4-BE49-F238E27FC236}">
                <a16:creationId xmlns:a16="http://schemas.microsoft.com/office/drawing/2014/main" id="{25172DB9-BE13-43E0-8839-8C253166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4" name="diagram-line-107">
            <a:extLst xmlns:a="http://schemas.openxmlformats.org/drawingml/2006/main">
              <a:ext uri="{FF2B5EF4-FFF2-40B4-BE49-F238E27FC236}">
                <a16:creationId xmlns:a16="http://schemas.microsoft.com/office/drawing/2014/main" id="{62330013-B8C2-435A-8FF4-CCF058BC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5" name="diagram-line-108">
            <a:extLst xmlns:a="http://schemas.openxmlformats.org/drawingml/2006/main">
              <a:ext uri="{FF2B5EF4-FFF2-40B4-BE49-F238E27FC236}">
                <a16:creationId xmlns:a16="http://schemas.microsoft.com/office/drawing/2014/main" id="{5B349743-7EB3-42E3-BA01-A88CE6D6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6" name="diagram-line-109">
            <a:extLst xmlns:a="http://schemas.openxmlformats.org/drawingml/2006/main">
              <a:ext uri="{FF2B5EF4-FFF2-40B4-BE49-F238E27FC236}">
                <a16:creationId xmlns:a16="http://schemas.microsoft.com/office/drawing/2014/main" id="{275E081C-D368-4666-B20E-5C1D7FDB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7" name="diagram-line-110">
            <a:extLst xmlns:a="http://schemas.openxmlformats.org/drawingml/2006/main">
              <a:ext uri="{FF2B5EF4-FFF2-40B4-BE49-F238E27FC236}">
                <a16:creationId xmlns:a16="http://schemas.microsoft.com/office/drawing/2014/main" id="{1BD7EAFD-68E1-4D08-A837-0464A434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8" name="diagram-line-111">
            <a:extLst xmlns:a="http://schemas.openxmlformats.org/drawingml/2006/main">
              <a:ext uri="{FF2B5EF4-FFF2-40B4-BE49-F238E27FC236}">
                <a16:creationId xmlns:a16="http://schemas.microsoft.com/office/drawing/2014/main" id="{DFFF2827-D262-401B-A3DD-E1B40BAD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9" name="diagram-line-112">
            <a:extLst xmlns:a="http://schemas.openxmlformats.org/drawingml/2006/main">
              <a:ext uri="{FF2B5EF4-FFF2-40B4-BE49-F238E27FC236}">
                <a16:creationId xmlns:a16="http://schemas.microsoft.com/office/drawing/2014/main" id="{43E95952-9A41-4A06-B541-A96DB80D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0" name="diagram-line-113">
            <a:extLst xmlns:a="http://schemas.openxmlformats.org/drawingml/2006/main">
              <a:ext uri="{FF2B5EF4-FFF2-40B4-BE49-F238E27FC236}">
                <a16:creationId xmlns:a16="http://schemas.microsoft.com/office/drawing/2014/main" id="{75FEE690-755F-4747-8F05-C58BAF9C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1" name="diagram-line-114">
            <a:extLst xmlns:a="http://schemas.openxmlformats.org/drawingml/2006/main">
              <a:ext uri="{FF2B5EF4-FFF2-40B4-BE49-F238E27FC236}">
                <a16:creationId xmlns:a16="http://schemas.microsoft.com/office/drawing/2014/main" id="{07D48DE8-AFC3-4D56-8C30-88126ED6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2" name="diagram-line-115">
            <a:extLst xmlns:a="http://schemas.openxmlformats.org/drawingml/2006/main">
              <a:ext uri="{FF2B5EF4-FFF2-40B4-BE49-F238E27FC236}">
                <a16:creationId xmlns:a16="http://schemas.microsoft.com/office/drawing/2014/main" id="{8F608169-D60A-459C-8E99-472C37F9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3" name="diagram-line-116">
            <a:extLst xmlns:a="http://schemas.openxmlformats.org/drawingml/2006/main">
              <a:ext uri="{FF2B5EF4-FFF2-40B4-BE49-F238E27FC236}">
                <a16:creationId xmlns:a16="http://schemas.microsoft.com/office/drawing/2014/main" id="{62E72760-D538-463C-BA09-CD2E3652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4" name="diagram-line-117">
            <a:extLst xmlns:a="http://schemas.openxmlformats.org/drawingml/2006/main">
              <a:ext uri="{FF2B5EF4-FFF2-40B4-BE49-F238E27FC236}">
                <a16:creationId xmlns:a16="http://schemas.microsoft.com/office/drawing/2014/main" id="{4FE99DB7-373F-467A-B849-60678783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5" name="diagram-line-118">
            <a:extLst xmlns:a="http://schemas.openxmlformats.org/drawingml/2006/main">
              <a:ext uri="{FF2B5EF4-FFF2-40B4-BE49-F238E27FC236}">
                <a16:creationId xmlns:a16="http://schemas.microsoft.com/office/drawing/2014/main" id="{00487CBE-2A98-4D17-8C75-317B3BE1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6" name="diagram-line-119">
            <a:extLst xmlns:a="http://schemas.openxmlformats.org/drawingml/2006/main">
              <a:ext uri="{FF2B5EF4-FFF2-40B4-BE49-F238E27FC236}">
                <a16:creationId xmlns:a16="http://schemas.microsoft.com/office/drawing/2014/main" id="{01838CCB-9B8A-4EB5-9B21-DDB18E01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7" name="diagram-line-120">
            <a:extLst xmlns:a="http://schemas.openxmlformats.org/drawingml/2006/main">
              <a:ext uri="{FF2B5EF4-FFF2-40B4-BE49-F238E27FC236}">
                <a16:creationId xmlns:a16="http://schemas.microsoft.com/office/drawing/2014/main" id="{342FD9E1-034C-4C20-872E-F3D01D09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8" name="diagram-line-121">
            <a:extLst xmlns:a="http://schemas.openxmlformats.org/drawingml/2006/main">
              <a:ext uri="{FF2B5EF4-FFF2-40B4-BE49-F238E27FC236}">
                <a16:creationId xmlns:a16="http://schemas.microsoft.com/office/drawing/2014/main" id="{1688976A-D57D-4105-893C-3DF6C51B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9" name="diagram-line-122">
            <a:extLst xmlns:a="http://schemas.openxmlformats.org/drawingml/2006/main">
              <a:ext uri="{FF2B5EF4-FFF2-40B4-BE49-F238E27FC236}">
                <a16:creationId xmlns:a16="http://schemas.microsoft.com/office/drawing/2014/main" id="{0ABDB874-C970-4D52-8BBA-6D61D892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0" name="diagram-line-123">
            <a:extLst xmlns:a="http://schemas.openxmlformats.org/drawingml/2006/main">
              <a:ext uri="{FF2B5EF4-FFF2-40B4-BE49-F238E27FC236}">
                <a16:creationId xmlns:a16="http://schemas.microsoft.com/office/drawing/2014/main" id="{89DCD39C-D19C-4287-8650-FBE76292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1" name="diagram-line-124">
            <a:extLst xmlns:a="http://schemas.openxmlformats.org/drawingml/2006/main">
              <a:ext uri="{FF2B5EF4-FFF2-40B4-BE49-F238E27FC236}">
                <a16:creationId xmlns:a16="http://schemas.microsoft.com/office/drawing/2014/main" id="{A3C71F86-6777-4D09-8E55-084C6822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2" name="diagram-line-125">
            <a:extLst xmlns:a="http://schemas.openxmlformats.org/drawingml/2006/main">
              <a:ext uri="{FF2B5EF4-FFF2-40B4-BE49-F238E27FC236}">
                <a16:creationId xmlns:a16="http://schemas.microsoft.com/office/drawing/2014/main" id="{9B920C5B-A007-430D-8EDC-58D9C7A6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3" name="diagram-line-126">
            <a:extLst xmlns:a="http://schemas.openxmlformats.org/drawingml/2006/main">
              <a:ext uri="{FF2B5EF4-FFF2-40B4-BE49-F238E27FC236}">
                <a16:creationId xmlns:a16="http://schemas.microsoft.com/office/drawing/2014/main" id="{EDA460C2-E203-4E32-B951-D86E8E43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4" name="diagram-line-127">
            <a:extLst xmlns:a="http://schemas.openxmlformats.org/drawingml/2006/main">
              <a:ext uri="{FF2B5EF4-FFF2-40B4-BE49-F238E27FC236}">
                <a16:creationId xmlns:a16="http://schemas.microsoft.com/office/drawing/2014/main" id="{B696B298-D9C7-4FB2-91A9-51BD8C6C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5" name="diagram-line-128">
            <a:extLst xmlns:a="http://schemas.openxmlformats.org/drawingml/2006/main">
              <a:ext uri="{FF2B5EF4-FFF2-40B4-BE49-F238E27FC236}">
                <a16:creationId xmlns:a16="http://schemas.microsoft.com/office/drawing/2014/main" id="{48ED4ED8-67EB-4D57-A304-C0646611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6" name="diagram-line-129">
            <a:extLst xmlns:a="http://schemas.openxmlformats.org/drawingml/2006/main">
              <a:ext uri="{FF2B5EF4-FFF2-40B4-BE49-F238E27FC236}">
                <a16:creationId xmlns:a16="http://schemas.microsoft.com/office/drawing/2014/main" id="{9BFDEBB5-B90F-460A-ADB5-29069B94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7" name="diagram-line-130">
            <a:extLst xmlns:a="http://schemas.openxmlformats.org/drawingml/2006/main">
              <a:ext uri="{FF2B5EF4-FFF2-40B4-BE49-F238E27FC236}">
                <a16:creationId xmlns:a16="http://schemas.microsoft.com/office/drawing/2014/main" id="{4C605DDF-7B46-44E9-A254-5C13A3A2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8" name="diagram-line-131">
            <a:extLst xmlns:a="http://schemas.openxmlformats.org/drawingml/2006/main">
              <a:ext uri="{FF2B5EF4-FFF2-40B4-BE49-F238E27FC236}">
                <a16:creationId xmlns:a16="http://schemas.microsoft.com/office/drawing/2014/main" id="{E1A95ABA-84DD-472F-9B86-F1134244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9" name="diagram-line-132">
            <a:extLst xmlns:a="http://schemas.openxmlformats.org/drawingml/2006/main">
              <a:ext uri="{FF2B5EF4-FFF2-40B4-BE49-F238E27FC236}">
                <a16:creationId xmlns:a16="http://schemas.microsoft.com/office/drawing/2014/main" id="{B975224F-E7F8-482B-8F54-9C425881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0" name="diagram-line-133">
            <a:extLst xmlns:a="http://schemas.openxmlformats.org/drawingml/2006/main">
              <a:ext uri="{FF2B5EF4-FFF2-40B4-BE49-F238E27FC236}">
                <a16:creationId xmlns:a16="http://schemas.microsoft.com/office/drawing/2014/main" id="{E3A85AE6-CA16-4D18-8952-B76936B8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1" name="diagram-line-134">
            <a:extLst xmlns:a="http://schemas.openxmlformats.org/drawingml/2006/main">
              <a:ext uri="{FF2B5EF4-FFF2-40B4-BE49-F238E27FC236}">
                <a16:creationId xmlns:a16="http://schemas.microsoft.com/office/drawing/2014/main" id="{EB7DBF67-B965-4CAB-8C9D-DF5E3836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2" name="diagram-line-135">
            <a:extLst xmlns:a="http://schemas.openxmlformats.org/drawingml/2006/main">
              <a:ext uri="{FF2B5EF4-FFF2-40B4-BE49-F238E27FC236}">
                <a16:creationId xmlns:a16="http://schemas.microsoft.com/office/drawing/2014/main" id="{72AEFF7D-146A-4597-84C6-3A8C4EBA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3" name="diagram-line-136">
            <a:extLst xmlns:a="http://schemas.openxmlformats.org/drawingml/2006/main">
              <a:ext uri="{FF2B5EF4-FFF2-40B4-BE49-F238E27FC236}">
                <a16:creationId xmlns:a16="http://schemas.microsoft.com/office/drawing/2014/main" id="{4A8AE7AB-39A1-4015-A33B-93E35A1A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4" name="diagram-line-137">
            <a:extLst xmlns:a="http://schemas.openxmlformats.org/drawingml/2006/main">
              <a:ext uri="{FF2B5EF4-FFF2-40B4-BE49-F238E27FC236}">
                <a16:creationId xmlns:a16="http://schemas.microsoft.com/office/drawing/2014/main" id="{161902C3-747C-482B-BBCA-108070A5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5" name="diagram-line-138">
            <a:extLst xmlns:a="http://schemas.openxmlformats.org/drawingml/2006/main">
              <a:ext uri="{FF2B5EF4-FFF2-40B4-BE49-F238E27FC236}">
                <a16:creationId xmlns:a16="http://schemas.microsoft.com/office/drawing/2014/main" id="{A0FD6FAE-AA78-4409-B486-15B548FE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6" name="diagram-line-139">
            <a:extLst xmlns:a="http://schemas.openxmlformats.org/drawingml/2006/main">
              <a:ext uri="{FF2B5EF4-FFF2-40B4-BE49-F238E27FC236}">
                <a16:creationId xmlns:a16="http://schemas.microsoft.com/office/drawing/2014/main" id="{6A3D4477-4A33-4F71-A695-9F129BE5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7" name="diagram-line-140">
            <a:extLst xmlns:a="http://schemas.openxmlformats.org/drawingml/2006/main">
              <a:ext uri="{FF2B5EF4-FFF2-40B4-BE49-F238E27FC236}">
                <a16:creationId xmlns:a16="http://schemas.microsoft.com/office/drawing/2014/main" id="{A259D2B6-7B11-4303-97AC-8D877ACD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8" name="diagram-line-141">
            <a:extLst xmlns:a="http://schemas.openxmlformats.org/drawingml/2006/main">
              <a:ext uri="{FF2B5EF4-FFF2-40B4-BE49-F238E27FC236}">
                <a16:creationId xmlns:a16="http://schemas.microsoft.com/office/drawing/2014/main" id="{E78C2785-7284-4566-85C6-08DEEF68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9" name="diagram-line-142">
            <a:extLst xmlns:a="http://schemas.openxmlformats.org/drawingml/2006/main">
              <a:ext uri="{FF2B5EF4-FFF2-40B4-BE49-F238E27FC236}">
                <a16:creationId xmlns:a16="http://schemas.microsoft.com/office/drawing/2014/main" id="{2C2038A1-39C4-4407-BE0C-92FA442B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0" name="diagram-line-143">
            <a:extLst xmlns:a="http://schemas.openxmlformats.org/drawingml/2006/main">
              <a:ext uri="{FF2B5EF4-FFF2-40B4-BE49-F238E27FC236}">
                <a16:creationId xmlns:a16="http://schemas.microsoft.com/office/drawing/2014/main" id="{282417F3-D87F-4CB6-8E4E-4DDD97D2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62475"/>
            <a:ext cx="47625" cy="191"/>
          </a:xfrm>
          <a:custGeom xmlns:a="http://schemas.openxmlformats.org/drawingml/2006/main">
            <a:pathLst>
              <a:path w="47625" h="191">
                <a:moveTo>
                  <a:pt x="476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1" name="diagram-line-144">
            <a:extLst xmlns:a="http://schemas.openxmlformats.org/drawingml/2006/main">
              <a:ext uri="{FF2B5EF4-FFF2-40B4-BE49-F238E27FC236}">
                <a16:creationId xmlns:a16="http://schemas.microsoft.com/office/drawing/2014/main" id="{E8E29104-A147-47B7-B6B3-CECE7AD8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2" name="diagram-line-145">
            <a:extLst xmlns:a="http://schemas.openxmlformats.org/drawingml/2006/main">
              <a:ext uri="{FF2B5EF4-FFF2-40B4-BE49-F238E27FC236}">
                <a16:creationId xmlns:a16="http://schemas.microsoft.com/office/drawing/2014/main" id="{AC40833C-5E9C-4E48-B685-478D4AB6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3" name="diagram-line-146">
            <a:extLst xmlns:a="http://schemas.openxmlformats.org/drawingml/2006/main">
              <a:ext uri="{FF2B5EF4-FFF2-40B4-BE49-F238E27FC236}">
                <a16:creationId xmlns:a16="http://schemas.microsoft.com/office/drawing/2014/main" id="{7920D866-9B66-4BAC-9DFD-9D622EC0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4" name="diagram-line-147">
            <a:extLst xmlns:a="http://schemas.openxmlformats.org/drawingml/2006/main">
              <a:ext uri="{FF2B5EF4-FFF2-40B4-BE49-F238E27FC236}">
                <a16:creationId xmlns:a16="http://schemas.microsoft.com/office/drawing/2014/main" id="{30A2822F-63CC-477D-9750-B6927C44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5" name="diagram-line-148">
            <a:extLst xmlns:a="http://schemas.openxmlformats.org/drawingml/2006/main">
              <a:ext uri="{FF2B5EF4-FFF2-40B4-BE49-F238E27FC236}">
                <a16:creationId xmlns:a16="http://schemas.microsoft.com/office/drawing/2014/main" id="{BDFFECD6-45BE-4692-87E0-6AEA662E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19675"/>
            <a:ext cx="191" cy="38100"/>
          </a:xfrm>
          <a:custGeom xmlns:a="http://schemas.openxmlformats.org/drawingml/2006/main"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6" name="diagram-poly-149">
            <a:extLst xmlns:a="http://schemas.openxmlformats.org/drawingml/2006/main">
              <a:ext uri="{FF2B5EF4-FFF2-40B4-BE49-F238E27FC236}">
                <a16:creationId xmlns:a16="http://schemas.microsoft.com/office/drawing/2014/main" id="{B9090C9A-34F4-4C2A-9338-A17AD17C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473" y="49911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67" name="revision-text-150">
            <a:extLst xmlns:a="http://schemas.openxmlformats.org/drawingml/2006/main">
              <a:ext uri="{FF2B5EF4-FFF2-40B4-BE49-F238E27FC236}">
                <a16:creationId xmlns:a16="http://schemas.microsoft.com/office/drawing/2014/main" id="{3A1A7F0B-CCF3-40E2-A225-DA7866CF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24350"/>
            <a:ext cx="24003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Device state / Measurements</a:t>
            </a:r>
          </a:p>
        </p:txBody>
      </p:sp>
      <p:sp>
        <p:nvSpPr>
          <p:cNvPr id="168" name="diagram-line-151">
            <a:extLst xmlns:a="http://schemas.openxmlformats.org/drawingml/2006/main">
              <a:ext uri="{FF2B5EF4-FFF2-40B4-BE49-F238E27FC236}">
                <a16:creationId xmlns:a16="http://schemas.microsoft.com/office/drawing/2014/main" id="{98DB47C1-ABD2-4A0F-95B5-1A7B6768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911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9" name="diagram-line-152">
            <a:extLst xmlns:a="http://schemas.openxmlformats.org/drawingml/2006/main">
              <a:ext uri="{FF2B5EF4-FFF2-40B4-BE49-F238E27FC236}">
                <a16:creationId xmlns:a16="http://schemas.microsoft.com/office/drawing/2014/main" id="{06F09556-ADF0-4563-BB91-CD602918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768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0" name="diagram-line-153">
            <a:extLst xmlns:a="http://schemas.openxmlformats.org/drawingml/2006/main">
              <a:ext uri="{FF2B5EF4-FFF2-40B4-BE49-F238E27FC236}">
                <a16:creationId xmlns:a16="http://schemas.microsoft.com/office/drawing/2014/main" id="{1EFA2FF8-10E9-48C9-8928-70C7E07B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00600"/>
            <a:ext cx="191" cy="28575"/>
          </a:xfrm>
          <a:custGeom xmlns:a="http://schemas.openxmlformats.org/drawingml/2006/main">
            <a:pathLst>
              <a:path w="191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1" name="diagram-line-154">
            <a:extLst xmlns:a="http://schemas.openxmlformats.org/drawingml/2006/main">
              <a:ext uri="{FF2B5EF4-FFF2-40B4-BE49-F238E27FC236}">
                <a16:creationId xmlns:a16="http://schemas.microsoft.com/office/drawing/2014/main" id="{87140320-E63F-4F26-9035-720164B5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2" name="diagram-line-155">
            <a:extLst xmlns:a="http://schemas.openxmlformats.org/drawingml/2006/main">
              <a:ext uri="{FF2B5EF4-FFF2-40B4-BE49-F238E27FC236}">
                <a16:creationId xmlns:a16="http://schemas.microsoft.com/office/drawing/2014/main" id="{F12FBDED-906C-420A-8BBA-331A0084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3" name="diagram-line-156">
            <a:extLst xmlns:a="http://schemas.openxmlformats.org/drawingml/2006/main">
              <a:ext uri="{FF2B5EF4-FFF2-40B4-BE49-F238E27FC236}">
                <a16:creationId xmlns:a16="http://schemas.microsoft.com/office/drawing/2014/main" id="{CF3BD8B3-BC51-4B82-AB15-0D007C2D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4" name="diagram-line-157">
            <a:extLst xmlns:a="http://schemas.openxmlformats.org/drawingml/2006/main">
              <a:ext uri="{FF2B5EF4-FFF2-40B4-BE49-F238E27FC236}">
                <a16:creationId xmlns:a16="http://schemas.microsoft.com/office/drawing/2014/main" id="{8F720751-1272-4DC7-B4DB-B843F689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5" name="diagram-line-158">
            <a:extLst xmlns:a="http://schemas.openxmlformats.org/drawingml/2006/main">
              <a:ext uri="{FF2B5EF4-FFF2-40B4-BE49-F238E27FC236}">
                <a16:creationId xmlns:a16="http://schemas.microsoft.com/office/drawing/2014/main" id="{5BA2B54F-3904-43E6-9625-6B6FF876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6" name="diagram-line-159">
            <a:extLst xmlns:a="http://schemas.openxmlformats.org/drawingml/2006/main">
              <a:ext uri="{FF2B5EF4-FFF2-40B4-BE49-F238E27FC236}">
                <a16:creationId xmlns:a16="http://schemas.microsoft.com/office/drawing/2014/main" id="{E2EA4109-11CD-4EA9-900B-0E6E0574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7" name="diagram-line-160">
            <a:extLst xmlns:a="http://schemas.openxmlformats.org/drawingml/2006/main">
              <a:ext uri="{FF2B5EF4-FFF2-40B4-BE49-F238E27FC236}">
                <a16:creationId xmlns:a16="http://schemas.microsoft.com/office/drawing/2014/main" id="{5A1F8B75-F90A-4BFC-BAFA-06624831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8" name="diagram-line-161">
            <a:extLst xmlns:a="http://schemas.openxmlformats.org/drawingml/2006/main">
              <a:ext uri="{FF2B5EF4-FFF2-40B4-BE49-F238E27FC236}">
                <a16:creationId xmlns:a16="http://schemas.microsoft.com/office/drawing/2014/main" id="{121A783E-33C0-43E8-BF8F-376BD550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9" name="diagram-line-162">
            <a:extLst xmlns:a="http://schemas.openxmlformats.org/drawingml/2006/main">
              <a:ext uri="{FF2B5EF4-FFF2-40B4-BE49-F238E27FC236}">
                <a16:creationId xmlns:a16="http://schemas.microsoft.com/office/drawing/2014/main" id="{D8D88F47-47BA-4224-B823-0B81904D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0" name="diagram-line-163">
            <a:extLst xmlns:a="http://schemas.openxmlformats.org/drawingml/2006/main">
              <a:ext uri="{FF2B5EF4-FFF2-40B4-BE49-F238E27FC236}">
                <a16:creationId xmlns:a16="http://schemas.microsoft.com/office/drawing/2014/main" id="{662DEF4A-9F89-4A62-84DA-FA0E9651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1" name="diagram-line-164">
            <a:extLst xmlns:a="http://schemas.openxmlformats.org/drawingml/2006/main">
              <a:ext uri="{FF2B5EF4-FFF2-40B4-BE49-F238E27FC236}">
                <a16:creationId xmlns:a16="http://schemas.microsoft.com/office/drawing/2014/main" id="{2A68AA45-1E19-48C2-968F-294D06CB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2" name="diagram-line-165">
            <a:extLst xmlns:a="http://schemas.openxmlformats.org/drawingml/2006/main">
              <a:ext uri="{FF2B5EF4-FFF2-40B4-BE49-F238E27FC236}">
                <a16:creationId xmlns:a16="http://schemas.microsoft.com/office/drawing/2014/main" id="{581D0E0B-3E36-4B9F-BD56-20F79E20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3" name="diagram-line-166">
            <a:extLst xmlns:a="http://schemas.openxmlformats.org/drawingml/2006/main">
              <a:ext uri="{FF2B5EF4-FFF2-40B4-BE49-F238E27FC236}">
                <a16:creationId xmlns:a16="http://schemas.microsoft.com/office/drawing/2014/main" id="{82D6D121-FF90-4692-8ACB-210CC635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4" name="diagram-line-167">
            <a:extLst xmlns:a="http://schemas.openxmlformats.org/drawingml/2006/main">
              <a:ext uri="{FF2B5EF4-FFF2-40B4-BE49-F238E27FC236}">
                <a16:creationId xmlns:a16="http://schemas.microsoft.com/office/drawing/2014/main" id="{47289E09-AB37-4738-BDCD-70E54E28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5" name="diagram-line-168">
            <a:extLst xmlns:a="http://schemas.openxmlformats.org/drawingml/2006/main">
              <a:ext uri="{FF2B5EF4-FFF2-40B4-BE49-F238E27FC236}">
                <a16:creationId xmlns:a16="http://schemas.microsoft.com/office/drawing/2014/main" id="{71297244-AA63-460E-8BB4-873832BF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6" name="diagram-line-169">
            <a:extLst xmlns:a="http://schemas.openxmlformats.org/drawingml/2006/main">
              <a:ext uri="{FF2B5EF4-FFF2-40B4-BE49-F238E27FC236}">
                <a16:creationId xmlns:a16="http://schemas.microsoft.com/office/drawing/2014/main" id="{2D33D0A2-CCD3-47B1-9779-33BF0D5B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7" name="diagram-line-170">
            <a:extLst xmlns:a="http://schemas.openxmlformats.org/drawingml/2006/main">
              <a:ext uri="{FF2B5EF4-FFF2-40B4-BE49-F238E27FC236}">
                <a16:creationId xmlns:a16="http://schemas.microsoft.com/office/drawing/2014/main" id="{6E2F05F0-46EF-4C8D-B00E-FBEB9E8F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8" name="diagram-line-171">
            <a:extLst xmlns:a="http://schemas.openxmlformats.org/drawingml/2006/main">
              <a:ext uri="{FF2B5EF4-FFF2-40B4-BE49-F238E27FC236}">
                <a16:creationId xmlns:a16="http://schemas.microsoft.com/office/drawing/2014/main" id="{13C27E30-A0CD-4595-8845-2F149AC8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9" name="diagram-line-172">
            <a:extLst xmlns:a="http://schemas.openxmlformats.org/drawingml/2006/main">
              <a:ext uri="{FF2B5EF4-FFF2-40B4-BE49-F238E27FC236}">
                <a16:creationId xmlns:a16="http://schemas.microsoft.com/office/drawing/2014/main" id="{B874F19C-D600-462F-9405-1BCDB37B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0" name="diagram-line-173">
            <a:extLst xmlns:a="http://schemas.openxmlformats.org/drawingml/2006/main">
              <a:ext uri="{FF2B5EF4-FFF2-40B4-BE49-F238E27FC236}">
                <a16:creationId xmlns:a16="http://schemas.microsoft.com/office/drawing/2014/main" id="{42978ED7-7D32-47EE-9AEF-9469EAE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1" name="diagram-line-174">
            <a:extLst xmlns:a="http://schemas.openxmlformats.org/drawingml/2006/main">
              <a:ext uri="{FF2B5EF4-FFF2-40B4-BE49-F238E27FC236}">
                <a16:creationId xmlns:a16="http://schemas.microsoft.com/office/drawing/2014/main" id="{BCB52176-FE2E-4346-8604-86D7D3D1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2" name="diagram-line-175">
            <a:extLst xmlns:a="http://schemas.openxmlformats.org/drawingml/2006/main">
              <a:ext uri="{FF2B5EF4-FFF2-40B4-BE49-F238E27FC236}">
                <a16:creationId xmlns:a16="http://schemas.microsoft.com/office/drawing/2014/main" id="{2F25B88E-2900-45AA-A4CB-26827B7E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3" name="diagram-line-176">
            <a:extLst xmlns:a="http://schemas.openxmlformats.org/drawingml/2006/main">
              <a:ext uri="{FF2B5EF4-FFF2-40B4-BE49-F238E27FC236}">
                <a16:creationId xmlns:a16="http://schemas.microsoft.com/office/drawing/2014/main" id="{9BF9AA71-E290-4F54-950D-678E5A15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4" name="diagram-line-177">
            <a:extLst xmlns:a="http://schemas.openxmlformats.org/drawingml/2006/main">
              <a:ext uri="{FF2B5EF4-FFF2-40B4-BE49-F238E27FC236}">
                <a16:creationId xmlns:a16="http://schemas.microsoft.com/office/drawing/2014/main" id="{C93CED50-95AA-4BBC-BC6C-1F4AEAEB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5" name="diagram-line-178">
            <a:extLst xmlns:a="http://schemas.openxmlformats.org/drawingml/2006/main">
              <a:ext uri="{FF2B5EF4-FFF2-40B4-BE49-F238E27FC236}">
                <a16:creationId xmlns:a16="http://schemas.microsoft.com/office/drawing/2014/main" id="{C1ADFAAA-7E3F-4306-9C6F-D876199E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6" name="diagram-line-179">
            <a:extLst xmlns:a="http://schemas.openxmlformats.org/drawingml/2006/main">
              <a:ext uri="{FF2B5EF4-FFF2-40B4-BE49-F238E27FC236}">
                <a16:creationId xmlns:a16="http://schemas.microsoft.com/office/drawing/2014/main" id="{56E2F64D-E13B-4A54-A91E-D21A4320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7" name="diagram-line-180">
            <a:extLst xmlns:a="http://schemas.openxmlformats.org/drawingml/2006/main">
              <a:ext uri="{FF2B5EF4-FFF2-40B4-BE49-F238E27FC236}">
                <a16:creationId xmlns:a16="http://schemas.microsoft.com/office/drawing/2014/main" id="{66CA0E27-B7CD-405E-9774-4959AF7C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8" name="diagram-line-181">
            <a:extLst xmlns:a="http://schemas.openxmlformats.org/drawingml/2006/main">
              <a:ext uri="{FF2B5EF4-FFF2-40B4-BE49-F238E27FC236}">
                <a16:creationId xmlns:a16="http://schemas.microsoft.com/office/drawing/2014/main" id="{102FA8AF-75F1-4EBD-A282-7588B996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9" name="diagram-line-182">
            <a:extLst xmlns:a="http://schemas.openxmlformats.org/drawingml/2006/main">
              <a:ext uri="{FF2B5EF4-FFF2-40B4-BE49-F238E27FC236}">
                <a16:creationId xmlns:a16="http://schemas.microsoft.com/office/drawing/2014/main" id="{D949F6BE-7B67-4A8A-A93A-B0AA2D39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0" name="diagram-line-183">
            <a:extLst xmlns:a="http://schemas.openxmlformats.org/drawingml/2006/main">
              <a:ext uri="{FF2B5EF4-FFF2-40B4-BE49-F238E27FC236}">
                <a16:creationId xmlns:a16="http://schemas.microsoft.com/office/drawing/2014/main" id="{1C8CA1AD-348C-46C0-8252-D4E3B5DF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1" name="diagram-line-184">
            <a:extLst xmlns:a="http://schemas.openxmlformats.org/drawingml/2006/main">
              <a:ext uri="{FF2B5EF4-FFF2-40B4-BE49-F238E27FC236}">
                <a16:creationId xmlns:a16="http://schemas.microsoft.com/office/drawing/2014/main" id="{FDE35BAE-A89D-4E09-B7B7-ADF31097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2" name="diagram-line-185">
            <a:extLst xmlns:a="http://schemas.openxmlformats.org/drawingml/2006/main">
              <a:ext uri="{FF2B5EF4-FFF2-40B4-BE49-F238E27FC236}">
                <a16:creationId xmlns:a16="http://schemas.microsoft.com/office/drawing/2014/main" id="{0FD3232D-FE9F-4403-A924-5D8143EE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3" name="diagram-line-186">
            <a:extLst xmlns:a="http://schemas.openxmlformats.org/drawingml/2006/main">
              <a:ext uri="{FF2B5EF4-FFF2-40B4-BE49-F238E27FC236}">
                <a16:creationId xmlns:a16="http://schemas.microsoft.com/office/drawing/2014/main" id="{FA7DC1B5-AD60-44D7-A9F2-7F8F31FA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4" name="diagram-line-187">
            <a:extLst xmlns:a="http://schemas.openxmlformats.org/drawingml/2006/main">
              <a:ext uri="{FF2B5EF4-FFF2-40B4-BE49-F238E27FC236}">
                <a16:creationId xmlns:a16="http://schemas.microsoft.com/office/drawing/2014/main" id="{B575AC49-93A3-4AD7-A6CD-7EC798B1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5" name="diagram-line-188">
            <a:extLst xmlns:a="http://schemas.openxmlformats.org/drawingml/2006/main">
              <a:ext uri="{FF2B5EF4-FFF2-40B4-BE49-F238E27FC236}">
                <a16:creationId xmlns:a16="http://schemas.microsoft.com/office/drawing/2014/main" id="{091D0176-F0F1-49C8-B52C-4402FD90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6" name="diagram-line-189">
            <a:extLst xmlns:a="http://schemas.openxmlformats.org/drawingml/2006/main">
              <a:ext uri="{FF2B5EF4-FFF2-40B4-BE49-F238E27FC236}">
                <a16:creationId xmlns:a16="http://schemas.microsoft.com/office/drawing/2014/main" id="{8F84B069-1415-4452-8EB1-650CCD74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7" name="diagram-line-190">
            <a:extLst xmlns:a="http://schemas.openxmlformats.org/drawingml/2006/main">
              <a:ext uri="{FF2B5EF4-FFF2-40B4-BE49-F238E27FC236}">
                <a16:creationId xmlns:a16="http://schemas.microsoft.com/office/drawing/2014/main" id="{781C9FAF-0543-43B1-AAA7-5B4F99E3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8" name="diagram-line-191">
            <a:extLst xmlns:a="http://schemas.openxmlformats.org/drawingml/2006/main">
              <a:ext uri="{FF2B5EF4-FFF2-40B4-BE49-F238E27FC236}">
                <a16:creationId xmlns:a16="http://schemas.microsoft.com/office/drawing/2014/main" id="{FA57E4D7-B83E-49E2-8C08-C73F7319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9" name="diagram-line-192">
            <a:extLst xmlns:a="http://schemas.openxmlformats.org/drawingml/2006/main">
              <a:ext uri="{FF2B5EF4-FFF2-40B4-BE49-F238E27FC236}">
                <a16:creationId xmlns:a16="http://schemas.microsoft.com/office/drawing/2014/main" id="{BC88AB9E-E764-4B2C-AEE8-B18C7E8B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0" name="diagram-line-193">
            <a:extLst xmlns:a="http://schemas.openxmlformats.org/drawingml/2006/main">
              <a:ext uri="{FF2B5EF4-FFF2-40B4-BE49-F238E27FC236}">
                <a16:creationId xmlns:a16="http://schemas.microsoft.com/office/drawing/2014/main" id="{981C1BD5-A4B8-46CB-A71E-E7EE4030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1" name="diagram-line-194">
            <a:extLst xmlns:a="http://schemas.openxmlformats.org/drawingml/2006/main">
              <a:ext uri="{FF2B5EF4-FFF2-40B4-BE49-F238E27FC236}">
                <a16:creationId xmlns:a16="http://schemas.microsoft.com/office/drawing/2014/main" id="{AFD62B9A-4DD8-4B4E-88F5-0748D959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2" name="diagram-line-195">
            <a:extLst xmlns:a="http://schemas.openxmlformats.org/drawingml/2006/main">
              <a:ext uri="{FF2B5EF4-FFF2-40B4-BE49-F238E27FC236}">
                <a16:creationId xmlns:a16="http://schemas.microsoft.com/office/drawing/2014/main" id="{B13CBF12-1ABD-4E6F-8311-A3AABC06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3" name="diagram-line-196">
            <a:extLst xmlns:a="http://schemas.openxmlformats.org/drawingml/2006/main">
              <a:ext uri="{FF2B5EF4-FFF2-40B4-BE49-F238E27FC236}">
                <a16:creationId xmlns:a16="http://schemas.microsoft.com/office/drawing/2014/main" id="{B10E062B-31EC-47F7-A801-4AB1D715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4" name="diagram-line-197">
            <a:extLst xmlns:a="http://schemas.openxmlformats.org/drawingml/2006/main">
              <a:ext uri="{FF2B5EF4-FFF2-40B4-BE49-F238E27FC236}">
                <a16:creationId xmlns:a16="http://schemas.microsoft.com/office/drawing/2014/main" id="{D4672914-C85D-49C9-BCAE-8F36C80F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5" name="diagram-line-198">
            <a:extLst xmlns:a="http://schemas.openxmlformats.org/drawingml/2006/main">
              <a:ext uri="{FF2B5EF4-FFF2-40B4-BE49-F238E27FC236}">
                <a16:creationId xmlns:a16="http://schemas.microsoft.com/office/drawing/2014/main" id="{0ABC0FE5-6D12-4EDF-9A6B-8B7D1D15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6" name="diagram-line-199">
            <a:extLst xmlns:a="http://schemas.openxmlformats.org/drawingml/2006/main">
              <a:ext uri="{FF2B5EF4-FFF2-40B4-BE49-F238E27FC236}">
                <a16:creationId xmlns:a16="http://schemas.microsoft.com/office/drawing/2014/main" id="{88849332-9A2A-4C3D-A9EE-9EACC2BF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7" name="diagram-line-200">
            <a:extLst xmlns:a="http://schemas.openxmlformats.org/drawingml/2006/main">
              <a:ext uri="{FF2B5EF4-FFF2-40B4-BE49-F238E27FC236}">
                <a16:creationId xmlns:a16="http://schemas.microsoft.com/office/drawing/2014/main" id="{FDD5482A-7657-4923-A9C2-B85FD74F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8" name="diagram-line-201">
            <a:extLst xmlns:a="http://schemas.openxmlformats.org/drawingml/2006/main">
              <a:ext uri="{FF2B5EF4-FFF2-40B4-BE49-F238E27FC236}">
                <a16:creationId xmlns:a16="http://schemas.microsoft.com/office/drawing/2014/main" id="{BC5C9120-CD69-4143-B25B-32BBA09D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9" name="diagram-line-202">
            <a:extLst xmlns:a="http://schemas.openxmlformats.org/drawingml/2006/main">
              <a:ext uri="{FF2B5EF4-FFF2-40B4-BE49-F238E27FC236}">
                <a16:creationId xmlns:a16="http://schemas.microsoft.com/office/drawing/2014/main" id="{9BF5C75B-6334-4A90-BAAC-E124466E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0" name="diagram-line-203">
            <a:extLst xmlns:a="http://schemas.openxmlformats.org/drawingml/2006/main">
              <a:ext uri="{FF2B5EF4-FFF2-40B4-BE49-F238E27FC236}">
                <a16:creationId xmlns:a16="http://schemas.microsoft.com/office/drawing/2014/main" id="{F30A86DE-B980-4F60-B35B-BAE73C32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1" name="diagram-line-204">
            <a:extLst xmlns:a="http://schemas.openxmlformats.org/drawingml/2006/main">
              <a:ext uri="{FF2B5EF4-FFF2-40B4-BE49-F238E27FC236}">
                <a16:creationId xmlns:a16="http://schemas.microsoft.com/office/drawing/2014/main" id="{96104F34-C17F-469C-9048-BBD6CCDC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2" name="diagram-line-205">
            <a:extLst xmlns:a="http://schemas.openxmlformats.org/drawingml/2006/main">
              <a:ext uri="{FF2B5EF4-FFF2-40B4-BE49-F238E27FC236}">
                <a16:creationId xmlns:a16="http://schemas.microsoft.com/office/drawing/2014/main" id="{465DE3C3-A55F-4035-8C35-EE84396D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3" name="diagram-line-206">
            <a:extLst xmlns:a="http://schemas.openxmlformats.org/drawingml/2006/main">
              <a:ext uri="{FF2B5EF4-FFF2-40B4-BE49-F238E27FC236}">
                <a16:creationId xmlns:a16="http://schemas.microsoft.com/office/drawing/2014/main" id="{03808EAE-C6ED-4807-9ADE-C385C075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4" name="diagram-line-207">
            <a:extLst xmlns:a="http://schemas.openxmlformats.org/drawingml/2006/main">
              <a:ext uri="{FF2B5EF4-FFF2-40B4-BE49-F238E27FC236}">
                <a16:creationId xmlns:a16="http://schemas.microsoft.com/office/drawing/2014/main" id="{17D3813B-68CF-49D2-AAE7-C4DF5C9B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5" name="diagram-line-208">
            <a:extLst xmlns:a="http://schemas.openxmlformats.org/drawingml/2006/main">
              <a:ext uri="{FF2B5EF4-FFF2-40B4-BE49-F238E27FC236}">
                <a16:creationId xmlns:a16="http://schemas.microsoft.com/office/drawing/2014/main" id="{58843A38-69D0-4FF3-94C1-EFEDC20E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6" name="diagram-line-209">
            <a:extLst xmlns:a="http://schemas.openxmlformats.org/drawingml/2006/main">
              <a:ext uri="{FF2B5EF4-FFF2-40B4-BE49-F238E27FC236}">
                <a16:creationId xmlns:a16="http://schemas.microsoft.com/office/drawing/2014/main" id="{C948F52F-22AE-49ED-B9CA-A9904129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7" name="diagram-line-210">
            <a:extLst xmlns:a="http://schemas.openxmlformats.org/drawingml/2006/main">
              <a:ext uri="{FF2B5EF4-FFF2-40B4-BE49-F238E27FC236}">
                <a16:creationId xmlns:a16="http://schemas.microsoft.com/office/drawing/2014/main" id="{338573B7-A5B7-4033-BBD4-ADC6B45A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8" name="diagram-line-211">
            <a:extLst xmlns:a="http://schemas.openxmlformats.org/drawingml/2006/main">
              <a:ext uri="{FF2B5EF4-FFF2-40B4-BE49-F238E27FC236}">
                <a16:creationId xmlns:a16="http://schemas.microsoft.com/office/drawing/2014/main" id="{06359222-49A6-4DAF-BCB3-69EE8123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9" name="diagram-line-212">
            <a:extLst xmlns:a="http://schemas.openxmlformats.org/drawingml/2006/main">
              <a:ext uri="{FF2B5EF4-FFF2-40B4-BE49-F238E27FC236}">
                <a16:creationId xmlns:a16="http://schemas.microsoft.com/office/drawing/2014/main" id="{5FFB111E-B7A2-405A-AC70-8DEB0D24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0" name="diagram-line-213">
            <a:extLst xmlns:a="http://schemas.openxmlformats.org/drawingml/2006/main">
              <a:ext uri="{FF2B5EF4-FFF2-40B4-BE49-F238E27FC236}">
                <a16:creationId xmlns:a16="http://schemas.microsoft.com/office/drawing/2014/main" id="{ECBE64B2-2F35-4FC1-8A5A-A6F5C766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1" name="diagram-line-214">
            <a:extLst xmlns:a="http://schemas.openxmlformats.org/drawingml/2006/main">
              <a:ext uri="{FF2B5EF4-FFF2-40B4-BE49-F238E27FC236}">
                <a16:creationId xmlns:a16="http://schemas.microsoft.com/office/drawing/2014/main" id="{AB833A72-5721-44AA-B0C8-0BE6C87F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33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2" name="diagram-line-215">
            <a:extLst xmlns:a="http://schemas.openxmlformats.org/drawingml/2006/main">
              <a:ext uri="{FF2B5EF4-FFF2-40B4-BE49-F238E27FC236}">
                <a16:creationId xmlns:a16="http://schemas.microsoft.com/office/drawing/2014/main" id="{C8EAF7E1-384E-47BC-9619-6F8C5F57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19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3" name="diagram-line-216">
            <a:extLst xmlns:a="http://schemas.openxmlformats.org/drawingml/2006/main">
              <a:ext uri="{FF2B5EF4-FFF2-40B4-BE49-F238E27FC236}">
                <a16:creationId xmlns:a16="http://schemas.microsoft.com/office/drawing/2014/main" id="{417E9AC2-D41C-447F-95ED-62098747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05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4" name="diagram-line-217">
            <a:extLst xmlns:a="http://schemas.openxmlformats.org/drawingml/2006/main">
              <a:ext uri="{FF2B5EF4-FFF2-40B4-BE49-F238E27FC236}">
                <a16:creationId xmlns:a16="http://schemas.microsoft.com/office/drawing/2014/main" id="{06A34FC2-3FAA-4848-95B5-DE37983C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91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5" name="diagram-line-218">
            <a:extLst xmlns:a="http://schemas.openxmlformats.org/drawingml/2006/main">
              <a:ext uri="{FF2B5EF4-FFF2-40B4-BE49-F238E27FC236}">
                <a16:creationId xmlns:a16="http://schemas.microsoft.com/office/drawing/2014/main" id="{A5981C02-12F9-419B-9BD6-B3D72ACC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33875"/>
            <a:ext cx="191" cy="9525"/>
          </a:xfrm>
          <a:custGeom xmlns:a="http://schemas.openxmlformats.org/drawingml/2006/main">
            <a:pathLst>
              <a:path w="191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6" name="diagram-poly-219">
            <a:extLst xmlns:a="http://schemas.openxmlformats.org/drawingml/2006/main">
              <a:ext uri="{FF2B5EF4-FFF2-40B4-BE49-F238E27FC236}">
                <a16:creationId xmlns:a16="http://schemas.microsoft.com/office/drawing/2014/main" id="{71EA0602-C75D-4EC3-9689-421035F2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473" y="4333875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237" name="diagram-line-220">
            <a:extLst xmlns:a="http://schemas.openxmlformats.org/drawingml/2006/main">
              <a:ext uri="{FF2B5EF4-FFF2-40B4-BE49-F238E27FC236}">
                <a16:creationId xmlns:a16="http://schemas.microsoft.com/office/drawing/2014/main" id="{B279F637-62A0-4349-A3FF-C2E5C36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8" name="diagram-line-221">
            <a:extLst xmlns:a="http://schemas.openxmlformats.org/drawingml/2006/main">
              <a:ext uri="{FF2B5EF4-FFF2-40B4-BE49-F238E27FC236}">
                <a16:creationId xmlns:a16="http://schemas.microsoft.com/office/drawing/2014/main" id="{734E4AB8-D088-4AE6-92EA-A7E50AB1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9" name="diagram-line-222">
            <a:extLst xmlns:a="http://schemas.openxmlformats.org/drawingml/2006/main">
              <a:ext uri="{FF2B5EF4-FFF2-40B4-BE49-F238E27FC236}">
                <a16:creationId xmlns:a16="http://schemas.microsoft.com/office/drawing/2014/main" id="{4A0F3A23-8496-426B-82EA-F0066DC3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0" name="diagram-line-223">
            <a:extLst xmlns:a="http://schemas.openxmlformats.org/drawingml/2006/main">
              <a:ext uri="{FF2B5EF4-FFF2-40B4-BE49-F238E27FC236}">
                <a16:creationId xmlns:a16="http://schemas.microsoft.com/office/drawing/2014/main" id="{2199C96A-6155-45D5-B341-861AA77B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1" name="diagram-line-224">
            <a:extLst xmlns:a="http://schemas.openxmlformats.org/drawingml/2006/main">
              <a:ext uri="{FF2B5EF4-FFF2-40B4-BE49-F238E27FC236}">
                <a16:creationId xmlns:a16="http://schemas.microsoft.com/office/drawing/2014/main" id="{A55AD9FF-AE5A-4D6C-B1CC-897707F7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2" name="diagram-line-225">
            <a:extLst xmlns:a="http://schemas.openxmlformats.org/drawingml/2006/main">
              <a:ext uri="{FF2B5EF4-FFF2-40B4-BE49-F238E27FC236}">
                <a16:creationId xmlns:a16="http://schemas.microsoft.com/office/drawing/2014/main" id="{DFFFD13A-FBD9-48FA-85D2-FAB594A3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33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3" name="diagram-line-226">
            <a:extLst xmlns:a="http://schemas.openxmlformats.org/drawingml/2006/main">
              <a:ext uri="{FF2B5EF4-FFF2-40B4-BE49-F238E27FC236}">
                <a16:creationId xmlns:a16="http://schemas.microsoft.com/office/drawing/2014/main" id="{2F2D6055-FFEE-4E2B-98EE-DFB19268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19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4" name="diagram-line-227">
            <a:extLst xmlns:a="http://schemas.openxmlformats.org/drawingml/2006/main">
              <a:ext uri="{FF2B5EF4-FFF2-40B4-BE49-F238E27FC236}">
                <a16:creationId xmlns:a16="http://schemas.microsoft.com/office/drawing/2014/main" id="{CB3A8ABF-1878-46BB-A6B4-46047DF6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05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5" name="diagram-line-228">
            <a:extLst xmlns:a="http://schemas.openxmlformats.org/drawingml/2006/main">
              <a:ext uri="{FF2B5EF4-FFF2-40B4-BE49-F238E27FC236}">
                <a16:creationId xmlns:a16="http://schemas.microsoft.com/office/drawing/2014/main" id="{7BB0E7D0-CE76-478D-A457-849BD46C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91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6" name="diagram-line-229">
            <a:extLst xmlns:a="http://schemas.openxmlformats.org/drawingml/2006/main">
              <a:ext uri="{FF2B5EF4-FFF2-40B4-BE49-F238E27FC236}">
                <a16:creationId xmlns:a16="http://schemas.microsoft.com/office/drawing/2014/main" id="{3842708A-C90C-4DED-8871-1BFE814E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33875"/>
            <a:ext cx="191" cy="9525"/>
          </a:xfrm>
          <a:custGeom xmlns:a="http://schemas.openxmlformats.org/drawingml/2006/main">
            <a:pathLst>
              <a:path w="191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7" name="diagram-poly-230">
            <a:extLst xmlns:a="http://schemas.openxmlformats.org/drawingml/2006/main">
              <a:ext uri="{FF2B5EF4-FFF2-40B4-BE49-F238E27FC236}">
                <a16:creationId xmlns:a16="http://schemas.microsoft.com/office/drawing/2014/main" id="{A185C0B9-F8B3-41AF-A56F-5CCA9751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973" y="4333875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248" name="revision-text-231">
            <a:extLst xmlns:a="http://schemas.openxmlformats.org/drawingml/2006/main">
              <a:ext uri="{FF2B5EF4-FFF2-40B4-BE49-F238E27FC236}">
                <a16:creationId xmlns:a16="http://schemas.microsoft.com/office/drawing/2014/main" id="{28799F87-477C-4594-A2E6-C91712F2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19650"/>
            <a:ext cx="3971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7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170" b="0" lang="en-US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Actions return via node / state machine interfaces</a:t>
            </a:r>
          </a:p>
        </p:txBody>
      </p:sp>
      <p:sp>
        <p:nvSpPr>
          <p:cNvPr id="249" name="revision-text-232">
            <a:extLst xmlns:a="http://schemas.openxmlformats.org/drawingml/2006/main">
              <a:ext uri="{FF2B5EF4-FFF2-40B4-BE49-F238E27FC236}">
                <a16:creationId xmlns:a16="http://schemas.microsoft.com/office/drawing/2014/main" id="{CE2B56A1-333E-4CEE-AD70-1A58D118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43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43" b="1" lang="en-US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Resources define devices. Workflows organize tasks. Constraints set execution limits.</a:t>
            </a:r>
          </a:p>
        </p:txBody>
      </p:sp>
    </p:spTree>
    <p:extLst>
      <p:ext uri="{BB962C8B-B14F-4D97-AF65-F5344CB8AC3E}">
        <p14:creationId xmlns:p14="http://schemas.microsoft.com/office/powerpoint/2010/main" val="477156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415A17D-EE4C-47AA-8B32-4400C197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FAD8F13-092B-4B15-9667-A4779CD4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2850" b="1">
                <ns0:solidFill>
                  <ns0:srgbClr val="FFFFFF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2850" b="1" lang="en-US">
                <ns0:solidFill>
                  <ns0:srgbClr val="FFFFFF"/>
                </ns0:solidFill>
                <ns0:latin typeface="微软雅黑"/>
                <ns0:ea typeface="微软雅黑"/>
                <ns0:cs typeface="微软雅黑"/>
              </ns0:rPr>
              <ns0:t>4  Resource layer: capabilities and state machines</ns0:t>
            </ns0:r>
          </ns0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67B92BF-F20F-4679-9787-85CD4FB9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287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rPr>
              <a:t>EUROSIM 2026  ·  Executable Modeling for Smart Chemical Laboratories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155020-D183-42FC-A4E7-1C7BB99B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4/10</a:t>
            </a:r>
          </a:p>
        </p:txBody>
      </p:sp>
      <p:sp>
        <p:nvSpPr>
          <p:cNvPr id="8" name="revision-text-233">
            <a:extLst xmlns:a="http://schemas.openxmlformats.org/drawingml/2006/main">
              <a:ext uri="{FF2B5EF4-FFF2-40B4-BE49-F238E27FC236}">
                <a16:creationId xmlns:a16="http://schemas.microsoft.com/office/drawing/2014/main" id="{51706622-7AF9-4183-9A00-C2336DBD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83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83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Capability model: what a device can do. State machine: how operations execute.</a:t>
            </a:r>
          </a:p>
        </p:txBody>
      </p:sp>
      <p:sp>
        <p:nvSpPr>
          <p:cNvPr id="9" name="revision-text-234">
            <a:extLst xmlns:a="http://schemas.openxmlformats.org/drawingml/2006/main">
              <a:ext uri="{FF2B5EF4-FFF2-40B4-BE49-F238E27FC236}">
                <a16:creationId xmlns:a16="http://schemas.microsoft.com/office/drawing/2014/main" id="{89FD34EC-D2A1-409F-A332-0B5BBE2C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Capability model</a:t>
            </a:r>
          </a:p>
        </p:txBody>
      </p:sp>
      <p:sp>
        <p:nvSpPr>
          <p:cNvPr id="10" name="revision-text-235">
            <a:extLst xmlns:a="http://schemas.openxmlformats.org/drawingml/2006/main">
              <a:ext uri="{FF2B5EF4-FFF2-40B4-BE49-F238E27FC236}">
                <a16:creationId xmlns:a16="http://schemas.microsoft.com/office/drawing/2014/main" id="{123A23C8-5AE2-4DA5-AB69-406400E8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33650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6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60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Capabilities, attributes,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6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60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and operation requirements</a:t>
            </a:r>
          </a:p>
        </p:txBody>
      </p:sp>
      <p:sp>
        <p:nvSpPr>
          <p:cNvPr id="11" name="revision-text-236">
            <a:extLst xmlns:a="http://schemas.openxmlformats.org/drawingml/2006/main">
              <a:ext uri="{FF2B5EF4-FFF2-40B4-BE49-F238E27FC236}">
                <a16:creationId xmlns:a16="http://schemas.microsoft.com/office/drawing/2014/main" id="{8BD79003-1039-4C1A-96D2-0BA58B67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051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State machine</a:t>
            </a:r>
          </a:p>
        </p:txBody>
      </p:sp>
      <p:sp>
        <p:nvSpPr>
          <p:cNvPr id="12" name="revision-text-237">
            <a:extLst xmlns:a="http://schemas.openxmlformats.org/drawingml/2006/main">
              <a:ext uri="{FF2B5EF4-FFF2-40B4-BE49-F238E27FC236}">
                <a16:creationId xmlns:a16="http://schemas.microsoft.com/office/drawing/2014/main" id="{6629F404-2844-4AE7-BA2E-7957DDF5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13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Check requests and state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13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Send commands and process feedback</a:t>
            </a:r>
          </a:p>
        </p:txBody>
      </p:sp>
      <p:sp>
        <p:nvSpPr>
          <p:cNvPr id="13" name="revision-text-238">
            <a:extLst xmlns:a="http://schemas.openxmlformats.org/drawingml/2006/main">
              <a:ext uri="{FF2B5EF4-FFF2-40B4-BE49-F238E27FC236}">
                <a16:creationId xmlns:a16="http://schemas.microsoft.com/office/drawing/2014/main" id="{FFFA69E3-B03D-419E-8223-D08F6402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529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Shared entry point</a:t>
            </a:r>
          </a:p>
        </p:txBody>
      </p:sp>
      <p:sp>
        <p:nvSpPr>
          <p:cNvPr id="14" name="revision-text-239">
            <a:extLst xmlns:a="http://schemas.openxmlformats.org/drawingml/2006/main">
              <a:ext uri="{FF2B5EF4-FFF2-40B4-BE49-F238E27FC236}">
                <a16:creationId xmlns:a16="http://schemas.microsoft.com/office/drawing/2014/main" id="{C3E3E192-D3A7-4944-B63B-C6CDF1CC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740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One device model entry point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740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for people, workflows, and LLMs</a:t>
            </a:r>
          </a:p>
        </p:txBody>
      </p:sp>
      <p:sp>
        <p:nvSpPr>
          <p:cNvPr id="15" name="diagram-box-240">
            <a:extLst xmlns:a="http://schemas.openxmlformats.org/drawingml/2006/main">
              <a:ext uri="{FF2B5EF4-FFF2-40B4-BE49-F238E27FC236}">
                <a16:creationId xmlns:a16="http://schemas.microsoft.com/office/drawing/2014/main" id="{3BF8C0DE-DC5F-46B1-83CA-36CF99FD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81175"/>
            <a:ext cx="7143750" cy="4013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16" name="diagram-box-241">
            <a:extLst xmlns:a="http://schemas.openxmlformats.org/drawingml/2006/main">
              <a:ext uri="{FF2B5EF4-FFF2-40B4-BE49-F238E27FC236}">
                <a16:creationId xmlns:a16="http://schemas.microsoft.com/office/drawing/2014/main" id="{C1FED8F0-740E-4B0B-B7C7-F6E7A5BA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81175"/>
            <a:ext cx="7143750" cy="5137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17" name="revision-text-242">
            <a:extLst xmlns:a="http://schemas.openxmlformats.org/drawingml/2006/main">
              <a:ext uri="{FF2B5EF4-FFF2-40B4-BE49-F238E27FC236}">
                <a16:creationId xmlns:a16="http://schemas.microsoft.com/office/drawing/2014/main" id="{6CDBAFE2-25D2-4796-8D51-092299B2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602" y="1829335"/>
            <a:ext cx="6886896" cy="43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52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52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Resource layer</a:t>
            </a:r>
          </a:p>
        </p:txBody>
      </p:sp>
      <p:sp>
        <p:nvSpPr>
          <p:cNvPr id="18" name="diagram-box-243">
            <a:extLst xmlns:a="http://schemas.openxmlformats.org/drawingml/2006/main">
              <a:ext uri="{FF2B5EF4-FFF2-40B4-BE49-F238E27FC236}">
                <a16:creationId xmlns:a16="http://schemas.microsoft.com/office/drawing/2014/main" id="{E73CDED8-F198-4308-B483-050510EA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203" y="2503577"/>
            <a:ext cx="6180548" cy="2745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19" name="diagram-box-244">
            <a:extLst xmlns:a="http://schemas.openxmlformats.org/drawingml/2006/main">
              <a:ext uri="{FF2B5EF4-FFF2-40B4-BE49-F238E27FC236}">
                <a16:creationId xmlns:a16="http://schemas.microsoft.com/office/drawing/2014/main" id="{8659E823-E5F2-4657-B7E3-CA137972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9776" y="2632004"/>
            <a:ext cx="6180548" cy="2745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20" name="diagram-box-245">
            <a:extLst xmlns:a="http://schemas.openxmlformats.org/drawingml/2006/main">
              <a:ext uri="{FF2B5EF4-FFF2-40B4-BE49-F238E27FC236}">
                <a16:creationId xmlns:a16="http://schemas.microsoft.com/office/drawing/2014/main" id="{5ED3C73C-B9EE-4E1A-A6D2-C1020D30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1349" y="2760431"/>
            <a:ext cx="6180548" cy="2745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21" name="revision-text-246">
            <a:extLst xmlns:a="http://schemas.openxmlformats.org/drawingml/2006/main">
              <a:ext uri="{FF2B5EF4-FFF2-40B4-BE49-F238E27FC236}">
                <a16:creationId xmlns:a16="http://schemas.microsoft.com/office/drawing/2014/main" id="{AE538FD5-F708-450A-8949-6F576B5F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456" y="2824644"/>
            <a:ext cx="6100281" cy="402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Device object model</a:t>
            </a:r>
          </a:p>
        </p:txBody>
      </p:sp>
      <p:sp>
        <p:nvSpPr>
          <p:cNvPr id="22" name="diagram-box-247">
            <a:extLst xmlns:a="http://schemas.openxmlformats.org/drawingml/2006/main">
              <a:ext uri="{FF2B5EF4-FFF2-40B4-BE49-F238E27FC236}">
                <a16:creationId xmlns:a16="http://schemas.microsoft.com/office/drawing/2014/main" id="{5A02CE44-DEAC-451A-A143-F5725443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310" y="3322299"/>
            <a:ext cx="2696966" cy="18782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16053">
            <a:solidFill>
              <a:srgbClr val="C3D39E"/>
            </a:solidFill>
          </a:ln>
        </p:spPr>
      </p:sp>
      <p:sp>
        <p:nvSpPr>
          <p:cNvPr id="23" name="revision-text-248">
            <a:extLst xmlns:a="http://schemas.openxmlformats.org/drawingml/2006/main">
              <a:ext uri="{FF2B5EF4-FFF2-40B4-BE49-F238E27FC236}">
                <a16:creationId xmlns:a16="http://schemas.microsoft.com/office/drawing/2014/main" id="{85C14DD5-A949-433F-A369-CC66DCD6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577" y="3370459"/>
            <a:ext cx="2536433" cy="38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Capability model</a:t>
            </a:r>
          </a:p>
        </p:txBody>
      </p:sp>
      <p:sp>
        <p:nvSpPr>
          <p:cNvPr id="24" name="revision-text-249">
            <a:extLst xmlns:a="http://schemas.openxmlformats.org/drawingml/2006/main">
              <a:ext uri="{FF2B5EF4-FFF2-40B4-BE49-F238E27FC236}">
                <a16:creationId xmlns:a16="http://schemas.microsoft.com/office/drawing/2014/main" id="{D3193914-5BD3-4E9C-A503-40A6D526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630" y="3755740"/>
            <a:ext cx="2504326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1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10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Attributes and capabilities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1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10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Operation parameters and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1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10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interfaces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1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10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Adapter mapping contract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1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10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Intrinsic constraints</a:t>
            </a:r>
          </a:p>
        </p:txBody>
      </p:sp>
      <p:sp>
        <p:nvSpPr>
          <p:cNvPr id="25" name="diagram-box-250">
            <a:extLst xmlns:a="http://schemas.openxmlformats.org/drawingml/2006/main">
              <a:ext uri="{FF2B5EF4-FFF2-40B4-BE49-F238E27FC236}">
                <a16:creationId xmlns:a16="http://schemas.microsoft.com/office/drawing/2014/main" id="{E5D0A239-EC53-4A3E-A4A0-C174D4AD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37" y="3322299"/>
            <a:ext cx="2696966" cy="18782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16053">
            <a:solidFill>
              <a:srgbClr val="C3D39E"/>
            </a:solidFill>
          </a:ln>
        </p:spPr>
      </p:sp>
      <p:sp>
        <p:nvSpPr>
          <p:cNvPr id="26" name="revision-text-251">
            <a:extLst xmlns:a="http://schemas.openxmlformats.org/drawingml/2006/main">
              <a:ext uri="{FF2B5EF4-FFF2-40B4-BE49-F238E27FC236}">
                <a16:creationId xmlns:a16="http://schemas.microsoft.com/office/drawing/2014/main" id="{5E4B0ECC-D5EF-4B0E-9EA2-217A8BFA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504" y="3370459"/>
            <a:ext cx="2536433" cy="38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State machine</a:t>
            </a:r>
          </a:p>
        </p:txBody>
      </p:sp>
      <p:sp>
        <p:nvSpPr>
          <p:cNvPr id="27" name="revision-text-252">
            <a:extLst xmlns:a="http://schemas.openxmlformats.org/drawingml/2006/main">
              <a:ext uri="{FF2B5EF4-FFF2-40B4-BE49-F238E27FC236}">
                <a16:creationId xmlns:a16="http://schemas.microsoft.com/office/drawing/2014/main" id="{C2F773E7-4D7C-4BA6-8900-3E329918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557" y="3755740"/>
            <a:ext cx="2504326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2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28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Request handling and state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2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28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checks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2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28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Transitions and command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2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28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output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2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28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Feedback-based state updates</a:t>
            </a:r>
          </a:p>
        </p:txBody>
      </p:sp>
      <p:sp>
        <p:nvSpPr>
          <p:cNvPr id="28" name="revision-text-253">
            <a:extLst xmlns:a="http://schemas.openxmlformats.org/drawingml/2006/main">
              <a:ext uri="{FF2B5EF4-FFF2-40B4-BE49-F238E27FC236}">
                <a16:creationId xmlns:a16="http://schemas.microsoft.com/office/drawing/2014/main" id="{480CA51B-7DB3-4647-8F2C-CB0575AC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lang="en-US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Model both device capabilities and the control process</a:t>
            </a:r>
          </a:p>
        </p:txBody>
      </p:sp>
    </p:spTree>
    <p:extLst>
      <p:ext uri="{BB962C8B-B14F-4D97-AF65-F5344CB8AC3E}">
        <p14:creationId xmlns:p14="http://schemas.microsoft.com/office/powerpoint/2010/main" val="14853464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5CC7396-232C-4449-B64E-098F53C9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6BF7503-2B1C-414B-B0E1-CF50A83B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2850" b="1">
                <ns0:solidFill>
                  <ns0:srgbClr val="FFFFFF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2850" b="1" lang="en-US">
                <ns0:solidFill>
                  <ns0:srgbClr val="FFFFFF"/>
                </ns0:solidFill>
                <ns0:latin typeface="微软雅黑"/>
                <ns0:ea typeface="微软雅黑"/>
                <ns0:cs typeface="微软雅黑"/>
              </ns0:rPr>
              <ns0:t>5  Workflow layer: nodes, interfaces, and triggers</ns0:t>
            </ns0:r>
          </ns0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5D0E0BA-244F-40F8-B535-CAB03767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287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rPr>
              <a:t>EUROSIM 2026  ·  Executable Modeling for Smart Chemical Laboratories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3A69ED-DF59-463E-B04E-03287AEE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5/10</a:t>
            </a:r>
          </a:p>
        </p:txBody>
      </p:sp>
      <p:sp>
        <p:nvSpPr>
          <p:cNvPr id="7" name="revision-text-254">
            <a:extLst xmlns:a="http://schemas.openxmlformats.org/drawingml/2006/main">
              <a:ext uri="{FF2B5EF4-FFF2-40B4-BE49-F238E27FC236}">
                <a16:creationId xmlns:a16="http://schemas.microsoft.com/office/drawing/2014/main" id="{787CC3E0-B600-42E0-AD0F-DB79EB5E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Task steps and data dependencies, coordinated through node interfaces and triggers</a:t>
            </a:r>
          </a:p>
        </p:txBody>
      </p:sp>
      <p:sp>
        <p:nvSpPr>
          <p:cNvPr id="8" name="diagram-box-255">
            <a:extLst xmlns:a="http://schemas.openxmlformats.org/drawingml/2006/main">
              <a:ext uri="{FF2B5EF4-FFF2-40B4-BE49-F238E27FC236}">
                <a16:creationId xmlns:a16="http://schemas.microsoft.com/office/drawing/2014/main" id="{5AD452B5-8354-45E1-BCCD-ECD0FA34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71625"/>
            <a:ext cx="7714298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9" name="diagram-box-256">
            <a:extLst xmlns:a="http://schemas.openxmlformats.org/drawingml/2006/main">
              <a:ext uri="{FF2B5EF4-FFF2-40B4-BE49-F238E27FC236}">
                <a16:creationId xmlns:a16="http://schemas.microsoft.com/office/drawing/2014/main" id="{C269E09F-2E44-457C-94B7-8032D89C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71625"/>
            <a:ext cx="7714298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0" name="revision-text-257">
            <a:extLst xmlns:a="http://schemas.openxmlformats.org/drawingml/2006/main">
              <a:ext uri="{FF2B5EF4-FFF2-40B4-BE49-F238E27FC236}">
                <a16:creationId xmlns:a16="http://schemas.microsoft.com/office/drawing/2014/main" id="{24AB61B1-A04D-4594-BB29-570F80C1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059" y="1623632"/>
            <a:ext cx="7436930" cy="47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73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73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Workflow layer</a:t>
            </a:r>
          </a:p>
        </p:txBody>
      </p:sp>
      <p:sp>
        <p:nvSpPr>
          <p:cNvPr id="11" name="diagram-box-258">
            <a:extLst xmlns:a="http://schemas.openxmlformats.org/drawingml/2006/main">
              <a:ext uri="{FF2B5EF4-FFF2-40B4-BE49-F238E27FC236}">
                <a16:creationId xmlns:a16="http://schemas.microsoft.com/office/drawing/2014/main" id="{1516B9FF-75D6-4749-81D5-4872DEF7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2438400"/>
            <a:ext cx="1785557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2" name="revision-text-259">
            <a:extLst xmlns:a="http://schemas.openxmlformats.org/drawingml/2006/main">
              <a:ext uri="{FF2B5EF4-FFF2-40B4-BE49-F238E27FC236}">
                <a16:creationId xmlns:a16="http://schemas.microsoft.com/office/drawing/2014/main" id="{70DAFD3A-D04E-4069-A9AA-278EE1FE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2525078"/>
            <a:ext cx="1785557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Previous node</a:t>
            </a:r>
          </a:p>
        </p:txBody>
      </p:sp>
      <p:sp>
        <p:nvSpPr>
          <p:cNvPr id="13" name="diagram-box-260">
            <a:extLst xmlns:a="http://schemas.openxmlformats.org/drawingml/2006/main">
              <a:ext uri="{FF2B5EF4-FFF2-40B4-BE49-F238E27FC236}">
                <a16:creationId xmlns:a16="http://schemas.microsoft.com/office/drawing/2014/main" id="{C8BE4171-3886-4B50-BAFB-89BD4095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746" y="2438400"/>
            <a:ext cx="1785557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4" name="revision-text-261">
            <a:extLst xmlns:a="http://schemas.openxmlformats.org/drawingml/2006/main">
              <a:ext uri="{FF2B5EF4-FFF2-40B4-BE49-F238E27FC236}">
                <a16:creationId xmlns:a16="http://schemas.microsoft.com/office/drawing/2014/main" id="{FBF09092-CA5C-4BB5-9834-604D1D80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746" y="2525078"/>
            <a:ext cx="1785557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8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8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Current node</a:t>
            </a:r>
          </a:p>
        </p:txBody>
      </p:sp>
      <p:sp>
        <p:nvSpPr>
          <p:cNvPr id="15" name="diagram-box-262">
            <a:extLst xmlns:a="http://schemas.openxmlformats.org/drawingml/2006/main">
              <a:ext uri="{FF2B5EF4-FFF2-40B4-BE49-F238E27FC236}">
                <a16:creationId xmlns:a16="http://schemas.microsoft.com/office/drawing/2014/main" id="{0E4F3F09-7392-4356-A5C7-238521A0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406" y="2438400"/>
            <a:ext cx="1785557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6" name="revision-text-263">
            <a:extLst xmlns:a="http://schemas.openxmlformats.org/drawingml/2006/main">
              <a:ext uri="{FF2B5EF4-FFF2-40B4-BE49-F238E27FC236}">
                <a16:creationId xmlns:a16="http://schemas.microsoft.com/office/drawing/2014/main" id="{9F9D8F7A-C07F-487C-A7DE-BD53A828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406" y="2525078"/>
            <a:ext cx="1785557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Next node</a:t>
            </a:r>
          </a:p>
        </p:txBody>
      </p:sp>
      <p:sp>
        <p:nvSpPr>
          <p:cNvPr id="17" name="diagram-line-264">
            <a:extLst xmlns:a="http://schemas.openxmlformats.org/drawingml/2006/main">
              <a:ext uri="{FF2B5EF4-FFF2-40B4-BE49-F238E27FC236}">
                <a16:creationId xmlns:a16="http://schemas.microsoft.com/office/drawing/2014/main" id="{A0917DDB-1BFE-453F-85FE-9648B694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642" y="2715768"/>
            <a:ext cx="832104" cy="347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003">
            <a:solidFill>
              <a:srgbClr val="9A83BB"/>
            </a:solidFill>
          </a:ln>
        </p:spPr>
      </p:sp>
      <p:sp>
        <p:nvSpPr>
          <p:cNvPr id="18" name="diagram-poly-265">
            <a:extLst xmlns:a="http://schemas.openxmlformats.org/drawingml/2006/main">
              <a:ext uri="{FF2B5EF4-FFF2-40B4-BE49-F238E27FC236}">
                <a16:creationId xmlns:a16="http://schemas.microsoft.com/office/drawing/2014/main" id="{BE437913-280D-4AB6-88F4-B65C4AAB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397" y="2662028"/>
            <a:ext cx="121349" cy="107480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1734">
            <a:solidFill>
              <a:srgbClr val="9A83BB"/>
            </a:solidFill>
          </a:ln>
        </p:spPr>
      </p:sp>
      <p:sp>
        <p:nvSpPr>
          <p:cNvPr id="19" name="diagram-line-266">
            <a:extLst xmlns:a="http://schemas.openxmlformats.org/drawingml/2006/main">
              <a:ext uri="{FF2B5EF4-FFF2-40B4-BE49-F238E27FC236}">
                <a16:creationId xmlns:a16="http://schemas.microsoft.com/office/drawing/2014/main" id="{47D529E7-5710-4A9D-811D-CB53C61B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302" y="2715768"/>
            <a:ext cx="832104" cy="347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003">
            <a:solidFill>
              <a:srgbClr val="9A83BB"/>
            </a:solidFill>
          </a:ln>
        </p:spPr>
      </p:sp>
      <p:sp>
        <p:nvSpPr>
          <p:cNvPr id="20" name="diagram-poly-267">
            <a:extLst xmlns:a="http://schemas.openxmlformats.org/drawingml/2006/main">
              <a:ext uri="{FF2B5EF4-FFF2-40B4-BE49-F238E27FC236}">
                <a16:creationId xmlns:a16="http://schemas.microsoft.com/office/drawing/2014/main" id="{6B7F60AF-6658-4490-9C06-8728F65B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058" y="2662028"/>
            <a:ext cx="121349" cy="107480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1734">
            <a:solidFill>
              <a:srgbClr val="9A83BB"/>
            </a:solidFill>
          </a:ln>
        </p:spPr>
      </p:sp>
      <p:sp>
        <p:nvSpPr>
          <p:cNvPr id="21" name="diagram-line-268">
            <a:extLst xmlns:a="http://schemas.openxmlformats.org/drawingml/2006/main">
              <a:ext uri="{FF2B5EF4-FFF2-40B4-BE49-F238E27FC236}">
                <a16:creationId xmlns:a16="http://schemas.microsoft.com/office/drawing/2014/main" id="{110F4427-D0BC-451C-A91B-8DAF7E29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856" y="2993136"/>
            <a:ext cx="347" cy="121349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22" name="diagram-line-269">
            <a:extLst xmlns:a="http://schemas.openxmlformats.org/drawingml/2006/main">
              <a:ext uri="{FF2B5EF4-FFF2-40B4-BE49-F238E27FC236}">
                <a16:creationId xmlns:a16="http://schemas.microsoft.com/office/drawing/2014/main" id="{F9376434-0BC6-406C-9BE5-4269A82D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856" y="3201162"/>
            <a:ext cx="347" cy="121349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23" name="diagram-box-270">
            <a:extLst xmlns:a="http://schemas.openxmlformats.org/drawingml/2006/main">
              <a:ext uri="{FF2B5EF4-FFF2-40B4-BE49-F238E27FC236}">
                <a16:creationId xmlns:a16="http://schemas.microsoft.com/office/drawing/2014/main" id="{37570867-A037-4AAA-B3D3-A477C6D9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3374517"/>
            <a:ext cx="7020878" cy="2218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24" name="revision-text-271">
            <a:extLst xmlns:a="http://schemas.openxmlformats.org/drawingml/2006/main">
              <a:ext uri="{FF2B5EF4-FFF2-40B4-BE49-F238E27FC236}">
                <a16:creationId xmlns:a16="http://schemas.microsoft.com/office/drawing/2014/main" id="{30170242-48B1-42EA-B8F6-6C8A2F97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3426524"/>
            <a:ext cx="6847523" cy="434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45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45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Workflow node</a:t>
            </a:r>
          </a:p>
        </p:txBody>
      </p:sp>
      <p:sp>
        <p:nvSpPr>
          <p:cNvPr id="25" name="diagram-box-272">
            <a:extLst xmlns:a="http://schemas.openxmlformats.org/drawingml/2006/main">
              <a:ext uri="{FF2B5EF4-FFF2-40B4-BE49-F238E27FC236}">
                <a16:creationId xmlns:a16="http://schemas.microsoft.com/office/drawing/2014/main" id="{5CD400B1-436F-429C-8028-3ADB0912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3911918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26" name="revision-text-273">
            <a:extLst xmlns:a="http://schemas.openxmlformats.org/drawingml/2006/main">
              <a:ext uri="{FF2B5EF4-FFF2-40B4-BE49-F238E27FC236}">
                <a16:creationId xmlns:a16="http://schemas.microsoft.com/office/drawing/2014/main" id="{EB9E6078-FDC7-43BB-8391-9E98DD91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118" y="3963924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Variable space</a:t>
            </a:r>
          </a:p>
        </p:txBody>
      </p:sp>
      <p:sp>
        <p:nvSpPr>
          <p:cNvPr id="27" name="revision-text-274">
            <a:extLst xmlns:a="http://schemas.openxmlformats.org/drawingml/2006/main">
              <a:ext uri="{FF2B5EF4-FFF2-40B4-BE49-F238E27FC236}">
                <a16:creationId xmlns:a16="http://schemas.microsoft.com/office/drawing/2014/main" id="{63945ECF-8498-444E-997F-C98B4B6E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453" y="4258628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8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18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Task variables / Attribute mapping</a:t>
            </a:r>
          </a:p>
        </p:txBody>
      </p:sp>
      <p:sp>
        <p:nvSpPr>
          <p:cNvPr id="28" name="diagram-box-275">
            <a:extLst xmlns:a="http://schemas.openxmlformats.org/drawingml/2006/main">
              <a:ext uri="{FF2B5EF4-FFF2-40B4-BE49-F238E27FC236}">
                <a16:creationId xmlns:a16="http://schemas.microsoft.com/office/drawing/2014/main" id="{0C90F049-6CAF-42E4-98D2-B280A0FF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869" y="3911918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29" name="revision-text-276">
            <a:extLst xmlns:a="http://schemas.openxmlformats.org/drawingml/2006/main">
              <a:ext uri="{FF2B5EF4-FFF2-40B4-BE49-F238E27FC236}">
                <a16:creationId xmlns:a16="http://schemas.microsoft.com/office/drawing/2014/main" id="{F960F546-4335-4FF7-98D0-5ECA390E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546" y="3963924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Node lifecycle</a:t>
            </a:r>
          </a:p>
        </p:txBody>
      </p:sp>
      <p:sp>
        <p:nvSpPr>
          <p:cNvPr id="30" name="revision-text-277">
            <a:extLst xmlns:a="http://schemas.openxmlformats.org/drawingml/2006/main">
              <a:ext uri="{FF2B5EF4-FFF2-40B4-BE49-F238E27FC236}">
                <a16:creationId xmlns:a16="http://schemas.microsoft.com/office/drawing/2014/main" id="{D3A92180-32D1-48AE-A1CB-FA23E577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882" y="4258628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3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3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Execution stage and result</a:t>
            </a:r>
          </a:p>
        </p:txBody>
      </p:sp>
      <p:sp>
        <p:nvSpPr>
          <p:cNvPr id="31" name="diagram-box-278">
            <a:extLst xmlns:a="http://schemas.openxmlformats.org/drawingml/2006/main">
              <a:ext uri="{FF2B5EF4-FFF2-40B4-BE49-F238E27FC236}">
                <a16:creationId xmlns:a16="http://schemas.microsoft.com/office/drawing/2014/main" id="{0DC06FDB-DD55-4193-934D-3EB7B947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4744022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32" name="revision-text-279">
            <a:extLst xmlns:a="http://schemas.openxmlformats.org/drawingml/2006/main">
              <a:ext uri="{FF2B5EF4-FFF2-40B4-BE49-F238E27FC236}">
                <a16:creationId xmlns:a16="http://schemas.microsoft.com/office/drawing/2014/main" id="{FAC41037-372C-4B96-B7C4-F931B057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118" y="4796028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4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4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Control interfaces / Data ports</a:t>
            </a:r>
          </a:p>
        </p:txBody>
      </p:sp>
      <p:sp>
        <p:nvSpPr>
          <p:cNvPr id="33" name="revision-text-280">
            <a:extLst xmlns:a="http://schemas.openxmlformats.org/drawingml/2006/main">
              <a:ext uri="{FF2B5EF4-FFF2-40B4-BE49-F238E27FC236}">
                <a16:creationId xmlns:a16="http://schemas.microsoft.com/office/drawing/2014/main" id="{20C3EE27-47BA-4126-A509-FECB3E20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453" y="5090732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Control signals / I/O data</a:t>
            </a:r>
          </a:p>
        </p:txBody>
      </p:sp>
      <p:sp>
        <p:nvSpPr>
          <p:cNvPr id="34" name="diagram-box-281">
            <a:extLst xmlns:a="http://schemas.openxmlformats.org/drawingml/2006/main">
              <a:ext uri="{FF2B5EF4-FFF2-40B4-BE49-F238E27FC236}">
                <a16:creationId xmlns:a16="http://schemas.microsoft.com/office/drawing/2014/main" id="{80309364-E2C3-47A0-A748-47CF1E69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869" y="4744022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35" name="revision-text-282">
            <a:extLst xmlns:a="http://schemas.openxmlformats.org/drawingml/2006/main">
              <a:ext uri="{FF2B5EF4-FFF2-40B4-BE49-F238E27FC236}">
                <a16:creationId xmlns:a16="http://schemas.microsoft.com/office/drawing/2014/main" id="{EE86EEE8-C2B6-495A-B84D-CD42D669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546" y="4796028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4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4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Trigger: condition → action</a:t>
            </a:r>
          </a:p>
        </p:txBody>
      </p:sp>
      <p:sp>
        <p:nvSpPr>
          <p:cNvPr id="36" name="revision-text-283">
            <a:extLst xmlns:a="http://schemas.openxmlformats.org/drawingml/2006/main">
              <a:ext uri="{FF2B5EF4-FFF2-40B4-BE49-F238E27FC236}">
                <a16:creationId xmlns:a16="http://schemas.microsoft.com/office/drawing/2014/main" id="{8FD3CE95-693B-48A9-90FD-DBEE644E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882" y="5090732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3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Update variables/state · Send signals</a:t>
            </a:r>
          </a:p>
        </p:txBody>
      </p:sp>
      <p:sp>
        <p:nvSpPr>
          <p:cNvPr id="37" name="revision-text-284">
            <a:extLst xmlns:a="http://schemas.openxmlformats.org/drawingml/2006/main">
              <a:ext uri="{FF2B5EF4-FFF2-40B4-BE49-F238E27FC236}">
                <a16:creationId xmlns:a16="http://schemas.microsoft.com/office/drawing/2014/main" id="{D1F1FA4B-AE59-4A96-B872-EA7674D9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lang="en-US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Feedback → Variable updates → Trigger evaluation → Requests or task progression</a:t>
            </a:r>
          </a:p>
        </p:txBody>
      </p:sp>
    </p:spTree>
    <p:extLst>
      <p:ext uri="{BB962C8B-B14F-4D97-AF65-F5344CB8AC3E}">
        <p14:creationId xmlns:p14="http://schemas.microsoft.com/office/powerpoint/2010/main" val="7664739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1263E43-6D0E-4AF6-80B5-AA818779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9D51215-9C35-4358-92DC-4B8415A3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 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 Constraint layer: observation and response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B73E91-9AE5-4718-B972-76FE8413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287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rPr>
              <a:t>EUROSIM 2026  ·  Executable Modeling for Smart Chemical Laboratories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BCA0302-806D-40C6-9C0D-CFC1F95A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6/10</a:t>
            </a:r>
          </a:p>
        </p:txBody>
      </p:sp>
      <p:sp>
        <p:nvSpPr>
          <p:cNvPr id="8" name="revision-text-285">
            <a:extLst xmlns:a="http://schemas.openxmlformats.org/drawingml/2006/main">
              <a:ext uri="{FF2B5EF4-FFF2-40B4-BE49-F238E27FC236}">
                <a16:creationId xmlns:a16="http://schemas.microsoft.com/office/drawing/2014/main" id="{B95D695A-D7A9-4EB7-8826-46C6C3E1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Observe resource state and task context. Respond through model interfaces.</a:t>
            </a:r>
          </a:p>
        </p:txBody>
      </p:sp>
      <p:sp>
        <p:nvSpPr>
          <p:cNvPr id="9" name="diagram-box-286">
            <a:extLst xmlns:a="http://schemas.openxmlformats.org/drawingml/2006/main">
              <a:ext uri="{FF2B5EF4-FFF2-40B4-BE49-F238E27FC236}">
                <a16:creationId xmlns:a16="http://schemas.microsoft.com/office/drawing/2014/main" id="{72A842BF-3ADA-433F-8155-068D78D7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42386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10" name="diagram-box-287">
            <a:extLst xmlns:a="http://schemas.openxmlformats.org/drawingml/2006/main">
              <a:ext uri="{FF2B5EF4-FFF2-40B4-BE49-F238E27FC236}">
                <a16:creationId xmlns:a16="http://schemas.microsoft.com/office/drawing/2014/main" id="{D98F575D-27E2-457C-B1C1-C93B1562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11" name="revision-text-288">
            <a:extLst xmlns:a="http://schemas.openxmlformats.org/drawingml/2006/main">
              <a:ext uri="{FF2B5EF4-FFF2-40B4-BE49-F238E27FC236}">
                <a16:creationId xmlns:a16="http://schemas.microsoft.com/office/drawing/2014/main" id="{5F9C0F37-0B50-44FB-BDF7-58F55787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24025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Workflow layer</a:t>
            </a:r>
          </a:p>
        </p:txBody>
      </p:sp>
      <p:sp>
        <p:nvSpPr>
          <p:cNvPr id="12" name="revision-text-289">
            <a:extLst xmlns:a="http://schemas.openxmlformats.org/drawingml/2006/main">
              <a:ext uri="{FF2B5EF4-FFF2-40B4-BE49-F238E27FC236}">
                <a16:creationId xmlns:a16="http://schemas.microsoft.com/office/drawing/2014/main" id="{EDB19131-9838-4ABD-B4F7-51D535D0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010025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ctr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1575" b="0">
                <ns0:solidFill>
                  <ns0:srgbClr val="111111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575" b="0" lang="en-US">
                <ns0:solidFill>
                  <ns0:srgbClr val="111111"/>
                </ns0:solidFill>
                <ns0:latin typeface="微软雅黑"/>
                <ns0:ea typeface="微软雅黑"/>
                <ns0:cs typeface="微软雅黑"/>
              </ns0:rPr>
              <ns0:t>Node lifecycle and task variables</ns0:t>
            </ns0:r>
          </ns0:p>
          <ns1:p xmlns:ns1="http://schemas.openxmlformats.org/drawingml/2006/main">
            <ns1:pPr algn="ctr">
              <ns1:lnSpc>
                <ns1:spcPct val="104000"/>
              </ns1:lnSpc>
              <ns1:spcBef>
                <ns1:spcPts val="0"/>
              </ns1:spcBef>
              <ns1:spcAft>
                <ns1:spcPts val="0"/>
              </ns1:spcAft>
              <ns1:buNone/>
              <ns1:defRPr sz="1575" b="0">
                <ns1:solidFill>
                  <ns1:srgbClr val="111111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575" b="0" lang="en-US">
                <ns1:solidFill>
                  <ns1:srgbClr val="111111"/>
                </ns1:solidFill>
                <ns1:latin typeface="微软雅黑"/>
                <ns1:ea typeface="微软雅黑"/>
                <ns1:cs typeface="微软雅黑"/>
              </ns1:rPr>
              <ns1:t>Task execution context</ns1:t>
            </ns1:r>
          </ns1:p>
        </p:txBody>
      </p:sp>
      <p:sp>
        <p:nvSpPr>
          <p:cNvPr id="13" name="diagram-box-290">
            <a:extLst xmlns:a="http://schemas.openxmlformats.org/drawingml/2006/main">
              <a:ext uri="{FF2B5EF4-FFF2-40B4-BE49-F238E27FC236}">
                <a16:creationId xmlns:a16="http://schemas.microsoft.com/office/drawing/2014/main" id="{D172EB2E-616A-4D03-A05E-CA60887C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95450"/>
            <a:ext cx="42386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14" name="diagram-box-291">
            <a:extLst xmlns:a="http://schemas.openxmlformats.org/drawingml/2006/main">
              <a:ext uri="{FF2B5EF4-FFF2-40B4-BE49-F238E27FC236}">
                <a16:creationId xmlns:a16="http://schemas.microsoft.com/office/drawing/2014/main" id="{B5970672-7A74-4DEE-BC3F-7C79A75D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95450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15" name="revision-text-292">
            <a:extLst xmlns:a="http://schemas.openxmlformats.org/drawingml/2006/main">
              <a:ext uri="{FF2B5EF4-FFF2-40B4-BE49-F238E27FC236}">
                <a16:creationId xmlns:a16="http://schemas.microsoft.com/office/drawing/2014/main" id="{4DD95A76-4267-4880-A520-D27EDC26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724025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Resource layer</a:t>
            </a:r>
          </a:p>
        </p:txBody>
      </p:sp>
      <p:sp>
        <p:nvSpPr>
          <p:cNvPr id="16" name="revision-text-293">
            <a:extLst xmlns:a="http://schemas.openxmlformats.org/drawingml/2006/main">
              <a:ext uri="{FF2B5EF4-FFF2-40B4-BE49-F238E27FC236}">
                <a16:creationId xmlns:a16="http://schemas.microsoft.com/office/drawing/2014/main" id="{1428DD4D-314B-43A8-86CD-CDF2F83A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143125"/>
            <a:ext cx="4010025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Device state and attributes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Measurements</a:t>
            </a:r>
          </a:p>
        </p:txBody>
      </p:sp>
      <p:sp>
        <p:nvSpPr>
          <p:cNvPr id="17" name="diagram-box-294">
            <a:extLst xmlns:a="http://schemas.openxmlformats.org/drawingml/2006/main">
              <a:ext uri="{FF2B5EF4-FFF2-40B4-BE49-F238E27FC236}">
                <a16:creationId xmlns:a16="http://schemas.microsoft.com/office/drawing/2014/main" id="{CC8600FD-0BC7-4C45-9C57-7049D014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1104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8" name="diagram-box-295">
            <a:extLst xmlns:a="http://schemas.openxmlformats.org/drawingml/2006/main">
              <a:ext uri="{FF2B5EF4-FFF2-40B4-BE49-F238E27FC236}">
                <a16:creationId xmlns:a16="http://schemas.microsoft.com/office/drawing/2014/main" id="{862F13DC-AC1F-447A-A17F-80801DBC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9" name="revision-text-296">
            <a:extLst xmlns:a="http://schemas.openxmlformats.org/drawingml/2006/main">
              <a:ext uri="{FF2B5EF4-FFF2-40B4-BE49-F238E27FC236}">
                <a16:creationId xmlns:a16="http://schemas.microsoft.com/office/drawing/2014/main" id="{BA2D37B4-3C55-4FB7-BB44-962DBFD3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108966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Constraint layer</a:t>
            </a:r>
          </a:p>
        </p:txBody>
      </p:sp>
      <p:sp>
        <p:nvSpPr>
          <p:cNvPr id="20" name="diagram-box-297">
            <a:extLst xmlns:a="http://schemas.openxmlformats.org/drawingml/2006/main">
              <a:ext uri="{FF2B5EF4-FFF2-40B4-BE49-F238E27FC236}">
                <a16:creationId xmlns:a16="http://schemas.microsoft.com/office/drawing/2014/main" id="{64A97DED-0054-4BA5-9674-DB905E13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3124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1" name="revision-text-298">
            <a:extLst xmlns:a="http://schemas.openxmlformats.org/drawingml/2006/main">
              <a:ext uri="{FF2B5EF4-FFF2-40B4-BE49-F238E27FC236}">
                <a16:creationId xmlns:a16="http://schemas.microsoft.com/office/drawing/2014/main" id="{21D6FFB6-6A2D-49F8-BDF8-108CA05B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76725"/>
            <a:ext cx="30289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Observation space</a:t>
            </a:r>
          </a:p>
        </p:txBody>
      </p:sp>
      <p:sp>
        <p:nvSpPr>
          <p:cNvPr id="22" name="revision-text-299">
            <a:extLst xmlns:a="http://schemas.openxmlformats.org/drawingml/2006/main">
              <a:ext uri="{FF2B5EF4-FFF2-40B4-BE49-F238E27FC236}">
                <a16:creationId xmlns:a16="http://schemas.microsoft.com/office/drawing/2014/main" id="{C80D4A64-5F81-4EEC-9C4A-22A016E2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3009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Device state and attributes / Workflow context</a:t>
            </a:r>
          </a:p>
        </p:txBody>
      </p:sp>
      <p:sp>
        <p:nvSpPr>
          <p:cNvPr id="23" name="diagram-box-300">
            <a:extLst xmlns:a="http://schemas.openxmlformats.org/drawingml/2006/main">
              <a:ext uri="{FF2B5EF4-FFF2-40B4-BE49-F238E27FC236}">
                <a16:creationId xmlns:a16="http://schemas.microsoft.com/office/drawing/2014/main" id="{04DCA1FD-7595-48DD-82CC-732AC76E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3124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4" name="revision-text-301">
            <a:extLst xmlns:a="http://schemas.openxmlformats.org/drawingml/2006/main">
              <a:ext uri="{FF2B5EF4-FFF2-40B4-BE49-F238E27FC236}">
                <a16:creationId xmlns:a16="http://schemas.microsoft.com/office/drawing/2014/main" id="{ED7F2238-957C-4FD2-AB8E-1B68FC6B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76725"/>
            <a:ext cx="30289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Constraint rules</a:t>
            </a:r>
          </a:p>
        </p:txBody>
      </p:sp>
      <p:sp>
        <p:nvSpPr>
          <p:cNvPr id="25" name="revision-text-302">
            <a:extLst xmlns:a="http://schemas.openxmlformats.org/drawingml/2006/main">
              <a:ext uri="{FF2B5EF4-FFF2-40B4-BE49-F238E27FC236}">
                <a16:creationId xmlns:a16="http://schemas.microsoft.com/office/drawing/2014/main" id="{A15114EE-6201-484E-A4ED-D15649E4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67225"/>
            <a:ext cx="3009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Laboratory-wide / Task constraints</a:t>
            </a:r>
          </a:p>
        </p:txBody>
      </p:sp>
      <p:sp>
        <p:nvSpPr>
          <p:cNvPr id="26" name="diagram-box-303">
            <a:extLst xmlns:a="http://schemas.openxmlformats.org/drawingml/2006/main">
              <a:ext uri="{FF2B5EF4-FFF2-40B4-BE49-F238E27FC236}">
                <a16:creationId xmlns:a16="http://schemas.microsoft.com/office/drawing/2014/main" id="{A729CB1B-F419-437D-B308-E2C95179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3124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7" name="revision-text-304">
            <a:extLst xmlns:a="http://schemas.openxmlformats.org/drawingml/2006/main">
              <a:ext uri="{FF2B5EF4-FFF2-40B4-BE49-F238E27FC236}">
                <a16:creationId xmlns:a16="http://schemas.microsoft.com/office/drawing/2014/main" id="{31D43759-3312-4BE6-9221-63B1624A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76725"/>
            <a:ext cx="30289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Response actions</a:t>
            </a:r>
          </a:p>
        </p:txBody>
      </p:sp>
      <p:sp>
        <p:nvSpPr>
          <p:cNvPr id="28" name="revision-text-305">
            <a:extLst xmlns:a="http://schemas.openxmlformats.org/drawingml/2006/main">
              <a:ext uri="{FF2B5EF4-FFF2-40B4-BE49-F238E27FC236}">
                <a16:creationId xmlns:a16="http://schemas.microsoft.com/office/drawing/2014/main" id="{96C774C7-3F79-4E85-84AF-0D7EC44E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67225"/>
            <a:ext cx="3009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Device actions / Warnings / Alarms / Abort</a:t>
            </a:r>
          </a:p>
        </p:txBody>
      </p:sp>
      <p:sp>
        <p:nvSpPr>
          <p:cNvPr id="29" name="diagram-line-306">
            <a:extLst xmlns:a="http://schemas.openxmlformats.org/drawingml/2006/main">
              <a:ext uri="{FF2B5EF4-FFF2-40B4-BE49-F238E27FC236}">
                <a16:creationId xmlns:a16="http://schemas.microsoft.com/office/drawing/2014/main" id="{D8235FAB-F743-45B9-9F3C-E9ACF53B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577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0" name="diagram-poly-307">
            <a:extLst xmlns:a="http://schemas.openxmlformats.org/drawingml/2006/main">
              <a:ext uri="{FF2B5EF4-FFF2-40B4-BE49-F238E27FC236}">
                <a16:creationId xmlns:a16="http://schemas.microsoft.com/office/drawing/2014/main" id="{D03FB178-3063-45B5-AB3F-09638A3E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4281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1" name="diagram-line-308">
            <a:extLst xmlns:a="http://schemas.openxmlformats.org/drawingml/2006/main">
              <a:ext uri="{FF2B5EF4-FFF2-40B4-BE49-F238E27FC236}">
                <a16:creationId xmlns:a16="http://schemas.microsoft.com/office/drawing/2014/main" id="{CB0009F0-4B4B-45F6-84F1-0E344142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577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2" name="diagram-poly-309">
            <a:extLst xmlns:a="http://schemas.openxmlformats.org/drawingml/2006/main">
              <a:ext uri="{FF2B5EF4-FFF2-40B4-BE49-F238E27FC236}">
                <a16:creationId xmlns:a16="http://schemas.microsoft.com/office/drawing/2014/main" id="{3F30C838-B014-4995-9EC3-E0C36C98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4281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3" name="diagram-line-310">
            <a:extLst xmlns:a="http://schemas.openxmlformats.org/drawingml/2006/main">
              <a:ext uri="{FF2B5EF4-FFF2-40B4-BE49-F238E27FC236}">
                <a16:creationId xmlns:a16="http://schemas.microsoft.com/office/drawing/2014/main" id="{58FCCEF9-A829-4F0F-8506-B4502260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76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4" name="diagram-line-311">
            <a:extLst xmlns:a="http://schemas.openxmlformats.org/drawingml/2006/main">
              <a:ext uri="{FF2B5EF4-FFF2-40B4-BE49-F238E27FC236}">
                <a16:creationId xmlns:a16="http://schemas.microsoft.com/office/drawing/2014/main" id="{78B23F70-91A0-4800-8067-D8759312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90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5" name="diagram-line-312">
            <a:extLst xmlns:a="http://schemas.openxmlformats.org/drawingml/2006/main">
              <a:ext uri="{FF2B5EF4-FFF2-40B4-BE49-F238E27FC236}">
                <a16:creationId xmlns:a16="http://schemas.microsoft.com/office/drawing/2014/main" id="{4595A9DA-F6D6-4016-95CB-CAC1581E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05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6" name="diagram-line-313">
            <a:extLst xmlns:a="http://schemas.openxmlformats.org/drawingml/2006/main">
              <a:ext uri="{FF2B5EF4-FFF2-40B4-BE49-F238E27FC236}">
                <a16:creationId xmlns:a16="http://schemas.microsoft.com/office/drawing/2014/main" id="{E8A54181-6C51-4A44-9CE0-FD11FEB7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19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7" name="diagram-line-314">
            <a:extLst xmlns:a="http://schemas.openxmlformats.org/drawingml/2006/main">
              <a:ext uri="{FF2B5EF4-FFF2-40B4-BE49-F238E27FC236}">
                <a16:creationId xmlns:a16="http://schemas.microsoft.com/office/drawing/2014/main" id="{3C237BBD-53E9-4BE3-AD49-CCA5229B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337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8" name="diagram-line-315">
            <a:extLst xmlns:a="http://schemas.openxmlformats.org/drawingml/2006/main">
              <a:ext uri="{FF2B5EF4-FFF2-40B4-BE49-F238E27FC236}">
                <a16:creationId xmlns:a16="http://schemas.microsoft.com/office/drawing/2014/main" id="{6B69814E-1F64-4642-A602-66CF4840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48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9" name="diagram-line-316">
            <a:extLst xmlns:a="http://schemas.openxmlformats.org/drawingml/2006/main">
              <a:ext uri="{FF2B5EF4-FFF2-40B4-BE49-F238E27FC236}">
                <a16:creationId xmlns:a16="http://schemas.microsoft.com/office/drawing/2014/main" id="{101C6761-BD8A-41C1-A076-5F95A20F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62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0" name="diagram-line-317">
            <a:extLst xmlns:a="http://schemas.openxmlformats.org/drawingml/2006/main">
              <a:ext uri="{FF2B5EF4-FFF2-40B4-BE49-F238E27FC236}">
                <a16:creationId xmlns:a16="http://schemas.microsoft.com/office/drawing/2014/main" id="{426C6A96-8930-4696-8002-B28ACE69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76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1" name="diagram-line-318">
            <a:extLst xmlns:a="http://schemas.openxmlformats.org/drawingml/2006/main">
              <a:ext uri="{FF2B5EF4-FFF2-40B4-BE49-F238E27FC236}">
                <a16:creationId xmlns:a16="http://schemas.microsoft.com/office/drawing/2014/main" id="{99B36CA1-54C0-4F01-9575-E585700E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90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2" name="diagram-line-319">
            <a:extLst xmlns:a="http://schemas.openxmlformats.org/drawingml/2006/main">
              <a:ext uri="{FF2B5EF4-FFF2-40B4-BE49-F238E27FC236}">
                <a16:creationId xmlns:a16="http://schemas.microsoft.com/office/drawing/2014/main" id="{638BB76B-F03D-4780-94F3-17EB4E88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052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3" name="diagram-line-320">
            <a:extLst xmlns:a="http://schemas.openxmlformats.org/drawingml/2006/main">
              <a:ext uri="{FF2B5EF4-FFF2-40B4-BE49-F238E27FC236}">
                <a16:creationId xmlns:a16="http://schemas.microsoft.com/office/drawing/2014/main" id="{3DF4A962-B35E-46D6-BE83-8F88C27D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19525"/>
            <a:ext cx="191" cy="19050"/>
          </a:xfrm>
          <a:custGeom xmlns:a="http://schemas.openxmlformats.org/drawingml/2006/main">
            <a:pathLst>
              <a:path w="191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4" name="diagram-poly-321">
            <a:extLst xmlns:a="http://schemas.openxmlformats.org/drawingml/2006/main">
              <a:ext uri="{FF2B5EF4-FFF2-40B4-BE49-F238E27FC236}">
                <a16:creationId xmlns:a16="http://schemas.microsoft.com/office/drawing/2014/main" id="{65BF1B7B-6CBF-479F-B982-F91ED166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598" y="37719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45" name="revision-text-322">
            <a:extLst xmlns:a="http://schemas.openxmlformats.org/drawingml/2006/main">
              <a:ext uri="{FF2B5EF4-FFF2-40B4-BE49-F238E27FC236}">
                <a16:creationId xmlns:a16="http://schemas.microsoft.com/office/drawing/2014/main" id="{6D54FCB9-CEF1-49BD-B115-4DEA6862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211455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85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485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Workflow observations</a:t>
            </a:r>
          </a:p>
        </p:txBody>
      </p:sp>
      <p:sp>
        <p:nvSpPr>
          <p:cNvPr id="46" name="diagram-line-323">
            <a:extLst xmlns:a="http://schemas.openxmlformats.org/drawingml/2006/main">
              <a:ext uri="{FF2B5EF4-FFF2-40B4-BE49-F238E27FC236}">
                <a16:creationId xmlns:a16="http://schemas.microsoft.com/office/drawing/2014/main" id="{F117C527-4167-4FEF-A23F-4EC89BF7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76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47" name="diagram-line-324">
            <a:extLst xmlns:a="http://schemas.openxmlformats.org/drawingml/2006/main">
              <a:ext uri="{FF2B5EF4-FFF2-40B4-BE49-F238E27FC236}">
                <a16:creationId xmlns:a16="http://schemas.microsoft.com/office/drawing/2014/main" id="{FC10F012-7F70-4460-BFDB-A0FCEAE1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90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48" name="diagram-line-325">
            <a:extLst xmlns:a="http://schemas.openxmlformats.org/drawingml/2006/main">
              <a:ext uri="{FF2B5EF4-FFF2-40B4-BE49-F238E27FC236}">
                <a16:creationId xmlns:a16="http://schemas.microsoft.com/office/drawing/2014/main" id="{A1D4AAF0-94E5-40EB-8EF1-54DB37C5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905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49" name="diagram-line-326">
            <a:extLst xmlns:a="http://schemas.openxmlformats.org/drawingml/2006/main">
              <a:ext uri="{FF2B5EF4-FFF2-40B4-BE49-F238E27FC236}">
                <a16:creationId xmlns:a16="http://schemas.microsoft.com/office/drawing/2014/main" id="{4A0174DB-A182-4036-BBC0-03FBAE0B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19425"/>
            <a:ext cx="191" cy="38100"/>
          </a:xfrm>
          <a:custGeom xmlns:a="http://schemas.openxmlformats.org/drawingml/2006/main"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0" name="diagram-line-327">
            <a:extLst xmlns:a="http://schemas.openxmlformats.org/drawingml/2006/main">
              <a:ext uri="{FF2B5EF4-FFF2-40B4-BE49-F238E27FC236}">
                <a16:creationId xmlns:a16="http://schemas.microsoft.com/office/drawing/2014/main" id="{BA4ADA71-F4A5-4A77-961A-7B59F832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1" name="diagram-line-328">
            <a:extLst xmlns:a="http://schemas.openxmlformats.org/drawingml/2006/main">
              <a:ext uri="{FF2B5EF4-FFF2-40B4-BE49-F238E27FC236}">
                <a16:creationId xmlns:a16="http://schemas.microsoft.com/office/drawing/2014/main" id="{783A50DF-475E-48A6-A289-64119CEF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2" name="diagram-line-329">
            <a:extLst xmlns:a="http://schemas.openxmlformats.org/drawingml/2006/main">
              <a:ext uri="{FF2B5EF4-FFF2-40B4-BE49-F238E27FC236}">
                <a16:creationId xmlns:a16="http://schemas.microsoft.com/office/drawing/2014/main" id="{F5814474-4348-4111-A0E8-C6648C88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3" name="diagram-line-330">
            <a:extLst xmlns:a="http://schemas.openxmlformats.org/drawingml/2006/main">
              <a:ext uri="{FF2B5EF4-FFF2-40B4-BE49-F238E27FC236}">
                <a16:creationId xmlns:a16="http://schemas.microsoft.com/office/drawing/2014/main" id="{A2245324-72E9-43E9-99BE-CC9B667E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4" name="diagram-line-331">
            <a:extLst xmlns:a="http://schemas.openxmlformats.org/drawingml/2006/main">
              <a:ext uri="{FF2B5EF4-FFF2-40B4-BE49-F238E27FC236}">
                <a16:creationId xmlns:a16="http://schemas.microsoft.com/office/drawing/2014/main" id="{2FB358CF-8F83-4074-A21A-A9F5168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5" name="diagram-line-332">
            <a:extLst xmlns:a="http://schemas.openxmlformats.org/drawingml/2006/main">
              <a:ext uri="{FF2B5EF4-FFF2-40B4-BE49-F238E27FC236}">
                <a16:creationId xmlns:a16="http://schemas.microsoft.com/office/drawing/2014/main" id="{223EE21E-E30B-4EE6-9EC9-7E709AF2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6" name="diagram-line-333">
            <a:extLst xmlns:a="http://schemas.openxmlformats.org/drawingml/2006/main">
              <a:ext uri="{FF2B5EF4-FFF2-40B4-BE49-F238E27FC236}">
                <a16:creationId xmlns:a16="http://schemas.microsoft.com/office/drawing/2014/main" id="{B2C3F653-EBCC-4613-978A-D00D289D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7" name="diagram-line-334">
            <a:extLst xmlns:a="http://schemas.openxmlformats.org/drawingml/2006/main">
              <a:ext uri="{FF2B5EF4-FFF2-40B4-BE49-F238E27FC236}">
                <a16:creationId xmlns:a16="http://schemas.microsoft.com/office/drawing/2014/main" id="{E80703C1-2E8B-4FDC-9B6A-31310489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8" name="diagram-line-335">
            <a:extLst xmlns:a="http://schemas.openxmlformats.org/drawingml/2006/main">
              <a:ext uri="{FF2B5EF4-FFF2-40B4-BE49-F238E27FC236}">
                <a16:creationId xmlns:a16="http://schemas.microsoft.com/office/drawing/2014/main" id="{350E1A5F-F504-4750-9B8F-278EF61F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9" name="diagram-line-336">
            <a:extLst xmlns:a="http://schemas.openxmlformats.org/drawingml/2006/main">
              <a:ext uri="{FF2B5EF4-FFF2-40B4-BE49-F238E27FC236}">
                <a16:creationId xmlns:a16="http://schemas.microsoft.com/office/drawing/2014/main" id="{9FF51160-3E49-48B2-8DF3-D86031C2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0" name="diagram-line-337">
            <a:extLst xmlns:a="http://schemas.openxmlformats.org/drawingml/2006/main">
              <a:ext uri="{FF2B5EF4-FFF2-40B4-BE49-F238E27FC236}">
                <a16:creationId xmlns:a16="http://schemas.microsoft.com/office/drawing/2014/main" id="{7B70D393-A1E2-40D5-ADDB-4CC82E6F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1" name="diagram-line-338">
            <a:extLst xmlns:a="http://schemas.openxmlformats.org/drawingml/2006/main">
              <a:ext uri="{FF2B5EF4-FFF2-40B4-BE49-F238E27FC236}">
                <a16:creationId xmlns:a16="http://schemas.microsoft.com/office/drawing/2014/main" id="{03FE5D45-8FFB-4E89-BDFD-437AD870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2" name="diagram-line-339">
            <a:extLst xmlns:a="http://schemas.openxmlformats.org/drawingml/2006/main">
              <a:ext uri="{FF2B5EF4-FFF2-40B4-BE49-F238E27FC236}">
                <a16:creationId xmlns:a16="http://schemas.microsoft.com/office/drawing/2014/main" id="{109A12E9-D212-40C6-B7C8-1C0FF7A4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3" name="diagram-line-340">
            <a:extLst xmlns:a="http://schemas.openxmlformats.org/drawingml/2006/main">
              <a:ext uri="{FF2B5EF4-FFF2-40B4-BE49-F238E27FC236}">
                <a16:creationId xmlns:a16="http://schemas.microsoft.com/office/drawing/2014/main" id="{882628E3-DC4B-43A7-8AEA-F3674DCD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4" name="diagram-line-341">
            <a:extLst xmlns:a="http://schemas.openxmlformats.org/drawingml/2006/main">
              <a:ext uri="{FF2B5EF4-FFF2-40B4-BE49-F238E27FC236}">
                <a16:creationId xmlns:a16="http://schemas.microsoft.com/office/drawing/2014/main" id="{C6718919-8154-4068-AA67-D2F564C1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5" name="diagram-line-342">
            <a:extLst xmlns:a="http://schemas.openxmlformats.org/drawingml/2006/main">
              <a:ext uri="{FF2B5EF4-FFF2-40B4-BE49-F238E27FC236}">
                <a16:creationId xmlns:a16="http://schemas.microsoft.com/office/drawing/2014/main" id="{55A8AD53-25DE-46E6-BC15-234EE1A4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6" name="diagram-line-343">
            <a:extLst xmlns:a="http://schemas.openxmlformats.org/drawingml/2006/main">
              <a:ext uri="{FF2B5EF4-FFF2-40B4-BE49-F238E27FC236}">
                <a16:creationId xmlns:a16="http://schemas.microsoft.com/office/drawing/2014/main" id="{294F686C-2438-476A-BE94-882B7D6F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7" name="diagram-line-344">
            <a:extLst xmlns:a="http://schemas.openxmlformats.org/drawingml/2006/main">
              <a:ext uri="{FF2B5EF4-FFF2-40B4-BE49-F238E27FC236}">
                <a16:creationId xmlns:a16="http://schemas.microsoft.com/office/drawing/2014/main" id="{95EC674C-59A5-4414-9E07-B0347605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8" name="diagram-line-345">
            <a:extLst xmlns:a="http://schemas.openxmlformats.org/drawingml/2006/main">
              <a:ext uri="{FF2B5EF4-FFF2-40B4-BE49-F238E27FC236}">
                <a16:creationId xmlns:a16="http://schemas.microsoft.com/office/drawing/2014/main" id="{B9CD5684-09B9-467A-8B24-2DAA87A7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9" name="diagram-line-346">
            <a:extLst xmlns:a="http://schemas.openxmlformats.org/drawingml/2006/main">
              <a:ext uri="{FF2B5EF4-FFF2-40B4-BE49-F238E27FC236}">
                <a16:creationId xmlns:a16="http://schemas.microsoft.com/office/drawing/2014/main" id="{AB5F26DC-5E2C-44CB-A94D-CDD9CE02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0" name="diagram-line-347">
            <a:extLst xmlns:a="http://schemas.openxmlformats.org/drawingml/2006/main">
              <a:ext uri="{FF2B5EF4-FFF2-40B4-BE49-F238E27FC236}">
                <a16:creationId xmlns:a16="http://schemas.microsoft.com/office/drawing/2014/main" id="{59C089D2-40B5-47CE-B1FB-93302798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1" name="diagram-line-348">
            <a:extLst xmlns:a="http://schemas.openxmlformats.org/drawingml/2006/main">
              <a:ext uri="{FF2B5EF4-FFF2-40B4-BE49-F238E27FC236}">
                <a16:creationId xmlns:a16="http://schemas.microsoft.com/office/drawing/2014/main" id="{BDD09A39-65DA-4CC9-B6F4-234B6D5F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2" name="diagram-line-349">
            <a:extLst xmlns:a="http://schemas.openxmlformats.org/drawingml/2006/main">
              <a:ext uri="{FF2B5EF4-FFF2-40B4-BE49-F238E27FC236}">
                <a16:creationId xmlns:a16="http://schemas.microsoft.com/office/drawing/2014/main" id="{F1BAC22E-412F-4070-99E0-8ACE3212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3" name="diagram-line-350">
            <a:extLst xmlns:a="http://schemas.openxmlformats.org/drawingml/2006/main">
              <a:ext uri="{FF2B5EF4-FFF2-40B4-BE49-F238E27FC236}">
                <a16:creationId xmlns:a16="http://schemas.microsoft.com/office/drawing/2014/main" id="{65602776-2056-4B45-9131-621D1250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4" name="diagram-line-351">
            <a:extLst xmlns:a="http://schemas.openxmlformats.org/drawingml/2006/main">
              <a:ext uri="{FF2B5EF4-FFF2-40B4-BE49-F238E27FC236}">
                <a16:creationId xmlns:a16="http://schemas.microsoft.com/office/drawing/2014/main" id="{77E55095-0A19-417F-B197-F72E0882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5" name="diagram-line-352">
            <a:extLst xmlns:a="http://schemas.openxmlformats.org/drawingml/2006/main">
              <a:ext uri="{FF2B5EF4-FFF2-40B4-BE49-F238E27FC236}">
                <a16:creationId xmlns:a16="http://schemas.microsoft.com/office/drawing/2014/main" id="{2382A10F-9FD9-40FD-B1C7-69E7036E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6" name="diagram-line-353">
            <a:extLst xmlns:a="http://schemas.openxmlformats.org/drawingml/2006/main">
              <a:ext uri="{FF2B5EF4-FFF2-40B4-BE49-F238E27FC236}">
                <a16:creationId xmlns:a16="http://schemas.microsoft.com/office/drawing/2014/main" id="{9F27CB1A-EED4-4485-8C5F-0643D6A6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7" name="diagram-line-354">
            <a:extLst xmlns:a="http://schemas.openxmlformats.org/drawingml/2006/main">
              <a:ext uri="{FF2B5EF4-FFF2-40B4-BE49-F238E27FC236}">
                <a16:creationId xmlns:a16="http://schemas.microsoft.com/office/drawing/2014/main" id="{57690B34-7410-444E-9D38-04107A3B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8" name="diagram-line-355">
            <a:extLst xmlns:a="http://schemas.openxmlformats.org/drawingml/2006/main">
              <a:ext uri="{FF2B5EF4-FFF2-40B4-BE49-F238E27FC236}">
                <a16:creationId xmlns:a16="http://schemas.microsoft.com/office/drawing/2014/main" id="{03997531-CF00-4AB3-A23C-A0F46853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9" name="diagram-line-356">
            <a:extLst xmlns:a="http://schemas.openxmlformats.org/drawingml/2006/main">
              <a:ext uri="{FF2B5EF4-FFF2-40B4-BE49-F238E27FC236}">
                <a16:creationId xmlns:a16="http://schemas.microsoft.com/office/drawing/2014/main" id="{E77791CC-1B2A-4A22-B020-708700F8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0" name="diagram-line-357">
            <a:extLst xmlns:a="http://schemas.openxmlformats.org/drawingml/2006/main">
              <a:ext uri="{FF2B5EF4-FFF2-40B4-BE49-F238E27FC236}">
                <a16:creationId xmlns:a16="http://schemas.microsoft.com/office/drawing/2014/main" id="{6A2F1488-FB90-4833-B20C-55BECA56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1" name="diagram-line-358">
            <a:extLst xmlns:a="http://schemas.openxmlformats.org/drawingml/2006/main">
              <a:ext uri="{FF2B5EF4-FFF2-40B4-BE49-F238E27FC236}">
                <a16:creationId xmlns:a16="http://schemas.microsoft.com/office/drawing/2014/main" id="{9E0133BD-8ED2-40BA-B9EA-28093132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2" name="diagram-line-359">
            <a:extLst xmlns:a="http://schemas.openxmlformats.org/drawingml/2006/main">
              <a:ext uri="{FF2B5EF4-FFF2-40B4-BE49-F238E27FC236}">
                <a16:creationId xmlns:a16="http://schemas.microsoft.com/office/drawing/2014/main" id="{197F2BE3-B7D9-47D7-8104-F4EC1FA3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3" name="diagram-line-360">
            <a:extLst xmlns:a="http://schemas.openxmlformats.org/drawingml/2006/main">
              <a:ext uri="{FF2B5EF4-FFF2-40B4-BE49-F238E27FC236}">
                <a16:creationId xmlns:a16="http://schemas.microsoft.com/office/drawing/2014/main" id="{616BFCBC-1D12-449C-BA30-91F3B0BD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4" name="diagram-line-361">
            <a:extLst xmlns:a="http://schemas.openxmlformats.org/drawingml/2006/main">
              <a:ext uri="{FF2B5EF4-FFF2-40B4-BE49-F238E27FC236}">
                <a16:creationId xmlns:a16="http://schemas.microsoft.com/office/drawing/2014/main" id="{224FCA2E-47DA-4B8E-B1DE-0AE180E5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5" name="diagram-line-362">
            <a:extLst xmlns:a="http://schemas.openxmlformats.org/drawingml/2006/main">
              <a:ext uri="{FF2B5EF4-FFF2-40B4-BE49-F238E27FC236}">
                <a16:creationId xmlns:a16="http://schemas.microsoft.com/office/drawing/2014/main" id="{24548EB5-E3B8-43CD-89EE-9A4463FD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6" name="diagram-line-363">
            <a:extLst xmlns:a="http://schemas.openxmlformats.org/drawingml/2006/main">
              <a:ext uri="{FF2B5EF4-FFF2-40B4-BE49-F238E27FC236}">
                <a16:creationId xmlns:a16="http://schemas.microsoft.com/office/drawing/2014/main" id="{5178ECC6-801E-42FE-ABCA-587C6368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7" name="diagram-line-364">
            <a:extLst xmlns:a="http://schemas.openxmlformats.org/drawingml/2006/main">
              <a:ext uri="{FF2B5EF4-FFF2-40B4-BE49-F238E27FC236}">
                <a16:creationId xmlns:a16="http://schemas.microsoft.com/office/drawing/2014/main" id="{0C8F0F79-8568-44A7-A452-2FA7E9F5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8" name="diagram-line-365">
            <a:extLst xmlns:a="http://schemas.openxmlformats.org/drawingml/2006/main">
              <a:ext uri="{FF2B5EF4-FFF2-40B4-BE49-F238E27FC236}">
                <a16:creationId xmlns:a16="http://schemas.microsoft.com/office/drawing/2014/main" id="{2ABC3A96-E25E-440B-AD32-BD08AFE5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9" name="diagram-line-366">
            <a:extLst xmlns:a="http://schemas.openxmlformats.org/drawingml/2006/main">
              <a:ext uri="{FF2B5EF4-FFF2-40B4-BE49-F238E27FC236}">
                <a16:creationId xmlns:a16="http://schemas.microsoft.com/office/drawing/2014/main" id="{FC8F2524-819A-4858-BDEA-E8975995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0" name="diagram-line-367">
            <a:extLst xmlns:a="http://schemas.openxmlformats.org/drawingml/2006/main">
              <a:ext uri="{FF2B5EF4-FFF2-40B4-BE49-F238E27FC236}">
                <a16:creationId xmlns:a16="http://schemas.microsoft.com/office/drawing/2014/main" id="{B727650F-4FC5-4A2F-8852-31AA34D9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1" name="diagram-line-368">
            <a:extLst xmlns:a="http://schemas.openxmlformats.org/drawingml/2006/main">
              <a:ext uri="{FF2B5EF4-FFF2-40B4-BE49-F238E27FC236}">
                <a16:creationId xmlns:a16="http://schemas.microsoft.com/office/drawing/2014/main" id="{14A3C91A-C017-4021-8995-BFAE6A7B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2" name="diagram-line-369">
            <a:extLst xmlns:a="http://schemas.openxmlformats.org/drawingml/2006/main">
              <a:ext uri="{FF2B5EF4-FFF2-40B4-BE49-F238E27FC236}">
                <a16:creationId xmlns:a16="http://schemas.microsoft.com/office/drawing/2014/main" id="{6B4B04FA-0EF6-4932-8DB0-DD670FD6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3" name="diagram-line-370">
            <a:extLst xmlns:a="http://schemas.openxmlformats.org/drawingml/2006/main">
              <a:ext uri="{FF2B5EF4-FFF2-40B4-BE49-F238E27FC236}">
                <a16:creationId xmlns:a16="http://schemas.microsoft.com/office/drawing/2014/main" id="{A3591D80-663B-4BB4-BEFC-F0EE483F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4" name="diagram-line-371">
            <a:extLst xmlns:a="http://schemas.openxmlformats.org/drawingml/2006/main">
              <a:ext uri="{FF2B5EF4-FFF2-40B4-BE49-F238E27FC236}">
                <a16:creationId xmlns:a16="http://schemas.microsoft.com/office/drawing/2014/main" id="{7F9BF74C-A098-4A3C-A845-49FDDBED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5" name="diagram-line-372">
            <a:extLst xmlns:a="http://schemas.openxmlformats.org/drawingml/2006/main">
              <a:ext uri="{FF2B5EF4-FFF2-40B4-BE49-F238E27FC236}">
                <a16:creationId xmlns:a16="http://schemas.microsoft.com/office/drawing/2014/main" id="{AB78F7E6-2E73-4757-975A-B399B01F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6" name="diagram-line-373">
            <a:extLst xmlns:a="http://schemas.openxmlformats.org/drawingml/2006/main">
              <a:ext uri="{FF2B5EF4-FFF2-40B4-BE49-F238E27FC236}">
                <a16:creationId xmlns:a16="http://schemas.microsoft.com/office/drawing/2014/main" id="{E307DDA4-6609-4822-8869-607709AA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7" name="diagram-line-374">
            <a:extLst xmlns:a="http://schemas.openxmlformats.org/drawingml/2006/main">
              <a:ext uri="{FF2B5EF4-FFF2-40B4-BE49-F238E27FC236}">
                <a16:creationId xmlns:a16="http://schemas.microsoft.com/office/drawing/2014/main" id="{D0481D0E-2285-4A21-AD2B-A822A9B2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8" name="diagram-line-375">
            <a:extLst xmlns:a="http://schemas.openxmlformats.org/drawingml/2006/main">
              <a:ext uri="{FF2B5EF4-FFF2-40B4-BE49-F238E27FC236}">
                <a16:creationId xmlns:a16="http://schemas.microsoft.com/office/drawing/2014/main" id="{4FE2024E-B774-4A2E-9684-D8A68957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9" name="diagram-line-376">
            <a:extLst xmlns:a="http://schemas.openxmlformats.org/drawingml/2006/main">
              <a:ext uri="{FF2B5EF4-FFF2-40B4-BE49-F238E27FC236}">
                <a16:creationId xmlns:a16="http://schemas.microsoft.com/office/drawing/2014/main" id="{BF9B4AE1-A6EF-402A-843E-3E670032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0" name="diagram-line-377">
            <a:extLst xmlns:a="http://schemas.openxmlformats.org/drawingml/2006/main">
              <a:ext uri="{FF2B5EF4-FFF2-40B4-BE49-F238E27FC236}">
                <a16:creationId xmlns:a16="http://schemas.microsoft.com/office/drawing/2014/main" id="{E501289E-03F0-4E10-896B-12C95493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1" name="diagram-line-378">
            <a:extLst xmlns:a="http://schemas.openxmlformats.org/drawingml/2006/main">
              <a:ext uri="{FF2B5EF4-FFF2-40B4-BE49-F238E27FC236}">
                <a16:creationId xmlns:a16="http://schemas.microsoft.com/office/drawing/2014/main" id="{E1C24D14-85F2-48F1-B1E5-C961331C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2" name="diagram-line-379">
            <a:extLst xmlns:a="http://schemas.openxmlformats.org/drawingml/2006/main">
              <a:ext uri="{FF2B5EF4-FFF2-40B4-BE49-F238E27FC236}">
                <a16:creationId xmlns:a16="http://schemas.microsoft.com/office/drawing/2014/main" id="{FDB10E15-CB36-4862-AA73-9350755E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3" name="diagram-line-380">
            <a:extLst xmlns:a="http://schemas.openxmlformats.org/drawingml/2006/main">
              <a:ext uri="{FF2B5EF4-FFF2-40B4-BE49-F238E27FC236}">
                <a16:creationId xmlns:a16="http://schemas.microsoft.com/office/drawing/2014/main" id="{AA319BA0-9D78-426E-8BD5-B7944B65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4" name="diagram-line-381">
            <a:extLst xmlns:a="http://schemas.openxmlformats.org/drawingml/2006/main">
              <a:ext uri="{FF2B5EF4-FFF2-40B4-BE49-F238E27FC236}">
                <a16:creationId xmlns:a16="http://schemas.microsoft.com/office/drawing/2014/main" id="{CCF43C56-7D46-40F9-90F9-B5173D45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5" name="diagram-line-382">
            <a:extLst xmlns:a="http://schemas.openxmlformats.org/drawingml/2006/main">
              <a:ext uri="{FF2B5EF4-FFF2-40B4-BE49-F238E27FC236}">
                <a16:creationId xmlns:a16="http://schemas.microsoft.com/office/drawing/2014/main" id="{FB3F151F-C996-4CB9-AB81-2480FEA0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57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6" name="diagram-line-383">
            <a:extLst xmlns:a="http://schemas.openxmlformats.org/drawingml/2006/main">
              <a:ext uri="{FF2B5EF4-FFF2-40B4-BE49-F238E27FC236}">
                <a16:creationId xmlns:a16="http://schemas.microsoft.com/office/drawing/2014/main" id="{3F3C93A5-5CFF-456B-B889-AF16BBF6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71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7" name="diagram-line-384">
            <a:extLst xmlns:a="http://schemas.openxmlformats.org/drawingml/2006/main">
              <a:ext uri="{FF2B5EF4-FFF2-40B4-BE49-F238E27FC236}">
                <a16:creationId xmlns:a16="http://schemas.microsoft.com/office/drawing/2014/main" id="{48478DAC-6223-4248-B379-1783EF4E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86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8" name="diagram-line-385">
            <a:extLst xmlns:a="http://schemas.openxmlformats.org/drawingml/2006/main">
              <a:ext uri="{FF2B5EF4-FFF2-40B4-BE49-F238E27FC236}">
                <a16:creationId xmlns:a16="http://schemas.microsoft.com/office/drawing/2014/main" id="{F5F4EE6A-3585-4735-8F2A-66A5B20F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0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9" name="diagram-line-386">
            <a:extLst xmlns:a="http://schemas.openxmlformats.org/drawingml/2006/main">
              <a:ext uri="{FF2B5EF4-FFF2-40B4-BE49-F238E27FC236}">
                <a16:creationId xmlns:a16="http://schemas.microsoft.com/office/drawing/2014/main" id="{D826B58B-29D4-491E-9746-978444B5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147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0" name="diagram-line-387">
            <a:extLst xmlns:a="http://schemas.openxmlformats.org/drawingml/2006/main">
              <a:ext uri="{FF2B5EF4-FFF2-40B4-BE49-F238E27FC236}">
                <a16:creationId xmlns:a16="http://schemas.microsoft.com/office/drawing/2014/main" id="{0C7B60BD-90D7-4196-BFBF-DDA5B7DD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29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1" name="diagram-line-388">
            <a:extLst xmlns:a="http://schemas.openxmlformats.org/drawingml/2006/main">
              <a:ext uri="{FF2B5EF4-FFF2-40B4-BE49-F238E27FC236}">
                <a16:creationId xmlns:a16="http://schemas.microsoft.com/office/drawing/2014/main" id="{4E3956E3-EA38-429E-9D34-B1E26E4A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43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2" name="diagram-poly-389">
            <a:extLst xmlns:a="http://schemas.openxmlformats.org/drawingml/2006/main">
              <a:ext uri="{FF2B5EF4-FFF2-40B4-BE49-F238E27FC236}">
                <a16:creationId xmlns:a16="http://schemas.microsoft.com/office/drawing/2014/main" id="{96BD7758-AA27-4F4B-B3E4-28E92531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223" y="37719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13" name="revision-text-390">
            <a:extLst xmlns:a="http://schemas.openxmlformats.org/drawingml/2006/main">
              <a:ext uri="{FF2B5EF4-FFF2-40B4-BE49-F238E27FC236}">
                <a16:creationId xmlns:a16="http://schemas.microsoft.com/office/drawing/2014/main" id="{751B563B-1A02-4EAE-A2B9-6D9CFB97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81300"/>
            <a:ext cx="20955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Resource observations</a:t>
            </a:r>
          </a:p>
        </p:txBody>
      </p:sp>
      <p:sp>
        <p:nvSpPr>
          <p:cNvPr id="114" name="diagram-line-391">
            <a:extLst xmlns:a="http://schemas.openxmlformats.org/drawingml/2006/main">
              <a:ext uri="{FF2B5EF4-FFF2-40B4-BE49-F238E27FC236}">
                <a16:creationId xmlns:a16="http://schemas.microsoft.com/office/drawing/2014/main" id="{382671A5-8327-4184-9F68-6AD27647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719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5" name="diagram-line-392">
            <a:extLst xmlns:a="http://schemas.openxmlformats.org/drawingml/2006/main">
              <a:ext uri="{FF2B5EF4-FFF2-40B4-BE49-F238E27FC236}">
                <a16:creationId xmlns:a16="http://schemas.microsoft.com/office/drawing/2014/main" id="{2D352FAC-C30A-4F5A-95B8-0252B90D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6576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6" name="diagram-line-393">
            <a:extLst xmlns:a="http://schemas.openxmlformats.org/drawingml/2006/main">
              <a:ext uri="{FF2B5EF4-FFF2-40B4-BE49-F238E27FC236}">
                <a16:creationId xmlns:a16="http://schemas.microsoft.com/office/drawing/2014/main" id="{2330C869-98E0-4635-9F5F-589B10E3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5433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7" name="diagram-line-394">
            <a:extLst xmlns:a="http://schemas.openxmlformats.org/drawingml/2006/main">
              <a:ext uri="{FF2B5EF4-FFF2-40B4-BE49-F238E27FC236}">
                <a16:creationId xmlns:a16="http://schemas.microsoft.com/office/drawing/2014/main" id="{5C93EAC1-1133-4700-A40E-1047E45D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67100"/>
            <a:ext cx="191" cy="28575"/>
          </a:xfrm>
          <a:custGeom xmlns:a="http://schemas.openxmlformats.org/drawingml/2006/main">
            <a:pathLst>
              <a:path w="191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8" name="diagram-line-395">
            <a:extLst xmlns:a="http://schemas.openxmlformats.org/drawingml/2006/main">
              <a:ext uri="{FF2B5EF4-FFF2-40B4-BE49-F238E27FC236}">
                <a16:creationId xmlns:a16="http://schemas.microsoft.com/office/drawing/2014/main" id="{5CFD0FAA-937E-4414-AF25-0AB57140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9" name="diagram-line-396">
            <a:extLst xmlns:a="http://schemas.openxmlformats.org/drawingml/2006/main">
              <a:ext uri="{FF2B5EF4-FFF2-40B4-BE49-F238E27FC236}">
                <a16:creationId xmlns:a16="http://schemas.microsoft.com/office/drawing/2014/main" id="{E0219B14-D767-40BC-9629-19674068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0" name="diagram-line-397">
            <a:extLst xmlns:a="http://schemas.openxmlformats.org/drawingml/2006/main">
              <a:ext uri="{FF2B5EF4-FFF2-40B4-BE49-F238E27FC236}">
                <a16:creationId xmlns:a16="http://schemas.microsoft.com/office/drawing/2014/main" id="{ECB6B917-703F-407D-9126-8F775BA2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1" name="diagram-line-398">
            <a:extLst xmlns:a="http://schemas.openxmlformats.org/drawingml/2006/main">
              <a:ext uri="{FF2B5EF4-FFF2-40B4-BE49-F238E27FC236}">
                <a16:creationId xmlns:a16="http://schemas.microsoft.com/office/drawing/2014/main" id="{5A80E1B1-D762-42E4-9464-AE845596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2" name="diagram-line-399">
            <a:extLst xmlns:a="http://schemas.openxmlformats.org/drawingml/2006/main">
              <a:ext uri="{FF2B5EF4-FFF2-40B4-BE49-F238E27FC236}">
                <a16:creationId xmlns:a16="http://schemas.microsoft.com/office/drawing/2014/main" id="{004E92A7-31BD-46D9-8060-6ADD7AEC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3" name="diagram-line-400">
            <a:extLst xmlns:a="http://schemas.openxmlformats.org/drawingml/2006/main">
              <a:ext uri="{FF2B5EF4-FFF2-40B4-BE49-F238E27FC236}">
                <a16:creationId xmlns:a16="http://schemas.microsoft.com/office/drawing/2014/main" id="{72213977-99B5-4E64-ABBA-7F30EA6E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4" name="diagram-line-401">
            <a:extLst xmlns:a="http://schemas.openxmlformats.org/drawingml/2006/main">
              <a:ext uri="{FF2B5EF4-FFF2-40B4-BE49-F238E27FC236}">
                <a16:creationId xmlns:a16="http://schemas.microsoft.com/office/drawing/2014/main" id="{8CCAF125-A4B8-437D-AD24-8ED2DF5C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5" name="diagram-line-402">
            <a:extLst xmlns:a="http://schemas.openxmlformats.org/drawingml/2006/main">
              <a:ext uri="{FF2B5EF4-FFF2-40B4-BE49-F238E27FC236}">
                <a16:creationId xmlns:a16="http://schemas.microsoft.com/office/drawing/2014/main" id="{41851FC1-74F7-4866-853F-22C0D55B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6" name="diagram-line-403">
            <a:extLst xmlns:a="http://schemas.openxmlformats.org/drawingml/2006/main">
              <a:ext uri="{FF2B5EF4-FFF2-40B4-BE49-F238E27FC236}">
                <a16:creationId xmlns:a16="http://schemas.microsoft.com/office/drawing/2014/main" id="{EB392FB9-02E8-481C-8476-B48A091D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7" name="diagram-line-404">
            <a:extLst xmlns:a="http://schemas.openxmlformats.org/drawingml/2006/main">
              <a:ext uri="{FF2B5EF4-FFF2-40B4-BE49-F238E27FC236}">
                <a16:creationId xmlns:a16="http://schemas.microsoft.com/office/drawing/2014/main" id="{4752C750-5CF1-4063-81A1-A7A89943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8" name="diagram-line-405">
            <a:extLst xmlns:a="http://schemas.openxmlformats.org/drawingml/2006/main">
              <a:ext uri="{FF2B5EF4-FFF2-40B4-BE49-F238E27FC236}">
                <a16:creationId xmlns:a16="http://schemas.microsoft.com/office/drawing/2014/main" id="{0987AD23-D5BD-4762-A17C-46A08DCA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9" name="diagram-line-406">
            <a:extLst xmlns:a="http://schemas.openxmlformats.org/drawingml/2006/main">
              <a:ext uri="{FF2B5EF4-FFF2-40B4-BE49-F238E27FC236}">
                <a16:creationId xmlns:a16="http://schemas.microsoft.com/office/drawing/2014/main" id="{7FC0DDCB-BF75-4879-9B49-07D64E81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0" name="diagram-line-407">
            <a:extLst xmlns:a="http://schemas.openxmlformats.org/drawingml/2006/main">
              <a:ext uri="{FF2B5EF4-FFF2-40B4-BE49-F238E27FC236}">
                <a16:creationId xmlns:a16="http://schemas.microsoft.com/office/drawing/2014/main" id="{7D4CFB78-AA83-4CEB-ABCC-E2BDA43D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1" name="diagram-line-408">
            <a:extLst xmlns:a="http://schemas.openxmlformats.org/drawingml/2006/main">
              <a:ext uri="{FF2B5EF4-FFF2-40B4-BE49-F238E27FC236}">
                <a16:creationId xmlns:a16="http://schemas.microsoft.com/office/drawing/2014/main" id="{ED49B390-EF2C-4094-B623-544D8534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2" name="diagram-line-409">
            <a:extLst xmlns:a="http://schemas.openxmlformats.org/drawingml/2006/main">
              <a:ext uri="{FF2B5EF4-FFF2-40B4-BE49-F238E27FC236}">
                <a16:creationId xmlns:a16="http://schemas.microsoft.com/office/drawing/2014/main" id="{896A6BEA-9BB2-4422-98F7-3275367B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3" name="diagram-line-410">
            <a:extLst xmlns:a="http://schemas.openxmlformats.org/drawingml/2006/main">
              <a:ext uri="{FF2B5EF4-FFF2-40B4-BE49-F238E27FC236}">
                <a16:creationId xmlns:a16="http://schemas.microsoft.com/office/drawing/2014/main" id="{633350EF-6D0C-4A43-AF70-0228BF9C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4" name="diagram-line-411">
            <a:extLst xmlns:a="http://schemas.openxmlformats.org/drawingml/2006/main">
              <a:ext uri="{FF2B5EF4-FFF2-40B4-BE49-F238E27FC236}">
                <a16:creationId xmlns:a16="http://schemas.microsoft.com/office/drawing/2014/main" id="{A557DF83-CA1D-494D-A3E8-9A7502E6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5" name="diagram-line-412">
            <a:extLst xmlns:a="http://schemas.openxmlformats.org/drawingml/2006/main">
              <a:ext uri="{FF2B5EF4-FFF2-40B4-BE49-F238E27FC236}">
                <a16:creationId xmlns:a16="http://schemas.microsoft.com/office/drawing/2014/main" id="{8541C185-156E-4677-87BB-5B61A71E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6" name="diagram-line-413">
            <a:extLst xmlns:a="http://schemas.openxmlformats.org/drawingml/2006/main">
              <a:ext uri="{FF2B5EF4-FFF2-40B4-BE49-F238E27FC236}">
                <a16:creationId xmlns:a16="http://schemas.microsoft.com/office/drawing/2014/main" id="{031D4E2E-285C-48B0-9A96-ED1CE516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7" name="diagram-line-414">
            <a:extLst xmlns:a="http://schemas.openxmlformats.org/drawingml/2006/main">
              <a:ext uri="{FF2B5EF4-FFF2-40B4-BE49-F238E27FC236}">
                <a16:creationId xmlns:a16="http://schemas.microsoft.com/office/drawing/2014/main" id="{BAC5BE5A-E8C0-4CB2-889E-CCD260EE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8" name="diagram-line-415">
            <a:extLst xmlns:a="http://schemas.openxmlformats.org/drawingml/2006/main">
              <a:ext uri="{FF2B5EF4-FFF2-40B4-BE49-F238E27FC236}">
                <a16:creationId xmlns:a16="http://schemas.microsoft.com/office/drawing/2014/main" id="{4D05B7BE-FB9B-4B71-A383-E073128C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9" name="diagram-line-416">
            <a:extLst xmlns:a="http://schemas.openxmlformats.org/drawingml/2006/main">
              <a:ext uri="{FF2B5EF4-FFF2-40B4-BE49-F238E27FC236}">
                <a16:creationId xmlns:a16="http://schemas.microsoft.com/office/drawing/2014/main" id="{C2B1BED9-421E-4180-8FE6-7521C47F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0" name="diagram-line-417">
            <a:extLst xmlns:a="http://schemas.openxmlformats.org/drawingml/2006/main">
              <a:ext uri="{FF2B5EF4-FFF2-40B4-BE49-F238E27FC236}">
                <a16:creationId xmlns:a16="http://schemas.microsoft.com/office/drawing/2014/main" id="{E7EEDC9B-1FE2-4AD9-8845-12666C81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1" name="diagram-line-418">
            <a:extLst xmlns:a="http://schemas.openxmlformats.org/drawingml/2006/main">
              <a:ext uri="{FF2B5EF4-FFF2-40B4-BE49-F238E27FC236}">
                <a16:creationId xmlns:a16="http://schemas.microsoft.com/office/drawing/2014/main" id="{310B083A-E601-44DB-B89E-723B69CA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2" name="diagram-line-419">
            <a:extLst xmlns:a="http://schemas.openxmlformats.org/drawingml/2006/main">
              <a:ext uri="{FF2B5EF4-FFF2-40B4-BE49-F238E27FC236}">
                <a16:creationId xmlns:a16="http://schemas.microsoft.com/office/drawing/2014/main" id="{CD316DD5-F626-464B-B045-6CE6E94F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3" name="diagram-line-420">
            <a:extLst xmlns:a="http://schemas.openxmlformats.org/drawingml/2006/main">
              <a:ext uri="{FF2B5EF4-FFF2-40B4-BE49-F238E27FC236}">
                <a16:creationId xmlns:a16="http://schemas.microsoft.com/office/drawing/2014/main" id="{92215573-C924-4F83-8230-8B6D54B5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4" name="diagram-line-421">
            <a:extLst xmlns:a="http://schemas.openxmlformats.org/drawingml/2006/main">
              <a:ext uri="{FF2B5EF4-FFF2-40B4-BE49-F238E27FC236}">
                <a16:creationId xmlns:a16="http://schemas.microsoft.com/office/drawing/2014/main" id="{19707FF8-E2C8-4929-A48C-F36C397A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5" name="diagram-line-422">
            <a:extLst xmlns:a="http://schemas.openxmlformats.org/drawingml/2006/main">
              <a:ext uri="{FF2B5EF4-FFF2-40B4-BE49-F238E27FC236}">
                <a16:creationId xmlns:a16="http://schemas.microsoft.com/office/drawing/2014/main" id="{BFBBF100-42FF-474A-931C-9EC2C9B0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6" name="diagram-line-423">
            <a:extLst xmlns:a="http://schemas.openxmlformats.org/drawingml/2006/main">
              <a:ext uri="{FF2B5EF4-FFF2-40B4-BE49-F238E27FC236}">
                <a16:creationId xmlns:a16="http://schemas.microsoft.com/office/drawing/2014/main" id="{5B0F5038-C69B-4D4F-A09C-56DAA394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7" name="diagram-line-424">
            <a:extLst xmlns:a="http://schemas.openxmlformats.org/drawingml/2006/main">
              <a:ext uri="{FF2B5EF4-FFF2-40B4-BE49-F238E27FC236}">
                <a16:creationId xmlns:a16="http://schemas.microsoft.com/office/drawing/2014/main" id="{3D7121D8-A61F-4DE5-8CF3-FC2BD559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8" name="diagram-line-425">
            <a:extLst xmlns:a="http://schemas.openxmlformats.org/drawingml/2006/main">
              <a:ext uri="{FF2B5EF4-FFF2-40B4-BE49-F238E27FC236}">
                <a16:creationId xmlns:a16="http://schemas.microsoft.com/office/drawing/2014/main" id="{A0CB5F7C-3CC6-4E1E-9F39-FCCE8150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9" name="diagram-line-426">
            <a:extLst xmlns:a="http://schemas.openxmlformats.org/drawingml/2006/main">
              <a:ext uri="{FF2B5EF4-FFF2-40B4-BE49-F238E27FC236}">
                <a16:creationId xmlns:a16="http://schemas.microsoft.com/office/drawing/2014/main" id="{D6C082B6-00DF-4189-B3B6-C1F5F1D4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0" name="diagram-line-427">
            <a:extLst xmlns:a="http://schemas.openxmlformats.org/drawingml/2006/main">
              <a:ext uri="{FF2B5EF4-FFF2-40B4-BE49-F238E27FC236}">
                <a16:creationId xmlns:a16="http://schemas.microsoft.com/office/drawing/2014/main" id="{C6E47B0F-BA3D-45F5-8A51-DE752130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1" name="diagram-line-428">
            <a:extLst xmlns:a="http://schemas.openxmlformats.org/drawingml/2006/main">
              <a:ext uri="{FF2B5EF4-FFF2-40B4-BE49-F238E27FC236}">
                <a16:creationId xmlns:a16="http://schemas.microsoft.com/office/drawing/2014/main" id="{6B4E5A96-6BF0-4856-BBFC-B3900151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2" name="diagram-line-429">
            <a:extLst xmlns:a="http://schemas.openxmlformats.org/drawingml/2006/main">
              <a:ext uri="{FF2B5EF4-FFF2-40B4-BE49-F238E27FC236}">
                <a16:creationId xmlns:a16="http://schemas.microsoft.com/office/drawing/2014/main" id="{985B2F08-173F-476A-84E4-DAC6D36A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3" name="diagram-line-430">
            <a:extLst xmlns:a="http://schemas.openxmlformats.org/drawingml/2006/main">
              <a:ext uri="{FF2B5EF4-FFF2-40B4-BE49-F238E27FC236}">
                <a16:creationId xmlns:a16="http://schemas.microsoft.com/office/drawing/2014/main" id="{8E8A303D-C619-4ED0-8303-9D0733F7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4" name="diagram-line-431">
            <a:extLst xmlns:a="http://schemas.openxmlformats.org/drawingml/2006/main">
              <a:ext uri="{FF2B5EF4-FFF2-40B4-BE49-F238E27FC236}">
                <a16:creationId xmlns:a16="http://schemas.microsoft.com/office/drawing/2014/main" id="{6B0A8D32-4E96-4C5D-9422-C308870C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5" name="diagram-line-432">
            <a:extLst xmlns:a="http://schemas.openxmlformats.org/drawingml/2006/main">
              <a:ext uri="{FF2B5EF4-FFF2-40B4-BE49-F238E27FC236}">
                <a16:creationId xmlns:a16="http://schemas.microsoft.com/office/drawing/2014/main" id="{83DDF9D7-589F-40DB-B9F1-076703EC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6" name="diagram-line-433">
            <a:extLst xmlns:a="http://schemas.openxmlformats.org/drawingml/2006/main">
              <a:ext uri="{FF2B5EF4-FFF2-40B4-BE49-F238E27FC236}">
                <a16:creationId xmlns:a16="http://schemas.microsoft.com/office/drawing/2014/main" id="{6796A36D-C111-49C3-8995-02A5A66A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7" name="diagram-line-434">
            <a:extLst xmlns:a="http://schemas.openxmlformats.org/drawingml/2006/main">
              <a:ext uri="{FF2B5EF4-FFF2-40B4-BE49-F238E27FC236}">
                <a16:creationId xmlns:a16="http://schemas.microsoft.com/office/drawing/2014/main" id="{44741AE2-6208-4A73-89D2-EC45ED99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8" name="diagram-line-435">
            <a:extLst xmlns:a="http://schemas.openxmlformats.org/drawingml/2006/main">
              <a:ext uri="{FF2B5EF4-FFF2-40B4-BE49-F238E27FC236}">
                <a16:creationId xmlns:a16="http://schemas.microsoft.com/office/drawing/2014/main" id="{982A53C6-0306-429C-ADFD-FAE8A753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9" name="diagram-line-436">
            <a:extLst xmlns:a="http://schemas.openxmlformats.org/drawingml/2006/main">
              <a:ext uri="{FF2B5EF4-FFF2-40B4-BE49-F238E27FC236}">
                <a16:creationId xmlns:a16="http://schemas.microsoft.com/office/drawing/2014/main" id="{E0A41A3F-60C1-491E-B57F-144D9DCA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0" name="diagram-line-437">
            <a:extLst xmlns:a="http://schemas.openxmlformats.org/drawingml/2006/main">
              <a:ext uri="{FF2B5EF4-FFF2-40B4-BE49-F238E27FC236}">
                <a16:creationId xmlns:a16="http://schemas.microsoft.com/office/drawing/2014/main" id="{E76FEAF8-C0A3-45B4-A166-6562118E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1" name="diagram-line-438">
            <a:extLst xmlns:a="http://schemas.openxmlformats.org/drawingml/2006/main">
              <a:ext uri="{FF2B5EF4-FFF2-40B4-BE49-F238E27FC236}">
                <a16:creationId xmlns:a16="http://schemas.microsoft.com/office/drawing/2014/main" id="{A0EA8F77-D05D-47AC-BB74-FF9227FC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0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2" name="diagram-line-439">
            <a:extLst xmlns:a="http://schemas.openxmlformats.org/drawingml/2006/main">
              <a:ext uri="{FF2B5EF4-FFF2-40B4-BE49-F238E27FC236}">
                <a16:creationId xmlns:a16="http://schemas.microsoft.com/office/drawing/2014/main" id="{DD8719FD-E42D-4BA6-8C01-772A1538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3" name="diagram-line-440">
            <a:extLst xmlns:a="http://schemas.openxmlformats.org/drawingml/2006/main">
              <a:ext uri="{FF2B5EF4-FFF2-40B4-BE49-F238E27FC236}">
                <a16:creationId xmlns:a16="http://schemas.microsoft.com/office/drawing/2014/main" id="{440D60FC-A0AB-4F6E-A60B-C8379656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71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4" name="diagram-line-441">
            <a:extLst xmlns:a="http://schemas.openxmlformats.org/drawingml/2006/main">
              <a:ext uri="{FF2B5EF4-FFF2-40B4-BE49-F238E27FC236}">
                <a16:creationId xmlns:a16="http://schemas.microsoft.com/office/drawing/2014/main" id="{7679D9E3-1450-4402-BAB9-B8A2B803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57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5" name="diagram-line-442">
            <a:extLst xmlns:a="http://schemas.openxmlformats.org/drawingml/2006/main">
              <a:ext uri="{FF2B5EF4-FFF2-40B4-BE49-F238E27FC236}">
                <a16:creationId xmlns:a16="http://schemas.microsoft.com/office/drawing/2014/main" id="{ABB3F6F3-50B1-4BB5-81AB-1DE10FC3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432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6" name="diagram-line-443">
            <a:extLst xmlns:a="http://schemas.openxmlformats.org/drawingml/2006/main">
              <a:ext uri="{FF2B5EF4-FFF2-40B4-BE49-F238E27FC236}">
                <a16:creationId xmlns:a16="http://schemas.microsoft.com/office/drawing/2014/main" id="{852C484B-7980-4392-8252-3417EB98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28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7" name="diagram-line-444">
            <a:extLst xmlns:a="http://schemas.openxmlformats.org/drawingml/2006/main">
              <a:ext uri="{FF2B5EF4-FFF2-40B4-BE49-F238E27FC236}">
                <a16:creationId xmlns:a16="http://schemas.microsoft.com/office/drawing/2014/main" id="{398896AB-1D1F-4D89-A1EA-478C1D5F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14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8" name="diagram-line-445">
            <a:extLst xmlns:a="http://schemas.openxmlformats.org/drawingml/2006/main">
              <a:ext uri="{FF2B5EF4-FFF2-40B4-BE49-F238E27FC236}">
                <a16:creationId xmlns:a16="http://schemas.microsoft.com/office/drawing/2014/main" id="{89346D55-C434-4A52-8FF5-67C1598D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0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9" name="diagram-line-446">
            <a:extLst xmlns:a="http://schemas.openxmlformats.org/drawingml/2006/main">
              <a:ext uri="{FF2B5EF4-FFF2-40B4-BE49-F238E27FC236}">
                <a16:creationId xmlns:a16="http://schemas.microsoft.com/office/drawing/2014/main" id="{5536E71A-9467-4524-AF44-D9025978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86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0" name="diagram-line-447">
            <a:extLst xmlns:a="http://schemas.openxmlformats.org/drawingml/2006/main">
              <a:ext uri="{FF2B5EF4-FFF2-40B4-BE49-F238E27FC236}">
                <a16:creationId xmlns:a16="http://schemas.microsoft.com/office/drawing/2014/main" id="{EA574B40-5AFA-452E-9D78-75180E70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717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1" name="diagram-line-448">
            <a:extLst xmlns:a="http://schemas.openxmlformats.org/drawingml/2006/main">
              <a:ext uri="{FF2B5EF4-FFF2-40B4-BE49-F238E27FC236}">
                <a16:creationId xmlns:a16="http://schemas.microsoft.com/office/drawing/2014/main" id="{172761FD-0935-485E-A0BA-F175EE4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7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2" name="diagram-line-449">
            <a:extLst xmlns:a="http://schemas.openxmlformats.org/drawingml/2006/main">
              <a:ext uri="{FF2B5EF4-FFF2-40B4-BE49-F238E27FC236}">
                <a16:creationId xmlns:a16="http://schemas.microsoft.com/office/drawing/2014/main" id="{42E23C44-5984-41D9-A153-DEDA0F6D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3" name="diagram-line-450">
            <a:extLst xmlns:a="http://schemas.openxmlformats.org/drawingml/2006/main">
              <a:ext uri="{FF2B5EF4-FFF2-40B4-BE49-F238E27FC236}">
                <a16:creationId xmlns:a16="http://schemas.microsoft.com/office/drawing/2014/main" id="{EB4B43D9-9DD0-4E58-9957-8C469DB4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4" name="diagram-line-451">
            <a:extLst xmlns:a="http://schemas.openxmlformats.org/drawingml/2006/main">
              <a:ext uri="{FF2B5EF4-FFF2-40B4-BE49-F238E27FC236}">
                <a16:creationId xmlns:a16="http://schemas.microsoft.com/office/drawing/2014/main" id="{04FFD347-EEE5-45A4-996A-D14ED8EA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5" name="diagram-line-452">
            <a:extLst xmlns:a="http://schemas.openxmlformats.org/drawingml/2006/main">
              <a:ext uri="{FF2B5EF4-FFF2-40B4-BE49-F238E27FC236}">
                <a16:creationId xmlns:a16="http://schemas.microsoft.com/office/drawing/2014/main" id="{9F9D4D33-9255-406F-BD79-763371F2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6" name="diagram-line-453">
            <a:extLst xmlns:a="http://schemas.openxmlformats.org/drawingml/2006/main">
              <a:ext uri="{FF2B5EF4-FFF2-40B4-BE49-F238E27FC236}">
                <a16:creationId xmlns:a16="http://schemas.microsoft.com/office/drawing/2014/main" id="{94B0C5D5-BBCB-4645-B0C1-19994381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7" name="diagram-line-454">
            <a:extLst xmlns:a="http://schemas.openxmlformats.org/drawingml/2006/main">
              <a:ext uri="{FF2B5EF4-FFF2-40B4-BE49-F238E27FC236}">
                <a16:creationId xmlns:a16="http://schemas.microsoft.com/office/drawing/2014/main" id="{9A9E9C65-C7EC-4E6F-BACA-7F68DACA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8" name="diagram-line-455">
            <a:extLst xmlns:a="http://schemas.openxmlformats.org/drawingml/2006/main">
              <a:ext uri="{FF2B5EF4-FFF2-40B4-BE49-F238E27FC236}">
                <a16:creationId xmlns:a16="http://schemas.microsoft.com/office/drawing/2014/main" id="{0FBB0227-D694-418A-86DF-05AC9B37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9" name="diagram-line-456">
            <a:extLst xmlns:a="http://schemas.openxmlformats.org/drawingml/2006/main">
              <a:ext uri="{FF2B5EF4-FFF2-40B4-BE49-F238E27FC236}">
                <a16:creationId xmlns:a16="http://schemas.microsoft.com/office/drawing/2014/main" id="{3FB4A156-16E3-4C3C-84D5-45D643EF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0" name="diagram-line-457">
            <a:extLst xmlns:a="http://schemas.openxmlformats.org/drawingml/2006/main">
              <a:ext uri="{FF2B5EF4-FFF2-40B4-BE49-F238E27FC236}">
                <a16:creationId xmlns:a16="http://schemas.microsoft.com/office/drawing/2014/main" id="{8277A738-C729-4FA0-BD3A-204C8826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1" name="diagram-line-458">
            <a:extLst xmlns:a="http://schemas.openxmlformats.org/drawingml/2006/main">
              <a:ext uri="{FF2B5EF4-FFF2-40B4-BE49-F238E27FC236}">
                <a16:creationId xmlns:a16="http://schemas.microsoft.com/office/drawing/2014/main" id="{5C2406D1-20E4-4EB5-B868-945FD596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2" name="diagram-line-459">
            <a:extLst xmlns:a="http://schemas.openxmlformats.org/drawingml/2006/main">
              <a:ext uri="{FF2B5EF4-FFF2-40B4-BE49-F238E27FC236}">
                <a16:creationId xmlns:a16="http://schemas.microsoft.com/office/drawing/2014/main" id="{556B6558-DB7A-421C-88E6-63528CD1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3" name="diagram-line-460">
            <a:extLst xmlns:a="http://schemas.openxmlformats.org/drawingml/2006/main">
              <a:ext uri="{FF2B5EF4-FFF2-40B4-BE49-F238E27FC236}">
                <a16:creationId xmlns:a16="http://schemas.microsoft.com/office/drawing/2014/main" id="{F4D7E6F2-5667-47D0-A936-1B5A4A62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47900"/>
            <a:ext cx="28575" cy="191"/>
          </a:xfrm>
          <a:custGeom xmlns:a="http://schemas.openxmlformats.org/drawingml/2006/main">
            <a:pathLst>
              <a:path w="28575" h="191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4" name="diagram-poly-461">
            <a:extLst xmlns:a="http://schemas.openxmlformats.org/drawingml/2006/main">
              <a:ext uri="{FF2B5EF4-FFF2-40B4-BE49-F238E27FC236}">
                <a16:creationId xmlns:a16="http://schemas.microsoft.com/office/drawing/2014/main" id="{D6E50208-C296-4A7C-9F48-AF051E2A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18373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85" name="diagram-line-462">
            <a:extLst xmlns:a="http://schemas.openxmlformats.org/drawingml/2006/main">
              <a:ext uri="{FF2B5EF4-FFF2-40B4-BE49-F238E27FC236}">
                <a16:creationId xmlns:a16="http://schemas.microsoft.com/office/drawing/2014/main" id="{085F71D5-F0A0-48D2-BEC6-41B4E5F4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6" name="diagram-line-463">
            <a:extLst xmlns:a="http://schemas.openxmlformats.org/drawingml/2006/main">
              <a:ext uri="{FF2B5EF4-FFF2-40B4-BE49-F238E27FC236}">
                <a16:creationId xmlns:a16="http://schemas.microsoft.com/office/drawing/2014/main" id="{AEC1CFBA-4421-42B6-A37A-2184229D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7" name="diagram-line-464">
            <a:extLst xmlns:a="http://schemas.openxmlformats.org/drawingml/2006/main">
              <a:ext uri="{FF2B5EF4-FFF2-40B4-BE49-F238E27FC236}">
                <a16:creationId xmlns:a16="http://schemas.microsoft.com/office/drawing/2014/main" id="{7D297D36-FC32-4467-AD5A-3E5B31C9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8" name="diagram-line-465">
            <a:extLst xmlns:a="http://schemas.openxmlformats.org/drawingml/2006/main">
              <a:ext uri="{FF2B5EF4-FFF2-40B4-BE49-F238E27FC236}">
                <a16:creationId xmlns:a16="http://schemas.microsoft.com/office/drawing/2014/main" id="{6EB2C7D3-E7BC-4625-8E47-0DAD9A3B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9" name="diagram-line-466">
            <a:extLst xmlns:a="http://schemas.openxmlformats.org/drawingml/2006/main">
              <a:ext uri="{FF2B5EF4-FFF2-40B4-BE49-F238E27FC236}">
                <a16:creationId xmlns:a16="http://schemas.microsoft.com/office/drawing/2014/main" id="{3E897E0C-C52C-406F-938B-27262127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0" name="diagram-line-467">
            <a:extLst xmlns:a="http://schemas.openxmlformats.org/drawingml/2006/main">
              <a:ext uri="{FF2B5EF4-FFF2-40B4-BE49-F238E27FC236}">
                <a16:creationId xmlns:a16="http://schemas.microsoft.com/office/drawing/2014/main" id="{0096694E-5DD8-4A2D-A054-1F45AF1A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1" name="diagram-line-468">
            <a:extLst xmlns:a="http://schemas.openxmlformats.org/drawingml/2006/main">
              <a:ext uri="{FF2B5EF4-FFF2-40B4-BE49-F238E27FC236}">
                <a16:creationId xmlns:a16="http://schemas.microsoft.com/office/drawing/2014/main" id="{1F5EC6D0-35E2-4E1E-8AD7-079D232B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2" name="diagram-line-469">
            <a:extLst xmlns:a="http://schemas.openxmlformats.org/drawingml/2006/main">
              <a:ext uri="{FF2B5EF4-FFF2-40B4-BE49-F238E27FC236}">
                <a16:creationId xmlns:a16="http://schemas.microsoft.com/office/drawing/2014/main" id="{FABE3C0D-BA74-4DFC-BC40-8DCE6D14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3" name="diagram-line-470">
            <a:extLst xmlns:a="http://schemas.openxmlformats.org/drawingml/2006/main">
              <a:ext uri="{FF2B5EF4-FFF2-40B4-BE49-F238E27FC236}">
                <a16:creationId xmlns:a16="http://schemas.microsoft.com/office/drawing/2014/main" id="{DD170C0D-B06F-4C7A-B634-B06D15AC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4" name="diagram-line-471">
            <a:extLst xmlns:a="http://schemas.openxmlformats.org/drawingml/2006/main">
              <a:ext uri="{FF2B5EF4-FFF2-40B4-BE49-F238E27FC236}">
                <a16:creationId xmlns:a16="http://schemas.microsoft.com/office/drawing/2014/main" id="{4456CE21-5830-46C1-9F4F-19E12ACF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5" name="diagram-line-472">
            <a:extLst xmlns:a="http://schemas.openxmlformats.org/drawingml/2006/main">
              <a:ext uri="{FF2B5EF4-FFF2-40B4-BE49-F238E27FC236}">
                <a16:creationId xmlns:a16="http://schemas.microsoft.com/office/drawing/2014/main" id="{14DF53E3-B819-422A-9116-A90EC948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6" name="diagram-line-473">
            <a:extLst xmlns:a="http://schemas.openxmlformats.org/drawingml/2006/main">
              <a:ext uri="{FF2B5EF4-FFF2-40B4-BE49-F238E27FC236}">
                <a16:creationId xmlns:a16="http://schemas.microsoft.com/office/drawing/2014/main" id="{54FC32F0-7E45-409E-A613-5E526847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47900"/>
            <a:ext cx="28575" cy="191"/>
          </a:xfrm>
          <a:custGeom xmlns:a="http://schemas.openxmlformats.org/drawingml/2006/main">
            <a:pathLst>
              <a:path w="28575" h="191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7" name="diagram-poly-474">
            <a:extLst xmlns:a="http://schemas.openxmlformats.org/drawingml/2006/main">
              <a:ext uri="{FF2B5EF4-FFF2-40B4-BE49-F238E27FC236}">
                <a16:creationId xmlns:a16="http://schemas.microsoft.com/office/drawing/2014/main" id="{39B5D076-E083-4475-9BC9-144046DB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18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98" name="revision-text-475">
            <a:extLst xmlns:a="http://schemas.openxmlformats.org/drawingml/2006/main">
              <a:ext uri="{FF2B5EF4-FFF2-40B4-BE49-F238E27FC236}">
                <a16:creationId xmlns:a16="http://schemas.microsoft.com/office/drawing/2014/main" id="{3D33144E-85DA-4292-8029-B52FB7D2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95675"/>
            <a:ext cx="39052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60" b="0" lang="en-US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Actions return via node / state machine interfaces</a:t>
            </a:r>
          </a:p>
        </p:txBody>
      </p:sp>
      <p:sp>
        <p:nvSpPr>
          <p:cNvPr id="199" name="revision-text-476">
            <a:extLst xmlns:a="http://schemas.openxmlformats.org/drawingml/2006/main">
              <a:ext uri="{FF2B5EF4-FFF2-40B4-BE49-F238E27FC236}">
                <a16:creationId xmlns:a16="http://schemas.microsoft.com/office/drawing/2014/main" id="{7D7AF629-49B2-410B-BBCB-83CB6DDF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149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Intrinsic constraints</a:t>
            </a:r>
          </a:p>
        </p:txBody>
      </p:sp>
      <p:sp>
        <p:nvSpPr>
          <p:cNvPr id="200" name="revision-text-477">
            <a:extLst xmlns:a="http://schemas.openxmlformats.org/drawingml/2006/main">
              <a:ext uri="{FF2B5EF4-FFF2-40B4-BE49-F238E27FC236}">
                <a16:creationId xmlns:a16="http://schemas.microsoft.com/office/drawing/2014/main" id="{C93053CF-A694-4F89-AB27-B70D11C8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7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455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Handled by the device state machine</a:t>
            </a:r>
          </a:p>
        </p:txBody>
      </p:sp>
      <p:sp>
        <p:nvSpPr>
          <p:cNvPr id="201" name="revision-text-478">
            <a:extLst xmlns:a="http://schemas.openxmlformats.org/drawingml/2006/main">
              <a:ext uri="{FF2B5EF4-FFF2-40B4-BE49-F238E27FC236}">
                <a16:creationId xmlns:a16="http://schemas.microsoft.com/office/drawing/2014/main" id="{D0283CD1-C73F-40DF-B681-A5B5BAD3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149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27" b="1" lang="en-US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Laboratory-wide constraints</a:t>
            </a:r>
          </a:p>
        </p:txBody>
      </p:sp>
      <p:sp>
        <p:nvSpPr>
          <p:cNvPr id="202" name="revision-text-479">
            <a:extLst xmlns:a="http://schemas.openxmlformats.org/drawingml/2006/main">
              <a:ext uri="{FF2B5EF4-FFF2-40B4-BE49-F238E27FC236}">
                <a16:creationId xmlns:a16="http://schemas.microsoft.com/office/drawing/2014/main" id="{3C8E8CA5-450D-4907-BE8E-F868FFC5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76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Active throughout laboratory operation</a:t>
            </a:r>
          </a:p>
        </p:txBody>
      </p:sp>
      <p:sp>
        <p:nvSpPr>
          <p:cNvPr id="203" name="revision-text-480">
            <a:extLst xmlns:a="http://schemas.openxmlformats.org/drawingml/2006/main">
              <a:ext uri="{FF2B5EF4-FFF2-40B4-BE49-F238E27FC236}">
                <a16:creationId xmlns:a16="http://schemas.microsoft.com/office/drawing/2014/main" id="{FDCD0919-CE3A-407C-B7CA-49F4574E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149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Task constraints</a:t>
            </a:r>
          </a:p>
        </p:txBody>
      </p:sp>
      <p:sp>
        <p:nvSpPr>
          <p:cNvPr id="204" name="revision-text-481">
            <a:extLst xmlns:a="http://schemas.openxmlformats.org/drawingml/2006/main">
              <a:ext uri="{FF2B5EF4-FFF2-40B4-BE49-F238E27FC236}">
                <a16:creationId xmlns:a16="http://schemas.microsoft.com/office/drawing/2014/main" id="{194C9726-1A51-446C-8F29-825282B1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76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Apply during task execution</a:t>
            </a:r>
          </a:p>
        </p:txBody>
      </p:sp>
    </p:spTree>
    <p:extLst>
      <p:ext uri="{BB962C8B-B14F-4D97-AF65-F5344CB8AC3E}">
        <p14:creationId xmlns:p14="http://schemas.microsoft.com/office/powerpoint/2010/main" val="3856181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8AAFB1-5111-40FE-8DCC-2BBFC2DD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AF71EAD-36CE-4921-98BC-071A0645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2850" b="1">
                <ns0:solidFill>
                  <ns0:srgbClr val="FFFFFF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2850" b="1" lang="en-US">
                <ns0:solidFill>
                  <ns0:srgbClr val="FFFFFF"/>
                </ns0:solidFill>
                <ns0:latin typeface="微软雅黑"/>
                <ns0:ea typeface="微软雅黑"/>
                <ns0:cs typeface="微软雅黑"/>
              </ns0:rPr>
              <ns0:t>7  Key mechanism: the shared execution path</ns0:t>
            </ns0:r>
          </ns0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537C702-E5BC-427A-A108-9B666D42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287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rPr>
              <a:t>EUROSIM 2026  ·  Executable Modeling for Smart Chemical Laboratories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B41B90F-F851-41ED-81F8-5BD1200B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7/10</a:t>
            </a:r>
          </a:p>
        </p:txBody>
      </p:sp>
      <p:sp>
        <p:nvSpPr>
          <p:cNvPr id="12" name="revision-text-482">
            <a:extLst xmlns:a="http://schemas.openxmlformats.org/drawingml/2006/main">
              <a:ext uri="{FF2B5EF4-FFF2-40B4-BE49-F238E27FC236}">
                <a16:creationId xmlns:a16="http://schemas.microsoft.com/office/drawing/2014/main" id="{C6377D4F-632A-47F6-9482-2E9058CC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785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Requests: device model → Adapter → Device. Feedback follows the return path.</a:t>
            </a:r>
          </a:p>
        </p:txBody>
      </p:sp>
      <p:sp>
        <p:nvSpPr>
          <p:cNvPr id="13" name="diagram-poly-483">
            <a:extLst xmlns:a="http://schemas.openxmlformats.org/drawingml/2006/main">
              <a:ext uri="{FF2B5EF4-FFF2-40B4-BE49-F238E27FC236}">
                <a16:creationId xmlns:a16="http://schemas.microsoft.com/office/drawing/2014/main" id="{96BBD72A-B24A-4E54-841A-73EFE14C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AF8FC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4" name="diagram-poly-484">
            <a:extLst xmlns:a="http://schemas.openxmlformats.org/drawingml/2006/main">
              <a:ext uri="{FF2B5EF4-FFF2-40B4-BE49-F238E27FC236}">
                <a16:creationId xmlns:a16="http://schemas.microsoft.com/office/drawing/2014/main" id="{21FFF2EC-903C-4A7F-993A-DD7EAEBB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79657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EEE9F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5" name="diagram-poly-485">
            <a:extLst xmlns:a="http://schemas.openxmlformats.org/drawingml/2006/main">
              <a:ext uri="{FF2B5EF4-FFF2-40B4-BE49-F238E27FC236}">
                <a16:creationId xmlns:a16="http://schemas.microsoft.com/office/drawing/2014/main" id="{E106AAD2-10EE-4C6F-B57A-B3663B68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1524000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EEE9F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6" name="revision-text-486">
            <a:extLst xmlns:a="http://schemas.openxmlformats.org/drawingml/2006/main">
              <a:ext uri="{FF2B5EF4-FFF2-40B4-BE49-F238E27FC236}">
                <a16:creationId xmlns:a16="http://schemas.microsoft.com/office/drawing/2014/main" id="{A5133E09-CA1D-4006-8A77-E8E5CB0C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1532934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Workflow layer</a:t>
            </a:r>
          </a:p>
        </p:txBody>
      </p:sp>
      <p:sp>
        <p:nvSpPr>
          <p:cNvPr id="17" name="diagram-poly-487">
            <a:extLst xmlns:a="http://schemas.openxmlformats.org/drawingml/2006/main">
              <a:ext uri="{FF2B5EF4-FFF2-40B4-BE49-F238E27FC236}">
                <a16:creationId xmlns:a16="http://schemas.microsoft.com/office/drawing/2014/main" id="{4A97286A-B739-4272-B620-0B418F25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1836706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8" name="revision-text-488">
            <a:extLst xmlns:a="http://schemas.openxmlformats.org/drawingml/2006/main">
              <a:ext uri="{FF2B5EF4-FFF2-40B4-BE49-F238E27FC236}">
                <a16:creationId xmlns:a16="http://schemas.microsoft.com/office/drawing/2014/main" id="{1AB0CEF2-B48C-4484-98BC-33E87779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1818837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730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Device task node</a:t>
            </a:r>
          </a:p>
        </p:txBody>
      </p:sp>
      <p:sp>
        <p:nvSpPr>
          <p:cNvPr id="19" name="diagram-poly-489">
            <a:extLst xmlns:a="http://schemas.openxmlformats.org/drawingml/2006/main">
              <a:ext uri="{FF2B5EF4-FFF2-40B4-BE49-F238E27FC236}">
                <a16:creationId xmlns:a16="http://schemas.microsoft.com/office/drawing/2014/main" id="{D65E61EB-1155-4BB2-BA3F-B4C3D596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1836706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0" name="revision-text-490">
            <a:extLst xmlns:a="http://schemas.openxmlformats.org/drawingml/2006/main">
              <a:ext uri="{FF2B5EF4-FFF2-40B4-BE49-F238E27FC236}">
                <a16:creationId xmlns:a16="http://schemas.microsoft.com/office/drawing/2014/main" id="{6DC43C0F-FFF0-44D6-8D7F-7CA82B03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1818837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730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Device task node</a:t>
            </a:r>
          </a:p>
        </p:txBody>
      </p:sp>
      <p:sp>
        <p:nvSpPr>
          <p:cNvPr id="21" name="diagram-poly-491">
            <a:extLst xmlns:a="http://schemas.openxmlformats.org/drawingml/2006/main">
              <a:ext uri="{FF2B5EF4-FFF2-40B4-BE49-F238E27FC236}">
                <a16:creationId xmlns:a16="http://schemas.microsoft.com/office/drawing/2014/main" id="{11BF08EA-C657-47AF-B236-A59DB050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1836706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2" name="revision-text-492">
            <a:extLst xmlns:a="http://schemas.openxmlformats.org/drawingml/2006/main">
              <a:ext uri="{FF2B5EF4-FFF2-40B4-BE49-F238E27FC236}">
                <a16:creationId xmlns:a16="http://schemas.microsoft.com/office/drawing/2014/main" id="{1AAA35F1-C41A-4864-AE2F-E0275D33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1818837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730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Device task node</a:t>
            </a:r>
          </a:p>
        </p:txBody>
      </p:sp>
      <p:sp>
        <p:nvSpPr>
          <p:cNvPr id="23" name="diagram-line-493">
            <a:extLst xmlns:a="http://schemas.openxmlformats.org/drawingml/2006/main">
              <a:ext uri="{FF2B5EF4-FFF2-40B4-BE49-F238E27FC236}">
                <a16:creationId xmlns:a16="http://schemas.microsoft.com/office/drawing/2014/main" id="{DC2090F8-B4A5-4A99-B3A5-BC41168F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117" y="1890312"/>
            <a:ext cx="151886" cy="179"/>
          </a:xfrm>
          <a:custGeom xmlns:a="http://schemas.openxmlformats.org/drawingml/2006/main">
            <a:pathLst>
              <a:path w="161925" h="191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4" name="diagram-poly-494">
            <a:extLst xmlns:a="http://schemas.openxmlformats.org/drawingml/2006/main">
              <a:ext uri="{FF2B5EF4-FFF2-40B4-BE49-F238E27FC236}">
                <a16:creationId xmlns:a16="http://schemas.microsoft.com/office/drawing/2014/main" id="{3814F026-67C3-46E8-A582-D49FE11D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462" y="1862616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5" name="diagram-line-495">
            <a:extLst xmlns:a="http://schemas.openxmlformats.org/drawingml/2006/main">
              <a:ext uri="{FF2B5EF4-FFF2-40B4-BE49-F238E27FC236}">
                <a16:creationId xmlns:a16="http://schemas.microsoft.com/office/drawing/2014/main" id="{1B714668-B3EC-4200-BD30-4C75F937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235" y="1890312"/>
            <a:ext cx="151886" cy="179"/>
          </a:xfrm>
          <a:custGeom xmlns:a="http://schemas.openxmlformats.org/drawingml/2006/main">
            <a:pathLst>
              <a:path w="161925" h="191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6" name="diagram-poly-496">
            <a:extLst xmlns:a="http://schemas.openxmlformats.org/drawingml/2006/main">
              <a:ext uri="{FF2B5EF4-FFF2-40B4-BE49-F238E27FC236}">
                <a16:creationId xmlns:a16="http://schemas.microsoft.com/office/drawing/2014/main" id="{8A81D061-099B-4C0E-AF3D-9C12E40D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579" y="1862616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7" name="diagram-poly-497">
            <a:extLst xmlns:a="http://schemas.openxmlformats.org/drawingml/2006/main">
              <a:ext uri="{FF2B5EF4-FFF2-40B4-BE49-F238E27FC236}">
                <a16:creationId xmlns:a16="http://schemas.microsoft.com/office/drawing/2014/main" id="{95F085A6-B7A4-4D7A-B93E-528CE314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17774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6F9E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8" name="diagram-poly-498">
            <a:extLst xmlns:a="http://schemas.openxmlformats.org/drawingml/2006/main">
              <a:ext uri="{FF2B5EF4-FFF2-40B4-BE49-F238E27FC236}">
                <a16:creationId xmlns:a16="http://schemas.microsoft.com/office/drawing/2014/main" id="{84F144C5-7FC9-46BB-9E0C-22FFA8E6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73431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E9F0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9" name="diagram-poly-499">
            <a:extLst xmlns:a="http://schemas.openxmlformats.org/drawingml/2006/main">
              <a:ext uri="{FF2B5EF4-FFF2-40B4-BE49-F238E27FC236}">
                <a16:creationId xmlns:a16="http://schemas.microsoft.com/office/drawing/2014/main" id="{2101010C-3120-460E-8BFB-E4D50B22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2917774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E9F0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0" name="revision-text-500">
            <a:extLst xmlns:a="http://schemas.openxmlformats.org/drawingml/2006/main">
              <a:ext uri="{FF2B5EF4-FFF2-40B4-BE49-F238E27FC236}">
                <a16:creationId xmlns:a16="http://schemas.microsoft.com/office/drawing/2014/main" id="{EB2E7E33-6BA8-45EE-AA67-986D2A2E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2926709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Device model layer</a:t>
            </a:r>
          </a:p>
        </p:txBody>
      </p:sp>
      <p:sp>
        <p:nvSpPr>
          <p:cNvPr id="31" name="diagram-poly-501">
            <a:extLst xmlns:a="http://schemas.openxmlformats.org/drawingml/2006/main">
              <a:ext uri="{FF2B5EF4-FFF2-40B4-BE49-F238E27FC236}">
                <a16:creationId xmlns:a16="http://schemas.microsoft.com/office/drawing/2014/main" id="{185EFCC1-CE3F-4856-94EB-01645AD9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3230480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2" name="revision-text-502">
            <a:extLst xmlns:a="http://schemas.openxmlformats.org/drawingml/2006/main">
              <a:ext uri="{FF2B5EF4-FFF2-40B4-BE49-F238E27FC236}">
                <a16:creationId xmlns:a16="http://schemas.microsoft.com/office/drawing/2014/main" id="{5C3548B4-66D5-45A6-B384-0D197AC9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3212611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53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53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Device model</a:t>
            </a:r>
          </a:p>
        </p:txBody>
      </p:sp>
      <p:sp>
        <p:nvSpPr>
          <p:cNvPr id="33" name="diagram-poly-503">
            <a:extLst xmlns:a="http://schemas.openxmlformats.org/drawingml/2006/main">
              <a:ext uri="{FF2B5EF4-FFF2-40B4-BE49-F238E27FC236}">
                <a16:creationId xmlns:a16="http://schemas.microsoft.com/office/drawing/2014/main" id="{769E272B-3E55-421A-B5E5-9430F5A4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3230480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4" name="revision-text-504">
            <a:extLst xmlns:a="http://schemas.openxmlformats.org/drawingml/2006/main">
              <a:ext uri="{FF2B5EF4-FFF2-40B4-BE49-F238E27FC236}">
                <a16:creationId xmlns:a16="http://schemas.microsoft.com/office/drawing/2014/main" id="{A71B12FE-6A43-4765-B62B-AECAF88B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3212611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53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53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Device model</a:t>
            </a:r>
          </a:p>
        </p:txBody>
      </p:sp>
      <p:sp>
        <p:nvSpPr>
          <p:cNvPr id="35" name="diagram-poly-505">
            <a:extLst xmlns:a="http://schemas.openxmlformats.org/drawingml/2006/main">
              <a:ext uri="{FF2B5EF4-FFF2-40B4-BE49-F238E27FC236}">
                <a16:creationId xmlns:a16="http://schemas.microsoft.com/office/drawing/2014/main" id="{223FF219-ABF5-4712-A3BD-E56CEFE5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3230480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6" name="revision-text-506">
            <a:extLst xmlns:a="http://schemas.openxmlformats.org/drawingml/2006/main">
              <a:ext uri="{FF2B5EF4-FFF2-40B4-BE49-F238E27FC236}">
                <a16:creationId xmlns:a16="http://schemas.microsoft.com/office/drawing/2014/main" id="{165F7636-727B-4078-B8ED-EAE5AFB5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3212611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53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53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Device model</a:t>
            </a:r>
          </a:p>
        </p:txBody>
      </p:sp>
      <p:sp>
        <p:nvSpPr>
          <p:cNvPr id="37" name="diagram-poly-507">
            <a:extLst xmlns:a="http://schemas.openxmlformats.org/drawingml/2006/main">
              <a:ext uri="{FF2B5EF4-FFF2-40B4-BE49-F238E27FC236}">
                <a16:creationId xmlns:a16="http://schemas.microsoft.com/office/drawing/2014/main" id="{B4857909-F3E8-4BB4-A6C2-F1E74916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00893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FF8E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8" name="diagram-poly-508">
            <a:extLst xmlns:a="http://schemas.openxmlformats.org/drawingml/2006/main">
              <a:ext uri="{FF2B5EF4-FFF2-40B4-BE49-F238E27FC236}">
                <a16:creationId xmlns:a16="http://schemas.microsoft.com/office/drawing/2014/main" id="{F1543E92-D7EE-4CAC-81A6-D17DCF3C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56550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F8E8B0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9" name="diagram-poly-509">
            <a:extLst xmlns:a="http://schemas.openxmlformats.org/drawingml/2006/main">
              <a:ext uri="{FF2B5EF4-FFF2-40B4-BE49-F238E27FC236}">
                <a16:creationId xmlns:a16="http://schemas.microsoft.com/office/drawing/2014/main" id="{D4EEF13E-1B65-4DD8-A1CD-874E812F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4400893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F8E8B0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0" name="revision-text-510">
            <a:extLst xmlns:a="http://schemas.openxmlformats.org/drawingml/2006/main">
              <a:ext uri="{FF2B5EF4-FFF2-40B4-BE49-F238E27FC236}">
                <a16:creationId xmlns:a16="http://schemas.microsoft.com/office/drawing/2014/main" id="{D0ED65B6-923C-4948-B128-81DE4025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4409827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 layer</a:t>
            </a:r>
          </a:p>
        </p:txBody>
      </p:sp>
      <p:sp>
        <p:nvSpPr>
          <p:cNvPr id="41" name="diagram-poly-511">
            <a:extLst xmlns:a="http://schemas.openxmlformats.org/drawingml/2006/main">
              <a:ext uri="{FF2B5EF4-FFF2-40B4-BE49-F238E27FC236}">
                <a16:creationId xmlns:a16="http://schemas.microsoft.com/office/drawing/2014/main" id="{A54ADFD1-06A9-4CD7-877C-7297130B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4713599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2" name="revision-text-512">
            <a:extLst xmlns:a="http://schemas.openxmlformats.org/drawingml/2006/main">
              <a:ext uri="{FF2B5EF4-FFF2-40B4-BE49-F238E27FC236}">
                <a16:creationId xmlns:a16="http://schemas.microsoft.com/office/drawing/2014/main" id="{7491ADB7-1FB3-4644-B760-5BCB8B89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4695730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43" name="diagram-poly-513">
            <a:extLst xmlns:a="http://schemas.openxmlformats.org/drawingml/2006/main">
              <a:ext uri="{FF2B5EF4-FFF2-40B4-BE49-F238E27FC236}">
                <a16:creationId xmlns:a16="http://schemas.microsoft.com/office/drawing/2014/main" id="{A2A12EB1-51F9-4876-9FF0-2150D613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4713599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4" name="revision-text-514">
            <a:extLst xmlns:a="http://schemas.openxmlformats.org/drawingml/2006/main">
              <a:ext uri="{FF2B5EF4-FFF2-40B4-BE49-F238E27FC236}">
                <a16:creationId xmlns:a16="http://schemas.microsoft.com/office/drawing/2014/main" id="{FF0517A1-EC5B-4D85-B6C5-EBBA616E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4695730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45" name="diagram-poly-515">
            <a:extLst xmlns:a="http://schemas.openxmlformats.org/drawingml/2006/main">
              <a:ext uri="{FF2B5EF4-FFF2-40B4-BE49-F238E27FC236}">
                <a16:creationId xmlns:a16="http://schemas.microsoft.com/office/drawing/2014/main" id="{68F66A23-3644-4ECB-83A4-F4A724CC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4713599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6" name="revision-text-516">
            <a:extLst xmlns:a="http://schemas.openxmlformats.org/drawingml/2006/main">
              <a:ext uri="{FF2B5EF4-FFF2-40B4-BE49-F238E27FC236}">
                <a16:creationId xmlns:a16="http://schemas.microsoft.com/office/drawing/2014/main" id="{AF944D3E-1FEE-4CC4-9CE4-4368ADD6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4695730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47" name="diagram-poly-517">
            <a:extLst xmlns:a="http://schemas.openxmlformats.org/drawingml/2006/main">
              <a:ext uri="{FF2B5EF4-FFF2-40B4-BE49-F238E27FC236}">
                <a16:creationId xmlns:a16="http://schemas.microsoft.com/office/drawing/2014/main" id="{A67A6C52-CA41-434D-9BB9-6F6415F5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73027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EF5EE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8" name="diagram-poly-518">
            <a:extLst xmlns:a="http://schemas.openxmlformats.org/drawingml/2006/main">
              <a:ext uri="{FF2B5EF4-FFF2-40B4-BE49-F238E27FC236}">
                <a16:creationId xmlns:a16="http://schemas.microsoft.com/office/drawing/2014/main" id="{7CC91B75-9372-4343-A123-5FFB5B1C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28684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FBEA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9" name="diagram-poly-519">
            <a:extLst xmlns:a="http://schemas.openxmlformats.org/drawingml/2006/main">
              <a:ext uri="{FF2B5EF4-FFF2-40B4-BE49-F238E27FC236}">
                <a16:creationId xmlns:a16="http://schemas.microsoft.com/office/drawing/2014/main" id="{82A8EF75-ABF5-4798-A9C1-423133CA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5473027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FBEA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0" name="revision-text-520">
            <a:extLst xmlns:a="http://schemas.openxmlformats.org/drawingml/2006/main">
              <a:ext uri="{FF2B5EF4-FFF2-40B4-BE49-F238E27FC236}">
                <a16:creationId xmlns:a16="http://schemas.microsoft.com/office/drawing/2014/main" id="{80B6717F-AFFF-4FE1-8450-CCAB08D0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5481961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Physical device</a:t>
            </a:r>
          </a:p>
        </p:txBody>
      </p:sp>
      <p:sp>
        <p:nvSpPr>
          <p:cNvPr id="51" name="diagram-poly-521">
            <a:extLst xmlns:a="http://schemas.openxmlformats.org/drawingml/2006/main">
              <a:ext uri="{FF2B5EF4-FFF2-40B4-BE49-F238E27FC236}">
                <a16:creationId xmlns:a16="http://schemas.microsoft.com/office/drawing/2014/main" id="{D986E6DD-111D-46EF-83D9-DDC9C829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5785733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2" name="revision-text-522">
            <a:extLst xmlns:a="http://schemas.openxmlformats.org/drawingml/2006/main">
              <a:ext uri="{FF2B5EF4-FFF2-40B4-BE49-F238E27FC236}">
                <a16:creationId xmlns:a16="http://schemas.microsoft.com/office/drawing/2014/main" id="{D481C098-8BF5-48A3-80EE-251D9289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5767864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8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Physical device</a:t>
            </a:r>
          </a:p>
        </p:txBody>
      </p:sp>
      <p:sp>
        <p:nvSpPr>
          <p:cNvPr id="53" name="diagram-poly-523">
            <a:extLst xmlns:a="http://schemas.openxmlformats.org/drawingml/2006/main">
              <a:ext uri="{FF2B5EF4-FFF2-40B4-BE49-F238E27FC236}">
                <a16:creationId xmlns:a16="http://schemas.microsoft.com/office/drawing/2014/main" id="{426AE25C-4E3D-4384-A5EA-C9A4ACC8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5785733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4" name="revision-text-524">
            <a:extLst xmlns:a="http://schemas.openxmlformats.org/drawingml/2006/main">
              <a:ext uri="{FF2B5EF4-FFF2-40B4-BE49-F238E27FC236}">
                <a16:creationId xmlns:a16="http://schemas.microsoft.com/office/drawing/2014/main" id="{42942DAE-2A3C-4E00-BE5C-95B6A509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5767864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8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Physical device</a:t>
            </a:r>
          </a:p>
        </p:txBody>
      </p:sp>
      <p:sp>
        <p:nvSpPr>
          <p:cNvPr id="55" name="diagram-poly-525">
            <a:extLst xmlns:a="http://schemas.openxmlformats.org/drawingml/2006/main">
              <a:ext uri="{FF2B5EF4-FFF2-40B4-BE49-F238E27FC236}">
                <a16:creationId xmlns:a16="http://schemas.microsoft.com/office/drawing/2014/main" id="{A601DD13-4C82-4161-B5C7-AF67C91C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5785733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6" name="revision-text-526">
            <a:extLst xmlns:a="http://schemas.openxmlformats.org/drawingml/2006/main">
              <a:ext uri="{FF2B5EF4-FFF2-40B4-BE49-F238E27FC236}">
                <a16:creationId xmlns:a16="http://schemas.microsoft.com/office/drawing/2014/main" id="{38A4EB9D-E1A4-46BA-9891-C7DFAC24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5767864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8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Physical device</a:t>
            </a:r>
          </a:p>
        </p:txBody>
      </p:sp>
      <p:sp>
        <p:nvSpPr>
          <p:cNvPr id="57" name="diagram-line-527">
            <a:extLst xmlns:a="http://schemas.openxmlformats.org/drawingml/2006/main">
              <a:ext uri="{FF2B5EF4-FFF2-40B4-BE49-F238E27FC236}">
                <a16:creationId xmlns:a16="http://schemas.microsoft.com/office/drawing/2014/main" id="{1BA62E02-A574-4B8B-A4A0-271132E5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58" name="diagram-line-528">
            <a:extLst xmlns:a="http://schemas.openxmlformats.org/drawingml/2006/main">
              <a:ext uri="{FF2B5EF4-FFF2-40B4-BE49-F238E27FC236}">
                <a16:creationId xmlns:a16="http://schemas.microsoft.com/office/drawing/2014/main" id="{C654FD9F-DB31-4F2A-8A17-0F120241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59" name="diagram-line-529">
            <a:extLst xmlns:a="http://schemas.openxmlformats.org/drawingml/2006/main">
              <a:ext uri="{FF2B5EF4-FFF2-40B4-BE49-F238E27FC236}">
                <a16:creationId xmlns:a16="http://schemas.microsoft.com/office/drawing/2014/main" id="{275A50C5-2C9F-4EAE-B80B-8187AF0E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0" name="diagram-line-530">
            <a:extLst xmlns:a="http://schemas.openxmlformats.org/drawingml/2006/main">
              <a:ext uri="{FF2B5EF4-FFF2-40B4-BE49-F238E27FC236}">
                <a16:creationId xmlns:a16="http://schemas.microsoft.com/office/drawing/2014/main" id="{E22501D2-DCB0-442D-BEB4-D4C7EEC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1" name="diagram-line-531">
            <a:extLst xmlns:a="http://schemas.openxmlformats.org/drawingml/2006/main">
              <a:ext uri="{FF2B5EF4-FFF2-40B4-BE49-F238E27FC236}">
                <a16:creationId xmlns:a16="http://schemas.microsoft.com/office/drawing/2014/main" id="{20ECBDC7-3A63-479D-A4FE-9340671B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2" name="diagram-line-532">
            <a:extLst xmlns:a="http://schemas.openxmlformats.org/drawingml/2006/main">
              <a:ext uri="{FF2B5EF4-FFF2-40B4-BE49-F238E27FC236}">
                <a16:creationId xmlns:a16="http://schemas.microsoft.com/office/drawing/2014/main" id="{57B7FBD2-0356-4CC7-887C-C5B70B35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3" name="diagram-line-533">
            <a:extLst xmlns:a="http://schemas.openxmlformats.org/drawingml/2006/main">
              <a:ext uri="{FF2B5EF4-FFF2-40B4-BE49-F238E27FC236}">
                <a16:creationId xmlns:a16="http://schemas.microsoft.com/office/drawing/2014/main" id="{335E6A39-5063-4B75-B7FF-5DEA0D7D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4" name="diagram-line-534">
            <a:extLst xmlns:a="http://schemas.openxmlformats.org/drawingml/2006/main">
              <a:ext uri="{FF2B5EF4-FFF2-40B4-BE49-F238E27FC236}">
                <a16:creationId xmlns:a16="http://schemas.microsoft.com/office/drawing/2014/main" id="{724D7067-20DD-4B28-80F9-387EF61D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5" name="diagram-line-535">
            <a:extLst xmlns:a="http://schemas.openxmlformats.org/drawingml/2006/main">
              <a:ext uri="{FF2B5EF4-FFF2-40B4-BE49-F238E27FC236}">
                <a16:creationId xmlns:a16="http://schemas.microsoft.com/office/drawing/2014/main" id="{6EEC8D02-8160-4B1D-95B0-2B709493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6" name="diagram-line-536">
            <a:extLst xmlns:a="http://schemas.openxmlformats.org/drawingml/2006/main">
              <a:ext uri="{FF2B5EF4-FFF2-40B4-BE49-F238E27FC236}">
                <a16:creationId xmlns:a16="http://schemas.microsoft.com/office/drawing/2014/main" id="{9FFA6114-7AD9-4C36-92EA-EA2FEAF2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7" name="diagram-line-537">
            <a:extLst xmlns:a="http://schemas.openxmlformats.org/drawingml/2006/main">
              <a:ext uri="{FF2B5EF4-FFF2-40B4-BE49-F238E27FC236}">
                <a16:creationId xmlns:a16="http://schemas.microsoft.com/office/drawing/2014/main" id="{6F45EDA0-D81E-4A66-9167-8B15F035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8" name="diagram-line-538">
            <a:extLst xmlns:a="http://schemas.openxmlformats.org/drawingml/2006/main">
              <a:ext uri="{FF2B5EF4-FFF2-40B4-BE49-F238E27FC236}">
                <a16:creationId xmlns:a16="http://schemas.microsoft.com/office/drawing/2014/main" id="{F1AE1E23-ED9A-4931-8336-35A659D8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9" name="diagram-line-539">
            <a:extLst xmlns:a="http://schemas.openxmlformats.org/drawingml/2006/main">
              <a:ext uri="{FF2B5EF4-FFF2-40B4-BE49-F238E27FC236}">
                <a16:creationId xmlns:a16="http://schemas.microsoft.com/office/drawing/2014/main" id="{4D7AEC51-E696-4361-9FF6-CB7830CE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0" name="diagram-line-540">
            <a:extLst xmlns:a="http://schemas.openxmlformats.org/drawingml/2006/main">
              <a:ext uri="{FF2B5EF4-FFF2-40B4-BE49-F238E27FC236}">
                <a16:creationId xmlns:a16="http://schemas.microsoft.com/office/drawing/2014/main" id="{D1DEE276-B71D-41C3-A2E4-4A3B4940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1" name="diagram-line-541">
            <a:extLst xmlns:a="http://schemas.openxmlformats.org/drawingml/2006/main">
              <a:ext uri="{FF2B5EF4-FFF2-40B4-BE49-F238E27FC236}">
                <a16:creationId xmlns:a16="http://schemas.microsoft.com/office/drawing/2014/main" id="{BCAB525D-8BDF-4B4C-8F4A-FA0C8B79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2" name="diagram-line-542">
            <a:extLst xmlns:a="http://schemas.openxmlformats.org/drawingml/2006/main">
              <a:ext uri="{FF2B5EF4-FFF2-40B4-BE49-F238E27FC236}">
                <a16:creationId xmlns:a16="http://schemas.microsoft.com/office/drawing/2014/main" id="{422C9AD9-0C05-4074-B672-F5760735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3" name="diagram-line-543">
            <a:extLst xmlns:a="http://schemas.openxmlformats.org/drawingml/2006/main">
              <a:ext uri="{FF2B5EF4-FFF2-40B4-BE49-F238E27FC236}">
                <a16:creationId xmlns:a16="http://schemas.microsoft.com/office/drawing/2014/main" id="{59CBB77A-624C-4A79-A101-10E8CB8A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4" name="diagram-line-544">
            <a:extLst xmlns:a="http://schemas.openxmlformats.org/drawingml/2006/main">
              <a:ext uri="{FF2B5EF4-FFF2-40B4-BE49-F238E27FC236}">
                <a16:creationId xmlns:a16="http://schemas.microsoft.com/office/drawing/2014/main" id="{07147EBB-E38D-44F6-A580-D46A2B92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5" name="diagram-line-545">
            <a:extLst xmlns:a="http://schemas.openxmlformats.org/drawingml/2006/main">
              <a:ext uri="{FF2B5EF4-FFF2-40B4-BE49-F238E27FC236}">
                <a16:creationId xmlns:a16="http://schemas.microsoft.com/office/drawing/2014/main" id="{FDFF8437-8C69-42C0-9C97-75793B12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6" name="diagram-line-546">
            <a:extLst xmlns:a="http://schemas.openxmlformats.org/drawingml/2006/main">
              <a:ext uri="{FF2B5EF4-FFF2-40B4-BE49-F238E27FC236}">
                <a16:creationId xmlns:a16="http://schemas.microsoft.com/office/drawing/2014/main" id="{ABF4A0FE-609E-4553-8B5E-6FF4F19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7" name="diagram-line-547">
            <a:extLst xmlns:a="http://schemas.openxmlformats.org/drawingml/2006/main">
              <a:ext uri="{FF2B5EF4-FFF2-40B4-BE49-F238E27FC236}">
                <a16:creationId xmlns:a16="http://schemas.microsoft.com/office/drawing/2014/main" id="{BDF11F9E-E6D7-4D5E-8C18-54FC8004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8" name="diagram-line-548">
            <a:extLst xmlns:a="http://schemas.openxmlformats.org/drawingml/2006/main">
              <a:ext uri="{FF2B5EF4-FFF2-40B4-BE49-F238E27FC236}">
                <a16:creationId xmlns:a16="http://schemas.microsoft.com/office/drawing/2014/main" id="{6A0D3440-BF6F-49A8-94F3-B5871F8C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9" name="diagram-line-549">
            <a:extLst xmlns:a="http://schemas.openxmlformats.org/drawingml/2006/main">
              <a:ext uri="{FF2B5EF4-FFF2-40B4-BE49-F238E27FC236}">
                <a16:creationId xmlns:a16="http://schemas.microsoft.com/office/drawing/2014/main" id="{450B594D-CB09-4A8C-99DB-F8C23635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0" name="diagram-line-550">
            <a:extLst xmlns:a="http://schemas.openxmlformats.org/drawingml/2006/main">
              <a:ext uri="{FF2B5EF4-FFF2-40B4-BE49-F238E27FC236}">
                <a16:creationId xmlns:a16="http://schemas.microsoft.com/office/drawing/2014/main" id="{14D98A22-2547-4E86-A83D-37D106AD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1" name="diagram-line-551">
            <a:extLst xmlns:a="http://schemas.openxmlformats.org/drawingml/2006/main">
              <a:ext uri="{FF2B5EF4-FFF2-40B4-BE49-F238E27FC236}">
                <a16:creationId xmlns:a16="http://schemas.microsoft.com/office/drawing/2014/main" id="{1A0A19B7-9F1A-4358-827A-DC470BE9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2" name="diagram-line-552">
            <a:extLst xmlns:a="http://schemas.openxmlformats.org/drawingml/2006/main">
              <a:ext uri="{FF2B5EF4-FFF2-40B4-BE49-F238E27FC236}">
                <a16:creationId xmlns:a16="http://schemas.microsoft.com/office/drawing/2014/main" id="{BF923804-7B89-4E08-8B73-C6D015E8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3" name="diagram-line-553">
            <a:extLst xmlns:a="http://schemas.openxmlformats.org/drawingml/2006/main">
              <a:ext uri="{FF2B5EF4-FFF2-40B4-BE49-F238E27FC236}">
                <a16:creationId xmlns:a16="http://schemas.microsoft.com/office/drawing/2014/main" id="{59BB95C7-1230-4D70-9272-C88B1C33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4" name="diagram-line-554">
            <a:extLst xmlns:a="http://schemas.openxmlformats.org/drawingml/2006/main">
              <a:ext uri="{FF2B5EF4-FFF2-40B4-BE49-F238E27FC236}">
                <a16:creationId xmlns:a16="http://schemas.microsoft.com/office/drawing/2014/main" id="{6691A384-24AC-460E-AB39-3DC107B5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5" name="diagram-line-555">
            <a:extLst xmlns:a="http://schemas.openxmlformats.org/drawingml/2006/main">
              <a:ext uri="{FF2B5EF4-FFF2-40B4-BE49-F238E27FC236}">
                <a16:creationId xmlns:a16="http://schemas.microsoft.com/office/drawing/2014/main" id="{9576FDA6-8E10-4528-BE7E-D836442E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6" name="diagram-line-556">
            <a:extLst xmlns:a="http://schemas.openxmlformats.org/drawingml/2006/main">
              <a:ext uri="{FF2B5EF4-FFF2-40B4-BE49-F238E27FC236}">
                <a16:creationId xmlns:a16="http://schemas.microsoft.com/office/drawing/2014/main" id="{16094F5B-3DC7-4CF7-AC7E-2D489A0B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7" name="diagram-line-557">
            <a:extLst xmlns:a="http://schemas.openxmlformats.org/drawingml/2006/main">
              <a:ext uri="{FF2B5EF4-FFF2-40B4-BE49-F238E27FC236}">
                <a16:creationId xmlns:a16="http://schemas.microsoft.com/office/drawing/2014/main" id="{F50EF680-3F0C-4C46-AD7F-B7354C07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8" name="diagram-line-558">
            <a:extLst xmlns:a="http://schemas.openxmlformats.org/drawingml/2006/main">
              <a:ext uri="{FF2B5EF4-FFF2-40B4-BE49-F238E27FC236}">
                <a16:creationId xmlns:a16="http://schemas.microsoft.com/office/drawing/2014/main" id="{9A7D27E7-0B2E-45B9-8CA9-325411AB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9" name="diagram-line-559">
            <a:extLst xmlns:a="http://schemas.openxmlformats.org/drawingml/2006/main">
              <a:ext uri="{FF2B5EF4-FFF2-40B4-BE49-F238E27FC236}">
                <a16:creationId xmlns:a16="http://schemas.microsoft.com/office/drawing/2014/main" id="{FE90F789-70FC-4771-83AD-E71A5DF4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0" name="diagram-line-560">
            <a:extLst xmlns:a="http://schemas.openxmlformats.org/drawingml/2006/main">
              <a:ext uri="{FF2B5EF4-FFF2-40B4-BE49-F238E27FC236}">
                <a16:creationId xmlns:a16="http://schemas.microsoft.com/office/drawing/2014/main" id="{1D7EAA73-A08D-4548-B734-81709D78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1" name="diagram-line-561">
            <a:extLst xmlns:a="http://schemas.openxmlformats.org/drawingml/2006/main">
              <a:ext uri="{FF2B5EF4-FFF2-40B4-BE49-F238E27FC236}">
                <a16:creationId xmlns:a16="http://schemas.microsoft.com/office/drawing/2014/main" id="{492CC2A8-B2A3-4D0A-9075-DDC9AB72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2" name="diagram-line-562">
            <a:extLst xmlns:a="http://schemas.openxmlformats.org/drawingml/2006/main">
              <a:ext uri="{FF2B5EF4-FFF2-40B4-BE49-F238E27FC236}">
                <a16:creationId xmlns:a16="http://schemas.microsoft.com/office/drawing/2014/main" id="{CFE66518-0FDC-45D4-A90A-8D65C0B0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3" name="diagram-line-563">
            <a:extLst xmlns:a="http://schemas.openxmlformats.org/drawingml/2006/main">
              <a:ext uri="{FF2B5EF4-FFF2-40B4-BE49-F238E27FC236}">
                <a16:creationId xmlns:a16="http://schemas.microsoft.com/office/drawing/2014/main" id="{14D0960B-739C-4807-B458-38D65968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4" name="diagram-line-564">
            <a:extLst xmlns:a="http://schemas.openxmlformats.org/drawingml/2006/main">
              <a:ext uri="{FF2B5EF4-FFF2-40B4-BE49-F238E27FC236}">
                <a16:creationId xmlns:a16="http://schemas.microsoft.com/office/drawing/2014/main" id="{C507EEF8-0E52-4B4D-B905-85202EC4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5" name="diagram-line-565">
            <a:extLst xmlns:a="http://schemas.openxmlformats.org/drawingml/2006/main">
              <a:ext uri="{FF2B5EF4-FFF2-40B4-BE49-F238E27FC236}">
                <a16:creationId xmlns:a16="http://schemas.microsoft.com/office/drawing/2014/main" id="{CBB882E3-E165-401D-ACAA-AB54B692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6" name="diagram-line-566">
            <a:extLst xmlns:a="http://schemas.openxmlformats.org/drawingml/2006/main">
              <a:ext uri="{FF2B5EF4-FFF2-40B4-BE49-F238E27FC236}">
                <a16:creationId xmlns:a16="http://schemas.microsoft.com/office/drawing/2014/main" id="{D1168FB4-A28C-4BA1-835C-8746F9B5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7" name="diagram-line-567">
            <a:extLst xmlns:a="http://schemas.openxmlformats.org/drawingml/2006/main">
              <a:ext uri="{FF2B5EF4-FFF2-40B4-BE49-F238E27FC236}">
                <a16:creationId xmlns:a16="http://schemas.microsoft.com/office/drawing/2014/main" id="{010759E0-6B1F-4D82-AEBD-1C3A948B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8" name="diagram-line-568">
            <a:extLst xmlns:a="http://schemas.openxmlformats.org/drawingml/2006/main">
              <a:ext uri="{FF2B5EF4-FFF2-40B4-BE49-F238E27FC236}">
                <a16:creationId xmlns:a16="http://schemas.microsoft.com/office/drawing/2014/main" id="{6C221BB0-1538-4423-8A71-196CB6C2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9" name="diagram-line-569">
            <a:extLst xmlns:a="http://schemas.openxmlformats.org/drawingml/2006/main">
              <a:ext uri="{FF2B5EF4-FFF2-40B4-BE49-F238E27FC236}">
                <a16:creationId xmlns:a16="http://schemas.microsoft.com/office/drawing/2014/main" id="{BE5AD261-31FA-4211-89AC-87C9BFDE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0" name="diagram-line-570">
            <a:extLst xmlns:a="http://schemas.openxmlformats.org/drawingml/2006/main">
              <a:ext uri="{FF2B5EF4-FFF2-40B4-BE49-F238E27FC236}">
                <a16:creationId xmlns:a16="http://schemas.microsoft.com/office/drawing/2014/main" id="{7EF211C8-83F3-43B0-96C9-2F822728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1" name="diagram-line-571">
            <a:extLst xmlns:a="http://schemas.openxmlformats.org/drawingml/2006/main">
              <a:ext uri="{FF2B5EF4-FFF2-40B4-BE49-F238E27FC236}">
                <a16:creationId xmlns:a16="http://schemas.microsoft.com/office/drawing/2014/main" id="{F8F4F123-6252-4BBB-97F9-9FA10AE0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2" name="diagram-line-572">
            <a:extLst xmlns:a="http://schemas.openxmlformats.org/drawingml/2006/main">
              <a:ext uri="{FF2B5EF4-FFF2-40B4-BE49-F238E27FC236}">
                <a16:creationId xmlns:a16="http://schemas.microsoft.com/office/drawing/2014/main" id="{4BA2BBB5-A932-4443-A420-2ED154F3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3" name="diagram-line-573">
            <a:extLst xmlns:a="http://schemas.openxmlformats.org/drawingml/2006/main">
              <a:ext uri="{FF2B5EF4-FFF2-40B4-BE49-F238E27FC236}">
                <a16:creationId xmlns:a16="http://schemas.microsoft.com/office/drawing/2014/main" id="{DA3CDE4C-9108-4571-88FA-FD6F05ED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4" name="diagram-line-574">
            <a:extLst xmlns:a="http://schemas.openxmlformats.org/drawingml/2006/main">
              <a:ext uri="{FF2B5EF4-FFF2-40B4-BE49-F238E27FC236}">
                <a16:creationId xmlns:a16="http://schemas.microsoft.com/office/drawing/2014/main" id="{D284FF17-49AB-4AFD-97F3-601F3070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5" name="diagram-line-575">
            <a:extLst xmlns:a="http://schemas.openxmlformats.org/drawingml/2006/main">
              <a:ext uri="{FF2B5EF4-FFF2-40B4-BE49-F238E27FC236}">
                <a16:creationId xmlns:a16="http://schemas.microsoft.com/office/drawing/2014/main" id="{29EC31C4-828B-40D1-9279-87909253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70" y="2131543"/>
            <a:ext cx="179" cy="1009593"/>
          </a:xfrm>
          <a:custGeom xmlns:a="http://schemas.openxmlformats.org/drawingml/2006/main">
            <a:pathLst>
              <a:path w="191" h="1076325">
                <a:moveTo>
                  <a:pt x="0" y="0"/>
                </a:moveTo>
                <a:lnTo>
                  <a:pt x="0" y="107632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106" name="diagram-poly-576">
            <a:extLst xmlns:a="http://schemas.openxmlformats.org/drawingml/2006/main">
              <a:ext uri="{FF2B5EF4-FFF2-40B4-BE49-F238E27FC236}">
                <a16:creationId xmlns:a16="http://schemas.microsoft.com/office/drawing/2014/main" id="{393CA95B-69E5-4AFE-8222-612BDA80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4" y="3078594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107" name="diagram-line-577">
            <a:extLst xmlns:a="http://schemas.openxmlformats.org/drawingml/2006/main">
              <a:ext uri="{FF2B5EF4-FFF2-40B4-BE49-F238E27FC236}">
                <a16:creationId xmlns:a16="http://schemas.microsoft.com/office/drawing/2014/main" id="{D55C09AD-F13D-4903-BB2E-D7DFDC04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86" y="2131543"/>
            <a:ext cx="179" cy="1009593"/>
          </a:xfrm>
          <a:custGeom xmlns:a="http://schemas.openxmlformats.org/drawingml/2006/main">
            <a:pathLst>
              <a:path w="191" h="1076325">
                <a:moveTo>
                  <a:pt x="0" y="10763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108" name="diagram-poly-578">
            <a:extLst xmlns:a="http://schemas.openxmlformats.org/drawingml/2006/main">
              <a:ext uri="{FF2B5EF4-FFF2-40B4-BE49-F238E27FC236}">
                <a16:creationId xmlns:a16="http://schemas.microsoft.com/office/drawing/2014/main" id="{935E56F8-C14E-489D-BAC7-1BD6F9BB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89" y="2131543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109" name="revision-text-579">
            <a:extLst xmlns:a="http://schemas.openxmlformats.org/drawingml/2006/main">
              <a:ext uri="{FF2B5EF4-FFF2-40B4-BE49-F238E27FC236}">
                <a16:creationId xmlns:a16="http://schemas.microsoft.com/office/drawing/2014/main" id="{C01779A8-E664-4588-B669-4DC8872B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448716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18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728" b="0" lang="en-US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Run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18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728" b="0" lang="en-US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signal</a:t>
            </a:r>
          </a:p>
        </p:txBody>
      </p:sp>
      <p:sp>
        <p:nvSpPr>
          <p:cNvPr id="110" name="revision-text-580">
            <a:extLst xmlns:a="http://schemas.openxmlformats.org/drawingml/2006/main">
              <a:ext uri="{FF2B5EF4-FFF2-40B4-BE49-F238E27FC236}">
                <a16:creationId xmlns:a16="http://schemas.microsoft.com/office/drawing/2014/main" id="{26A59E21-08C7-4FC9-B3B3-1E53A9B9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90" y="2448716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5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5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State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5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5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feedback</a:t>
            </a:r>
          </a:p>
        </p:txBody>
      </p:sp>
      <p:sp>
        <p:nvSpPr>
          <p:cNvPr id="111" name="diagram-line-581">
            <a:extLst xmlns:a="http://schemas.openxmlformats.org/drawingml/2006/main">
              <a:ext uri="{FF2B5EF4-FFF2-40B4-BE49-F238E27FC236}">
                <a16:creationId xmlns:a16="http://schemas.microsoft.com/office/drawing/2014/main" id="{C342B24D-0A70-4E4C-A4AC-95388410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2" name="diagram-line-582">
            <a:extLst xmlns:a="http://schemas.openxmlformats.org/drawingml/2006/main">
              <a:ext uri="{FF2B5EF4-FFF2-40B4-BE49-F238E27FC236}">
                <a16:creationId xmlns:a16="http://schemas.microsoft.com/office/drawing/2014/main" id="{96022175-939D-4B14-988E-D6728D14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3" name="diagram-line-583">
            <a:extLst xmlns:a="http://schemas.openxmlformats.org/drawingml/2006/main">
              <a:ext uri="{FF2B5EF4-FFF2-40B4-BE49-F238E27FC236}">
                <a16:creationId xmlns:a16="http://schemas.microsoft.com/office/drawing/2014/main" id="{899F29A8-2A51-4B74-834D-6D6360E0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4" name="diagram-line-584">
            <a:extLst xmlns:a="http://schemas.openxmlformats.org/drawingml/2006/main">
              <a:ext uri="{FF2B5EF4-FFF2-40B4-BE49-F238E27FC236}">
                <a16:creationId xmlns:a16="http://schemas.microsoft.com/office/drawing/2014/main" id="{C2037DD4-7062-4DCC-BF46-872CE257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5" name="diagram-line-585">
            <a:extLst xmlns:a="http://schemas.openxmlformats.org/drawingml/2006/main">
              <a:ext uri="{FF2B5EF4-FFF2-40B4-BE49-F238E27FC236}">
                <a16:creationId xmlns:a16="http://schemas.microsoft.com/office/drawing/2014/main" id="{E03A4141-56FF-4C5C-BC9D-7F84421D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6" name="diagram-line-586">
            <a:extLst xmlns:a="http://schemas.openxmlformats.org/drawingml/2006/main">
              <a:ext uri="{FF2B5EF4-FFF2-40B4-BE49-F238E27FC236}">
                <a16:creationId xmlns:a16="http://schemas.microsoft.com/office/drawing/2014/main" id="{B68A3A7A-51A0-4A1C-8DEB-BDB8F3A8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7" name="diagram-line-587">
            <a:extLst xmlns:a="http://schemas.openxmlformats.org/drawingml/2006/main">
              <a:ext uri="{FF2B5EF4-FFF2-40B4-BE49-F238E27FC236}">
                <a16:creationId xmlns:a16="http://schemas.microsoft.com/office/drawing/2014/main" id="{C382EBA3-B010-4FD7-BC5C-2BE8B19F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8" name="diagram-line-588">
            <a:extLst xmlns:a="http://schemas.openxmlformats.org/drawingml/2006/main">
              <a:ext uri="{FF2B5EF4-FFF2-40B4-BE49-F238E27FC236}">
                <a16:creationId xmlns:a16="http://schemas.microsoft.com/office/drawing/2014/main" id="{6D4903DF-BFDB-4362-BE83-A0542F3B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9" name="diagram-line-589">
            <a:extLst xmlns:a="http://schemas.openxmlformats.org/drawingml/2006/main">
              <a:ext uri="{FF2B5EF4-FFF2-40B4-BE49-F238E27FC236}">
                <a16:creationId xmlns:a16="http://schemas.microsoft.com/office/drawing/2014/main" id="{EF8F72FE-5824-48AE-954E-22A0F176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0" name="diagram-line-590">
            <a:extLst xmlns:a="http://schemas.openxmlformats.org/drawingml/2006/main">
              <a:ext uri="{FF2B5EF4-FFF2-40B4-BE49-F238E27FC236}">
                <a16:creationId xmlns:a16="http://schemas.microsoft.com/office/drawing/2014/main" id="{4C662789-25C3-4332-8952-411169B3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1" name="diagram-line-591">
            <a:extLst xmlns:a="http://schemas.openxmlformats.org/drawingml/2006/main">
              <a:ext uri="{FF2B5EF4-FFF2-40B4-BE49-F238E27FC236}">
                <a16:creationId xmlns:a16="http://schemas.microsoft.com/office/drawing/2014/main" id="{66EEC97C-9BB2-49D3-8BF0-7FBE7529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2" name="diagram-line-592">
            <a:extLst xmlns:a="http://schemas.openxmlformats.org/drawingml/2006/main">
              <a:ext uri="{FF2B5EF4-FFF2-40B4-BE49-F238E27FC236}">
                <a16:creationId xmlns:a16="http://schemas.microsoft.com/office/drawing/2014/main" id="{DA57F1D2-7281-4077-8AFE-C479F067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3" name="diagram-line-593">
            <a:extLst xmlns:a="http://schemas.openxmlformats.org/drawingml/2006/main">
              <a:ext uri="{FF2B5EF4-FFF2-40B4-BE49-F238E27FC236}">
                <a16:creationId xmlns:a16="http://schemas.microsoft.com/office/drawing/2014/main" id="{2085BE7D-9B95-4881-9571-3616F325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4" name="diagram-line-594">
            <a:extLst xmlns:a="http://schemas.openxmlformats.org/drawingml/2006/main">
              <a:ext uri="{FF2B5EF4-FFF2-40B4-BE49-F238E27FC236}">
                <a16:creationId xmlns:a16="http://schemas.microsoft.com/office/drawing/2014/main" id="{463365AD-8AA0-440A-9937-333062A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5" name="diagram-line-595">
            <a:extLst xmlns:a="http://schemas.openxmlformats.org/drawingml/2006/main">
              <a:ext uri="{FF2B5EF4-FFF2-40B4-BE49-F238E27FC236}">
                <a16:creationId xmlns:a16="http://schemas.microsoft.com/office/drawing/2014/main" id="{B2527023-3ADD-4980-A53A-F52238CB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6" name="diagram-line-596">
            <a:extLst xmlns:a="http://schemas.openxmlformats.org/drawingml/2006/main">
              <a:ext uri="{FF2B5EF4-FFF2-40B4-BE49-F238E27FC236}">
                <a16:creationId xmlns:a16="http://schemas.microsoft.com/office/drawing/2014/main" id="{6A4AB5BD-E233-4D3F-A734-928E8B27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7" name="diagram-line-597">
            <a:extLst xmlns:a="http://schemas.openxmlformats.org/drawingml/2006/main">
              <a:ext uri="{FF2B5EF4-FFF2-40B4-BE49-F238E27FC236}">
                <a16:creationId xmlns:a16="http://schemas.microsoft.com/office/drawing/2014/main" id="{70DB09F5-50C7-485A-9095-71EF69DE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8" name="diagram-line-598">
            <a:extLst xmlns:a="http://schemas.openxmlformats.org/drawingml/2006/main">
              <a:ext uri="{FF2B5EF4-FFF2-40B4-BE49-F238E27FC236}">
                <a16:creationId xmlns:a16="http://schemas.microsoft.com/office/drawing/2014/main" id="{3A35300C-8FA1-4E28-AA9C-D59FA417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9" name="diagram-line-599">
            <a:extLst xmlns:a="http://schemas.openxmlformats.org/drawingml/2006/main">
              <a:ext uri="{FF2B5EF4-FFF2-40B4-BE49-F238E27FC236}">
                <a16:creationId xmlns:a16="http://schemas.microsoft.com/office/drawing/2014/main" id="{A7353203-74EB-4FE0-8FCF-E9085D03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0" name="diagram-line-600">
            <a:extLst xmlns:a="http://schemas.openxmlformats.org/drawingml/2006/main">
              <a:ext uri="{FF2B5EF4-FFF2-40B4-BE49-F238E27FC236}">
                <a16:creationId xmlns:a16="http://schemas.microsoft.com/office/drawing/2014/main" id="{1BDCF773-D078-469C-A825-0B9D9E40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1" name="diagram-line-601">
            <a:extLst xmlns:a="http://schemas.openxmlformats.org/drawingml/2006/main">
              <a:ext uri="{FF2B5EF4-FFF2-40B4-BE49-F238E27FC236}">
                <a16:creationId xmlns:a16="http://schemas.microsoft.com/office/drawing/2014/main" id="{88890F26-6591-417C-BB2D-F2E7965F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2" name="diagram-line-602">
            <a:extLst xmlns:a="http://schemas.openxmlformats.org/drawingml/2006/main">
              <a:ext uri="{FF2B5EF4-FFF2-40B4-BE49-F238E27FC236}">
                <a16:creationId xmlns:a16="http://schemas.microsoft.com/office/drawing/2014/main" id="{CB65931F-36D0-4640-B4AE-0DBADE5C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3" name="diagram-line-603">
            <a:extLst xmlns:a="http://schemas.openxmlformats.org/drawingml/2006/main">
              <a:ext uri="{FF2B5EF4-FFF2-40B4-BE49-F238E27FC236}">
                <a16:creationId xmlns:a16="http://schemas.microsoft.com/office/drawing/2014/main" id="{3579B169-89DE-490C-81B5-15A35559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4" name="diagram-line-604">
            <a:extLst xmlns:a="http://schemas.openxmlformats.org/drawingml/2006/main">
              <a:ext uri="{FF2B5EF4-FFF2-40B4-BE49-F238E27FC236}">
                <a16:creationId xmlns:a16="http://schemas.microsoft.com/office/drawing/2014/main" id="{97811E10-D863-4139-8BF3-A3A1F0E7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5" name="diagram-line-605">
            <a:extLst xmlns:a="http://schemas.openxmlformats.org/drawingml/2006/main">
              <a:ext uri="{FF2B5EF4-FFF2-40B4-BE49-F238E27FC236}">
                <a16:creationId xmlns:a16="http://schemas.microsoft.com/office/drawing/2014/main" id="{660ADFB1-DE03-441D-B0E3-E9BE5F8E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6" name="diagram-line-606">
            <a:extLst xmlns:a="http://schemas.openxmlformats.org/drawingml/2006/main">
              <a:ext uri="{FF2B5EF4-FFF2-40B4-BE49-F238E27FC236}">
                <a16:creationId xmlns:a16="http://schemas.microsoft.com/office/drawing/2014/main" id="{945040B7-C71E-49DF-98C6-2E244BEC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7" name="diagram-line-607">
            <a:extLst xmlns:a="http://schemas.openxmlformats.org/drawingml/2006/main">
              <a:ext uri="{FF2B5EF4-FFF2-40B4-BE49-F238E27FC236}">
                <a16:creationId xmlns:a16="http://schemas.microsoft.com/office/drawing/2014/main" id="{8A6C8F11-ED27-4469-948D-5C0582DD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8" name="diagram-line-608">
            <a:extLst xmlns:a="http://schemas.openxmlformats.org/drawingml/2006/main">
              <a:ext uri="{FF2B5EF4-FFF2-40B4-BE49-F238E27FC236}">
                <a16:creationId xmlns:a16="http://schemas.microsoft.com/office/drawing/2014/main" id="{94F51D7C-0070-4F57-9A01-378C443C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9" name="diagram-line-609">
            <a:extLst xmlns:a="http://schemas.openxmlformats.org/drawingml/2006/main">
              <a:ext uri="{FF2B5EF4-FFF2-40B4-BE49-F238E27FC236}">
                <a16:creationId xmlns:a16="http://schemas.microsoft.com/office/drawing/2014/main" id="{A5FC78FC-E0F1-461C-9512-BE94DC98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0" name="diagram-line-610">
            <a:extLst xmlns:a="http://schemas.openxmlformats.org/drawingml/2006/main">
              <a:ext uri="{FF2B5EF4-FFF2-40B4-BE49-F238E27FC236}">
                <a16:creationId xmlns:a16="http://schemas.microsoft.com/office/drawing/2014/main" id="{FE152AF0-EE8B-4F1C-973E-D0484DA7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1" name="diagram-line-611">
            <a:extLst xmlns:a="http://schemas.openxmlformats.org/drawingml/2006/main">
              <a:ext uri="{FF2B5EF4-FFF2-40B4-BE49-F238E27FC236}">
                <a16:creationId xmlns:a16="http://schemas.microsoft.com/office/drawing/2014/main" id="{31EBBD0C-641A-4164-A0DB-F6E874EF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2" name="diagram-line-612">
            <a:extLst xmlns:a="http://schemas.openxmlformats.org/drawingml/2006/main">
              <a:ext uri="{FF2B5EF4-FFF2-40B4-BE49-F238E27FC236}">
                <a16:creationId xmlns:a16="http://schemas.microsoft.com/office/drawing/2014/main" id="{D1A75AC5-BDA9-482F-A026-17DF7EF8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3" name="diagram-line-613">
            <a:extLst xmlns:a="http://schemas.openxmlformats.org/drawingml/2006/main">
              <a:ext uri="{FF2B5EF4-FFF2-40B4-BE49-F238E27FC236}">
                <a16:creationId xmlns:a16="http://schemas.microsoft.com/office/drawing/2014/main" id="{CE162E5A-DC18-43B8-BBF7-6A5667DC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4" name="diagram-line-614">
            <a:extLst xmlns:a="http://schemas.openxmlformats.org/drawingml/2006/main">
              <a:ext uri="{FF2B5EF4-FFF2-40B4-BE49-F238E27FC236}">
                <a16:creationId xmlns:a16="http://schemas.microsoft.com/office/drawing/2014/main" id="{A422D95B-3BAB-4035-9F38-0F529695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5" name="diagram-line-615">
            <a:extLst xmlns:a="http://schemas.openxmlformats.org/drawingml/2006/main">
              <a:ext uri="{FF2B5EF4-FFF2-40B4-BE49-F238E27FC236}">
                <a16:creationId xmlns:a16="http://schemas.microsoft.com/office/drawing/2014/main" id="{82581021-892F-49A4-AA13-38707B82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6" name="diagram-line-616">
            <a:extLst xmlns:a="http://schemas.openxmlformats.org/drawingml/2006/main">
              <a:ext uri="{FF2B5EF4-FFF2-40B4-BE49-F238E27FC236}">
                <a16:creationId xmlns:a16="http://schemas.microsoft.com/office/drawing/2014/main" id="{BCED48E3-8054-43B4-AF4D-21CA147A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7" name="diagram-line-617">
            <a:extLst xmlns:a="http://schemas.openxmlformats.org/drawingml/2006/main">
              <a:ext uri="{FF2B5EF4-FFF2-40B4-BE49-F238E27FC236}">
                <a16:creationId xmlns:a16="http://schemas.microsoft.com/office/drawing/2014/main" id="{4C8CD542-D76E-4FCE-A0A2-787F393D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8" name="diagram-line-618">
            <a:extLst xmlns:a="http://schemas.openxmlformats.org/drawingml/2006/main">
              <a:ext uri="{FF2B5EF4-FFF2-40B4-BE49-F238E27FC236}">
                <a16:creationId xmlns:a16="http://schemas.microsoft.com/office/drawing/2014/main" id="{A2528ECF-8B26-4144-A66A-2D67A163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9" name="diagram-line-619">
            <a:extLst xmlns:a="http://schemas.openxmlformats.org/drawingml/2006/main">
              <a:ext uri="{FF2B5EF4-FFF2-40B4-BE49-F238E27FC236}">
                <a16:creationId xmlns:a16="http://schemas.microsoft.com/office/drawing/2014/main" id="{81151338-B549-40A2-B1EB-B89FE8E2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0" name="diagram-line-620">
            <a:extLst xmlns:a="http://schemas.openxmlformats.org/drawingml/2006/main">
              <a:ext uri="{FF2B5EF4-FFF2-40B4-BE49-F238E27FC236}">
                <a16:creationId xmlns:a16="http://schemas.microsoft.com/office/drawing/2014/main" id="{F230E1AC-D329-4E66-9BAD-51F75DC8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1" name="diagram-line-621">
            <a:extLst xmlns:a="http://schemas.openxmlformats.org/drawingml/2006/main">
              <a:ext uri="{FF2B5EF4-FFF2-40B4-BE49-F238E27FC236}">
                <a16:creationId xmlns:a16="http://schemas.microsoft.com/office/drawing/2014/main" id="{A9916A11-E338-4CF8-88B7-C35F2C14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2" name="diagram-line-622">
            <a:extLst xmlns:a="http://schemas.openxmlformats.org/drawingml/2006/main">
              <a:ext uri="{FF2B5EF4-FFF2-40B4-BE49-F238E27FC236}">
                <a16:creationId xmlns:a16="http://schemas.microsoft.com/office/drawing/2014/main" id="{E1981750-D71C-4748-89FD-BBE3F042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3" name="diagram-line-623">
            <a:extLst xmlns:a="http://schemas.openxmlformats.org/drawingml/2006/main">
              <a:ext uri="{FF2B5EF4-FFF2-40B4-BE49-F238E27FC236}">
                <a16:creationId xmlns:a16="http://schemas.microsoft.com/office/drawing/2014/main" id="{8809A510-9E05-460A-A174-E13CC442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4" name="diagram-line-624">
            <a:extLst xmlns:a="http://schemas.openxmlformats.org/drawingml/2006/main">
              <a:ext uri="{FF2B5EF4-FFF2-40B4-BE49-F238E27FC236}">
                <a16:creationId xmlns:a16="http://schemas.microsoft.com/office/drawing/2014/main" id="{76D1B96B-F77A-40D8-9DB1-1C11E263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5" name="diagram-line-625">
            <a:extLst xmlns:a="http://schemas.openxmlformats.org/drawingml/2006/main">
              <a:ext uri="{FF2B5EF4-FFF2-40B4-BE49-F238E27FC236}">
                <a16:creationId xmlns:a16="http://schemas.microsoft.com/office/drawing/2014/main" id="{5A3F5ACD-B840-4557-B331-86C68B65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6" name="diagram-line-626">
            <a:extLst xmlns:a="http://schemas.openxmlformats.org/drawingml/2006/main">
              <a:ext uri="{FF2B5EF4-FFF2-40B4-BE49-F238E27FC236}">
                <a16:creationId xmlns:a16="http://schemas.microsoft.com/office/drawing/2014/main" id="{7CA6ABDC-97AF-4640-9663-7C094C85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7" name="diagram-line-627">
            <a:extLst xmlns:a="http://schemas.openxmlformats.org/drawingml/2006/main">
              <a:ext uri="{FF2B5EF4-FFF2-40B4-BE49-F238E27FC236}">
                <a16:creationId xmlns:a16="http://schemas.microsoft.com/office/drawing/2014/main" id="{C18B4440-1E20-4AA1-8034-6C047E07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8" name="diagram-line-628">
            <a:extLst xmlns:a="http://schemas.openxmlformats.org/drawingml/2006/main">
              <a:ext uri="{FF2B5EF4-FFF2-40B4-BE49-F238E27FC236}">
                <a16:creationId xmlns:a16="http://schemas.microsoft.com/office/drawing/2014/main" id="{3DDAF032-C0D3-43D9-8475-35D8F8CB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9" name="diagram-line-629">
            <a:extLst xmlns:a="http://schemas.openxmlformats.org/drawingml/2006/main">
              <a:ext uri="{FF2B5EF4-FFF2-40B4-BE49-F238E27FC236}">
                <a16:creationId xmlns:a16="http://schemas.microsoft.com/office/drawing/2014/main" id="{9F3C818C-3ECD-4328-A285-A72E6DED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70" y="3525317"/>
            <a:ext cx="179" cy="1098937"/>
          </a:xfrm>
          <a:custGeom xmlns:a="http://schemas.openxmlformats.org/drawingml/2006/main">
            <a:pathLst>
              <a:path w="191" h="1171575">
                <a:moveTo>
                  <a:pt x="0" y="0"/>
                </a:moveTo>
                <a:lnTo>
                  <a:pt x="0" y="117157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160" name="diagram-poly-630">
            <a:extLst xmlns:a="http://schemas.openxmlformats.org/drawingml/2006/main">
              <a:ext uri="{FF2B5EF4-FFF2-40B4-BE49-F238E27FC236}">
                <a16:creationId xmlns:a16="http://schemas.microsoft.com/office/drawing/2014/main" id="{82B70D10-8762-42D6-939F-C9FA0C12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4" y="4561713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161" name="diagram-line-631">
            <a:extLst xmlns:a="http://schemas.openxmlformats.org/drawingml/2006/main">
              <a:ext uri="{FF2B5EF4-FFF2-40B4-BE49-F238E27FC236}">
                <a16:creationId xmlns:a16="http://schemas.microsoft.com/office/drawing/2014/main" id="{80D96714-4EF5-4EE1-A3D8-471C7701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86" y="3525317"/>
            <a:ext cx="179" cy="1098937"/>
          </a:xfrm>
          <a:custGeom xmlns:a="http://schemas.openxmlformats.org/drawingml/2006/main">
            <a:pathLst>
              <a:path w="191" h="1171575">
                <a:moveTo>
                  <a:pt x="0" y="1171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162" name="diagram-poly-632">
            <a:extLst xmlns:a="http://schemas.openxmlformats.org/drawingml/2006/main">
              <a:ext uri="{FF2B5EF4-FFF2-40B4-BE49-F238E27FC236}">
                <a16:creationId xmlns:a16="http://schemas.microsoft.com/office/drawing/2014/main" id="{C3C4F5B0-88A4-4C6E-867E-5E3699B1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89" y="3525317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163" name="revision-text-633">
            <a:extLst xmlns:a="http://schemas.openxmlformats.org/drawingml/2006/main">
              <a:ext uri="{FF2B5EF4-FFF2-40B4-BE49-F238E27FC236}">
                <a16:creationId xmlns:a16="http://schemas.microsoft.com/office/drawing/2014/main" id="{FF6A0DAD-F826-4E5E-9FDD-1322E973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887162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72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472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Control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72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472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command</a:t>
            </a:r>
          </a:p>
        </p:txBody>
      </p:sp>
      <p:sp>
        <p:nvSpPr>
          <p:cNvPr id="164" name="revision-text-634">
            <a:extLst xmlns:a="http://schemas.openxmlformats.org/drawingml/2006/main">
              <a:ext uri="{FF2B5EF4-FFF2-40B4-BE49-F238E27FC236}">
                <a16:creationId xmlns:a16="http://schemas.microsoft.com/office/drawing/2014/main" id="{47F2EB55-5E54-4DFF-A2A5-14CCCA72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90" y="3887162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5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5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Data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5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5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feedback</a:t>
            </a:r>
          </a:p>
        </p:txBody>
      </p:sp>
      <p:sp>
        <p:nvSpPr>
          <p:cNvPr id="165" name="diagram-line-635">
            <a:extLst xmlns:a="http://schemas.openxmlformats.org/drawingml/2006/main">
              <a:ext uri="{FF2B5EF4-FFF2-40B4-BE49-F238E27FC236}">
                <a16:creationId xmlns:a16="http://schemas.microsoft.com/office/drawing/2014/main" id="{7051A056-E588-4007-B77C-94C67CA5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6" name="diagram-line-636">
            <a:extLst xmlns:a="http://schemas.openxmlformats.org/drawingml/2006/main">
              <a:ext uri="{FF2B5EF4-FFF2-40B4-BE49-F238E27FC236}">
                <a16:creationId xmlns:a16="http://schemas.microsoft.com/office/drawing/2014/main" id="{34050F61-650C-4D1D-B01F-FBB13B95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7" name="diagram-line-637">
            <a:extLst xmlns:a="http://schemas.openxmlformats.org/drawingml/2006/main">
              <a:ext uri="{FF2B5EF4-FFF2-40B4-BE49-F238E27FC236}">
                <a16:creationId xmlns:a16="http://schemas.microsoft.com/office/drawing/2014/main" id="{1431DBE8-F5FB-4FF5-A304-9A51B106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8" name="diagram-line-638">
            <a:extLst xmlns:a="http://schemas.openxmlformats.org/drawingml/2006/main">
              <a:ext uri="{FF2B5EF4-FFF2-40B4-BE49-F238E27FC236}">
                <a16:creationId xmlns:a16="http://schemas.microsoft.com/office/drawing/2014/main" id="{B9FCE04D-2513-460E-A4CC-76B65E68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9" name="diagram-line-639">
            <a:extLst xmlns:a="http://schemas.openxmlformats.org/drawingml/2006/main">
              <a:ext uri="{FF2B5EF4-FFF2-40B4-BE49-F238E27FC236}">
                <a16:creationId xmlns:a16="http://schemas.microsoft.com/office/drawing/2014/main" id="{2B80CAEA-6DAA-4767-AE26-64BA02C2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0" name="diagram-line-640">
            <a:extLst xmlns:a="http://schemas.openxmlformats.org/drawingml/2006/main">
              <a:ext uri="{FF2B5EF4-FFF2-40B4-BE49-F238E27FC236}">
                <a16:creationId xmlns:a16="http://schemas.microsoft.com/office/drawing/2014/main" id="{C65C70D4-7313-4F93-BD9E-DEFE973E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1" name="diagram-line-641">
            <a:extLst xmlns:a="http://schemas.openxmlformats.org/drawingml/2006/main">
              <a:ext uri="{FF2B5EF4-FFF2-40B4-BE49-F238E27FC236}">
                <a16:creationId xmlns:a16="http://schemas.microsoft.com/office/drawing/2014/main" id="{4C543D40-3184-48DE-AC11-2051A3BA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2" name="diagram-line-642">
            <a:extLst xmlns:a="http://schemas.openxmlformats.org/drawingml/2006/main">
              <a:ext uri="{FF2B5EF4-FFF2-40B4-BE49-F238E27FC236}">
                <a16:creationId xmlns:a16="http://schemas.microsoft.com/office/drawing/2014/main" id="{C603FC67-9619-4546-96EE-D3F913A3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3" name="diagram-line-643">
            <a:extLst xmlns:a="http://schemas.openxmlformats.org/drawingml/2006/main">
              <a:ext uri="{FF2B5EF4-FFF2-40B4-BE49-F238E27FC236}">
                <a16:creationId xmlns:a16="http://schemas.microsoft.com/office/drawing/2014/main" id="{9AF26A5A-FF86-4370-92C7-A31FF298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4" name="diagram-line-644">
            <a:extLst xmlns:a="http://schemas.openxmlformats.org/drawingml/2006/main">
              <a:ext uri="{FF2B5EF4-FFF2-40B4-BE49-F238E27FC236}">
                <a16:creationId xmlns:a16="http://schemas.microsoft.com/office/drawing/2014/main" id="{133A9F43-B8BC-46E4-83C2-9162BBAB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5" name="diagram-line-645">
            <a:extLst xmlns:a="http://schemas.openxmlformats.org/drawingml/2006/main">
              <a:ext uri="{FF2B5EF4-FFF2-40B4-BE49-F238E27FC236}">
                <a16:creationId xmlns:a16="http://schemas.microsoft.com/office/drawing/2014/main" id="{496BE79F-F6AF-4DF5-B008-D93C83AF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6" name="diagram-line-646">
            <a:extLst xmlns:a="http://schemas.openxmlformats.org/drawingml/2006/main">
              <a:ext uri="{FF2B5EF4-FFF2-40B4-BE49-F238E27FC236}">
                <a16:creationId xmlns:a16="http://schemas.microsoft.com/office/drawing/2014/main" id="{02FBF9E1-C450-4972-AB7E-3EFF5FE9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7" name="diagram-line-647">
            <a:extLst xmlns:a="http://schemas.openxmlformats.org/drawingml/2006/main">
              <a:ext uri="{FF2B5EF4-FFF2-40B4-BE49-F238E27FC236}">
                <a16:creationId xmlns:a16="http://schemas.microsoft.com/office/drawing/2014/main" id="{CD67C977-E4C5-4858-99BE-53666252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8" name="diagram-line-648">
            <a:extLst xmlns:a="http://schemas.openxmlformats.org/drawingml/2006/main">
              <a:ext uri="{FF2B5EF4-FFF2-40B4-BE49-F238E27FC236}">
                <a16:creationId xmlns:a16="http://schemas.microsoft.com/office/drawing/2014/main" id="{1978AC43-9C28-43FD-984F-AEE98135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9" name="diagram-line-649">
            <a:extLst xmlns:a="http://schemas.openxmlformats.org/drawingml/2006/main">
              <a:ext uri="{FF2B5EF4-FFF2-40B4-BE49-F238E27FC236}">
                <a16:creationId xmlns:a16="http://schemas.microsoft.com/office/drawing/2014/main" id="{B805F464-FC54-4160-9610-BC4FC60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0" name="diagram-line-650">
            <a:extLst xmlns:a="http://schemas.openxmlformats.org/drawingml/2006/main">
              <a:ext uri="{FF2B5EF4-FFF2-40B4-BE49-F238E27FC236}">
                <a16:creationId xmlns:a16="http://schemas.microsoft.com/office/drawing/2014/main" id="{A8D01125-7A32-40B3-A900-BEEFD82D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1" name="diagram-line-651">
            <a:extLst xmlns:a="http://schemas.openxmlformats.org/drawingml/2006/main">
              <a:ext uri="{FF2B5EF4-FFF2-40B4-BE49-F238E27FC236}">
                <a16:creationId xmlns:a16="http://schemas.microsoft.com/office/drawing/2014/main" id="{2FB173C9-430F-4395-A7E4-5042B778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2" name="diagram-line-652">
            <a:extLst xmlns:a="http://schemas.openxmlformats.org/drawingml/2006/main">
              <a:ext uri="{FF2B5EF4-FFF2-40B4-BE49-F238E27FC236}">
                <a16:creationId xmlns:a16="http://schemas.microsoft.com/office/drawing/2014/main" id="{21210F1A-0FCE-4C6C-A9A3-D566C729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3" name="diagram-line-653">
            <a:extLst xmlns:a="http://schemas.openxmlformats.org/drawingml/2006/main">
              <a:ext uri="{FF2B5EF4-FFF2-40B4-BE49-F238E27FC236}">
                <a16:creationId xmlns:a16="http://schemas.microsoft.com/office/drawing/2014/main" id="{15BA0DDA-4FB3-4E21-B350-4058B2B8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4" name="diagram-line-654">
            <a:extLst xmlns:a="http://schemas.openxmlformats.org/drawingml/2006/main">
              <a:ext uri="{FF2B5EF4-FFF2-40B4-BE49-F238E27FC236}">
                <a16:creationId xmlns:a16="http://schemas.microsoft.com/office/drawing/2014/main" id="{E4BAD42C-F08C-4F96-8445-FF6A7FED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5" name="diagram-line-655">
            <a:extLst xmlns:a="http://schemas.openxmlformats.org/drawingml/2006/main">
              <a:ext uri="{FF2B5EF4-FFF2-40B4-BE49-F238E27FC236}">
                <a16:creationId xmlns:a16="http://schemas.microsoft.com/office/drawing/2014/main" id="{A0F6F158-D353-4B84-BB4D-774371A0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6" name="diagram-line-656">
            <a:extLst xmlns:a="http://schemas.openxmlformats.org/drawingml/2006/main">
              <a:ext uri="{FF2B5EF4-FFF2-40B4-BE49-F238E27FC236}">
                <a16:creationId xmlns:a16="http://schemas.microsoft.com/office/drawing/2014/main" id="{E4502BCA-AEA6-43E8-87F1-4FF31235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7" name="diagram-line-657">
            <a:extLst xmlns:a="http://schemas.openxmlformats.org/drawingml/2006/main">
              <a:ext uri="{FF2B5EF4-FFF2-40B4-BE49-F238E27FC236}">
                <a16:creationId xmlns:a16="http://schemas.microsoft.com/office/drawing/2014/main" id="{AB1F2D36-E3A7-49AA-B389-A6B747E5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8" name="diagram-line-658">
            <a:extLst xmlns:a="http://schemas.openxmlformats.org/drawingml/2006/main">
              <a:ext uri="{FF2B5EF4-FFF2-40B4-BE49-F238E27FC236}">
                <a16:creationId xmlns:a16="http://schemas.microsoft.com/office/drawing/2014/main" id="{4200DAD3-D997-4452-8BB8-8D5E88A5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9" name="diagram-line-659">
            <a:extLst xmlns:a="http://schemas.openxmlformats.org/drawingml/2006/main">
              <a:ext uri="{FF2B5EF4-FFF2-40B4-BE49-F238E27FC236}">
                <a16:creationId xmlns:a16="http://schemas.microsoft.com/office/drawing/2014/main" id="{97800AA7-C188-4BCC-B0C9-D2910365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0" name="diagram-line-660">
            <a:extLst xmlns:a="http://schemas.openxmlformats.org/drawingml/2006/main">
              <a:ext uri="{FF2B5EF4-FFF2-40B4-BE49-F238E27FC236}">
                <a16:creationId xmlns:a16="http://schemas.microsoft.com/office/drawing/2014/main" id="{DB63A9A7-AF6B-46F7-A9F0-B03AD2BD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1" name="diagram-line-661">
            <a:extLst xmlns:a="http://schemas.openxmlformats.org/drawingml/2006/main">
              <a:ext uri="{FF2B5EF4-FFF2-40B4-BE49-F238E27FC236}">
                <a16:creationId xmlns:a16="http://schemas.microsoft.com/office/drawing/2014/main" id="{6E175906-F9D9-49D8-9080-5FF2EBED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2" name="diagram-line-662">
            <a:extLst xmlns:a="http://schemas.openxmlformats.org/drawingml/2006/main">
              <a:ext uri="{FF2B5EF4-FFF2-40B4-BE49-F238E27FC236}">
                <a16:creationId xmlns:a16="http://schemas.microsoft.com/office/drawing/2014/main" id="{84D6B0DF-3B22-4D3D-9D95-3FA53B45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3" name="diagram-line-663">
            <a:extLst xmlns:a="http://schemas.openxmlformats.org/drawingml/2006/main">
              <a:ext uri="{FF2B5EF4-FFF2-40B4-BE49-F238E27FC236}">
                <a16:creationId xmlns:a16="http://schemas.microsoft.com/office/drawing/2014/main" id="{A2E1C391-5FD0-4C0F-807C-89650F5B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4" name="diagram-line-664">
            <a:extLst xmlns:a="http://schemas.openxmlformats.org/drawingml/2006/main">
              <a:ext uri="{FF2B5EF4-FFF2-40B4-BE49-F238E27FC236}">
                <a16:creationId xmlns:a16="http://schemas.microsoft.com/office/drawing/2014/main" id="{4B9F1AB2-B3AB-4880-80A9-3C2B6C51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5" name="diagram-line-665">
            <a:extLst xmlns:a="http://schemas.openxmlformats.org/drawingml/2006/main">
              <a:ext uri="{FF2B5EF4-FFF2-40B4-BE49-F238E27FC236}">
                <a16:creationId xmlns:a16="http://schemas.microsoft.com/office/drawing/2014/main" id="{4D990717-0201-4391-928A-65525501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6" name="diagram-line-666">
            <a:extLst xmlns:a="http://schemas.openxmlformats.org/drawingml/2006/main">
              <a:ext uri="{FF2B5EF4-FFF2-40B4-BE49-F238E27FC236}">
                <a16:creationId xmlns:a16="http://schemas.microsoft.com/office/drawing/2014/main" id="{DA758160-E0C4-48FD-8B8B-3F50CDBF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7" name="diagram-line-667">
            <a:extLst xmlns:a="http://schemas.openxmlformats.org/drawingml/2006/main">
              <a:ext uri="{FF2B5EF4-FFF2-40B4-BE49-F238E27FC236}">
                <a16:creationId xmlns:a16="http://schemas.microsoft.com/office/drawing/2014/main" id="{66197C94-50BB-4C86-9E84-26244834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8" name="diagram-line-668">
            <a:extLst xmlns:a="http://schemas.openxmlformats.org/drawingml/2006/main">
              <a:ext uri="{FF2B5EF4-FFF2-40B4-BE49-F238E27FC236}">
                <a16:creationId xmlns:a16="http://schemas.microsoft.com/office/drawing/2014/main" id="{F01511C2-9756-409C-A6B1-3C571D4D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9" name="diagram-line-669">
            <a:extLst xmlns:a="http://schemas.openxmlformats.org/drawingml/2006/main">
              <a:ext uri="{FF2B5EF4-FFF2-40B4-BE49-F238E27FC236}">
                <a16:creationId xmlns:a16="http://schemas.microsoft.com/office/drawing/2014/main" id="{29232605-37AF-4CC0-9A33-785B1809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0" name="diagram-line-670">
            <a:extLst xmlns:a="http://schemas.openxmlformats.org/drawingml/2006/main">
              <a:ext uri="{FF2B5EF4-FFF2-40B4-BE49-F238E27FC236}">
                <a16:creationId xmlns:a16="http://schemas.microsoft.com/office/drawing/2014/main" id="{C0787EE0-2457-40FE-B879-3EE10A02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1" name="diagram-line-671">
            <a:extLst xmlns:a="http://schemas.openxmlformats.org/drawingml/2006/main">
              <a:ext uri="{FF2B5EF4-FFF2-40B4-BE49-F238E27FC236}">
                <a16:creationId xmlns:a16="http://schemas.microsoft.com/office/drawing/2014/main" id="{0648DEA0-1116-4929-A4DC-B37389E6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70" y="5008435"/>
            <a:ext cx="179" cy="687953"/>
          </a:xfrm>
          <a:custGeom xmlns:a="http://schemas.openxmlformats.org/drawingml/2006/main">
            <a:pathLst>
              <a:path w="191" h="733425">
                <a:moveTo>
                  <a:pt x="0" y="0"/>
                </a:moveTo>
                <a:lnTo>
                  <a:pt x="0" y="73342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02" name="diagram-poly-672">
            <a:extLst xmlns:a="http://schemas.openxmlformats.org/drawingml/2006/main">
              <a:ext uri="{FF2B5EF4-FFF2-40B4-BE49-F238E27FC236}">
                <a16:creationId xmlns:a16="http://schemas.microsoft.com/office/drawing/2014/main" id="{13BBE605-A0C8-4EBF-B07B-96620F3F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4" y="5633847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03" name="diagram-line-673">
            <a:extLst xmlns:a="http://schemas.openxmlformats.org/drawingml/2006/main">
              <a:ext uri="{FF2B5EF4-FFF2-40B4-BE49-F238E27FC236}">
                <a16:creationId xmlns:a16="http://schemas.microsoft.com/office/drawing/2014/main" id="{274AA487-312B-419E-9D24-701F3C8C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86" y="5008435"/>
            <a:ext cx="179" cy="687953"/>
          </a:xfrm>
          <a:custGeom xmlns:a="http://schemas.openxmlformats.org/drawingml/2006/main">
            <a:pathLst>
              <a:path w="191" h="733425">
                <a:moveTo>
                  <a:pt x="0" y="7334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04" name="diagram-poly-674">
            <a:extLst xmlns:a="http://schemas.openxmlformats.org/drawingml/2006/main">
              <a:ext uri="{FF2B5EF4-FFF2-40B4-BE49-F238E27FC236}">
                <a16:creationId xmlns:a16="http://schemas.microsoft.com/office/drawing/2014/main" id="{A74C0A19-1E58-4696-A324-CE13D05B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89" y="5008435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05" name="revision-text-675">
            <a:extLst xmlns:a="http://schemas.openxmlformats.org/drawingml/2006/main">
              <a:ext uri="{FF2B5EF4-FFF2-40B4-BE49-F238E27FC236}">
                <a16:creationId xmlns:a16="http://schemas.microsoft.com/office/drawing/2014/main" id="{73F3DFB3-F4F5-4BA4-9FE7-E162AA72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164788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72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472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Device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72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472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command</a:t>
            </a:r>
          </a:p>
        </p:txBody>
      </p:sp>
      <p:sp>
        <p:nvSpPr>
          <p:cNvPr id="206" name="revision-text-676">
            <a:extLst xmlns:a="http://schemas.openxmlformats.org/drawingml/2006/main">
              <a:ext uri="{FF2B5EF4-FFF2-40B4-BE49-F238E27FC236}">
                <a16:creationId xmlns:a16="http://schemas.microsoft.com/office/drawing/2014/main" id="{1F82E294-F3BA-45C2-9CCE-AFD8B56A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90" y="5164788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81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Data /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81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Status</a:t>
            </a:r>
          </a:p>
        </p:txBody>
      </p:sp>
      <p:sp>
        <p:nvSpPr>
          <p:cNvPr id="207" name="diagram-line-677">
            <a:extLst xmlns:a="http://schemas.openxmlformats.org/drawingml/2006/main">
              <a:ext uri="{FF2B5EF4-FFF2-40B4-BE49-F238E27FC236}">
                <a16:creationId xmlns:a16="http://schemas.microsoft.com/office/drawing/2014/main" id="{57A05BDF-2AC7-4692-A14B-09AB0BFC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8" name="diagram-line-678">
            <a:extLst xmlns:a="http://schemas.openxmlformats.org/drawingml/2006/main">
              <a:ext uri="{FF2B5EF4-FFF2-40B4-BE49-F238E27FC236}">
                <a16:creationId xmlns:a16="http://schemas.microsoft.com/office/drawing/2014/main" id="{DB0DC9A2-97C6-465C-97A3-1312D6C3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9" name="diagram-line-679">
            <a:extLst xmlns:a="http://schemas.openxmlformats.org/drawingml/2006/main">
              <a:ext uri="{FF2B5EF4-FFF2-40B4-BE49-F238E27FC236}">
                <a16:creationId xmlns:a16="http://schemas.microsoft.com/office/drawing/2014/main" id="{25313392-1928-4757-B418-15593696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1702689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0" name="diagram-line-680">
            <a:extLst xmlns:a="http://schemas.openxmlformats.org/drawingml/2006/main">
              <a:ext uri="{FF2B5EF4-FFF2-40B4-BE49-F238E27FC236}">
                <a16:creationId xmlns:a16="http://schemas.microsoft.com/office/drawing/2014/main" id="{2C5D9ED2-F2FC-4244-B56C-E2296E0F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1" name="diagram-line-681">
            <a:extLst xmlns:a="http://schemas.openxmlformats.org/drawingml/2006/main">
              <a:ext uri="{FF2B5EF4-FFF2-40B4-BE49-F238E27FC236}">
                <a16:creationId xmlns:a16="http://schemas.microsoft.com/office/drawing/2014/main" id="{06C7905F-8660-4308-87E5-E4938EBF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2" name="diagram-line-682">
            <a:extLst xmlns:a="http://schemas.openxmlformats.org/drawingml/2006/main">
              <a:ext uri="{FF2B5EF4-FFF2-40B4-BE49-F238E27FC236}">
                <a16:creationId xmlns:a16="http://schemas.microsoft.com/office/drawing/2014/main" id="{DFB1B234-0E4B-4E73-AD52-33140999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3" name="diagram-line-683">
            <a:extLst xmlns:a="http://schemas.openxmlformats.org/drawingml/2006/main">
              <a:ext uri="{FF2B5EF4-FFF2-40B4-BE49-F238E27FC236}">
                <a16:creationId xmlns:a16="http://schemas.microsoft.com/office/drawing/2014/main" id="{99E85F8C-813A-4095-9B96-D1B5A8A5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4" name="diagram-line-684">
            <a:extLst xmlns:a="http://schemas.openxmlformats.org/drawingml/2006/main">
              <a:ext uri="{FF2B5EF4-FFF2-40B4-BE49-F238E27FC236}">
                <a16:creationId xmlns:a16="http://schemas.microsoft.com/office/drawing/2014/main" id="{B5715109-C932-4B58-AB5B-C3A06705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5" name="diagram-line-685">
            <a:extLst xmlns:a="http://schemas.openxmlformats.org/drawingml/2006/main">
              <a:ext uri="{FF2B5EF4-FFF2-40B4-BE49-F238E27FC236}">
                <a16:creationId xmlns:a16="http://schemas.microsoft.com/office/drawing/2014/main" id="{2A2BDF39-3D0F-48C7-97C9-C61EB5A3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3114332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6" name="diagram-line-686">
            <a:extLst xmlns:a="http://schemas.openxmlformats.org/drawingml/2006/main">
              <a:ext uri="{FF2B5EF4-FFF2-40B4-BE49-F238E27FC236}">
                <a16:creationId xmlns:a16="http://schemas.microsoft.com/office/drawing/2014/main" id="{31534B64-2E8B-4349-819F-040017FE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7" name="diagram-line-687">
            <a:extLst xmlns:a="http://schemas.openxmlformats.org/drawingml/2006/main">
              <a:ext uri="{FF2B5EF4-FFF2-40B4-BE49-F238E27FC236}">
                <a16:creationId xmlns:a16="http://schemas.microsoft.com/office/drawing/2014/main" id="{2391C167-3AB8-43CA-93B2-8BF0BA91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8" name="diagram-line-688">
            <a:extLst xmlns:a="http://schemas.openxmlformats.org/drawingml/2006/main">
              <a:ext uri="{FF2B5EF4-FFF2-40B4-BE49-F238E27FC236}">
                <a16:creationId xmlns:a16="http://schemas.microsoft.com/office/drawing/2014/main" id="{2D1A4789-307F-445C-B42F-07A83D55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9" name="diagram-line-689">
            <a:extLst xmlns:a="http://schemas.openxmlformats.org/drawingml/2006/main">
              <a:ext uri="{FF2B5EF4-FFF2-40B4-BE49-F238E27FC236}">
                <a16:creationId xmlns:a16="http://schemas.microsoft.com/office/drawing/2014/main" id="{60E10859-9772-436C-A21C-D0699152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0" name="diagram-line-690">
            <a:extLst xmlns:a="http://schemas.openxmlformats.org/drawingml/2006/main">
              <a:ext uri="{FF2B5EF4-FFF2-40B4-BE49-F238E27FC236}">
                <a16:creationId xmlns:a16="http://schemas.microsoft.com/office/drawing/2014/main" id="{68E8A07A-6C74-4359-9C01-07A2A51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1" name="diagram-line-691">
            <a:extLst xmlns:a="http://schemas.openxmlformats.org/drawingml/2006/main">
              <a:ext uri="{FF2B5EF4-FFF2-40B4-BE49-F238E27FC236}">
                <a16:creationId xmlns:a16="http://schemas.microsoft.com/office/drawing/2014/main" id="{3B59F6A5-CCBD-477E-82AC-5982F3ED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4552779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2" name="diagram-line-692">
            <a:extLst xmlns:a="http://schemas.openxmlformats.org/drawingml/2006/main">
              <a:ext uri="{FF2B5EF4-FFF2-40B4-BE49-F238E27FC236}">
                <a16:creationId xmlns:a16="http://schemas.microsoft.com/office/drawing/2014/main" id="{99AC58B0-9727-4C40-8036-2FFB9F74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3" name="diagram-line-693">
            <a:extLst xmlns:a="http://schemas.openxmlformats.org/drawingml/2006/main">
              <a:ext uri="{FF2B5EF4-FFF2-40B4-BE49-F238E27FC236}">
                <a16:creationId xmlns:a16="http://schemas.microsoft.com/office/drawing/2014/main" id="{9307152E-644F-441A-B456-725F20A5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4" name="diagram-line-694">
            <a:extLst xmlns:a="http://schemas.openxmlformats.org/drawingml/2006/main">
              <a:ext uri="{FF2B5EF4-FFF2-40B4-BE49-F238E27FC236}">
                <a16:creationId xmlns:a16="http://schemas.microsoft.com/office/drawing/2014/main" id="{5AF74202-CEC7-469D-AB82-D689EE2F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5" name="diagram-line-695">
            <a:extLst xmlns:a="http://schemas.openxmlformats.org/drawingml/2006/main">
              <a:ext uri="{FF2B5EF4-FFF2-40B4-BE49-F238E27FC236}">
                <a16:creationId xmlns:a16="http://schemas.microsoft.com/office/drawing/2014/main" id="{5777B149-D80E-4874-96D7-17E4B770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6" name="diagram-line-696">
            <a:extLst xmlns:a="http://schemas.openxmlformats.org/drawingml/2006/main">
              <a:ext uri="{FF2B5EF4-FFF2-40B4-BE49-F238E27FC236}">
                <a16:creationId xmlns:a16="http://schemas.microsoft.com/office/drawing/2014/main" id="{DDAC6A5E-3663-4B7A-A123-EE4EC86C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7" name="diagram-line-697">
            <a:extLst xmlns:a="http://schemas.openxmlformats.org/drawingml/2006/main">
              <a:ext uri="{FF2B5EF4-FFF2-40B4-BE49-F238E27FC236}">
                <a16:creationId xmlns:a16="http://schemas.microsoft.com/office/drawing/2014/main" id="{9C9C2574-58BA-406C-99D0-B776BD0D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5687454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8" name="diagram-line-698">
            <a:extLst xmlns:a="http://schemas.openxmlformats.org/drawingml/2006/main">
              <a:ext uri="{FF2B5EF4-FFF2-40B4-BE49-F238E27FC236}">
                <a16:creationId xmlns:a16="http://schemas.microsoft.com/office/drawing/2014/main" id="{58A70116-732E-40CD-BD18-2667BFE7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9" name="diagram-line-699">
            <a:extLst xmlns:a="http://schemas.openxmlformats.org/drawingml/2006/main">
              <a:ext uri="{FF2B5EF4-FFF2-40B4-BE49-F238E27FC236}">
                <a16:creationId xmlns:a16="http://schemas.microsoft.com/office/drawing/2014/main" id="{833F1A59-3425-4C0C-AD2A-0869E6E2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30" name="diagram-line-700">
            <a:extLst xmlns:a="http://schemas.openxmlformats.org/drawingml/2006/main">
              <a:ext uri="{FF2B5EF4-FFF2-40B4-BE49-F238E27FC236}">
                <a16:creationId xmlns:a16="http://schemas.microsoft.com/office/drawing/2014/main" id="{5557BD40-583D-4C4D-8996-B2874193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31" name="diagram-box-701">
            <a:extLst xmlns:a="http://schemas.openxmlformats.org/drawingml/2006/main">
              <a:ext uri="{FF2B5EF4-FFF2-40B4-BE49-F238E27FC236}">
                <a16:creationId xmlns:a16="http://schemas.microsoft.com/office/drawing/2014/main" id="{7BA70FB8-9F41-4DB9-816D-BE658C38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1524000"/>
            <a:ext cx="6879527" cy="10185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2" name="diagram-box-702">
            <a:extLst xmlns:a="http://schemas.openxmlformats.org/drawingml/2006/main">
              <a:ext uri="{FF2B5EF4-FFF2-40B4-BE49-F238E27FC236}">
                <a16:creationId xmlns:a16="http://schemas.microsoft.com/office/drawing/2014/main" id="{514C1C62-33AD-483E-8872-B048853C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1524000"/>
            <a:ext cx="6879527" cy="285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3" name="revision-text-703">
            <a:extLst xmlns:a="http://schemas.openxmlformats.org/drawingml/2006/main">
              <a:ext uri="{FF2B5EF4-FFF2-40B4-BE49-F238E27FC236}">
                <a16:creationId xmlns:a16="http://schemas.microsoft.com/office/drawing/2014/main" id="{821AB986-14D6-432B-9F9B-D7C7499E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1550803"/>
            <a:ext cx="6736575" cy="265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Workflow node</a:t>
            </a:r>
          </a:p>
        </p:txBody>
      </p:sp>
      <p:sp>
        <p:nvSpPr>
          <p:cNvPr id="234" name="revision-text-704">
            <a:extLst xmlns:a="http://schemas.openxmlformats.org/drawingml/2006/main">
              <a:ext uri="{FF2B5EF4-FFF2-40B4-BE49-F238E27FC236}">
                <a16:creationId xmlns:a16="http://schemas.microsoft.com/office/drawing/2014/main" id="{92A84A8E-9DF6-467C-8A81-A4567359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874" y="1586541"/>
            <a:ext cx="2492712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Control interfaces / Data ports</a:t>
            </a:r>
          </a:p>
        </p:txBody>
      </p:sp>
      <p:sp>
        <p:nvSpPr>
          <p:cNvPr id="235" name="diagram-box-705">
            <a:extLst xmlns:a="http://schemas.openxmlformats.org/drawingml/2006/main">
              <a:ext uri="{FF2B5EF4-FFF2-40B4-BE49-F238E27FC236}">
                <a16:creationId xmlns:a16="http://schemas.microsoft.com/office/drawing/2014/main" id="{39FE9D39-7344-454B-B45C-69D5062C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1908181"/>
            <a:ext cx="1938776" cy="2590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6" name="revision-text-706">
            <a:extLst xmlns:a="http://schemas.openxmlformats.org/drawingml/2006/main">
              <a:ext uri="{FF2B5EF4-FFF2-40B4-BE49-F238E27FC236}">
                <a16:creationId xmlns:a16="http://schemas.microsoft.com/office/drawing/2014/main" id="{757A9112-B395-4001-9A4C-47347BA6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1934985"/>
            <a:ext cx="1849431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Variable space</a:t>
            </a:r>
          </a:p>
        </p:txBody>
      </p:sp>
      <p:sp>
        <p:nvSpPr>
          <p:cNvPr id="237" name="diagram-box-707">
            <a:extLst xmlns:a="http://schemas.openxmlformats.org/drawingml/2006/main">
              <a:ext uri="{FF2B5EF4-FFF2-40B4-BE49-F238E27FC236}">
                <a16:creationId xmlns:a16="http://schemas.microsoft.com/office/drawing/2014/main" id="{9457A02D-C018-476E-8A5B-6F30D401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2229822"/>
            <a:ext cx="1938776" cy="2412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8" name="revision-text-708">
            <a:extLst xmlns:a="http://schemas.openxmlformats.org/drawingml/2006/main">
              <a:ext uri="{FF2B5EF4-FFF2-40B4-BE49-F238E27FC236}">
                <a16:creationId xmlns:a16="http://schemas.microsoft.com/office/drawing/2014/main" id="{E36BD967-CE21-4887-BD56-2D9E16BE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2256625"/>
            <a:ext cx="1849431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Node lifecycle</a:t>
            </a:r>
          </a:p>
        </p:txBody>
      </p:sp>
      <p:sp>
        <p:nvSpPr>
          <p:cNvPr id="239" name="diagram-box-709">
            <a:extLst xmlns:a="http://schemas.openxmlformats.org/drawingml/2006/main">
              <a:ext uri="{FF2B5EF4-FFF2-40B4-BE49-F238E27FC236}">
                <a16:creationId xmlns:a16="http://schemas.microsoft.com/office/drawing/2014/main" id="{6095082B-6598-4320-A09F-9D967F53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804" y="1908181"/>
            <a:ext cx="4109847" cy="562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9A83BB"/>
            </a:solidFill>
          </a:ln>
        </p:spPr>
      </p:sp>
      <p:sp>
        <p:nvSpPr>
          <p:cNvPr id="240" name="revision-text-710">
            <a:extLst xmlns:a="http://schemas.openxmlformats.org/drawingml/2006/main">
              <a:ext uri="{FF2B5EF4-FFF2-40B4-BE49-F238E27FC236}">
                <a16:creationId xmlns:a16="http://schemas.microsoft.com/office/drawing/2014/main" id="{76273F12-2575-4927-B31C-E411EDA7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476" y="1934985"/>
            <a:ext cx="4020502" cy="244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0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0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Trigger: condition → action</a:t>
            </a:r>
          </a:p>
        </p:txBody>
      </p:sp>
      <p:sp>
        <p:nvSpPr>
          <p:cNvPr id="241" name="revision-text-711">
            <a:extLst xmlns:a="http://schemas.openxmlformats.org/drawingml/2006/main">
              <a:ext uri="{FF2B5EF4-FFF2-40B4-BE49-F238E27FC236}">
                <a16:creationId xmlns:a16="http://schemas.microsoft.com/office/drawing/2014/main" id="{724F86D6-BE63-432A-B43B-C26C25AE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411" y="2122608"/>
            <a:ext cx="4002634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Read variables, interface signals, and lifecycle state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When conditions hold: update values or send signals</a:t>
            </a:r>
          </a:p>
        </p:txBody>
      </p:sp>
      <p:sp>
        <p:nvSpPr>
          <p:cNvPr id="242" name="diagram-line-712">
            <a:extLst xmlns:a="http://schemas.openxmlformats.org/drawingml/2006/main">
              <a:ext uri="{FF2B5EF4-FFF2-40B4-BE49-F238E27FC236}">
                <a16:creationId xmlns:a16="http://schemas.microsoft.com/office/drawing/2014/main" id="{94AE4EA0-01A4-4E61-8C4A-B7830C5B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409" y="2033264"/>
            <a:ext cx="491395" cy="179"/>
          </a:xfrm>
          <a:custGeom xmlns:a="http://schemas.openxmlformats.org/drawingml/2006/main">
            <a:pathLst>
              <a:path w="523875" h="191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939CA3"/>
            </a:solidFill>
          </a:ln>
        </p:spPr>
      </p:sp>
      <p:sp>
        <p:nvSpPr>
          <p:cNvPr id="243" name="diagram-poly-713">
            <a:extLst xmlns:a="http://schemas.openxmlformats.org/drawingml/2006/main">
              <a:ext uri="{FF2B5EF4-FFF2-40B4-BE49-F238E27FC236}">
                <a16:creationId xmlns:a16="http://schemas.microsoft.com/office/drawing/2014/main" id="{4DB64C87-4E74-4ED2-B51A-8D86B8A2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263" y="2005567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39CA3"/>
          </a:solidFill>
          <a:ln xmlns:a="http://schemas.openxmlformats.org/drawingml/2006/main" w="893">
            <a:solidFill>
              <a:srgbClr val="939CA3"/>
            </a:solidFill>
          </a:ln>
        </p:spPr>
      </p:sp>
      <p:sp>
        <p:nvSpPr>
          <p:cNvPr id="244" name="diagram-line-714">
            <a:extLst xmlns:a="http://schemas.openxmlformats.org/drawingml/2006/main">
              <a:ext uri="{FF2B5EF4-FFF2-40B4-BE49-F238E27FC236}">
                <a16:creationId xmlns:a16="http://schemas.microsoft.com/office/drawing/2014/main" id="{918F3DD0-5AB3-4CDF-9A20-E23455CE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409" y="2345969"/>
            <a:ext cx="491395" cy="179"/>
          </a:xfrm>
          <a:custGeom xmlns:a="http://schemas.openxmlformats.org/drawingml/2006/main">
            <a:pathLst>
              <a:path w="523875" h="191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939CA3"/>
            </a:solidFill>
          </a:ln>
        </p:spPr>
      </p:sp>
      <p:sp>
        <p:nvSpPr>
          <p:cNvPr id="245" name="diagram-poly-715">
            <a:extLst xmlns:a="http://schemas.openxmlformats.org/drawingml/2006/main">
              <a:ext uri="{FF2B5EF4-FFF2-40B4-BE49-F238E27FC236}">
                <a16:creationId xmlns:a16="http://schemas.microsoft.com/office/drawing/2014/main" id="{0AD66090-5E51-46B8-A3DE-99684E4A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263" y="2318273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39CA3"/>
          </a:solidFill>
          <a:ln xmlns:a="http://schemas.openxmlformats.org/drawingml/2006/main" w="893">
            <a:solidFill>
              <a:srgbClr val="939CA3"/>
            </a:solidFill>
          </a:ln>
        </p:spPr>
      </p:sp>
      <p:sp>
        <p:nvSpPr>
          <p:cNvPr id="246" name="diagram-line-716">
            <a:extLst xmlns:a="http://schemas.openxmlformats.org/drawingml/2006/main">
              <a:ext uri="{FF2B5EF4-FFF2-40B4-BE49-F238E27FC236}">
                <a16:creationId xmlns:a16="http://schemas.microsoft.com/office/drawing/2014/main" id="{85E8AF27-CDD7-4192-A460-11F00A0E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70" y="2542527"/>
            <a:ext cx="179" cy="491395"/>
          </a:xfrm>
          <a:custGeom xmlns:a="http://schemas.openxmlformats.org/drawingml/2006/main">
            <a:pathLst>
              <a:path w="191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47" name="diagram-poly-717">
            <a:extLst xmlns:a="http://schemas.openxmlformats.org/drawingml/2006/main">
              <a:ext uri="{FF2B5EF4-FFF2-40B4-BE49-F238E27FC236}">
                <a16:creationId xmlns:a16="http://schemas.microsoft.com/office/drawing/2014/main" id="{D68B7822-F4DE-4F9F-8D87-EE5CDE9D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873" y="2971381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48" name="revision-text-718">
            <a:extLst xmlns:a="http://schemas.openxmlformats.org/drawingml/2006/main">
              <a:ext uri="{FF2B5EF4-FFF2-40B4-BE49-F238E27FC236}">
                <a16:creationId xmlns:a16="http://schemas.microsoft.com/office/drawing/2014/main" id="{48CD5621-F101-46C7-B61B-7B16970F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48" y="2667610"/>
            <a:ext cx="2501646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011" b="0" lang="en-US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Control request / Operation parameters</a:t>
            </a:r>
          </a:p>
        </p:txBody>
      </p:sp>
      <p:sp>
        <p:nvSpPr>
          <p:cNvPr id="249" name="diagram-line-719">
            <a:extLst xmlns:a="http://schemas.openxmlformats.org/drawingml/2006/main">
              <a:ext uri="{FF2B5EF4-FFF2-40B4-BE49-F238E27FC236}">
                <a16:creationId xmlns:a16="http://schemas.microsoft.com/office/drawing/2014/main" id="{E5A5AAA8-043C-47F9-87C5-5A0E1EBA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95" y="2542527"/>
            <a:ext cx="179" cy="491395"/>
          </a:xfrm>
          <a:custGeom xmlns:a="http://schemas.openxmlformats.org/drawingml/2006/main">
            <a:pathLst>
              <a:path w="191" h="523875">
                <a:moveTo>
                  <a:pt x="0" y="523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50" name="diagram-poly-720">
            <a:extLst xmlns:a="http://schemas.openxmlformats.org/drawingml/2006/main">
              <a:ext uri="{FF2B5EF4-FFF2-40B4-BE49-F238E27FC236}">
                <a16:creationId xmlns:a16="http://schemas.microsoft.com/office/drawing/2014/main" id="{138F92FB-5801-41AE-A795-59B46479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198" y="2542527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51" name="revision-text-721">
            <a:extLst xmlns:a="http://schemas.openxmlformats.org/drawingml/2006/main">
              <a:ext uri="{FF2B5EF4-FFF2-40B4-BE49-F238E27FC236}">
                <a16:creationId xmlns:a16="http://schemas.microsoft.com/office/drawing/2014/main" id="{4906C6DF-BBF8-4BBB-85E3-7C299819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872" y="2667610"/>
            <a:ext cx="2233613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086" b="0" lang="en-US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Execution status / Data feedback</a:t>
            </a:r>
          </a:p>
        </p:txBody>
      </p:sp>
      <p:sp>
        <p:nvSpPr>
          <p:cNvPr id="252" name="diagram-box-722">
            <a:extLst xmlns:a="http://schemas.openxmlformats.org/drawingml/2006/main">
              <a:ext uri="{FF2B5EF4-FFF2-40B4-BE49-F238E27FC236}">
                <a16:creationId xmlns:a16="http://schemas.microsoft.com/office/drawing/2014/main" id="{86396D6D-38A4-4142-A7A2-174DF61A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3033922"/>
            <a:ext cx="6879527" cy="1081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53" name="diagram-box-723">
            <a:extLst xmlns:a="http://schemas.openxmlformats.org/drawingml/2006/main">
              <a:ext uri="{FF2B5EF4-FFF2-40B4-BE49-F238E27FC236}">
                <a16:creationId xmlns:a16="http://schemas.microsoft.com/office/drawing/2014/main" id="{890A46E2-9FC3-461C-A87B-17DF6BBF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3033922"/>
            <a:ext cx="6879527" cy="285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54" name="revision-text-724">
            <a:extLst xmlns:a="http://schemas.openxmlformats.org/drawingml/2006/main">
              <a:ext uri="{FF2B5EF4-FFF2-40B4-BE49-F238E27FC236}">
                <a16:creationId xmlns:a16="http://schemas.microsoft.com/office/drawing/2014/main" id="{676B3BDB-11D1-43C6-BAF9-AFFE1139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3060725"/>
            <a:ext cx="6736575" cy="265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Device state machine</a:t>
            </a:r>
          </a:p>
        </p:txBody>
      </p:sp>
      <p:sp>
        <p:nvSpPr>
          <p:cNvPr id="255" name="revision-text-725">
            <a:extLst xmlns:a="http://schemas.openxmlformats.org/drawingml/2006/main">
              <a:ext uri="{FF2B5EF4-FFF2-40B4-BE49-F238E27FC236}">
                <a16:creationId xmlns:a16="http://schemas.microsoft.com/office/drawing/2014/main" id="{6AAB5E61-8324-4C56-BC15-CBB53DA7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459" y="3096463"/>
            <a:ext cx="4217060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021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Capability model supplies operations + Adapter mapping contract</a:t>
            </a:r>
          </a:p>
        </p:txBody>
      </p:sp>
      <p:sp>
        <p:nvSpPr>
          <p:cNvPr id="256" name="diagram-box-726">
            <a:extLst xmlns:a="http://schemas.openxmlformats.org/drawingml/2006/main">
              <a:ext uri="{FF2B5EF4-FFF2-40B4-BE49-F238E27FC236}">
                <a16:creationId xmlns:a16="http://schemas.microsoft.com/office/drawing/2014/main" id="{B8EEA25C-9280-4DB9-A6FF-ACBFEAF8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3418103"/>
            <a:ext cx="1876235" cy="419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57" name="revision-text-727">
            <a:extLst xmlns:a="http://schemas.openxmlformats.org/drawingml/2006/main">
              <a:ext uri="{FF2B5EF4-FFF2-40B4-BE49-F238E27FC236}">
                <a16:creationId xmlns:a16="http://schemas.microsoft.com/office/drawing/2014/main" id="{233E154D-D6A6-4634-BFFE-439F0A02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3444907"/>
            <a:ext cx="1786890" cy="234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Request handling</a:t>
            </a:r>
          </a:p>
        </p:txBody>
      </p:sp>
      <p:sp>
        <p:nvSpPr>
          <p:cNvPr id="258" name="revision-text-728">
            <a:extLst xmlns:a="http://schemas.openxmlformats.org/drawingml/2006/main">
              <a:ext uri="{FF2B5EF4-FFF2-40B4-BE49-F238E27FC236}">
                <a16:creationId xmlns:a16="http://schemas.microsoft.com/office/drawing/2014/main" id="{B5D5793F-F4C4-491A-9B8B-88C9B0C7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240" y="3623596"/>
            <a:ext cx="1769021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Check request and state</a:t>
            </a:r>
          </a:p>
        </p:txBody>
      </p:sp>
      <p:sp>
        <p:nvSpPr>
          <p:cNvPr id="259" name="diagram-box-729">
            <a:extLst xmlns:a="http://schemas.openxmlformats.org/drawingml/2006/main">
              <a:ext uri="{FF2B5EF4-FFF2-40B4-BE49-F238E27FC236}">
                <a16:creationId xmlns:a16="http://schemas.microsoft.com/office/drawing/2014/main" id="{DF23EDB9-1117-43A4-A123-2A380420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591" y="3418103"/>
            <a:ext cx="1876235" cy="419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60" name="revision-text-730">
            <a:extLst xmlns:a="http://schemas.openxmlformats.org/drawingml/2006/main">
              <a:ext uri="{FF2B5EF4-FFF2-40B4-BE49-F238E27FC236}">
                <a16:creationId xmlns:a16="http://schemas.microsoft.com/office/drawing/2014/main" id="{75659885-24CB-424C-995E-3FD67536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263" y="3444907"/>
            <a:ext cx="1786890" cy="234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State transition</a:t>
            </a:r>
          </a:p>
        </p:txBody>
      </p:sp>
      <p:sp>
        <p:nvSpPr>
          <p:cNvPr id="261" name="revision-text-731">
            <a:extLst xmlns:a="http://schemas.openxmlformats.org/drawingml/2006/main">
              <a:ext uri="{FF2B5EF4-FFF2-40B4-BE49-F238E27FC236}">
                <a16:creationId xmlns:a16="http://schemas.microsoft.com/office/drawing/2014/main" id="{5CECA0B0-0E5C-4223-8E99-8EFD7475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197" y="3623596"/>
            <a:ext cx="1769021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Apply transition actions</a:t>
            </a:r>
          </a:p>
        </p:txBody>
      </p:sp>
      <p:sp>
        <p:nvSpPr>
          <p:cNvPr id="262" name="diagram-box-732">
            <a:extLst xmlns:a="http://schemas.openxmlformats.org/drawingml/2006/main">
              <a:ext uri="{FF2B5EF4-FFF2-40B4-BE49-F238E27FC236}">
                <a16:creationId xmlns:a16="http://schemas.microsoft.com/office/drawing/2014/main" id="{0D6F2DBC-8666-4042-8E85-B8208368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548" y="3418103"/>
            <a:ext cx="1894103" cy="419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63" name="revision-text-733">
            <a:extLst xmlns:a="http://schemas.openxmlformats.org/drawingml/2006/main">
              <a:ext uri="{FF2B5EF4-FFF2-40B4-BE49-F238E27FC236}">
                <a16:creationId xmlns:a16="http://schemas.microsoft.com/office/drawing/2014/main" id="{EF96EB7D-C62C-4E69-B0AB-8B56F69A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220" y="3444907"/>
            <a:ext cx="1804759" cy="234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Command output</a:t>
            </a:r>
          </a:p>
        </p:txBody>
      </p:sp>
      <p:sp>
        <p:nvSpPr>
          <p:cNvPr id="264" name="revision-text-734">
            <a:extLst xmlns:a="http://schemas.openxmlformats.org/drawingml/2006/main">
              <a:ext uri="{FF2B5EF4-FFF2-40B4-BE49-F238E27FC236}">
                <a16:creationId xmlns:a16="http://schemas.microsoft.com/office/drawing/2014/main" id="{0CE973D3-482E-4324-89CE-C04A741D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154" y="3623596"/>
            <a:ext cx="1786890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991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Form command per contract</a:t>
            </a:r>
          </a:p>
        </p:txBody>
      </p:sp>
      <p:sp>
        <p:nvSpPr>
          <p:cNvPr id="265" name="diagram-line-735">
            <a:extLst xmlns:a="http://schemas.openxmlformats.org/drawingml/2006/main">
              <a:ext uri="{FF2B5EF4-FFF2-40B4-BE49-F238E27FC236}">
                <a16:creationId xmlns:a16="http://schemas.microsoft.com/office/drawing/2014/main" id="{F3C6AF61-4CAD-42FF-8706-9B1246AC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868" y="3632530"/>
            <a:ext cx="446723" cy="179"/>
          </a:xfrm>
          <a:custGeom xmlns:a="http://schemas.openxmlformats.org/drawingml/2006/main">
            <a:pathLst>
              <a:path w="476250" h="191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66" name="diagram-poly-736">
            <a:extLst xmlns:a="http://schemas.openxmlformats.org/drawingml/2006/main">
              <a:ext uri="{FF2B5EF4-FFF2-40B4-BE49-F238E27FC236}">
                <a16:creationId xmlns:a16="http://schemas.microsoft.com/office/drawing/2014/main" id="{3EA7A715-A02F-4BA2-A8AA-0A361F51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049" y="3604833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67" name="diagram-line-737">
            <a:extLst xmlns:a="http://schemas.openxmlformats.org/drawingml/2006/main">
              <a:ext uri="{FF2B5EF4-FFF2-40B4-BE49-F238E27FC236}">
                <a16:creationId xmlns:a16="http://schemas.microsoft.com/office/drawing/2014/main" id="{0BDBC8A5-D659-4CFB-B214-09278F52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825" y="3632530"/>
            <a:ext cx="446723" cy="179"/>
          </a:xfrm>
          <a:custGeom xmlns:a="http://schemas.openxmlformats.org/drawingml/2006/main">
            <a:pathLst>
              <a:path w="476250" h="191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68" name="diagram-poly-738">
            <a:extLst xmlns:a="http://schemas.openxmlformats.org/drawingml/2006/main">
              <a:ext uri="{FF2B5EF4-FFF2-40B4-BE49-F238E27FC236}">
                <a16:creationId xmlns:a16="http://schemas.microsoft.com/office/drawing/2014/main" id="{A443C20E-898A-43B4-BB04-77187D91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006" y="3604833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69" name="revision-text-739">
            <a:extLst xmlns:a="http://schemas.openxmlformats.org/drawingml/2006/main">
              <a:ext uri="{FF2B5EF4-FFF2-40B4-BE49-F238E27FC236}">
                <a16:creationId xmlns:a16="http://schemas.microsoft.com/office/drawing/2014/main" id="{F7170BB6-9646-4DCF-AF7F-BF979218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371" y="3918433"/>
            <a:ext cx="6468542" cy="21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96" b="0" lang="en-US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Events and telemetry → update device model state and attributes</a:t>
            </a:r>
          </a:p>
        </p:txBody>
      </p:sp>
      <p:sp>
        <p:nvSpPr>
          <p:cNvPr id="270" name="diagram-line-740">
            <a:extLst xmlns:a="http://schemas.openxmlformats.org/drawingml/2006/main">
              <a:ext uri="{FF2B5EF4-FFF2-40B4-BE49-F238E27FC236}">
                <a16:creationId xmlns:a16="http://schemas.microsoft.com/office/drawing/2014/main" id="{FB34E911-CCE4-4AEF-B9F4-3C26E6C3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70" y="4114991"/>
            <a:ext cx="179" cy="473526"/>
          </a:xfrm>
          <a:custGeom xmlns:a="http://schemas.openxmlformats.org/drawingml/2006/main">
            <a:pathLst>
              <a:path w="191" h="504825">
                <a:moveTo>
                  <a:pt x="0" y="0"/>
                </a:moveTo>
                <a:lnTo>
                  <a:pt x="0" y="50482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71" name="diagram-poly-741">
            <a:extLst xmlns:a="http://schemas.openxmlformats.org/drawingml/2006/main">
              <a:ext uri="{FF2B5EF4-FFF2-40B4-BE49-F238E27FC236}">
                <a16:creationId xmlns:a16="http://schemas.microsoft.com/office/drawing/2014/main" id="{ABCBE365-DA18-49E6-828A-1D341DDF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873" y="4525975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72" name="revision-text-742">
            <a:extLst xmlns:a="http://schemas.openxmlformats.org/drawingml/2006/main">
              <a:ext uri="{FF2B5EF4-FFF2-40B4-BE49-F238E27FC236}">
                <a16:creationId xmlns:a16="http://schemas.microsoft.com/office/drawing/2014/main" id="{6D05B50E-37AF-49A9-A6E5-56BAF750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48" y="4231138"/>
            <a:ext cx="2412302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 lang="en-US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Command for the Adapter</a:t>
            </a:r>
          </a:p>
        </p:txBody>
      </p:sp>
      <p:sp>
        <p:nvSpPr>
          <p:cNvPr id="273" name="diagram-line-743">
            <a:extLst xmlns:a="http://schemas.openxmlformats.org/drawingml/2006/main">
              <a:ext uri="{FF2B5EF4-FFF2-40B4-BE49-F238E27FC236}">
                <a16:creationId xmlns:a16="http://schemas.microsoft.com/office/drawing/2014/main" id="{D9E8E818-9A16-4D27-95FE-D4EF248B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95" y="4114991"/>
            <a:ext cx="179" cy="473526"/>
          </a:xfrm>
          <a:custGeom xmlns:a="http://schemas.openxmlformats.org/drawingml/2006/main">
            <a:pathLst>
              <a:path w="191" h="504825">
                <a:moveTo>
                  <a:pt x="0" y="504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74" name="diagram-poly-744">
            <a:extLst xmlns:a="http://schemas.openxmlformats.org/drawingml/2006/main">
              <a:ext uri="{FF2B5EF4-FFF2-40B4-BE49-F238E27FC236}">
                <a16:creationId xmlns:a16="http://schemas.microsoft.com/office/drawing/2014/main" id="{3D3E49A9-A457-41FB-B4EB-47D26AC8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198" y="4114991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75" name="revision-text-745">
            <a:extLst xmlns:a="http://schemas.openxmlformats.org/drawingml/2006/main">
              <a:ext uri="{FF2B5EF4-FFF2-40B4-BE49-F238E27FC236}">
                <a16:creationId xmlns:a16="http://schemas.microsoft.com/office/drawing/2014/main" id="{D56528CC-764F-4641-A72D-60E8597E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545" y="4231138"/>
            <a:ext cx="2215744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7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7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Device events / Measurements</a:t>
            </a:r>
          </a:p>
        </p:txBody>
      </p:sp>
      <p:sp>
        <p:nvSpPr>
          <p:cNvPr id="276" name="diagram-box-746">
            <a:extLst xmlns:a="http://schemas.openxmlformats.org/drawingml/2006/main">
              <a:ext uri="{FF2B5EF4-FFF2-40B4-BE49-F238E27FC236}">
                <a16:creationId xmlns:a16="http://schemas.microsoft.com/office/drawing/2014/main" id="{2FA133DE-F742-445A-80E0-B803A229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4588516"/>
            <a:ext cx="6879527" cy="768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77" name="diagram-box-747">
            <a:extLst xmlns:a="http://schemas.openxmlformats.org/drawingml/2006/main">
              <a:ext uri="{FF2B5EF4-FFF2-40B4-BE49-F238E27FC236}">
                <a16:creationId xmlns:a16="http://schemas.microsoft.com/office/drawing/2014/main" id="{294BC5BD-EC6A-498B-B766-18C36987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4588516"/>
            <a:ext cx="6879527" cy="285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78" name="revision-text-748">
            <a:extLst xmlns:a="http://schemas.openxmlformats.org/drawingml/2006/main">
              <a:ext uri="{FF2B5EF4-FFF2-40B4-BE49-F238E27FC236}">
                <a16:creationId xmlns:a16="http://schemas.microsoft.com/office/drawing/2014/main" id="{41756F86-517E-4118-A14C-538E7A09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4615320"/>
            <a:ext cx="6736575" cy="265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279" name="diagram-box-749">
            <a:extLst xmlns:a="http://schemas.openxmlformats.org/drawingml/2006/main">
              <a:ext uri="{FF2B5EF4-FFF2-40B4-BE49-F238E27FC236}">
                <a16:creationId xmlns:a16="http://schemas.microsoft.com/office/drawing/2014/main" id="{433BFC4D-99C4-4B13-A759-3B9A525D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4928025"/>
            <a:ext cx="3037713" cy="348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80" name="revision-text-750">
            <a:extLst xmlns:a="http://schemas.openxmlformats.org/drawingml/2006/main">
              <a:ext uri="{FF2B5EF4-FFF2-40B4-BE49-F238E27FC236}">
                <a16:creationId xmlns:a16="http://schemas.microsoft.com/office/drawing/2014/main" id="{C183A95B-6AF9-482E-90E7-216BC21F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4954829"/>
            <a:ext cx="2948368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Command mapping</a:t>
            </a:r>
          </a:p>
        </p:txBody>
      </p:sp>
      <p:sp>
        <p:nvSpPr>
          <p:cNvPr id="281" name="revision-text-751">
            <a:extLst xmlns:a="http://schemas.openxmlformats.org/drawingml/2006/main">
              <a:ext uri="{FF2B5EF4-FFF2-40B4-BE49-F238E27FC236}">
                <a16:creationId xmlns:a16="http://schemas.microsoft.com/office/drawing/2014/main" id="{86D3FB8F-A361-4337-9BD2-3A8DD0A4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240" y="5124583"/>
            <a:ext cx="2930500" cy="192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Upper-level command → Device protocol</a:t>
            </a:r>
          </a:p>
        </p:txBody>
      </p:sp>
      <p:sp>
        <p:nvSpPr>
          <p:cNvPr id="282" name="diagram-box-752">
            <a:extLst xmlns:a="http://schemas.openxmlformats.org/drawingml/2006/main">
              <a:ext uri="{FF2B5EF4-FFF2-40B4-BE49-F238E27FC236}">
                <a16:creationId xmlns:a16="http://schemas.microsoft.com/office/drawing/2014/main" id="{81FB8D0C-0E78-4FD7-86FF-34168075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07" y="4928025"/>
            <a:ext cx="3019844" cy="348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83" name="revision-text-753">
            <a:extLst xmlns:a="http://schemas.openxmlformats.org/drawingml/2006/main">
              <a:ext uri="{FF2B5EF4-FFF2-40B4-BE49-F238E27FC236}">
                <a16:creationId xmlns:a16="http://schemas.microsoft.com/office/drawing/2014/main" id="{96F3C650-4237-4F29-902A-ADFA0061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479" y="4954829"/>
            <a:ext cx="2930500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Feedback conversion</a:t>
            </a:r>
          </a:p>
        </p:txBody>
      </p:sp>
      <p:sp>
        <p:nvSpPr>
          <p:cNvPr id="284" name="revision-text-754">
            <a:extLst xmlns:a="http://schemas.openxmlformats.org/drawingml/2006/main">
              <a:ext uri="{FF2B5EF4-FFF2-40B4-BE49-F238E27FC236}">
                <a16:creationId xmlns:a16="http://schemas.microsoft.com/office/drawing/2014/main" id="{BD6EE588-7130-4296-AF35-CD6FCC44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7414" y="5124583"/>
            <a:ext cx="2912631" cy="192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Device data → Events / Telemetry</a:t>
            </a:r>
          </a:p>
        </p:txBody>
      </p:sp>
      <p:sp>
        <p:nvSpPr>
          <p:cNvPr id="285" name="diagram-line-755">
            <a:extLst xmlns:a="http://schemas.openxmlformats.org/drawingml/2006/main">
              <a:ext uri="{FF2B5EF4-FFF2-40B4-BE49-F238E27FC236}">
                <a16:creationId xmlns:a16="http://schemas.microsoft.com/office/drawing/2014/main" id="{1F584532-E3AE-4482-A60C-3257ADAC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70" y="5356879"/>
            <a:ext cx="179" cy="375247"/>
          </a:xfrm>
          <a:custGeom xmlns:a="http://schemas.openxmlformats.org/drawingml/2006/main">
            <a:pathLst>
              <a:path w="191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86" name="diagram-poly-756">
            <a:extLst xmlns:a="http://schemas.openxmlformats.org/drawingml/2006/main">
              <a:ext uri="{FF2B5EF4-FFF2-40B4-BE49-F238E27FC236}">
                <a16:creationId xmlns:a16="http://schemas.microsoft.com/office/drawing/2014/main" id="{04D70011-EC9C-4122-B2EE-3295CCB6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873" y="5669585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87" name="revision-text-757">
            <a:extLst xmlns:a="http://schemas.openxmlformats.org/drawingml/2006/main">
              <a:ext uri="{FF2B5EF4-FFF2-40B4-BE49-F238E27FC236}">
                <a16:creationId xmlns:a16="http://schemas.microsoft.com/office/drawing/2014/main" id="{F9FEEE07-66F3-4400-A4BF-45FE9806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48" y="5455158"/>
            <a:ext cx="2144268" cy="21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9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9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Device command</a:t>
            </a:r>
          </a:p>
        </p:txBody>
      </p:sp>
      <p:sp>
        <p:nvSpPr>
          <p:cNvPr id="288" name="diagram-line-758">
            <a:extLst xmlns:a="http://schemas.openxmlformats.org/drawingml/2006/main">
              <a:ext uri="{FF2B5EF4-FFF2-40B4-BE49-F238E27FC236}">
                <a16:creationId xmlns:a16="http://schemas.microsoft.com/office/drawing/2014/main" id="{1FAF49A0-186A-42D8-A14F-6BDFD18E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95" y="5356879"/>
            <a:ext cx="179" cy="375247"/>
          </a:xfrm>
          <a:custGeom xmlns:a="http://schemas.openxmlformats.org/drawingml/2006/main">
            <a:pathLst>
              <a:path w="191" h="400050">
                <a:moveTo>
                  <a:pt x="0" y="400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89" name="diagram-poly-759">
            <a:extLst xmlns:a="http://schemas.openxmlformats.org/drawingml/2006/main">
              <a:ext uri="{FF2B5EF4-FFF2-40B4-BE49-F238E27FC236}">
                <a16:creationId xmlns:a16="http://schemas.microsoft.com/office/drawing/2014/main" id="{902F443A-0D64-40D7-8AA5-C3A3B388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198" y="5356879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90" name="revision-text-760">
            <a:extLst xmlns:a="http://schemas.openxmlformats.org/drawingml/2006/main">
              <a:ext uri="{FF2B5EF4-FFF2-40B4-BE49-F238E27FC236}">
                <a16:creationId xmlns:a16="http://schemas.microsoft.com/office/drawing/2014/main" id="{B16D8390-493A-400A-B7CD-EEECBA6C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840" y="5455158"/>
            <a:ext cx="1965579" cy="21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1:p xmlns:ns1="http://schemas.openxmlformats.org/drawingml/2006/main">
            <ns1:pPr algn="ctr">
              <ns1:lnSpc>
                <ns1:spcPct val="104000"/>
              </ns1:lnSpc>
              <ns1:spcBef>
                <ns1:spcPts val="0"/>
              </ns1:spcBef>
              <ns1:spcAft>
                <ns1:spcPts val="0"/>
              </ns1:spcAft>
              <ns1:buNone/>
              <ns1:defRPr sz="1196" b="0">
                <ns1:solidFill>
                  <ns1:srgbClr val="799A39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926" b="0" lang="en-US">
                <ns1:solidFill>
                  <ns1:srgbClr val="799A39"/>
                </ns1:solidFill>
                <ns1:latin typeface="微软雅黑"/>
                <ns1:ea typeface="微软雅黑"/>
                <ns1:cs typeface="微软雅黑"/>
              </ns1:rPr>
              <ns1:t>Measurements / Operating status</ns1:t>
            </ns1:r>
          </ns1:p>
        </p:txBody>
      </p:sp>
      <p:sp>
        <p:nvSpPr>
          <p:cNvPr id="291" name="diagram-box-761">
            <a:extLst xmlns:a="http://schemas.openxmlformats.org/drawingml/2006/main">
              <a:ext uri="{FF2B5EF4-FFF2-40B4-BE49-F238E27FC236}">
                <a16:creationId xmlns:a16="http://schemas.microsoft.com/office/drawing/2014/main" id="{BFBFA0DE-3003-4190-9EC8-F423C9CF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5732126"/>
            <a:ext cx="6879527" cy="2590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92" name="revision-text-762">
            <a:extLst xmlns:a="http://schemas.openxmlformats.org/drawingml/2006/main">
              <a:ext uri="{FF2B5EF4-FFF2-40B4-BE49-F238E27FC236}">
                <a16:creationId xmlns:a16="http://schemas.microsoft.com/office/drawing/2014/main" id="{633E6AD5-DE90-484F-98DF-30F4EF25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5767864"/>
            <a:ext cx="6736575" cy="244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07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57" b="1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Physical device: execute operations and return measurements and operating status</a:t>
            </a:r>
          </a:p>
        </p:txBody>
      </p:sp>
      <p:sp>
        <p:nvSpPr>
          <p:cNvPr id="293" name="revision-text-763">
            <a:extLst xmlns:a="http://schemas.openxmlformats.org/drawingml/2006/main">
              <a:ext uri="{FF2B5EF4-FFF2-40B4-BE49-F238E27FC236}">
                <a16:creationId xmlns:a16="http://schemas.microsoft.com/office/drawing/2014/main" id="{0B43FAA1-F5DE-4DEE-9D93-9A7728F2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lang="en-US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Workflows are optional. All device requests must pass through the device model.</a:t>
            </a:r>
          </a:p>
        </p:txBody>
      </p:sp>
    </p:spTree>
    <p:extLst>
      <p:ext uri="{BB962C8B-B14F-4D97-AF65-F5344CB8AC3E}">
        <p14:creationId xmlns:p14="http://schemas.microsoft.com/office/powerpoint/2010/main" val="16021040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8E52FCF-13C1-4F50-8C10-5F2C97CA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157DE65-F9FE-4DF9-AE15-E1001E49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  SmartLab 2.0 case study: reactor heating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D7E4FDC-7B7A-47A4-8610-23EC916E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287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rPr>
              <a:t>EUROSIM 2026  ·  Executable Modeling for Smart Chemical Laboratories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9236C6D-6E0B-400C-B5A8-328D76C4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8/10</a:t>
            </a:r>
          </a:p>
        </p:txBody>
      </p:sp>
      <p:sp>
        <p:nvSpPr>
          <p:cNvPr id="9" name="revision-text-764">
            <a:extLst xmlns:a="http://schemas.openxmlformats.org/drawingml/2006/main">
              <a:ext uri="{FF2B5EF4-FFF2-40B4-BE49-F238E27FC236}">
                <a16:creationId xmlns:a16="http://schemas.microsoft.com/office/drawing/2014/main" id="{13D35F51-8C8E-4609-A9A4-F8D15C6F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27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27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Model execution: workflow and state machine engines. Device communication: MQTT Adapter.</a:t>
            </a:r>
          </a:p>
        </p:txBody>
      </p:sp>
      <p:sp>
        <p:nvSpPr>
          <p:cNvPr id="10" name="diagram-box-765">
            <a:extLst xmlns:a="http://schemas.openxmlformats.org/drawingml/2006/main">
              <a:ext uri="{FF2B5EF4-FFF2-40B4-BE49-F238E27FC236}">
                <a16:creationId xmlns:a16="http://schemas.microsoft.com/office/drawing/2014/main" id="{ED92484F-F4D9-45F5-9174-BDDA1FF4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1" name="revision-text-766">
            <a:extLst xmlns:a="http://schemas.openxmlformats.org/drawingml/2006/main">
              <a:ext uri="{FF2B5EF4-FFF2-40B4-BE49-F238E27FC236}">
                <a16:creationId xmlns:a16="http://schemas.microsoft.com/office/drawing/2014/main" id="{5D646E3F-AFA5-469A-A3A5-A4A9AE46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Heating node</a:t>
            </a:r>
          </a:p>
        </p:txBody>
      </p:sp>
      <p:sp>
        <p:nvSpPr>
          <p:cNvPr id="12" name="diagram-line-767">
            <a:extLst xmlns:a="http://schemas.openxmlformats.org/drawingml/2006/main">
              <a:ext uri="{FF2B5EF4-FFF2-40B4-BE49-F238E27FC236}">
                <a16:creationId xmlns:a16="http://schemas.microsoft.com/office/drawing/2014/main" id="{82B9B053-4E0E-4ADC-B381-50BE79B6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" name="diagram-line-768">
            <a:extLst xmlns:a="http://schemas.openxmlformats.org/drawingml/2006/main">
              <a:ext uri="{FF2B5EF4-FFF2-40B4-BE49-F238E27FC236}">
                <a16:creationId xmlns:a16="http://schemas.microsoft.com/office/drawing/2014/main" id="{B83DA293-CCB0-4C14-84A5-C1EB394C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" name="diagram-line-769">
            <a:extLst xmlns:a="http://schemas.openxmlformats.org/drawingml/2006/main">
              <a:ext uri="{FF2B5EF4-FFF2-40B4-BE49-F238E27FC236}">
                <a16:creationId xmlns:a16="http://schemas.microsoft.com/office/drawing/2014/main" id="{4C95959E-C523-417E-B046-FBD03B42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" name="diagram-line-770">
            <a:extLst xmlns:a="http://schemas.openxmlformats.org/drawingml/2006/main">
              <a:ext uri="{FF2B5EF4-FFF2-40B4-BE49-F238E27FC236}">
                <a16:creationId xmlns:a16="http://schemas.microsoft.com/office/drawing/2014/main" id="{7416671E-67AA-40F8-A7FE-21794BA8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" name="diagram-line-771">
            <a:extLst xmlns:a="http://schemas.openxmlformats.org/drawingml/2006/main">
              <a:ext uri="{FF2B5EF4-FFF2-40B4-BE49-F238E27FC236}">
                <a16:creationId xmlns:a16="http://schemas.microsoft.com/office/drawing/2014/main" id="{0BC1B90E-429A-4407-BB27-A0410DAA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" name="diagram-line-772">
            <a:extLst xmlns:a="http://schemas.openxmlformats.org/drawingml/2006/main">
              <a:ext uri="{FF2B5EF4-FFF2-40B4-BE49-F238E27FC236}">
                <a16:creationId xmlns:a16="http://schemas.microsoft.com/office/drawing/2014/main" id="{BC6B1B12-8608-4856-AE6B-3466D625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" name="diagram-line-773">
            <a:extLst xmlns:a="http://schemas.openxmlformats.org/drawingml/2006/main">
              <a:ext uri="{FF2B5EF4-FFF2-40B4-BE49-F238E27FC236}">
                <a16:creationId xmlns:a16="http://schemas.microsoft.com/office/drawing/2014/main" id="{AEDE72EB-996C-41EC-B8D0-95335D67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" name="diagram-line-774">
            <a:extLst xmlns:a="http://schemas.openxmlformats.org/drawingml/2006/main">
              <a:ext uri="{FF2B5EF4-FFF2-40B4-BE49-F238E27FC236}">
                <a16:creationId xmlns:a16="http://schemas.microsoft.com/office/drawing/2014/main" id="{30F2FF1C-01F0-4F00-B30A-F53CB2AB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" name="diagram-line-775">
            <a:extLst xmlns:a="http://schemas.openxmlformats.org/drawingml/2006/main">
              <a:ext uri="{FF2B5EF4-FFF2-40B4-BE49-F238E27FC236}">
                <a16:creationId xmlns:a16="http://schemas.microsoft.com/office/drawing/2014/main" id="{0F836841-8B97-4A88-BF40-147DFA7E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1" name="diagram-line-776">
            <a:extLst xmlns:a="http://schemas.openxmlformats.org/drawingml/2006/main">
              <a:ext uri="{FF2B5EF4-FFF2-40B4-BE49-F238E27FC236}">
                <a16:creationId xmlns:a16="http://schemas.microsoft.com/office/drawing/2014/main" id="{40A37EB5-2398-4B0F-8854-AB67619C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2" name="diagram-line-777">
            <a:extLst xmlns:a="http://schemas.openxmlformats.org/drawingml/2006/main">
              <a:ext uri="{FF2B5EF4-FFF2-40B4-BE49-F238E27FC236}">
                <a16:creationId xmlns:a16="http://schemas.microsoft.com/office/drawing/2014/main" id="{88FBEECC-E804-4AC1-B833-09DECF3B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3" name="diagram-line-778">
            <a:extLst xmlns:a="http://schemas.openxmlformats.org/drawingml/2006/main">
              <a:ext uri="{FF2B5EF4-FFF2-40B4-BE49-F238E27FC236}">
                <a16:creationId xmlns:a16="http://schemas.microsoft.com/office/drawing/2014/main" id="{42B49437-3244-4ABB-BF9B-52F1AE88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4" name="diagram-line-779">
            <a:extLst xmlns:a="http://schemas.openxmlformats.org/drawingml/2006/main">
              <a:ext uri="{FF2B5EF4-FFF2-40B4-BE49-F238E27FC236}">
                <a16:creationId xmlns:a16="http://schemas.microsoft.com/office/drawing/2014/main" id="{2ADEB9DC-162E-4259-9FC5-4936929A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5" name="diagram-line-780">
            <a:extLst xmlns:a="http://schemas.openxmlformats.org/drawingml/2006/main">
              <a:ext uri="{FF2B5EF4-FFF2-40B4-BE49-F238E27FC236}">
                <a16:creationId xmlns:a16="http://schemas.microsoft.com/office/drawing/2014/main" id="{2357A1CD-02E3-40D7-8DF5-84A44BAA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6" name="diagram-line-781">
            <a:extLst xmlns:a="http://schemas.openxmlformats.org/drawingml/2006/main">
              <a:ext uri="{FF2B5EF4-FFF2-40B4-BE49-F238E27FC236}">
                <a16:creationId xmlns:a16="http://schemas.microsoft.com/office/drawing/2014/main" id="{368DA731-67BB-4D97-9816-3E7E6F48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7" name="diagram-line-782">
            <a:extLst xmlns:a="http://schemas.openxmlformats.org/drawingml/2006/main">
              <a:ext uri="{FF2B5EF4-FFF2-40B4-BE49-F238E27FC236}">
                <a16:creationId xmlns:a16="http://schemas.microsoft.com/office/drawing/2014/main" id="{4B76D7F5-C830-4AFF-9CE2-5EC4193E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8" name="diagram-line-783">
            <a:extLst xmlns:a="http://schemas.openxmlformats.org/drawingml/2006/main">
              <a:ext uri="{FF2B5EF4-FFF2-40B4-BE49-F238E27FC236}">
                <a16:creationId xmlns:a16="http://schemas.microsoft.com/office/drawing/2014/main" id="{E46C4102-E16E-48E7-9094-C2F498C5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9" name="diagram-line-784">
            <a:extLst xmlns:a="http://schemas.openxmlformats.org/drawingml/2006/main">
              <a:ext uri="{FF2B5EF4-FFF2-40B4-BE49-F238E27FC236}">
                <a16:creationId xmlns:a16="http://schemas.microsoft.com/office/drawing/2014/main" id="{44BE254E-ECAC-4860-BA41-527D6A66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0" name="diagram-line-785">
            <a:extLst xmlns:a="http://schemas.openxmlformats.org/drawingml/2006/main">
              <a:ext uri="{FF2B5EF4-FFF2-40B4-BE49-F238E27FC236}">
                <a16:creationId xmlns:a16="http://schemas.microsoft.com/office/drawing/2014/main" id="{1F5C27F8-C019-4B78-84F7-8FAE43DB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1" name="diagram-line-786">
            <a:extLst xmlns:a="http://schemas.openxmlformats.org/drawingml/2006/main">
              <a:ext uri="{FF2B5EF4-FFF2-40B4-BE49-F238E27FC236}">
                <a16:creationId xmlns:a16="http://schemas.microsoft.com/office/drawing/2014/main" id="{6E14B6E4-21A2-4403-91C7-59C45F69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2" name="diagram-line-787">
            <a:extLst xmlns:a="http://schemas.openxmlformats.org/drawingml/2006/main">
              <a:ext uri="{FF2B5EF4-FFF2-40B4-BE49-F238E27FC236}">
                <a16:creationId xmlns:a16="http://schemas.microsoft.com/office/drawing/2014/main" id="{B101509F-2B98-41E7-AF9C-4725A380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3" name="diagram-line-788">
            <a:extLst xmlns:a="http://schemas.openxmlformats.org/drawingml/2006/main">
              <a:ext uri="{FF2B5EF4-FFF2-40B4-BE49-F238E27FC236}">
                <a16:creationId xmlns:a16="http://schemas.microsoft.com/office/drawing/2014/main" id="{A18127E1-0222-4BE4-9917-34F3B1A1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4" name="diagram-line-789">
            <a:extLst xmlns:a="http://schemas.openxmlformats.org/drawingml/2006/main">
              <a:ext uri="{FF2B5EF4-FFF2-40B4-BE49-F238E27FC236}">
                <a16:creationId xmlns:a16="http://schemas.microsoft.com/office/drawing/2014/main" id="{6B910A0C-A00C-46AB-AE5B-532B4B32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5" name="diagram-line-790">
            <a:extLst xmlns:a="http://schemas.openxmlformats.org/drawingml/2006/main">
              <a:ext uri="{FF2B5EF4-FFF2-40B4-BE49-F238E27FC236}">
                <a16:creationId xmlns:a16="http://schemas.microsoft.com/office/drawing/2014/main" id="{786F4642-0072-43BA-BDC8-3CB935E6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6" name="diagram-line-791">
            <a:extLst xmlns:a="http://schemas.openxmlformats.org/drawingml/2006/main">
              <a:ext uri="{FF2B5EF4-FFF2-40B4-BE49-F238E27FC236}">
                <a16:creationId xmlns:a16="http://schemas.microsoft.com/office/drawing/2014/main" id="{4572BB04-7DA2-48AB-97D7-BE31E9A2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7" name="diagram-line-792">
            <a:extLst xmlns:a="http://schemas.openxmlformats.org/drawingml/2006/main">
              <a:ext uri="{FF2B5EF4-FFF2-40B4-BE49-F238E27FC236}">
                <a16:creationId xmlns:a16="http://schemas.microsoft.com/office/drawing/2014/main" id="{D574033A-C731-492E-83BA-1CCA2CA7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8" name="diagram-line-793">
            <a:extLst xmlns:a="http://schemas.openxmlformats.org/drawingml/2006/main">
              <a:ext uri="{FF2B5EF4-FFF2-40B4-BE49-F238E27FC236}">
                <a16:creationId xmlns:a16="http://schemas.microsoft.com/office/drawing/2014/main" id="{618F9651-4621-4FC9-B6AB-D0F2D093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9" name="diagram-line-794">
            <a:extLst xmlns:a="http://schemas.openxmlformats.org/drawingml/2006/main">
              <a:ext uri="{FF2B5EF4-FFF2-40B4-BE49-F238E27FC236}">
                <a16:creationId xmlns:a16="http://schemas.microsoft.com/office/drawing/2014/main" id="{FA3D99C5-9937-4006-A9C2-F68BE859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0" name="diagram-line-795">
            <a:extLst xmlns:a="http://schemas.openxmlformats.org/drawingml/2006/main">
              <a:ext uri="{FF2B5EF4-FFF2-40B4-BE49-F238E27FC236}">
                <a16:creationId xmlns:a16="http://schemas.microsoft.com/office/drawing/2014/main" id="{A681CBE0-49C9-4F85-8E15-5C4B65C1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1" name="diagram-line-796">
            <a:extLst xmlns:a="http://schemas.openxmlformats.org/drawingml/2006/main">
              <a:ext uri="{FF2B5EF4-FFF2-40B4-BE49-F238E27FC236}">
                <a16:creationId xmlns:a16="http://schemas.microsoft.com/office/drawing/2014/main" id="{79FD30E3-A66A-4045-A2C1-4126FA0F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2" name="diagram-line-797">
            <a:extLst xmlns:a="http://schemas.openxmlformats.org/drawingml/2006/main">
              <a:ext uri="{FF2B5EF4-FFF2-40B4-BE49-F238E27FC236}">
                <a16:creationId xmlns:a16="http://schemas.microsoft.com/office/drawing/2014/main" id="{11876EFE-0F31-4A90-8DF2-F29A4FC2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3" name="diagram-line-798">
            <a:extLst xmlns:a="http://schemas.openxmlformats.org/drawingml/2006/main">
              <a:ext uri="{FF2B5EF4-FFF2-40B4-BE49-F238E27FC236}">
                <a16:creationId xmlns:a16="http://schemas.microsoft.com/office/drawing/2014/main" id="{E6515A77-B0D3-4DC5-8324-47DCAD60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4" name="diagram-line-799">
            <a:extLst xmlns:a="http://schemas.openxmlformats.org/drawingml/2006/main">
              <a:ext uri="{FF2B5EF4-FFF2-40B4-BE49-F238E27FC236}">
                <a16:creationId xmlns:a16="http://schemas.microsoft.com/office/drawing/2014/main" id="{17D8963E-DC21-4CDE-B781-6D8DCA4F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5" name="diagram-line-800">
            <a:extLst xmlns:a="http://schemas.openxmlformats.org/drawingml/2006/main">
              <a:ext uri="{FF2B5EF4-FFF2-40B4-BE49-F238E27FC236}">
                <a16:creationId xmlns:a16="http://schemas.microsoft.com/office/drawing/2014/main" id="{FFEDE0E1-0C4E-49E5-A2DC-BCC59EA9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6" name="diagram-line-801">
            <a:extLst xmlns:a="http://schemas.openxmlformats.org/drawingml/2006/main">
              <a:ext uri="{FF2B5EF4-FFF2-40B4-BE49-F238E27FC236}">
                <a16:creationId xmlns:a16="http://schemas.microsoft.com/office/drawing/2014/main" id="{A7F0A86B-13E8-43A9-9D63-D5506FBA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7" name="diagram-line-802">
            <a:extLst xmlns:a="http://schemas.openxmlformats.org/drawingml/2006/main">
              <a:ext uri="{FF2B5EF4-FFF2-40B4-BE49-F238E27FC236}">
                <a16:creationId xmlns:a16="http://schemas.microsoft.com/office/drawing/2014/main" id="{E4C832D2-C25C-4D8B-9BF9-69FD153B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8" name="diagram-line-803">
            <a:extLst xmlns:a="http://schemas.openxmlformats.org/drawingml/2006/main">
              <a:ext uri="{FF2B5EF4-FFF2-40B4-BE49-F238E27FC236}">
                <a16:creationId xmlns:a16="http://schemas.microsoft.com/office/drawing/2014/main" id="{1FE24577-D308-426E-900F-3B22FA1F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9" name="diagram-box-804">
            <a:extLst xmlns:a="http://schemas.openxmlformats.org/drawingml/2006/main">
              <a:ext uri="{FF2B5EF4-FFF2-40B4-BE49-F238E27FC236}">
                <a16:creationId xmlns:a16="http://schemas.microsoft.com/office/drawing/2014/main" id="{8471B1A2-C5B0-4428-A751-CC97ACFD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50" name="revision-text-805">
            <a:extLst xmlns:a="http://schemas.openxmlformats.org/drawingml/2006/main">
              <a:ext uri="{FF2B5EF4-FFF2-40B4-BE49-F238E27FC236}">
                <a16:creationId xmlns:a16="http://schemas.microsoft.com/office/drawing/2014/main" id="{73A22EF4-1C25-4CB6-8434-5DEED9CD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02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102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Device state machine</a:t>
            </a:r>
          </a:p>
        </p:txBody>
      </p:sp>
      <p:sp>
        <p:nvSpPr>
          <p:cNvPr id="51" name="diagram-line-806">
            <a:extLst xmlns:a="http://schemas.openxmlformats.org/drawingml/2006/main">
              <a:ext uri="{FF2B5EF4-FFF2-40B4-BE49-F238E27FC236}">
                <a16:creationId xmlns:a16="http://schemas.microsoft.com/office/drawing/2014/main" id="{E312160A-A394-4C8B-BC01-9D4DDC2E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2" name="diagram-line-807">
            <a:extLst xmlns:a="http://schemas.openxmlformats.org/drawingml/2006/main">
              <a:ext uri="{FF2B5EF4-FFF2-40B4-BE49-F238E27FC236}">
                <a16:creationId xmlns:a16="http://schemas.microsoft.com/office/drawing/2014/main" id="{4E874287-3F76-4844-B353-7E622B28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3" name="diagram-line-808">
            <a:extLst xmlns:a="http://schemas.openxmlformats.org/drawingml/2006/main">
              <a:ext uri="{FF2B5EF4-FFF2-40B4-BE49-F238E27FC236}">
                <a16:creationId xmlns:a16="http://schemas.microsoft.com/office/drawing/2014/main" id="{82BFE8E5-651F-4639-9DBE-CAA41E00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4" name="diagram-line-809">
            <a:extLst xmlns:a="http://schemas.openxmlformats.org/drawingml/2006/main">
              <a:ext uri="{FF2B5EF4-FFF2-40B4-BE49-F238E27FC236}">
                <a16:creationId xmlns:a16="http://schemas.microsoft.com/office/drawing/2014/main" id="{D313CE4A-0309-4682-94A6-93E39E02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5" name="diagram-line-810">
            <a:extLst xmlns:a="http://schemas.openxmlformats.org/drawingml/2006/main">
              <a:ext uri="{FF2B5EF4-FFF2-40B4-BE49-F238E27FC236}">
                <a16:creationId xmlns:a16="http://schemas.microsoft.com/office/drawing/2014/main" id="{2385A065-1CC5-4B52-8DF9-AAE67D55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6" name="diagram-line-811">
            <a:extLst xmlns:a="http://schemas.openxmlformats.org/drawingml/2006/main">
              <a:ext uri="{FF2B5EF4-FFF2-40B4-BE49-F238E27FC236}">
                <a16:creationId xmlns:a16="http://schemas.microsoft.com/office/drawing/2014/main" id="{014C47FB-A423-40EB-8BA9-83DCFD7F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7" name="diagram-line-812">
            <a:extLst xmlns:a="http://schemas.openxmlformats.org/drawingml/2006/main">
              <a:ext uri="{FF2B5EF4-FFF2-40B4-BE49-F238E27FC236}">
                <a16:creationId xmlns:a16="http://schemas.microsoft.com/office/drawing/2014/main" id="{478E3B9C-5E0F-4592-B3DE-D03A6AC1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8" name="diagram-line-813">
            <a:extLst xmlns:a="http://schemas.openxmlformats.org/drawingml/2006/main">
              <a:ext uri="{FF2B5EF4-FFF2-40B4-BE49-F238E27FC236}">
                <a16:creationId xmlns:a16="http://schemas.microsoft.com/office/drawing/2014/main" id="{0AE0BA4B-DCAD-4517-9008-FABB05B1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9" name="diagram-line-814">
            <a:extLst xmlns:a="http://schemas.openxmlformats.org/drawingml/2006/main">
              <a:ext uri="{FF2B5EF4-FFF2-40B4-BE49-F238E27FC236}">
                <a16:creationId xmlns:a16="http://schemas.microsoft.com/office/drawing/2014/main" id="{1598668F-310E-49E1-9121-FE792D9F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0" name="diagram-line-815">
            <a:extLst xmlns:a="http://schemas.openxmlformats.org/drawingml/2006/main">
              <a:ext uri="{FF2B5EF4-FFF2-40B4-BE49-F238E27FC236}">
                <a16:creationId xmlns:a16="http://schemas.microsoft.com/office/drawing/2014/main" id="{1062DFD6-EA2A-4E7F-8152-605BD27D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1" name="diagram-line-816">
            <a:extLst xmlns:a="http://schemas.openxmlformats.org/drawingml/2006/main">
              <a:ext uri="{FF2B5EF4-FFF2-40B4-BE49-F238E27FC236}">
                <a16:creationId xmlns:a16="http://schemas.microsoft.com/office/drawing/2014/main" id="{E8FEA128-3BDF-4255-923A-376DBB58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2" name="diagram-line-817">
            <a:extLst xmlns:a="http://schemas.openxmlformats.org/drawingml/2006/main">
              <a:ext uri="{FF2B5EF4-FFF2-40B4-BE49-F238E27FC236}">
                <a16:creationId xmlns:a16="http://schemas.microsoft.com/office/drawing/2014/main" id="{3EBDDC4D-AB94-42AD-AE14-E07F762C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3" name="diagram-line-818">
            <a:extLst xmlns:a="http://schemas.openxmlformats.org/drawingml/2006/main">
              <a:ext uri="{FF2B5EF4-FFF2-40B4-BE49-F238E27FC236}">
                <a16:creationId xmlns:a16="http://schemas.microsoft.com/office/drawing/2014/main" id="{5D030587-1848-40E5-B4A7-AE8784F0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4" name="diagram-line-819">
            <a:extLst xmlns:a="http://schemas.openxmlformats.org/drawingml/2006/main">
              <a:ext uri="{FF2B5EF4-FFF2-40B4-BE49-F238E27FC236}">
                <a16:creationId xmlns:a16="http://schemas.microsoft.com/office/drawing/2014/main" id="{965566FA-BE8A-4353-A013-7BD54A8B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5" name="diagram-line-820">
            <a:extLst xmlns:a="http://schemas.openxmlformats.org/drawingml/2006/main">
              <a:ext uri="{FF2B5EF4-FFF2-40B4-BE49-F238E27FC236}">
                <a16:creationId xmlns:a16="http://schemas.microsoft.com/office/drawing/2014/main" id="{48C01BA5-6468-44A5-9077-BDDFA7D4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6" name="diagram-line-821">
            <a:extLst xmlns:a="http://schemas.openxmlformats.org/drawingml/2006/main">
              <a:ext uri="{FF2B5EF4-FFF2-40B4-BE49-F238E27FC236}">
                <a16:creationId xmlns:a16="http://schemas.microsoft.com/office/drawing/2014/main" id="{E55072E4-CCBD-4DDA-8513-2F681899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7" name="diagram-line-822">
            <a:extLst xmlns:a="http://schemas.openxmlformats.org/drawingml/2006/main">
              <a:ext uri="{FF2B5EF4-FFF2-40B4-BE49-F238E27FC236}">
                <a16:creationId xmlns:a16="http://schemas.microsoft.com/office/drawing/2014/main" id="{E6ECAECE-C67F-4811-ADC9-7A623ACF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8" name="diagram-line-823">
            <a:extLst xmlns:a="http://schemas.openxmlformats.org/drawingml/2006/main">
              <a:ext uri="{FF2B5EF4-FFF2-40B4-BE49-F238E27FC236}">
                <a16:creationId xmlns:a16="http://schemas.microsoft.com/office/drawing/2014/main" id="{01680809-3883-4122-AFEE-C65F45EC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9" name="diagram-line-824">
            <a:extLst xmlns:a="http://schemas.openxmlformats.org/drawingml/2006/main">
              <a:ext uri="{FF2B5EF4-FFF2-40B4-BE49-F238E27FC236}">
                <a16:creationId xmlns:a16="http://schemas.microsoft.com/office/drawing/2014/main" id="{3455CC4A-D391-459B-A73E-3CE59F5A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0" name="diagram-line-825">
            <a:extLst xmlns:a="http://schemas.openxmlformats.org/drawingml/2006/main">
              <a:ext uri="{FF2B5EF4-FFF2-40B4-BE49-F238E27FC236}">
                <a16:creationId xmlns:a16="http://schemas.microsoft.com/office/drawing/2014/main" id="{277E8977-390C-4C89-A8FA-9F62EEB9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1" name="diagram-line-826">
            <a:extLst xmlns:a="http://schemas.openxmlformats.org/drawingml/2006/main">
              <a:ext uri="{FF2B5EF4-FFF2-40B4-BE49-F238E27FC236}">
                <a16:creationId xmlns:a16="http://schemas.microsoft.com/office/drawing/2014/main" id="{173EF39C-BE3E-4FC1-8339-7471A6DD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2" name="diagram-line-827">
            <a:extLst xmlns:a="http://schemas.openxmlformats.org/drawingml/2006/main">
              <a:ext uri="{FF2B5EF4-FFF2-40B4-BE49-F238E27FC236}">
                <a16:creationId xmlns:a16="http://schemas.microsoft.com/office/drawing/2014/main" id="{F98AE0F8-0159-44EE-AFD8-AB76E2A9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3" name="diagram-line-828">
            <a:extLst xmlns:a="http://schemas.openxmlformats.org/drawingml/2006/main">
              <a:ext uri="{FF2B5EF4-FFF2-40B4-BE49-F238E27FC236}">
                <a16:creationId xmlns:a16="http://schemas.microsoft.com/office/drawing/2014/main" id="{30BD6893-C23D-4BA5-BD72-9DA75016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4" name="diagram-line-829">
            <a:extLst xmlns:a="http://schemas.openxmlformats.org/drawingml/2006/main">
              <a:ext uri="{FF2B5EF4-FFF2-40B4-BE49-F238E27FC236}">
                <a16:creationId xmlns:a16="http://schemas.microsoft.com/office/drawing/2014/main" id="{20B38B31-3F2A-45FC-A6F1-3213D60E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5" name="diagram-line-830">
            <a:extLst xmlns:a="http://schemas.openxmlformats.org/drawingml/2006/main">
              <a:ext uri="{FF2B5EF4-FFF2-40B4-BE49-F238E27FC236}">
                <a16:creationId xmlns:a16="http://schemas.microsoft.com/office/drawing/2014/main" id="{45A1684A-6825-4643-8802-F00D437B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6" name="diagram-line-831">
            <a:extLst xmlns:a="http://schemas.openxmlformats.org/drawingml/2006/main">
              <a:ext uri="{FF2B5EF4-FFF2-40B4-BE49-F238E27FC236}">
                <a16:creationId xmlns:a16="http://schemas.microsoft.com/office/drawing/2014/main" id="{25D7A13F-DA6B-49ED-84AF-648C7199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7" name="diagram-line-832">
            <a:extLst xmlns:a="http://schemas.openxmlformats.org/drawingml/2006/main">
              <a:ext uri="{FF2B5EF4-FFF2-40B4-BE49-F238E27FC236}">
                <a16:creationId xmlns:a16="http://schemas.microsoft.com/office/drawing/2014/main" id="{AC4731E4-6D7D-46AE-9219-B8A7005D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8" name="diagram-line-833">
            <a:extLst xmlns:a="http://schemas.openxmlformats.org/drawingml/2006/main">
              <a:ext uri="{FF2B5EF4-FFF2-40B4-BE49-F238E27FC236}">
                <a16:creationId xmlns:a16="http://schemas.microsoft.com/office/drawing/2014/main" id="{D2AFE1F8-C2EE-41B0-846C-5A6B3AD1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9" name="diagram-line-834">
            <a:extLst xmlns:a="http://schemas.openxmlformats.org/drawingml/2006/main">
              <a:ext uri="{FF2B5EF4-FFF2-40B4-BE49-F238E27FC236}">
                <a16:creationId xmlns:a16="http://schemas.microsoft.com/office/drawing/2014/main" id="{9355657C-FCAA-417F-AFEE-4B57329A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0" name="diagram-line-835">
            <a:extLst xmlns:a="http://schemas.openxmlformats.org/drawingml/2006/main">
              <a:ext uri="{FF2B5EF4-FFF2-40B4-BE49-F238E27FC236}">
                <a16:creationId xmlns:a16="http://schemas.microsoft.com/office/drawing/2014/main" id="{7B52838B-A891-4084-96D4-1BFDB617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1" name="diagram-line-836">
            <a:extLst xmlns:a="http://schemas.openxmlformats.org/drawingml/2006/main">
              <a:ext uri="{FF2B5EF4-FFF2-40B4-BE49-F238E27FC236}">
                <a16:creationId xmlns:a16="http://schemas.microsoft.com/office/drawing/2014/main" id="{52E904DE-0DEE-4828-9D15-9CE166F8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2" name="diagram-line-837">
            <a:extLst xmlns:a="http://schemas.openxmlformats.org/drawingml/2006/main">
              <a:ext uri="{FF2B5EF4-FFF2-40B4-BE49-F238E27FC236}">
                <a16:creationId xmlns:a16="http://schemas.microsoft.com/office/drawing/2014/main" id="{BC3A96A7-6725-4E89-888C-996B9480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3" name="diagram-line-838">
            <a:extLst xmlns:a="http://schemas.openxmlformats.org/drawingml/2006/main">
              <a:ext uri="{FF2B5EF4-FFF2-40B4-BE49-F238E27FC236}">
                <a16:creationId xmlns:a16="http://schemas.microsoft.com/office/drawing/2014/main" id="{364F29A1-F0F0-48C9-A249-8C64576C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4" name="diagram-line-839">
            <a:extLst xmlns:a="http://schemas.openxmlformats.org/drawingml/2006/main">
              <a:ext uri="{FF2B5EF4-FFF2-40B4-BE49-F238E27FC236}">
                <a16:creationId xmlns:a16="http://schemas.microsoft.com/office/drawing/2014/main" id="{D731D3F5-6F30-4E6B-9E3E-26B56DB1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5" name="diagram-line-840">
            <a:extLst xmlns:a="http://schemas.openxmlformats.org/drawingml/2006/main">
              <a:ext uri="{FF2B5EF4-FFF2-40B4-BE49-F238E27FC236}">
                <a16:creationId xmlns:a16="http://schemas.microsoft.com/office/drawing/2014/main" id="{F2053F69-C205-4D46-A146-13E6C1FE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6" name="diagram-line-841">
            <a:extLst xmlns:a="http://schemas.openxmlformats.org/drawingml/2006/main">
              <a:ext uri="{FF2B5EF4-FFF2-40B4-BE49-F238E27FC236}">
                <a16:creationId xmlns:a16="http://schemas.microsoft.com/office/drawing/2014/main" id="{1F851438-DC46-427E-9FAD-00B2A148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7" name="diagram-line-842">
            <a:extLst xmlns:a="http://schemas.openxmlformats.org/drawingml/2006/main">
              <a:ext uri="{FF2B5EF4-FFF2-40B4-BE49-F238E27FC236}">
                <a16:creationId xmlns:a16="http://schemas.microsoft.com/office/drawing/2014/main" id="{E6B387A9-54F5-439C-AFAD-3ECC4B8E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8" name="diagram-box-843">
            <a:extLst xmlns:a="http://schemas.openxmlformats.org/drawingml/2006/main">
              <a:ext uri="{FF2B5EF4-FFF2-40B4-BE49-F238E27FC236}">
                <a16:creationId xmlns:a16="http://schemas.microsoft.com/office/drawing/2014/main" id="{F075DDE8-5968-400F-9682-DAE5330C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89" name="revision-text-844">
            <a:extLst xmlns:a="http://schemas.openxmlformats.org/drawingml/2006/main">
              <a:ext uri="{FF2B5EF4-FFF2-40B4-BE49-F238E27FC236}">
                <a16:creationId xmlns:a16="http://schemas.microsoft.com/office/drawing/2014/main" id="{32C6CB8C-42EF-4533-82FB-0956F8BE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90" name="diagram-line-845">
            <a:extLst xmlns:a="http://schemas.openxmlformats.org/drawingml/2006/main">
              <a:ext uri="{FF2B5EF4-FFF2-40B4-BE49-F238E27FC236}">
                <a16:creationId xmlns:a16="http://schemas.microsoft.com/office/drawing/2014/main" id="{6282B37E-BCFF-4DE0-8800-007AE8CF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1" name="diagram-line-846">
            <a:extLst xmlns:a="http://schemas.openxmlformats.org/drawingml/2006/main">
              <a:ext uri="{FF2B5EF4-FFF2-40B4-BE49-F238E27FC236}">
                <a16:creationId xmlns:a16="http://schemas.microsoft.com/office/drawing/2014/main" id="{BF451DB0-59DB-4D74-91D0-4A7CD2D1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2" name="diagram-line-847">
            <a:extLst xmlns:a="http://schemas.openxmlformats.org/drawingml/2006/main">
              <a:ext uri="{FF2B5EF4-FFF2-40B4-BE49-F238E27FC236}">
                <a16:creationId xmlns:a16="http://schemas.microsoft.com/office/drawing/2014/main" id="{6C05A3CC-3D8A-4922-A5F0-8396B10C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3" name="diagram-line-848">
            <a:extLst xmlns:a="http://schemas.openxmlformats.org/drawingml/2006/main">
              <a:ext uri="{FF2B5EF4-FFF2-40B4-BE49-F238E27FC236}">
                <a16:creationId xmlns:a16="http://schemas.microsoft.com/office/drawing/2014/main" id="{FEBD278B-DF1A-4B60-B8B0-40C4895C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4" name="diagram-line-849">
            <a:extLst xmlns:a="http://schemas.openxmlformats.org/drawingml/2006/main">
              <a:ext uri="{FF2B5EF4-FFF2-40B4-BE49-F238E27FC236}">
                <a16:creationId xmlns:a16="http://schemas.microsoft.com/office/drawing/2014/main" id="{8A148F25-9070-42AB-B9D8-A60CFDDF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5" name="diagram-line-850">
            <a:extLst xmlns:a="http://schemas.openxmlformats.org/drawingml/2006/main">
              <a:ext uri="{FF2B5EF4-FFF2-40B4-BE49-F238E27FC236}">
                <a16:creationId xmlns:a16="http://schemas.microsoft.com/office/drawing/2014/main" id="{B922A989-C797-49DC-9CFB-D58B9CA1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6" name="diagram-line-851">
            <a:extLst xmlns:a="http://schemas.openxmlformats.org/drawingml/2006/main">
              <a:ext uri="{FF2B5EF4-FFF2-40B4-BE49-F238E27FC236}">
                <a16:creationId xmlns:a16="http://schemas.microsoft.com/office/drawing/2014/main" id="{E3CBF568-9C63-4CF7-8B65-5C61A206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7" name="diagram-line-852">
            <a:extLst xmlns:a="http://schemas.openxmlformats.org/drawingml/2006/main">
              <a:ext uri="{FF2B5EF4-FFF2-40B4-BE49-F238E27FC236}">
                <a16:creationId xmlns:a16="http://schemas.microsoft.com/office/drawing/2014/main" id="{5363A925-F034-4AB2-93B0-5B22EFEA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8" name="diagram-line-853">
            <a:extLst xmlns:a="http://schemas.openxmlformats.org/drawingml/2006/main">
              <a:ext uri="{FF2B5EF4-FFF2-40B4-BE49-F238E27FC236}">
                <a16:creationId xmlns:a16="http://schemas.microsoft.com/office/drawing/2014/main" id="{455F78FB-9E9C-4211-9660-3D19EA08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9" name="diagram-line-854">
            <a:extLst xmlns:a="http://schemas.openxmlformats.org/drawingml/2006/main">
              <a:ext uri="{FF2B5EF4-FFF2-40B4-BE49-F238E27FC236}">
                <a16:creationId xmlns:a16="http://schemas.microsoft.com/office/drawing/2014/main" id="{C003F0F2-8B3A-47B7-8572-31445444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0" name="diagram-line-855">
            <a:extLst xmlns:a="http://schemas.openxmlformats.org/drawingml/2006/main">
              <a:ext uri="{FF2B5EF4-FFF2-40B4-BE49-F238E27FC236}">
                <a16:creationId xmlns:a16="http://schemas.microsoft.com/office/drawing/2014/main" id="{DE5B938D-3CD6-4FA8-ADAC-24FE0EA1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1" name="diagram-line-856">
            <a:extLst xmlns:a="http://schemas.openxmlformats.org/drawingml/2006/main">
              <a:ext uri="{FF2B5EF4-FFF2-40B4-BE49-F238E27FC236}">
                <a16:creationId xmlns:a16="http://schemas.microsoft.com/office/drawing/2014/main" id="{15D9912B-CD84-45B4-AECD-2085492E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2" name="diagram-line-857">
            <a:extLst xmlns:a="http://schemas.openxmlformats.org/drawingml/2006/main">
              <a:ext uri="{FF2B5EF4-FFF2-40B4-BE49-F238E27FC236}">
                <a16:creationId xmlns:a16="http://schemas.microsoft.com/office/drawing/2014/main" id="{A28B50BC-38CB-495F-87BD-3553AB79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3" name="diagram-line-858">
            <a:extLst xmlns:a="http://schemas.openxmlformats.org/drawingml/2006/main">
              <a:ext uri="{FF2B5EF4-FFF2-40B4-BE49-F238E27FC236}">
                <a16:creationId xmlns:a16="http://schemas.microsoft.com/office/drawing/2014/main" id="{D4502901-397C-4B83-8BA9-D840C579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4" name="diagram-line-859">
            <a:extLst xmlns:a="http://schemas.openxmlformats.org/drawingml/2006/main">
              <a:ext uri="{FF2B5EF4-FFF2-40B4-BE49-F238E27FC236}">
                <a16:creationId xmlns:a16="http://schemas.microsoft.com/office/drawing/2014/main" id="{E2E59C68-8171-4FD7-B021-97E404A8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5" name="diagram-line-860">
            <a:extLst xmlns:a="http://schemas.openxmlformats.org/drawingml/2006/main">
              <a:ext uri="{FF2B5EF4-FFF2-40B4-BE49-F238E27FC236}">
                <a16:creationId xmlns:a16="http://schemas.microsoft.com/office/drawing/2014/main" id="{80076613-DB65-4A56-A7F7-A7095F76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6" name="diagram-line-861">
            <a:extLst xmlns:a="http://schemas.openxmlformats.org/drawingml/2006/main">
              <a:ext uri="{FF2B5EF4-FFF2-40B4-BE49-F238E27FC236}">
                <a16:creationId xmlns:a16="http://schemas.microsoft.com/office/drawing/2014/main" id="{438BCDB2-EBBE-4130-8370-F6BB79C1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7" name="diagram-line-862">
            <a:extLst xmlns:a="http://schemas.openxmlformats.org/drawingml/2006/main">
              <a:ext uri="{FF2B5EF4-FFF2-40B4-BE49-F238E27FC236}">
                <a16:creationId xmlns:a16="http://schemas.microsoft.com/office/drawing/2014/main" id="{C0A72B96-91AA-4039-AA4A-6A96F5A1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8" name="diagram-line-863">
            <a:extLst xmlns:a="http://schemas.openxmlformats.org/drawingml/2006/main">
              <a:ext uri="{FF2B5EF4-FFF2-40B4-BE49-F238E27FC236}">
                <a16:creationId xmlns:a16="http://schemas.microsoft.com/office/drawing/2014/main" id="{251CF210-368E-41C3-84AD-586834AB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9" name="diagram-line-864">
            <a:extLst xmlns:a="http://schemas.openxmlformats.org/drawingml/2006/main">
              <a:ext uri="{FF2B5EF4-FFF2-40B4-BE49-F238E27FC236}">
                <a16:creationId xmlns:a16="http://schemas.microsoft.com/office/drawing/2014/main" id="{6D57E35D-FFA1-4089-AB50-B58521AD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0" name="diagram-line-865">
            <a:extLst xmlns:a="http://schemas.openxmlformats.org/drawingml/2006/main">
              <a:ext uri="{FF2B5EF4-FFF2-40B4-BE49-F238E27FC236}">
                <a16:creationId xmlns:a16="http://schemas.microsoft.com/office/drawing/2014/main" id="{4F2DCB14-A02E-4478-B56D-A2FD089F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1" name="diagram-line-866">
            <a:extLst xmlns:a="http://schemas.openxmlformats.org/drawingml/2006/main">
              <a:ext uri="{FF2B5EF4-FFF2-40B4-BE49-F238E27FC236}">
                <a16:creationId xmlns:a16="http://schemas.microsoft.com/office/drawing/2014/main" id="{DF12DC29-44E2-4D6A-8156-FE3A3F7A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2" name="diagram-line-867">
            <a:extLst xmlns:a="http://schemas.openxmlformats.org/drawingml/2006/main">
              <a:ext uri="{FF2B5EF4-FFF2-40B4-BE49-F238E27FC236}">
                <a16:creationId xmlns:a16="http://schemas.microsoft.com/office/drawing/2014/main" id="{C9556404-9E52-4CEA-939A-F8EBE921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3" name="diagram-line-868">
            <a:extLst xmlns:a="http://schemas.openxmlformats.org/drawingml/2006/main">
              <a:ext uri="{FF2B5EF4-FFF2-40B4-BE49-F238E27FC236}">
                <a16:creationId xmlns:a16="http://schemas.microsoft.com/office/drawing/2014/main" id="{B48BAB2B-8C7A-4C9A-A4C8-AF2EFE59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4" name="diagram-line-869">
            <a:extLst xmlns:a="http://schemas.openxmlformats.org/drawingml/2006/main">
              <a:ext uri="{FF2B5EF4-FFF2-40B4-BE49-F238E27FC236}">
                <a16:creationId xmlns:a16="http://schemas.microsoft.com/office/drawing/2014/main" id="{5FB889E3-5C96-4820-87A4-C15591E5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5" name="diagram-line-870">
            <a:extLst xmlns:a="http://schemas.openxmlformats.org/drawingml/2006/main">
              <a:ext uri="{FF2B5EF4-FFF2-40B4-BE49-F238E27FC236}">
                <a16:creationId xmlns:a16="http://schemas.microsoft.com/office/drawing/2014/main" id="{A12AED7A-2EE6-4796-96A3-8FDFA1E7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6" name="diagram-line-871">
            <a:extLst xmlns:a="http://schemas.openxmlformats.org/drawingml/2006/main">
              <a:ext uri="{FF2B5EF4-FFF2-40B4-BE49-F238E27FC236}">
                <a16:creationId xmlns:a16="http://schemas.microsoft.com/office/drawing/2014/main" id="{5623EA3E-4528-4F15-909C-A3F880BE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7" name="diagram-line-872">
            <a:extLst xmlns:a="http://schemas.openxmlformats.org/drawingml/2006/main">
              <a:ext uri="{FF2B5EF4-FFF2-40B4-BE49-F238E27FC236}">
                <a16:creationId xmlns:a16="http://schemas.microsoft.com/office/drawing/2014/main" id="{6B65FE42-E5D0-411F-ABE8-3AC912CE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8" name="diagram-line-873">
            <a:extLst xmlns:a="http://schemas.openxmlformats.org/drawingml/2006/main">
              <a:ext uri="{FF2B5EF4-FFF2-40B4-BE49-F238E27FC236}">
                <a16:creationId xmlns:a16="http://schemas.microsoft.com/office/drawing/2014/main" id="{44AA3D44-E598-4807-A905-2829F78F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9" name="diagram-line-874">
            <a:extLst xmlns:a="http://schemas.openxmlformats.org/drawingml/2006/main">
              <a:ext uri="{FF2B5EF4-FFF2-40B4-BE49-F238E27FC236}">
                <a16:creationId xmlns:a16="http://schemas.microsoft.com/office/drawing/2014/main" id="{F9D6B83C-0FC6-4560-A5C5-AB07026E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0" name="diagram-line-875">
            <a:extLst xmlns:a="http://schemas.openxmlformats.org/drawingml/2006/main">
              <a:ext uri="{FF2B5EF4-FFF2-40B4-BE49-F238E27FC236}">
                <a16:creationId xmlns:a16="http://schemas.microsoft.com/office/drawing/2014/main" id="{89C385F4-68D7-40FB-B803-EDCAD593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1" name="diagram-line-876">
            <a:extLst xmlns:a="http://schemas.openxmlformats.org/drawingml/2006/main">
              <a:ext uri="{FF2B5EF4-FFF2-40B4-BE49-F238E27FC236}">
                <a16:creationId xmlns:a16="http://schemas.microsoft.com/office/drawing/2014/main" id="{4B1A9AA2-3F9F-4678-968B-229C4E76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2" name="diagram-line-877">
            <a:extLst xmlns:a="http://schemas.openxmlformats.org/drawingml/2006/main">
              <a:ext uri="{FF2B5EF4-FFF2-40B4-BE49-F238E27FC236}">
                <a16:creationId xmlns:a16="http://schemas.microsoft.com/office/drawing/2014/main" id="{225DA221-E907-453C-ABD3-6BCD013A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3" name="diagram-line-878">
            <a:extLst xmlns:a="http://schemas.openxmlformats.org/drawingml/2006/main">
              <a:ext uri="{FF2B5EF4-FFF2-40B4-BE49-F238E27FC236}">
                <a16:creationId xmlns:a16="http://schemas.microsoft.com/office/drawing/2014/main" id="{E20D4E7B-0528-4254-A777-B1D3E84A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4" name="diagram-line-879">
            <a:extLst xmlns:a="http://schemas.openxmlformats.org/drawingml/2006/main">
              <a:ext uri="{FF2B5EF4-FFF2-40B4-BE49-F238E27FC236}">
                <a16:creationId xmlns:a16="http://schemas.microsoft.com/office/drawing/2014/main" id="{A883A012-0D32-4D3A-A2E1-BEE82B74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5" name="diagram-line-880">
            <a:extLst xmlns:a="http://schemas.openxmlformats.org/drawingml/2006/main">
              <a:ext uri="{FF2B5EF4-FFF2-40B4-BE49-F238E27FC236}">
                <a16:creationId xmlns:a16="http://schemas.microsoft.com/office/drawing/2014/main" id="{F02B84A2-8865-4C37-B604-10632975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6" name="diagram-line-881">
            <a:extLst xmlns:a="http://schemas.openxmlformats.org/drawingml/2006/main">
              <a:ext uri="{FF2B5EF4-FFF2-40B4-BE49-F238E27FC236}">
                <a16:creationId xmlns:a16="http://schemas.microsoft.com/office/drawing/2014/main" id="{7056A3F6-E7ED-404D-9611-307B5276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7" name="diagram-box-882">
            <a:extLst xmlns:a="http://schemas.openxmlformats.org/drawingml/2006/main">
              <a:ext uri="{FF2B5EF4-FFF2-40B4-BE49-F238E27FC236}">
                <a16:creationId xmlns:a16="http://schemas.microsoft.com/office/drawing/2014/main" id="{9EE7F147-6617-4D7B-AA72-2D42AB3D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28" name="revision-text-883">
            <a:extLst xmlns:a="http://schemas.openxmlformats.org/drawingml/2006/main">
              <a:ext uri="{FF2B5EF4-FFF2-40B4-BE49-F238E27FC236}">
                <a16:creationId xmlns:a16="http://schemas.microsoft.com/office/drawing/2014/main" id="{6A155D21-3DE5-4F00-B37B-96910EF8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Reactor</a:t>
            </a:r>
          </a:p>
        </p:txBody>
      </p:sp>
      <p:sp>
        <p:nvSpPr>
          <p:cNvPr id="129" name="diagram-line-884">
            <a:extLst xmlns:a="http://schemas.openxmlformats.org/drawingml/2006/main">
              <a:ext uri="{FF2B5EF4-FFF2-40B4-BE49-F238E27FC236}">
                <a16:creationId xmlns:a16="http://schemas.microsoft.com/office/drawing/2014/main" id="{EA08C57E-F851-4EB2-9802-1E62B36E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0" name="diagram-line-885">
            <a:extLst xmlns:a="http://schemas.openxmlformats.org/drawingml/2006/main">
              <a:ext uri="{FF2B5EF4-FFF2-40B4-BE49-F238E27FC236}">
                <a16:creationId xmlns:a16="http://schemas.microsoft.com/office/drawing/2014/main" id="{DA08001E-92FE-43BE-AC28-72B0001D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1" name="diagram-line-886">
            <a:extLst xmlns:a="http://schemas.openxmlformats.org/drawingml/2006/main">
              <a:ext uri="{FF2B5EF4-FFF2-40B4-BE49-F238E27FC236}">
                <a16:creationId xmlns:a16="http://schemas.microsoft.com/office/drawing/2014/main" id="{2DD87699-DD05-42CC-BC97-2ABB1104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2" name="diagram-line-887">
            <a:extLst xmlns:a="http://schemas.openxmlformats.org/drawingml/2006/main">
              <a:ext uri="{FF2B5EF4-FFF2-40B4-BE49-F238E27FC236}">
                <a16:creationId xmlns:a16="http://schemas.microsoft.com/office/drawing/2014/main" id="{5C52FB3E-BD47-4ABC-911D-131D2A1D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3" name="diagram-line-888">
            <a:extLst xmlns:a="http://schemas.openxmlformats.org/drawingml/2006/main">
              <a:ext uri="{FF2B5EF4-FFF2-40B4-BE49-F238E27FC236}">
                <a16:creationId xmlns:a16="http://schemas.microsoft.com/office/drawing/2014/main" id="{00D3FF65-3607-4121-B456-8D0C62FA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4" name="diagram-line-889">
            <a:extLst xmlns:a="http://schemas.openxmlformats.org/drawingml/2006/main">
              <a:ext uri="{FF2B5EF4-FFF2-40B4-BE49-F238E27FC236}">
                <a16:creationId xmlns:a16="http://schemas.microsoft.com/office/drawing/2014/main" id="{C8FFFE5D-E0CF-440C-9606-F5DE6688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5" name="diagram-line-890">
            <a:extLst xmlns:a="http://schemas.openxmlformats.org/drawingml/2006/main">
              <a:ext uri="{FF2B5EF4-FFF2-40B4-BE49-F238E27FC236}">
                <a16:creationId xmlns:a16="http://schemas.microsoft.com/office/drawing/2014/main" id="{DD4F66FF-C77D-48A7-BB7D-DD4F2428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6" name="diagram-line-891">
            <a:extLst xmlns:a="http://schemas.openxmlformats.org/drawingml/2006/main">
              <a:ext uri="{FF2B5EF4-FFF2-40B4-BE49-F238E27FC236}">
                <a16:creationId xmlns:a16="http://schemas.microsoft.com/office/drawing/2014/main" id="{A4B3ABC2-D3F3-446C-8AD8-2F615737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7" name="diagram-line-892">
            <a:extLst xmlns:a="http://schemas.openxmlformats.org/drawingml/2006/main">
              <a:ext uri="{FF2B5EF4-FFF2-40B4-BE49-F238E27FC236}">
                <a16:creationId xmlns:a16="http://schemas.microsoft.com/office/drawing/2014/main" id="{87176429-89E3-4F13-A703-854F9B43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8" name="diagram-line-893">
            <a:extLst xmlns:a="http://schemas.openxmlformats.org/drawingml/2006/main">
              <a:ext uri="{FF2B5EF4-FFF2-40B4-BE49-F238E27FC236}">
                <a16:creationId xmlns:a16="http://schemas.microsoft.com/office/drawing/2014/main" id="{27F04189-E572-4330-B7A2-572FB27F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9" name="diagram-line-894">
            <a:extLst xmlns:a="http://schemas.openxmlformats.org/drawingml/2006/main">
              <a:ext uri="{FF2B5EF4-FFF2-40B4-BE49-F238E27FC236}">
                <a16:creationId xmlns:a16="http://schemas.microsoft.com/office/drawing/2014/main" id="{159533CB-FC9A-4BDD-9BFD-CBECD1A6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0" name="diagram-line-895">
            <a:extLst xmlns:a="http://schemas.openxmlformats.org/drawingml/2006/main">
              <a:ext uri="{FF2B5EF4-FFF2-40B4-BE49-F238E27FC236}">
                <a16:creationId xmlns:a16="http://schemas.microsoft.com/office/drawing/2014/main" id="{76432F00-D522-4B1C-B70A-CEE39571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1" name="diagram-line-896">
            <a:extLst xmlns:a="http://schemas.openxmlformats.org/drawingml/2006/main">
              <a:ext uri="{FF2B5EF4-FFF2-40B4-BE49-F238E27FC236}">
                <a16:creationId xmlns:a16="http://schemas.microsoft.com/office/drawing/2014/main" id="{B3DC3BD7-4D59-455E-9AEE-87416E29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2" name="diagram-line-897">
            <a:extLst xmlns:a="http://schemas.openxmlformats.org/drawingml/2006/main">
              <a:ext uri="{FF2B5EF4-FFF2-40B4-BE49-F238E27FC236}">
                <a16:creationId xmlns:a16="http://schemas.microsoft.com/office/drawing/2014/main" id="{F860FC16-A7DB-494C-973F-2F129E2C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3" name="diagram-line-898">
            <a:extLst xmlns:a="http://schemas.openxmlformats.org/drawingml/2006/main">
              <a:ext uri="{FF2B5EF4-FFF2-40B4-BE49-F238E27FC236}">
                <a16:creationId xmlns:a16="http://schemas.microsoft.com/office/drawing/2014/main" id="{D1125D6E-9FC1-4F3D-B17F-99D0F7B7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4" name="diagram-line-899">
            <a:extLst xmlns:a="http://schemas.openxmlformats.org/drawingml/2006/main">
              <a:ext uri="{FF2B5EF4-FFF2-40B4-BE49-F238E27FC236}">
                <a16:creationId xmlns:a16="http://schemas.microsoft.com/office/drawing/2014/main" id="{53F8CCB6-DF61-45AA-9D9C-1297E356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5" name="diagram-line-900">
            <a:extLst xmlns:a="http://schemas.openxmlformats.org/drawingml/2006/main">
              <a:ext uri="{FF2B5EF4-FFF2-40B4-BE49-F238E27FC236}">
                <a16:creationId xmlns:a16="http://schemas.microsoft.com/office/drawing/2014/main" id="{4651ABDA-F7BF-44D6-A80B-AD4BAE06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6" name="diagram-line-901">
            <a:extLst xmlns:a="http://schemas.openxmlformats.org/drawingml/2006/main">
              <a:ext uri="{FF2B5EF4-FFF2-40B4-BE49-F238E27FC236}">
                <a16:creationId xmlns:a16="http://schemas.microsoft.com/office/drawing/2014/main" id="{1F9DE9C5-6D3A-4EDD-8CAD-F1AA9B90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7" name="diagram-line-902">
            <a:extLst xmlns:a="http://schemas.openxmlformats.org/drawingml/2006/main">
              <a:ext uri="{FF2B5EF4-FFF2-40B4-BE49-F238E27FC236}">
                <a16:creationId xmlns:a16="http://schemas.microsoft.com/office/drawing/2014/main" id="{81B0BE98-075F-4A6A-B704-F3FF5EA4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8" name="diagram-line-903">
            <a:extLst xmlns:a="http://schemas.openxmlformats.org/drawingml/2006/main">
              <a:ext uri="{FF2B5EF4-FFF2-40B4-BE49-F238E27FC236}">
                <a16:creationId xmlns:a16="http://schemas.microsoft.com/office/drawing/2014/main" id="{754AF7A6-D281-4DF0-A67A-8BFA4D5B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9" name="diagram-line-904">
            <a:extLst xmlns:a="http://schemas.openxmlformats.org/drawingml/2006/main">
              <a:ext uri="{FF2B5EF4-FFF2-40B4-BE49-F238E27FC236}">
                <a16:creationId xmlns:a16="http://schemas.microsoft.com/office/drawing/2014/main" id="{491BBB45-BB28-4A5F-ADBF-59FF0050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0" name="diagram-line-905">
            <a:extLst xmlns:a="http://schemas.openxmlformats.org/drawingml/2006/main">
              <a:ext uri="{FF2B5EF4-FFF2-40B4-BE49-F238E27FC236}">
                <a16:creationId xmlns:a16="http://schemas.microsoft.com/office/drawing/2014/main" id="{515BFEE7-FD0D-4AA2-9AC6-C0870F3E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1" name="diagram-line-906">
            <a:extLst xmlns:a="http://schemas.openxmlformats.org/drawingml/2006/main">
              <a:ext uri="{FF2B5EF4-FFF2-40B4-BE49-F238E27FC236}">
                <a16:creationId xmlns:a16="http://schemas.microsoft.com/office/drawing/2014/main" id="{7F558E7D-08F2-47F7-9A0F-D6A7B52D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2" name="diagram-line-907">
            <a:extLst xmlns:a="http://schemas.openxmlformats.org/drawingml/2006/main">
              <a:ext uri="{FF2B5EF4-FFF2-40B4-BE49-F238E27FC236}">
                <a16:creationId xmlns:a16="http://schemas.microsoft.com/office/drawing/2014/main" id="{A95B823D-C7CA-4815-9BED-8FCE1A6E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3" name="diagram-line-908">
            <a:extLst xmlns:a="http://schemas.openxmlformats.org/drawingml/2006/main">
              <a:ext uri="{FF2B5EF4-FFF2-40B4-BE49-F238E27FC236}">
                <a16:creationId xmlns:a16="http://schemas.microsoft.com/office/drawing/2014/main" id="{2194CC47-D12C-408B-97FC-94436E7C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4" name="diagram-line-909">
            <a:extLst xmlns:a="http://schemas.openxmlformats.org/drawingml/2006/main">
              <a:ext uri="{FF2B5EF4-FFF2-40B4-BE49-F238E27FC236}">
                <a16:creationId xmlns:a16="http://schemas.microsoft.com/office/drawing/2014/main" id="{A4326E29-E6A0-4AE1-B9D1-70770FD9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5" name="diagram-line-910">
            <a:extLst xmlns:a="http://schemas.openxmlformats.org/drawingml/2006/main">
              <a:ext uri="{FF2B5EF4-FFF2-40B4-BE49-F238E27FC236}">
                <a16:creationId xmlns:a16="http://schemas.microsoft.com/office/drawing/2014/main" id="{436120FB-F517-42BA-89DA-4DBB4C6A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6" name="diagram-line-911">
            <a:extLst xmlns:a="http://schemas.openxmlformats.org/drawingml/2006/main">
              <a:ext uri="{FF2B5EF4-FFF2-40B4-BE49-F238E27FC236}">
                <a16:creationId xmlns:a16="http://schemas.microsoft.com/office/drawing/2014/main" id="{0CD8D930-DF08-4AF2-9FFD-8B88BD88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7" name="diagram-line-912">
            <a:extLst xmlns:a="http://schemas.openxmlformats.org/drawingml/2006/main">
              <a:ext uri="{FF2B5EF4-FFF2-40B4-BE49-F238E27FC236}">
                <a16:creationId xmlns:a16="http://schemas.microsoft.com/office/drawing/2014/main" id="{6306E5AD-6A52-49AE-9766-72B813A7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8" name="diagram-line-913">
            <a:extLst xmlns:a="http://schemas.openxmlformats.org/drawingml/2006/main">
              <a:ext uri="{FF2B5EF4-FFF2-40B4-BE49-F238E27FC236}">
                <a16:creationId xmlns:a16="http://schemas.microsoft.com/office/drawing/2014/main" id="{9A27AD82-B9E7-41EC-A4D6-C1FA9674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9" name="diagram-line-914">
            <a:extLst xmlns:a="http://schemas.openxmlformats.org/drawingml/2006/main">
              <a:ext uri="{FF2B5EF4-FFF2-40B4-BE49-F238E27FC236}">
                <a16:creationId xmlns:a16="http://schemas.microsoft.com/office/drawing/2014/main" id="{A91B43FA-9458-4FA8-B904-6663206E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0" name="diagram-line-915">
            <a:extLst xmlns:a="http://schemas.openxmlformats.org/drawingml/2006/main">
              <a:ext uri="{FF2B5EF4-FFF2-40B4-BE49-F238E27FC236}">
                <a16:creationId xmlns:a16="http://schemas.microsoft.com/office/drawing/2014/main" id="{662CA2B7-4F4D-4A0F-9E24-53B7E9EE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1" name="diagram-line-916">
            <a:extLst xmlns:a="http://schemas.openxmlformats.org/drawingml/2006/main">
              <a:ext uri="{FF2B5EF4-FFF2-40B4-BE49-F238E27FC236}">
                <a16:creationId xmlns:a16="http://schemas.microsoft.com/office/drawing/2014/main" id="{3A6D08C5-161C-42B0-90F7-4290D33E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2" name="diagram-line-917">
            <a:extLst xmlns:a="http://schemas.openxmlformats.org/drawingml/2006/main">
              <a:ext uri="{FF2B5EF4-FFF2-40B4-BE49-F238E27FC236}">
                <a16:creationId xmlns:a16="http://schemas.microsoft.com/office/drawing/2014/main" id="{FBA5B0AF-78F2-45C5-9784-CA9141EE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3" name="diagram-line-918">
            <a:extLst xmlns:a="http://schemas.openxmlformats.org/drawingml/2006/main">
              <a:ext uri="{FF2B5EF4-FFF2-40B4-BE49-F238E27FC236}">
                <a16:creationId xmlns:a16="http://schemas.microsoft.com/office/drawing/2014/main" id="{B52F9B84-CC17-4EA5-AE17-5CB4BBBB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4" name="diagram-line-919">
            <a:extLst xmlns:a="http://schemas.openxmlformats.org/drawingml/2006/main">
              <a:ext uri="{FF2B5EF4-FFF2-40B4-BE49-F238E27FC236}">
                <a16:creationId xmlns:a16="http://schemas.microsoft.com/office/drawing/2014/main" id="{0C50512E-D5BD-468C-B81B-ADFB9ECA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5" name="diagram-line-920">
            <a:extLst xmlns:a="http://schemas.openxmlformats.org/drawingml/2006/main">
              <a:ext uri="{FF2B5EF4-FFF2-40B4-BE49-F238E27FC236}">
                <a16:creationId xmlns:a16="http://schemas.microsoft.com/office/drawing/2014/main" id="{6DB8E45E-D86E-4B85-AED7-1209FA28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6" name="diagram-box-921">
            <a:extLst xmlns:a="http://schemas.openxmlformats.org/drawingml/2006/main">
              <a:ext uri="{FF2B5EF4-FFF2-40B4-BE49-F238E27FC236}">
                <a16:creationId xmlns:a16="http://schemas.microsoft.com/office/drawing/2014/main" id="{E51F421E-BDE4-40CA-8B3D-E18DC4A6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67" name="revision-text-922">
            <a:extLst xmlns:a="http://schemas.openxmlformats.org/drawingml/2006/main">
              <a:ext uri="{FF2B5EF4-FFF2-40B4-BE49-F238E27FC236}">
                <a16:creationId xmlns:a16="http://schemas.microsoft.com/office/drawing/2014/main" id="{173A57CB-490B-4E06-A24D-3D7C2D88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Constraint layer</a:t>
            </a:r>
          </a:p>
        </p:txBody>
      </p:sp>
      <p:sp>
        <p:nvSpPr>
          <p:cNvPr id="168" name="diagram-line-923">
            <a:extLst xmlns:a="http://schemas.openxmlformats.org/drawingml/2006/main">
              <a:ext uri="{FF2B5EF4-FFF2-40B4-BE49-F238E27FC236}">
                <a16:creationId xmlns:a16="http://schemas.microsoft.com/office/drawing/2014/main" id="{9F487494-03E3-4C29-9ED3-65C70CDB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9" name="diagram-line-924">
            <a:extLst xmlns:a="http://schemas.openxmlformats.org/drawingml/2006/main">
              <a:ext uri="{FF2B5EF4-FFF2-40B4-BE49-F238E27FC236}">
                <a16:creationId xmlns:a16="http://schemas.microsoft.com/office/drawing/2014/main" id="{39162F84-47A6-4301-ABAF-A2672082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0" name="diagram-line-925">
            <a:extLst xmlns:a="http://schemas.openxmlformats.org/drawingml/2006/main">
              <a:ext uri="{FF2B5EF4-FFF2-40B4-BE49-F238E27FC236}">
                <a16:creationId xmlns:a16="http://schemas.microsoft.com/office/drawing/2014/main" id="{FB1344A7-F9C5-406E-B7C1-4EB368D4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1" name="diagram-line-926">
            <a:extLst xmlns:a="http://schemas.openxmlformats.org/drawingml/2006/main">
              <a:ext uri="{FF2B5EF4-FFF2-40B4-BE49-F238E27FC236}">
                <a16:creationId xmlns:a16="http://schemas.microsoft.com/office/drawing/2014/main" id="{22D5014C-BACD-4030-B407-4791E895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2" name="diagram-line-927">
            <a:extLst xmlns:a="http://schemas.openxmlformats.org/drawingml/2006/main">
              <a:ext uri="{FF2B5EF4-FFF2-40B4-BE49-F238E27FC236}">
                <a16:creationId xmlns:a16="http://schemas.microsoft.com/office/drawing/2014/main" id="{48845325-2894-4121-B2C4-5FAF1AFB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3" name="diagram-line-928">
            <a:extLst xmlns:a="http://schemas.openxmlformats.org/drawingml/2006/main">
              <a:ext uri="{FF2B5EF4-FFF2-40B4-BE49-F238E27FC236}">
                <a16:creationId xmlns:a16="http://schemas.microsoft.com/office/drawing/2014/main" id="{DE76FF4B-7C3B-4467-BA4F-7110E130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4" name="diagram-line-929">
            <a:extLst xmlns:a="http://schemas.openxmlformats.org/drawingml/2006/main">
              <a:ext uri="{FF2B5EF4-FFF2-40B4-BE49-F238E27FC236}">
                <a16:creationId xmlns:a16="http://schemas.microsoft.com/office/drawing/2014/main" id="{87A2B199-8E37-4672-8F0C-00986684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5" name="diagram-line-930">
            <a:extLst xmlns:a="http://schemas.openxmlformats.org/drawingml/2006/main">
              <a:ext uri="{FF2B5EF4-FFF2-40B4-BE49-F238E27FC236}">
                <a16:creationId xmlns:a16="http://schemas.microsoft.com/office/drawing/2014/main" id="{D88884FE-7455-4B5B-9921-E28516C5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6" name="diagram-line-931">
            <a:extLst xmlns:a="http://schemas.openxmlformats.org/drawingml/2006/main">
              <a:ext uri="{FF2B5EF4-FFF2-40B4-BE49-F238E27FC236}">
                <a16:creationId xmlns:a16="http://schemas.microsoft.com/office/drawing/2014/main" id="{10098B1A-4454-4177-B670-606A4CBA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7" name="diagram-line-932">
            <a:extLst xmlns:a="http://schemas.openxmlformats.org/drawingml/2006/main">
              <a:ext uri="{FF2B5EF4-FFF2-40B4-BE49-F238E27FC236}">
                <a16:creationId xmlns:a16="http://schemas.microsoft.com/office/drawing/2014/main" id="{6B3D6791-5B48-40CB-90F8-1F33EFBE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8" name="diagram-line-933">
            <a:extLst xmlns:a="http://schemas.openxmlformats.org/drawingml/2006/main">
              <a:ext uri="{FF2B5EF4-FFF2-40B4-BE49-F238E27FC236}">
                <a16:creationId xmlns:a16="http://schemas.microsoft.com/office/drawing/2014/main" id="{6745AE2D-F024-4935-9DDC-15118F62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9" name="diagram-line-934">
            <a:extLst xmlns:a="http://schemas.openxmlformats.org/drawingml/2006/main">
              <a:ext uri="{FF2B5EF4-FFF2-40B4-BE49-F238E27FC236}">
                <a16:creationId xmlns:a16="http://schemas.microsoft.com/office/drawing/2014/main" id="{F6DB1DDB-33D9-45F3-9DA6-AE986E69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0" name="diagram-line-935">
            <a:extLst xmlns:a="http://schemas.openxmlformats.org/drawingml/2006/main">
              <a:ext uri="{FF2B5EF4-FFF2-40B4-BE49-F238E27FC236}">
                <a16:creationId xmlns:a16="http://schemas.microsoft.com/office/drawing/2014/main" id="{899D4B67-9F84-47EB-B68C-C7C00A32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1" name="diagram-line-936">
            <a:extLst xmlns:a="http://schemas.openxmlformats.org/drawingml/2006/main">
              <a:ext uri="{FF2B5EF4-FFF2-40B4-BE49-F238E27FC236}">
                <a16:creationId xmlns:a16="http://schemas.microsoft.com/office/drawing/2014/main" id="{D12DB60A-4DA3-4B7A-AEDD-5F44C98E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2" name="diagram-line-937">
            <a:extLst xmlns:a="http://schemas.openxmlformats.org/drawingml/2006/main">
              <a:ext uri="{FF2B5EF4-FFF2-40B4-BE49-F238E27FC236}">
                <a16:creationId xmlns:a16="http://schemas.microsoft.com/office/drawing/2014/main" id="{3E57D301-EEC8-4E23-AA72-929CBC29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3" name="diagram-line-938">
            <a:extLst xmlns:a="http://schemas.openxmlformats.org/drawingml/2006/main">
              <a:ext uri="{FF2B5EF4-FFF2-40B4-BE49-F238E27FC236}">
                <a16:creationId xmlns:a16="http://schemas.microsoft.com/office/drawing/2014/main" id="{71BD9421-0933-4E0B-BB7A-A6391198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4" name="diagram-line-939">
            <a:extLst xmlns:a="http://schemas.openxmlformats.org/drawingml/2006/main">
              <a:ext uri="{FF2B5EF4-FFF2-40B4-BE49-F238E27FC236}">
                <a16:creationId xmlns:a16="http://schemas.microsoft.com/office/drawing/2014/main" id="{720ED08A-D349-4A18-8E27-6743405F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5" name="diagram-line-940">
            <a:extLst xmlns:a="http://schemas.openxmlformats.org/drawingml/2006/main">
              <a:ext uri="{FF2B5EF4-FFF2-40B4-BE49-F238E27FC236}">
                <a16:creationId xmlns:a16="http://schemas.microsoft.com/office/drawing/2014/main" id="{E7C75B0B-8A87-4532-97AB-395B33BF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6" name="diagram-line-941">
            <a:extLst xmlns:a="http://schemas.openxmlformats.org/drawingml/2006/main">
              <a:ext uri="{FF2B5EF4-FFF2-40B4-BE49-F238E27FC236}">
                <a16:creationId xmlns:a16="http://schemas.microsoft.com/office/drawing/2014/main" id="{C621AB48-34A7-412C-9150-2CBE5E8C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7" name="diagram-line-942">
            <a:extLst xmlns:a="http://schemas.openxmlformats.org/drawingml/2006/main">
              <a:ext uri="{FF2B5EF4-FFF2-40B4-BE49-F238E27FC236}">
                <a16:creationId xmlns:a16="http://schemas.microsoft.com/office/drawing/2014/main" id="{56CC4086-3395-4B86-91A3-D39EA224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8" name="diagram-line-943">
            <a:extLst xmlns:a="http://schemas.openxmlformats.org/drawingml/2006/main">
              <a:ext uri="{FF2B5EF4-FFF2-40B4-BE49-F238E27FC236}">
                <a16:creationId xmlns:a16="http://schemas.microsoft.com/office/drawing/2014/main" id="{BE76C1FE-86AD-4E42-BD95-C15EFF69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9" name="diagram-line-944">
            <a:extLst xmlns:a="http://schemas.openxmlformats.org/drawingml/2006/main">
              <a:ext uri="{FF2B5EF4-FFF2-40B4-BE49-F238E27FC236}">
                <a16:creationId xmlns:a16="http://schemas.microsoft.com/office/drawing/2014/main" id="{01E3DCD8-5741-4EF0-81AC-4F23AEC4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0" name="diagram-line-945">
            <a:extLst xmlns:a="http://schemas.openxmlformats.org/drawingml/2006/main">
              <a:ext uri="{FF2B5EF4-FFF2-40B4-BE49-F238E27FC236}">
                <a16:creationId xmlns:a16="http://schemas.microsoft.com/office/drawing/2014/main" id="{58DE600C-A2E1-428F-87D4-2E06BDDD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1" name="diagram-line-946">
            <a:extLst xmlns:a="http://schemas.openxmlformats.org/drawingml/2006/main">
              <a:ext uri="{FF2B5EF4-FFF2-40B4-BE49-F238E27FC236}">
                <a16:creationId xmlns:a16="http://schemas.microsoft.com/office/drawing/2014/main" id="{8599C24D-FF41-4216-9220-C6905D13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2" name="diagram-line-947">
            <a:extLst xmlns:a="http://schemas.openxmlformats.org/drawingml/2006/main">
              <a:ext uri="{FF2B5EF4-FFF2-40B4-BE49-F238E27FC236}">
                <a16:creationId xmlns:a16="http://schemas.microsoft.com/office/drawing/2014/main" id="{71AF14F5-E427-41C1-8F59-8031AC43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3" name="diagram-line-948">
            <a:extLst xmlns:a="http://schemas.openxmlformats.org/drawingml/2006/main">
              <a:ext uri="{FF2B5EF4-FFF2-40B4-BE49-F238E27FC236}">
                <a16:creationId xmlns:a16="http://schemas.microsoft.com/office/drawing/2014/main" id="{48BF7FFC-4231-4B2B-ABE9-9FCCDCBB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4" name="diagram-line-949">
            <a:extLst xmlns:a="http://schemas.openxmlformats.org/drawingml/2006/main">
              <a:ext uri="{FF2B5EF4-FFF2-40B4-BE49-F238E27FC236}">
                <a16:creationId xmlns:a16="http://schemas.microsoft.com/office/drawing/2014/main" id="{5D265288-B55B-4346-9360-57038E4B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5" name="diagram-line-950">
            <a:extLst xmlns:a="http://schemas.openxmlformats.org/drawingml/2006/main">
              <a:ext uri="{FF2B5EF4-FFF2-40B4-BE49-F238E27FC236}">
                <a16:creationId xmlns:a16="http://schemas.microsoft.com/office/drawing/2014/main" id="{AA884316-4E07-410A-81EF-62DA477A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6" name="diagram-line-951">
            <a:extLst xmlns:a="http://schemas.openxmlformats.org/drawingml/2006/main">
              <a:ext uri="{FF2B5EF4-FFF2-40B4-BE49-F238E27FC236}">
                <a16:creationId xmlns:a16="http://schemas.microsoft.com/office/drawing/2014/main" id="{4C95BBF1-F067-406A-A4C3-C5A4E8A7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7" name="diagram-line-952">
            <a:extLst xmlns:a="http://schemas.openxmlformats.org/drawingml/2006/main">
              <a:ext uri="{FF2B5EF4-FFF2-40B4-BE49-F238E27FC236}">
                <a16:creationId xmlns:a16="http://schemas.microsoft.com/office/drawing/2014/main" id="{B5E3664F-5E4F-44CF-9361-78BB5124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8" name="diagram-line-953">
            <a:extLst xmlns:a="http://schemas.openxmlformats.org/drawingml/2006/main">
              <a:ext uri="{FF2B5EF4-FFF2-40B4-BE49-F238E27FC236}">
                <a16:creationId xmlns:a16="http://schemas.microsoft.com/office/drawing/2014/main" id="{1C765F93-9271-4498-B5C4-EEC2CDFE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9" name="diagram-line-954">
            <a:extLst xmlns:a="http://schemas.openxmlformats.org/drawingml/2006/main">
              <a:ext uri="{FF2B5EF4-FFF2-40B4-BE49-F238E27FC236}">
                <a16:creationId xmlns:a16="http://schemas.microsoft.com/office/drawing/2014/main" id="{41613331-5314-42F8-98F4-50DEB7DB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0" name="diagram-line-955">
            <a:extLst xmlns:a="http://schemas.openxmlformats.org/drawingml/2006/main">
              <a:ext uri="{FF2B5EF4-FFF2-40B4-BE49-F238E27FC236}">
                <a16:creationId xmlns:a16="http://schemas.microsoft.com/office/drawing/2014/main" id="{C4AA68B1-374E-47E2-9BBC-0D851FB3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1" name="diagram-line-956">
            <a:extLst xmlns:a="http://schemas.openxmlformats.org/drawingml/2006/main">
              <a:ext uri="{FF2B5EF4-FFF2-40B4-BE49-F238E27FC236}">
                <a16:creationId xmlns:a16="http://schemas.microsoft.com/office/drawing/2014/main" id="{23E29DF2-2D20-49B7-83EA-2E13B7B7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2" name="diagram-line-957">
            <a:extLst xmlns:a="http://schemas.openxmlformats.org/drawingml/2006/main">
              <a:ext uri="{FF2B5EF4-FFF2-40B4-BE49-F238E27FC236}">
                <a16:creationId xmlns:a16="http://schemas.microsoft.com/office/drawing/2014/main" id="{614A6831-3749-4CC5-8721-AC80BB5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3" name="diagram-line-958">
            <a:extLst xmlns:a="http://schemas.openxmlformats.org/drawingml/2006/main">
              <a:ext uri="{FF2B5EF4-FFF2-40B4-BE49-F238E27FC236}">
                <a16:creationId xmlns:a16="http://schemas.microsoft.com/office/drawing/2014/main" id="{30F86751-A62E-47AB-8728-046D11BF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4" name="diagram-line-959">
            <a:extLst xmlns:a="http://schemas.openxmlformats.org/drawingml/2006/main">
              <a:ext uri="{FF2B5EF4-FFF2-40B4-BE49-F238E27FC236}">
                <a16:creationId xmlns:a16="http://schemas.microsoft.com/office/drawing/2014/main" id="{4F32019E-7040-4510-9827-3A8C024A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5" name="diagram-line-960">
            <a:extLst xmlns:a="http://schemas.openxmlformats.org/drawingml/2006/main">
              <a:ext uri="{FF2B5EF4-FFF2-40B4-BE49-F238E27FC236}">
                <a16:creationId xmlns:a16="http://schemas.microsoft.com/office/drawing/2014/main" id="{D7E3F027-EC72-4E86-B7F4-63D24D4B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14550"/>
            <a:ext cx="2305050" cy="191"/>
          </a:xfrm>
          <a:custGeom xmlns:a="http://schemas.openxmlformats.org/drawingml/2006/main">
            <a:pathLst>
              <a:path w="2305050" h="191">
                <a:moveTo>
                  <a:pt x="0" y="0"/>
                </a:moveTo>
                <a:lnTo>
                  <a:pt x="2305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06" name="diagram-poly-961">
            <a:extLst xmlns:a="http://schemas.openxmlformats.org/drawingml/2006/main">
              <a:ext uri="{FF2B5EF4-FFF2-40B4-BE49-F238E27FC236}">
                <a16:creationId xmlns:a16="http://schemas.microsoft.com/office/drawing/2014/main" id="{D430CAE3-A734-4D95-8A70-D60BB0A2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08502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07" name="revision-text-962">
            <a:extLst xmlns:a="http://schemas.openxmlformats.org/drawingml/2006/main">
              <a:ext uri="{FF2B5EF4-FFF2-40B4-BE49-F238E27FC236}">
                <a16:creationId xmlns:a16="http://schemas.microsoft.com/office/drawing/2014/main" id="{61814F1D-4BE5-4364-B810-1AC1C806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905000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1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10" b="0" lang="en-US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1  Heating request (parameters)</a:t>
            </a:r>
          </a:p>
        </p:txBody>
      </p:sp>
      <p:sp>
        <p:nvSpPr>
          <p:cNvPr id="208" name="diagram-line-963">
            <a:extLst xmlns:a="http://schemas.openxmlformats.org/drawingml/2006/main">
              <a:ext uri="{FF2B5EF4-FFF2-40B4-BE49-F238E27FC236}">
                <a16:creationId xmlns:a16="http://schemas.microsoft.com/office/drawing/2014/main" id="{AF277AD9-63AC-416D-AF49-239150C3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05050"/>
            <a:ext cx="514350" cy="191"/>
          </a:xfrm>
          <a:custGeom xmlns:a="http://schemas.openxmlformats.org/drawingml/2006/main">
            <a:pathLst>
              <a:path w="514350" h="191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09" name="diagram-line-964">
            <a:extLst xmlns:a="http://schemas.openxmlformats.org/drawingml/2006/main">
              <a:ext uri="{FF2B5EF4-FFF2-40B4-BE49-F238E27FC236}">
                <a16:creationId xmlns:a16="http://schemas.microsoft.com/office/drawing/2014/main" id="{F79BD8CA-8622-4A75-8065-79C282F9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05050"/>
            <a:ext cx="191" cy="238125"/>
          </a:xfrm>
          <a:custGeom xmlns:a="http://schemas.openxmlformats.org/drawingml/2006/main">
            <a:pathLst>
              <a:path w="191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0" name="diagram-line-965">
            <a:extLst xmlns:a="http://schemas.openxmlformats.org/drawingml/2006/main">
              <a:ext uri="{FF2B5EF4-FFF2-40B4-BE49-F238E27FC236}">
                <a16:creationId xmlns:a16="http://schemas.microsoft.com/office/drawing/2014/main" id="{E82DB9B9-84FA-4F6A-A43C-A128143B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43175"/>
            <a:ext cx="514350" cy="191"/>
          </a:xfrm>
          <a:custGeom xmlns:a="http://schemas.openxmlformats.org/drawingml/2006/main">
            <a:pathLst>
              <a:path w="514350" h="191">
                <a:moveTo>
                  <a:pt x="5143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1" name="diagram-poly-966">
            <a:extLst xmlns:a="http://schemas.openxmlformats.org/drawingml/2006/main">
              <a:ext uri="{FF2B5EF4-FFF2-40B4-BE49-F238E27FC236}">
                <a16:creationId xmlns:a16="http://schemas.microsoft.com/office/drawing/2014/main" id="{F708D1F2-481B-494D-9E72-6E3FAD43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136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7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12" name="revision-text-967">
            <a:extLst xmlns:a="http://schemas.openxmlformats.org/drawingml/2006/main">
              <a:ext uri="{FF2B5EF4-FFF2-40B4-BE49-F238E27FC236}">
                <a16:creationId xmlns:a16="http://schemas.microsoft.com/office/drawing/2014/main" id="{73E30BC7-2F49-429F-8D18-30396CE6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14575"/>
            <a:ext cx="2600325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8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08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State checks and request handling</a:t>
            </a:r>
          </a:p>
        </p:txBody>
      </p:sp>
      <p:sp>
        <p:nvSpPr>
          <p:cNvPr id="213" name="diagram-line-968">
            <a:extLst xmlns:a="http://schemas.openxmlformats.org/drawingml/2006/main">
              <a:ext uri="{FF2B5EF4-FFF2-40B4-BE49-F238E27FC236}">
                <a16:creationId xmlns:a16="http://schemas.microsoft.com/office/drawing/2014/main" id="{612082EA-180C-4187-B56C-A39E82FB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71775"/>
            <a:ext cx="2295525" cy="191"/>
          </a:xfrm>
          <a:custGeom xmlns:a="http://schemas.openxmlformats.org/drawingml/2006/main">
            <a:pathLst>
              <a:path w="2295525" h="191">
                <a:moveTo>
                  <a:pt x="0" y="0"/>
                </a:moveTo>
                <a:lnTo>
                  <a:pt x="2295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4" name="diagram-poly-969">
            <a:extLst xmlns:a="http://schemas.openxmlformats.org/drawingml/2006/main">
              <a:ext uri="{FF2B5EF4-FFF2-40B4-BE49-F238E27FC236}">
                <a16:creationId xmlns:a16="http://schemas.microsoft.com/office/drawing/2014/main" id="{BF9FE3D2-EAE5-4D76-A3C5-D6D7648A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224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15" name="revision-text-970">
            <a:extLst xmlns:a="http://schemas.openxmlformats.org/drawingml/2006/main">
              <a:ext uri="{FF2B5EF4-FFF2-40B4-BE49-F238E27FC236}">
                <a16:creationId xmlns:a16="http://schemas.microsoft.com/office/drawing/2014/main" id="{31A4E532-D849-4D44-AB4A-A88ED639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62225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13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058" b="0" lang="en-US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2  Heating command for Adapter</a:t>
            </a:r>
          </a:p>
        </p:txBody>
      </p:sp>
      <p:sp>
        <p:nvSpPr>
          <p:cNvPr id="216" name="diagram-line-971">
            <a:extLst xmlns:a="http://schemas.openxmlformats.org/drawingml/2006/main">
              <a:ext uri="{FF2B5EF4-FFF2-40B4-BE49-F238E27FC236}">
                <a16:creationId xmlns:a16="http://schemas.microsoft.com/office/drawing/2014/main" id="{6F0B4909-8BBF-4BE0-825B-1E3177F0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86100"/>
            <a:ext cx="2295525" cy="191"/>
          </a:xfrm>
          <a:custGeom xmlns:a="http://schemas.openxmlformats.org/drawingml/2006/main">
            <a:pathLst>
              <a:path w="2295525" h="191">
                <a:moveTo>
                  <a:pt x="0" y="0"/>
                </a:moveTo>
                <a:lnTo>
                  <a:pt x="2295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7" name="diagram-poly-972">
            <a:extLst xmlns:a="http://schemas.openxmlformats.org/drawingml/2006/main">
              <a:ext uri="{FF2B5EF4-FFF2-40B4-BE49-F238E27FC236}">
                <a16:creationId xmlns:a16="http://schemas.microsoft.com/office/drawing/2014/main" id="{0C386888-F8A9-415E-AB65-045A413B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565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18" name="revision-text-973">
            <a:extLst xmlns:a="http://schemas.openxmlformats.org/drawingml/2006/main">
              <a:ext uri="{FF2B5EF4-FFF2-40B4-BE49-F238E27FC236}">
                <a16:creationId xmlns:a16="http://schemas.microsoft.com/office/drawing/2014/main" id="{2046DC0F-280A-4887-BDE3-D3855118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45" b="0" lang="en-US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3  Device heating command</a:t>
            </a:r>
          </a:p>
        </p:txBody>
      </p:sp>
      <p:sp>
        <p:nvSpPr>
          <p:cNvPr id="219" name="diagram-box-974">
            <a:extLst xmlns:a="http://schemas.openxmlformats.org/drawingml/2006/main">
              <a:ext uri="{FF2B5EF4-FFF2-40B4-BE49-F238E27FC236}">
                <a16:creationId xmlns:a16="http://schemas.microsoft.com/office/drawing/2014/main" id="{7EEF795F-7CB0-436F-AD64-3D17D72C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11049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20" name="diagram-box-975">
            <a:extLst xmlns:a="http://schemas.openxmlformats.org/drawingml/2006/main">
              <a:ext uri="{FF2B5EF4-FFF2-40B4-BE49-F238E27FC236}">
                <a16:creationId xmlns:a16="http://schemas.microsoft.com/office/drawing/2014/main" id="{7B66EDC2-0434-46C2-852C-DD40D404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447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21" name="revision-text-976">
            <a:extLst xmlns:a="http://schemas.openxmlformats.org/drawingml/2006/main">
              <a:ext uri="{FF2B5EF4-FFF2-40B4-BE49-F238E27FC236}">
                <a16:creationId xmlns:a16="http://schemas.microsoft.com/office/drawing/2014/main" id="{1EF4B583-53DD-4FDC-B826-5AC44981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4095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loop</a:t>
            </a:r>
          </a:p>
        </p:txBody>
      </p:sp>
      <p:sp>
        <p:nvSpPr>
          <p:cNvPr id="222" name="revision-text-977">
            <a:extLst xmlns:a="http://schemas.openxmlformats.org/drawingml/2006/main">
              <a:ext uri="{FF2B5EF4-FFF2-40B4-BE49-F238E27FC236}">
                <a16:creationId xmlns:a16="http://schemas.microsoft.com/office/drawing/2014/main" id="{6D0646E9-37FF-47BF-A275-8A6EC29B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24225"/>
            <a:ext cx="62674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During execution: continuous data feedback and constraint monitoring</a:t>
            </a:r>
          </a:p>
        </p:txBody>
      </p:sp>
      <p:sp>
        <p:nvSpPr>
          <p:cNvPr id="223" name="diagram-line-978">
            <a:extLst xmlns:a="http://schemas.openxmlformats.org/drawingml/2006/main">
              <a:ext uri="{FF2B5EF4-FFF2-40B4-BE49-F238E27FC236}">
                <a16:creationId xmlns:a16="http://schemas.microsoft.com/office/drawing/2014/main" id="{B1F5ADA0-75CF-4E3A-A4ED-6BC5D0DE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81425"/>
            <a:ext cx="2295525" cy="191"/>
          </a:xfrm>
          <a:custGeom xmlns:a="http://schemas.openxmlformats.org/drawingml/2006/main">
            <a:pathLst>
              <a:path w="2295525" h="191">
                <a:moveTo>
                  <a:pt x="2295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24" name="diagram-poly-979">
            <a:extLst xmlns:a="http://schemas.openxmlformats.org/drawingml/2006/main">
              <a:ext uri="{FF2B5EF4-FFF2-40B4-BE49-F238E27FC236}">
                <a16:creationId xmlns:a16="http://schemas.microsoft.com/office/drawing/2014/main" id="{F46652AA-80AC-420E-839F-B72A96E9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5189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7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25" name="revision-text-980">
            <a:extLst xmlns:a="http://schemas.openxmlformats.org/drawingml/2006/main">
              <a:ext uri="{FF2B5EF4-FFF2-40B4-BE49-F238E27FC236}">
                <a16:creationId xmlns:a16="http://schemas.microsoft.com/office/drawing/2014/main" id="{BFA35C86-FF37-45F3-B66B-803E2E4C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ctr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1350" b="0">
                <ns0:solidFill>
                  <ns0:srgbClr val="799A39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035" b="0" lang="en-US">
                <ns0:solidFill>
                  <ns0:srgbClr val="799A39"/>
                </ns0:solidFill>
                <ns0:latin typeface="微软雅黑"/>
                <ns0:ea typeface="微软雅黑"/>
                <ns0:cs typeface="微软雅黑"/>
              </ns0:rPr>
              <ns0:t>4  Temperature / Operating status</ns0:t>
            </ns0:r>
          </ns0:p>
        </p:txBody>
      </p:sp>
      <p:sp>
        <p:nvSpPr>
          <p:cNvPr id="226" name="diagram-line-981">
            <a:extLst xmlns:a="http://schemas.openxmlformats.org/drawingml/2006/main">
              <a:ext uri="{FF2B5EF4-FFF2-40B4-BE49-F238E27FC236}">
                <a16:creationId xmlns:a16="http://schemas.microsoft.com/office/drawing/2014/main" id="{3F2868B3-8284-454E-B84F-729A6CE8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76700"/>
            <a:ext cx="2295525" cy="191"/>
          </a:xfrm>
          <a:custGeom xmlns:a="http://schemas.openxmlformats.org/drawingml/2006/main">
            <a:pathLst>
              <a:path w="2295525" h="191">
                <a:moveTo>
                  <a:pt x="2295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27" name="diagram-poly-982">
            <a:extLst xmlns:a="http://schemas.openxmlformats.org/drawingml/2006/main">
              <a:ext uri="{FF2B5EF4-FFF2-40B4-BE49-F238E27FC236}">
                <a16:creationId xmlns:a16="http://schemas.microsoft.com/office/drawing/2014/main" id="{A7BBCBB0-371A-4DF1-999F-2F4FF514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47173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28" name="revision-text-983">
            <a:extLst xmlns:a="http://schemas.openxmlformats.org/drawingml/2006/main">
              <a:ext uri="{FF2B5EF4-FFF2-40B4-BE49-F238E27FC236}">
                <a16:creationId xmlns:a16="http://schemas.microsoft.com/office/drawing/2014/main" id="{FA3390E1-43A3-4630-908F-BADC2F05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867150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13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98" b="0" lang="en-US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5  Telemetry / State update</a:t>
            </a:r>
          </a:p>
        </p:txBody>
      </p:sp>
      <p:sp>
        <p:nvSpPr>
          <p:cNvPr id="229" name="diagram-line-984">
            <a:extLst xmlns:a="http://schemas.openxmlformats.org/drawingml/2006/main">
              <a:ext uri="{FF2B5EF4-FFF2-40B4-BE49-F238E27FC236}">
                <a16:creationId xmlns:a16="http://schemas.microsoft.com/office/drawing/2014/main" id="{900903FA-97C7-455A-9C2C-38973DB4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71975"/>
            <a:ext cx="2305050" cy="191"/>
          </a:xfrm>
          <a:custGeom xmlns:a="http://schemas.openxmlformats.org/drawingml/2006/main">
            <a:pathLst>
              <a:path w="2305050" h="191">
                <a:moveTo>
                  <a:pt x="2305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30" name="diagram-poly-985">
            <a:extLst xmlns:a="http://schemas.openxmlformats.org/drawingml/2006/main">
              <a:ext uri="{FF2B5EF4-FFF2-40B4-BE49-F238E27FC236}">
                <a16:creationId xmlns:a16="http://schemas.microsoft.com/office/drawing/2014/main" id="{2DCE0297-877A-4D0B-9104-67479DED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24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31" name="revision-text-986">
            <a:extLst xmlns:a="http://schemas.openxmlformats.org/drawingml/2006/main">
              <a:ext uri="{FF2B5EF4-FFF2-40B4-BE49-F238E27FC236}">
                <a16:creationId xmlns:a16="http://schemas.microsoft.com/office/drawing/2014/main" id="{D1EE6709-DFB2-4FB8-A3DE-9B201398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62425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6  Execution status / Data</a:t>
            </a:r>
          </a:p>
        </p:txBody>
      </p:sp>
      <p:sp>
        <p:nvSpPr>
          <p:cNvPr id="232" name="diagram-line-987">
            <a:extLst xmlns:a="http://schemas.openxmlformats.org/drawingml/2006/main">
              <a:ext uri="{FF2B5EF4-FFF2-40B4-BE49-F238E27FC236}">
                <a16:creationId xmlns:a16="http://schemas.microsoft.com/office/drawing/2014/main" id="{2FA82503-AD78-4093-946E-CA3B51C4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33900"/>
            <a:ext cx="6962775" cy="191"/>
          </a:xfrm>
          <a:custGeom xmlns:a="http://schemas.openxmlformats.org/drawingml/2006/main">
            <a:pathLst>
              <a:path w="6962775" h="191">
                <a:moveTo>
                  <a:pt x="0" y="0"/>
                </a:moveTo>
                <a:lnTo>
                  <a:pt x="6962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33" name="diagram-poly-988">
            <a:extLst xmlns:a="http://schemas.openxmlformats.org/drawingml/2006/main">
              <a:ext uri="{FF2B5EF4-FFF2-40B4-BE49-F238E27FC236}">
                <a16:creationId xmlns:a16="http://schemas.microsoft.com/office/drawing/2014/main" id="{52FCD164-ABB0-4183-8DFD-A0A9A42B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504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34" name="revision-text-989">
            <a:extLst xmlns:a="http://schemas.openxmlformats.org/drawingml/2006/main">
              <a:ext uri="{FF2B5EF4-FFF2-40B4-BE49-F238E27FC236}">
                <a16:creationId xmlns:a16="http://schemas.microsoft.com/office/drawing/2014/main" id="{FC59ACDB-68CB-4B69-925C-9C1EF49A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343400"/>
            <a:ext cx="46577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Device state and measurements</a:t>
            </a:r>
          </a:p>
        </p:txBody>
      </p:sp>
      <p:sp>
        <p:nvSpPr>
          <p:cNvPr id="235" name="diagram-line-990">
            <a:extLst xmlns:a="http://schemas.openxmlformats.org/drawingml/2006/main">
              <a:ext uri="{FF2B5EF4-FFF2-40B4-BE49-F238E27FC236}">
                <a16:creationId xmlns:a16="http://schemas.microsoft.com/office/drawing/2014/main" id="{A64CEF0A-4F1C-4BD7-94BD-66958797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05350"/>
            <a:ext cx="9267825" cy="191"/>
          </a:xfrm>
          <a:custGeom xmlns:a="http://schemas.openxmlformats.org/drawingml/2006/main">
            <a:pathLst>
              <a:path w="9267825" h="191">
                <a:moveTo>
                  <a:pt x="0" y="0"/>
                </a:moveTo>
                <a:lnTo>
                  <a:pt x="9267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236" name="diagram-poly-991">
            <a:extLst xmlns:a="http://schemas.openxmlformats.org/drawingml/2006/main">
              <a:ext uri="{FF2B5EF4-FFF2-40B4-BE49-F238E27FC236}">
                <a16:creationId xmlns:a16="http://schemas.microsoft.com/office/drawing/2014/main" id="{3EBD0F8E-8581-4F13-A5E3-C4C00B9F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67582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237" name="revision-text-992">
            <a:extLst xmlns:a="http://schemas.openxmlformats.org/drawingml/2006/main">
              <a:ext uri="{FF2B5EF4-FFF2-40B4-BE49-F238E27FC236}">
                <a16:creationId xmlns:a16="http://schemas.microsoft.com/office/drawing/2014/main" id="{29DA0910-84FC-494A-8A62-27ECFBD4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05325"/>
            <a:ext cx="30003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Node execution context</a:t>
            </a:r>
          </a:p>
        </p:txBody>
      </p:sp>
      <p:sp>
        <p:nvSpPr>
          <p:cNvPr id="238" name="diagram-box-993">
            <a:extLst xmlns:a="http://schemas.openxmlformats.org/drawingml/2006/main">
              <a:ext uri="{FF2B5EF4-FFF2-40B4-BE49-F238E27FC236}">
                <a16:creationId xmlns:a16="http://schemas.microsoft.com/office/drawing/2014/main" id="{30D5C4C2-5A25-42BE-9B1D-D59C960E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11049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39" name="diagram-box-994">
            <a:extLst xmlns:a="http://schemas.openxmlformats.org/drawingml/2006/main">
              <a:ext uri="{FF2B5EF4-FFF2-40B4-BE49-F238E27FC236}">
                <a16:creationId xmlns:a16="http://schemas.microsoft.com/office/drawing/2014/main" id="{6CF64DB5-A76C-42D4-BDE7-259616F8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447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40" name="revision-text-995">
            <a:extLst xmlns:a="http://schemas.openxmlformats.org/drawingml/2006/main">
              <a:ext uri="{FF2B5EF4-FFF2-40B4-BE49-F238E27FC236}">
                <a16:creationId xmlns:a16="http://schemas.microsoft.com/office/drawing/2014/main" id="{A084F21A-589F-488B-8CF3-D1EC1061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57750"/>
            <a:ext cx="3905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alt</a:t>
            </a:r>
          </a:p>
        </p:txBody>
      </p:sp>
      <p:sp>
        <p:nvSpPr>
          <p:cNvPr id="241" name="revision-text-996">
            <a:extLst xmlns:a="http://schemas.openxmlformats.org/drawingml/2006/main">
              <a:ext uri="{FF2B5EF4-FFF2-40B4-BE49-F238E27FC236}">
                <a16:creationId xmlns:a16="http://schemas.microsoft.com/office/drawing/2014/main" id="{78B8A96C-E014-4E66-A988-89C5EBFC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857750"/>
            <a:ext cx="103060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[Normal] Completion conditions are met and continued execution is allowed</a:t>
            </a:r>
          </a:p>
        </p:txBody>
      </p:sp>
      <p:sp>
        <p:nvSpPr>
          <p:cNvPr id="242" name="diagram-line-997">
            <a:extLst xmlns:a="http://schemas.openxmlformats.org/drawingml/2006/main">
              <a:ext uri="{FF2B5EF4-FFF2-40B4-BE49-F238E27FC236}">
                <a16:creationId xmlns:a16="http://schemas.microsoft.com/office/drawing/2014/main" id="{4269AF79-E7EC-4128-B0E5-5D59D34B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14925"/>
            <a:ext cx="838200" cy="191"/>
          </a:xfrm>
          <a:custGeom xmlns:a="http://schemas.openxmlformats.org/drawingml/2006/main">
            <a:pathLst>
              <a:path w="838200" h="191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43" name="diagram-line-998">
            <a:extLst xmlns:a="http://schemas.openxmlformats.org/drawingml/2006/main">
              <a:ext uri="{FF2B5EF4-FFF2-40B4-BE49-F238E27FC236}">
                <a16:creationId xmlns:a16="http://schemas.microsoft.com/office/drawing/2014/main" id="{C14E1064-DFAC-4E62-AB2B-EEB98EEC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14925"/>
            <a:ext cx="191" cy="209550"/>
          </a:xfrm>
          <a:custGeom xmlns:a="http://schemas.openxmlformats.org/drawingml/2006/main">
            <a:pathLst>
              <a:path w="191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44" name="diagram-line-999">
            <a:extLst xmlns:a="http://schemas.openxmlformats.org/drawingml/2006/main">
              <a:ext uri="{FF2B5EF4-FFF2-40B4-BE49-F238E27FC236}">
                <a16:creationId xmlns:a16="http://schemas.microsoft.com/office/drawing/2014/main" id="{93BF14A2-2614-4077-84EB-AB0034A3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24475"/>
            <a:ext cx="838200" cy="191"/>
          </a:xfrm>
          <a:custGeom xmlns:a="http://schemas.openxmlformats.org/drawingml/2006/main">
            <a:pathLst>
              <a:path w="838200" h="191">
                <a:moveTo>
                  <a:pt x="838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45" name="diagram-poly-1000">
            <a:extLst xmlns:a="http://schemas.openxmlformats.org/drawingml/2006/main">
              <a:ext uri="{FF2B5EF4-FFF2-40B4-BE49-F238E27FC236}">
                <a16:creationId xmlns:a16="http://schemas.microsoft.com/office/drawing/2014/main" id="{1028B915-D865-442E-9953-0906F9EF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949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46" name="revision-text-1001">
            <a:extLst xmlns:a="http://schemas.openxmlformats.org/drawingml/2006/main">
              <a:ext uri="{FF2B5EF4-FFF2-40B4-BE49-F238E27FC236}">
                <a16:creationId xmlns:a16="http://schemas.microsoft.com/office/drawing/2014/main" id="{32BBA3E5-5A62-4D4E-9D16-32DE63C9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124450"/>
            <a:ext cx="73533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Node completes → Activation signal → Subsequent step</a:t>
            </a:r>
          </a:p>
        </p:txBody>
      </p:sp>
      <p:sp>
        <p:nvSpPr>
          <p:cNvPr id="247" name="diagram-line-1002">
            <a:extLst xmlns:a="http://schemas.openxmlformats.org/drawingml/2006/main">
              <a:ext uri="{FF2B5EF4-FFF2-40B4-BE49-F238E27FC236}">
                <a16:creationId xmlns:a16="http://schemas.microsoft.com/office/drawing/2014/main" id="{47EBEAF4-7061-4205-8E8F-86BF664A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48" name="diagram-line-1003">
            <a:extLst xmlns:a="http://schemas.openxmlformats.org/drawingml/2006/main">
              <a:ext uri="{FF2B5EF4-FFF2-40B4-BE49-F238E27FC236}">
                <a16:creationId xmlns:a16="http://schemas.microsoft.com/office/drawing/2014/main" id="{61ED0115-B410-4CE2-A7DE-1582A3A9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49" name="diagram-line-1004">
            <a:extLst xmlns:a="http://schemas.openxmlformats.org/drawingml/2006/main">
              <a:ext uri="{FF2B5EF4-FFF2-40B4-BE49-F238E27FC236}">
                <a16:creationId xmlns:a16="http://schemas.microsoft.com/office/drawing/2014/main" id="{415D3C76-34B4-4E87-A65D-A6CF8351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0" name="diagram-line-1005">
            <a:extLst xmlns:a="http://schemas.openxmlformats.org/drawingml/2006/main">
              <a:ext uri="{FF2B5EF4-FFF2-40B4-BE49-F238E27FC236}">
                <a16:creationId xmlns:a16="http://schemas.microsoft.com/office/drawing/2014/main" id="{68606763-C339-4D59-9258-6A73586E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1" name="diagram-line-1006">
            <a:extLst xmlns:a="http://schemas.openxmlformats.org/drawingml/2006/main">
              <a:ext uri="{FF2B5EF4-FFF2-40B4-BE49-F238E27FC236}">
                <a16:creationId xmlns:a16="http://schemas.microsoft.com/office/drawing/2014/main" id="{9B1B87DA-0D40-4813-811F-AA9F2D11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2" name="diagram-line-1007">
            <a:extLst xmlns:a="http://schemas.openxmlformats.org/drawingml/2006/main">
              <a:ext uri="{FF2B5EF4-FFF2-40B4-BE49-F238E27FC236}">
                <a16:creationId xmlns:a16="http://schemas.microsoft.com/office/drawing/2014/main" id="{B8240F22-A43E-44D6-86CE-E85EB9D7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3" name="diagram-line-1008">
            <a:extLst xmlns:a="http://schemas.openxmlformats.org/drawingml/2006/main">
              <a:ext uri="{FF2B5EF4-FFF2-40B4-BE49-F238E27FC236}">
                <a16:creationId xmlns:a16="http://schemas.microsoft.com/office/drawing/2014/main" id="{F8732F10-8099-4486-9737-448B451B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4" name="diagram-line-1009">
            <a:extLst xmlns:a="http://schemas.openxmlformats.org/drawingml/2006/main">
              <a:ext uri="{FF2B5EF4-FFF2-40B4-BE49-F238E27FC236}">
                <a16:creationId xmlns:a16="http://schemas.microsoft.com/office/drawing/2014/main" id="{98B20F8B-71A9-4213-90C3-C02959EA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5" name="diagram-line-1010">
            <a:extLst xmlns:a="http://schemas.openxmlformats.org/drawingml/2006/main">
              <a:ext uri="{FF2B5EF4-FFF2-40B4-BE49-F238E27FC236}">
                <a16:creationId xmlns:a16="http://schemas.microsoft.com/office/drawing/2014/main" id="{A5BC5032-15CB-43C1-A500-BBE1BE47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6" name="diagram-line-1011">
            <a:extLst xmlns:a="http://schemas.openxmlformats.org/drawingml/2006/main">
              <a:ext uri="{FF2B5EF4-FFF2-40B4-BE49-F238E27FC236}">
                <a16:creationId xmlns:a16="http://schemas.microsoft.com/office/drawing/2014/main" id="{3E943AA1-2C76-4609-9576-EC89C7A6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7" name="diagram-line-1012">
            <a:extLst xmlns:a="http://schemas.openxmlformats.org/drawingml/2006/main">
              <a:ext uri="{FF2B5EF4-FFF2-40B4-BE49-F238E27FC236}">
                <a16:creationId xmlns:a16="http://schemas.microsoft.com/office/drawing/2014/main" id="{213D0E80-9226-42BE-8E8A-15282393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8" name="diagram-line-1013">
            <a:extLst xmlns:a="http://schemas.openxmlformats.org/drawingml/2006/main">
              <a:ext uri="{FF2B5EF4-FFF2-40B4-BE49-F238E27FC236}">
                <a16:creationId xmlns:a16="http://schemas.microsoft.com/office/drawing/2014/main" id="{0D625C36-937F-4C2D-ABE6-C0A639CF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9" name="diagram-line-1014">
            <a:extLst xmlns:a="http://schemas.openxmlformats.org/drawingml/2006/main">
              <a:ext uri="{FF2B5EF4-FFF2-40B4-BE49-F238E27FC236}">
                <a16:creationId xmlns:a16="http://schemas.microsoft.com/office/drawing/2014/main" id="{62EF6EE1-475E-48EE-8FD0-1447D16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0" name="diagram-line-1015">
            <a:extLst xmlns:a="http://schemas.openxmlformats.org/drawingml/2006/main">
              <a:ext uri="{FF2B5EF4-FFF2-40B4-BE49-F238E27FC236}">
                <a16:creationId xmlns:a16="http://schemas.microsoft.com/office/drawing/2014/main" id="{35CAA0BD-4CF2-4492-9A66-809C0026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1" name="diagram-line-1016">
            <a:extLst xmlns:a="http://schemas.openxmlformats.org/drawingml/2006/main">
              <a:ext uri="{FF2B5EF4-FFF2-40B4-BE49-F238E27FC236}">
                <a16:creationId xmlns:a16="http://schemas.microsoft.com/office/drawing/2014/main" id="{724DA755-FA3B-4B6B-9E02-459CC4D0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2" name="diagram-line-1017">
            <a:extLst xmlns:a="http://schemas.openxmlformats.org/drawingml/2006/main">
              <a:ext uri="{FF2B5EF4-FFF2-40B4-BE49-F238E27FC236}">
                <a16:creationId xmlns:a16="http://schemas.microsoft.com/office/drawing/2014/main" id="{9C71B315-03F7-4648-B198-3C6A1469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3" name="diagram-line-1018">
            <a:extLst xmlns:a="http://schemas.openxmlformats.org/drawingml/2006/main">
              <a:ext uri="{FF2B5EF4-FFF2-40B4-BE49-F238E27FC236}">
                <a16:creationId xmlns:a16="http://schemas.microsoft.com/office/drawing/2014/main" id="{E49641D3-B3A6-48EC-9438-F91166AA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4" name="diagram-line-1019">
            <a:extLst xmlns:a="http://schemas.openxmlformats.org/drawingml/2006/main">
              <a:ext uri="{FF2B5EF4-FFF2-40B4-BE49-F238E27FC236}">
                <a16:creationId xmlns:a16="http://schemas.microsoft.com/office/drawing/2014/main" id="{78201CDD-91B4-44C9-B942-F149F8D3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5" name="diagram-line-1020">
            <a:extLst xmlns:a="http://schemas.openxmlformats.org/drawingml/2006/main">
              <a:ext uri="{FF2B5EF4-FFF2-40B4-BE49-F238E27FC236}">
                <a16:creationId xmlns:a16="http://schemas.microsoft.com/office/drawing/2014/main" id="{94EC61B9-34EF-4775-A82E-8F79ECF9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6" name="diagram-line-1021">
            <a:extLst xmlns:a="http://schemas.openxmlformats.org/drawingml/2006/main">
              <a:ext uri="{FF2B5EF4-FFF2-40B4-BE49-F238E27FC236}">
                <a16:creationId xmlns:a16="http://schemas.microsoft.com/office/drawing/2014/main" id="{0FE62F4F-58F4-41F7-A9B2-B1B7008E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7" name="diagram-line-1022">
            <a:extLst xmlns:a="http://schemas.openxmlformats.org/drawingml/2006/main">
              <a:ext uri="{FF2B5EF4-FFF2-40B4-BE49-F238E27FC236}">
                <a16:creationId xmlns:a16="http://schemas.microsoft.com/office/drawing/2014/main" id="{C0FB37EE-30C8-45D4-BE2F-6726DB7E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8" name="diagram-line-1023">
            <a:extLst xmlns:a="http://schemas.openxmlformats.org/drawingml/2006/main">
              <a:ext uri="{FF2B5EF4-FFF2-40B4-BE49-F238E27FC236}">
                <a16:creationId xmlns:a16="http://schemas.microsoft.com/office/drawing/2014/main" id="{E45DA3E2-1D9D-4A3B-BDF8-37182B17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9" name="diagram-line-1024">
            <a:extLst xmlns:a="http://schemas.openxmlformats.org/drawingml/2006/main">
              <a:ext uri="{FF2B5EF4-FFF2-40B4-BE49-F238E27FC236}">
                <a16:creationId xmlns:a16="http://schemas.microsoft.com/office/drawing/2014/main" id="{D9288EDA-2BCB-455B-AFE2-0F00E04D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0" name="diagram-line-1025">
            <a:extLst xmlns:a="http://schemas.openxmlformats.org/drawingml/2006/main">
              <a:ext uri="{FF2B5EF4-FFF2-40B4-BE49-F238E27FC236}">
                <a16:creationId xmlns:a16="http://schemas.microsoft.com/office/drawing/2014/main" id="{808CE0BE-4863-4E4C-832C-1433C504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1" name="diagram-line-1026">
            <a:extLst xmlns:a="http://schemas.openxmlformats.org/drawingml/2006/main">
              <a:ext uri="{FF2B5EF4-FFF2-40B4-BE49-F238E27FC236}">
                <a16:creationId xmlns:a16="http://schemas.microsoft.com/office/drawing/2014/main" id="{2CDB3791-F6A2-426C-98F1-8916FFC5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2" name="diagram-line-1027">
            <a:extLst xmlns:a="http://schemas.openxmlformats.org/drawingml/2006/main">
              <a:ext uri="{FF2B5EF4-FFF2-40B4-BE49-F238E27FC236}">
                <a16:creationId xmlns:a16="http://schemas.microsoft.com/office/drawing/2014/main" id="{33F16058-8A5F-4518-86DD-BD6456D2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3" name="diagram-line-1028">
            <a:extLst xmlns:a="http://schemas.openxmlformats.org/drawingml/2006/main">
              <a:ext uri="{FF2B5EF4-FFF2-40B4-BE49-F238E27FC236}">
                <a16:creationId xmlns:a16="http://schemas.microsoft.com/office/drawing/2014/main" id="{10EA0532-59DD-42AB-86F6-3E3D891C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4" name="diagram-line-1029">
            <a:extLst xmlns:a="http://schemas.openxmlformats.org/drawingml/2006/main">
              <a:ext uri="{FF2B5EF4-FFF2-40B4-BE49-F238E27FC236}">
                <a16:creationId xmlns:a16="http://schemas.microsoft.com/office/drawing/2014/main" id="{297DAD97-40E1-4784-8D46-977B21D8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5" name="diagram-line-1030">
            <a:extLst xmlns:a="http://schemas.openxmlformats.org/drawingml/2006/main">
              <a:ext uri="{FF2B5EF4-FFF2-40B4-BE49-F238E27FC236}">
                <a16:creationId xmlns:a16="http://schemas.microsoft.com/office/drawing/2014/main" id="{11F74381-B09F-4674-B06F-419A9251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6" name="diagram-line-1031">
            <a:extLst xmlns:a="http://schemas.openxmlformats.org/drawingml/2006/main">
              <a:ext uri="{FF2B5EF4-FFF2-40B4-BE49-F238E27FC236}">
                <a16:creationId xmlns:a16="http://schemas.microsoft.com/office/drawing/2014/main" id="{E67D54F0-6369-47C2-8E43-1922FD00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7" name="diagram-line-1032">
            <a:extLst xmlns:a="http://schemas.openxmlformats.org/drawingml/2006/main">
              <a:ext uri="{FF2B5EF4-FFF2-40B4-BE49-F238E27FC236}">
                <a16:creationId xmlns:a16="http://schemas.microsoft.com/office/drawing/2014/main" id="{621ABCFD-C025-4538-89B3-C85DFA76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8" name="diagram-line-1033">
            <a:extLst xmlns:a="http://schemas.openxmlformats.org/drawingml/2006/main">
              <a:ext uri="{FF2B5EF4-FFF2-40B4-BE49-F238E27FC236}">
                <a16:creationId xmlns:a16="http://schemas.microsoft.com/office/drawing/2014/main" id="{3E066334-A8A3-46CF-9D1F-1C588649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9" name="diagram-line-1034">
            <a:extLst xmlns:a="http://schemas.openxmlformats.org/drawingml/2006/main">
              <a:ext uri="{FF2B5EF4-FFF2-40B4-BE49-F238E27FC236}">
                <a16:creationId xmlns:a16="http://schemas.microsoft.com/office/drawing/2014/main" id="{25DA5254-625E-481C-AB80-CD2AC2A7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0" name="diagram-line-1035">
            <a:extLst xmlns:a="http://schemas.openxmlformats.org/drawingml/2006/main">
              <a:ext uri="{FF2B5EF4-FFF2-40B4-BE49-F238E27FC236}">
                <a16:creationId xmlns:a16="http://schemas.microsoft.com/office/drawing/2014/main" id="{1A5E17CE-DDA5-4E80-BDC5-46197863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1" name="diagram-line-1036">
            <a:extLst xmlns:a="http://schemas.openxmlformats.org/drawingml/2006/main">
              <a:ext uri="{FF2B5EF4-FFF2-40B4-BE49-F238E27FC236}">
                <a16:creationId xmlns:a16="http://schemas.microsoft.com/office/drawing/2014/main" id="{EB4191C9-E222-42AF-B867-F7931D3E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2" name="diagram-line-1037">
            <a:extLst xmlns:a="http://schemas.openxmlformats.org/drawingml/2006/main">
              <a:ext uri="{FF2B5EF4-FFF2-40B4-BE49-F238E27FC236}">
                <a16:creationId xmlns:a16="http://schemas.microsoft.com/office/drawing/2014/main" id="{E5E6DC89-A0F7-4414-8C5A-3906324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3" name="diagram-line-1038">
            <a:extLst xmlns:a="http://schemas.openxmlformats.org/drawingml/2006/main">
              <a:ext uri="{FF2B5EF4-FFF2-40B4-BE49-F238E27FC236}">
                <a16:creationId xmlns:a16="http://schemas.microsoft.com/office/drawing/2014/main" id="{838A599E-0504-49A2-BF3B-6A7EFB1D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4" name="diagram-line-1039">
            <a:extLst xmlns:a="http://schemas.openxmlformats.org/drawingml/2006/main">
              <a:ext uri="{FF2B5EF4-FFF2-40B4-BE49-F238E27FC236}">
                <a16:creationId xmlns:a16="http://schemas.microsoft.com/office/drawing/2014/main" id="{0E548558-996F-4E88-B5D1-C92EF0D7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5" name="diagram-line-1040">
            <a:extLst xmlns:a="http://schemas.openxmlformats.org/drawingml/2006/main">
              <a:ext uri="{FF2B5EF4-FFF2-40B4-BE49-F238E27FC236}">
                <a16:creationId xmlns:a16="http://schemas.microsoft.com/office/drawing/2014/main" id="{F9C417D0-4CB8-49AE-8536-D78A9C50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6" name="diagram-line-1041">
            <a:extLst xmlns:a="http://schemas.openxmlformats.org/drawingml/2006/main">
              <a:ext uri="{FF2B5EF4-FFF2-40B4-BE49-F238E27FC236}">
                <a16:creationId xmlns:a16="http://schemas.microsoft.com/office/drawing/2014/main" id="{BFD39521-3DC0-495F-940C-82E4113A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7" name="diagram-line-1042">
            <a:extLst xmlns:a="http://schemas.openxmlformats.org/drawingml/2006/main">
              <a:ext uri="{FF2B5EF4-FFF2-40B4-BE49-F238E27FC236}">
                <a16:creationId xmlns:a16="http://schemas.microsoft.com/office/drawing/2014/main" id="{31257B47-0BC9-4669-801A-07B892DE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8" name="diagram-line-1043">
            <a:extLst xmlns:a="http://schemas.openxmlformats.org/drawingml/2006/main">
              <a:ext uri="{FF2B5EF4-FFF2-40B4-BE49-F238E27FC236}">
                <a16:creationId xmlns:a16="http://schemas.microsoft.com/office/drawing/2014/main" id="{9043E793-13D8-4A3A-BA21-6C13A317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9" name="diagram-line-1044">
            <a:extLst xmlns:a="http://schemas.openxmlformats.org/drawingml/2006/main">
              <a:ext uri="{FF2B5EF4-FFF2-40B4-BE49-F238E27FC236}">
                <a16:creationId xmlns:a16="http://schemas.microsoft.com/office/drawing/2014/main" id="{94E9AB38-9AFF-44F3-96E2-6FA7890B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0" name="diagram-line-1045">
            <a:extLst xmlns:a="http://schemas.openxmlformats.org/drawingml/2006/main">
              <a:ext uri="{FF2B5EF4-FFF2-40B4-BE49-F238E27FC236}">
                <a16:creationId xmlns:a16="http://schemas.microsoft.com/office/drawing/2014/main" id="{2B9457C0-149F-4D6A-815D-32A4B79C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1" name="diagram-line-1046">
            <a:extLst xmlns:a="http://schemas.openxmlformats.org/drawingml/2006/main">
              <a:ext uri="{FF2B5EF4-FFF2-40B4-BE49-F238E27FC236}">
                <a16:creationId xmlns:a16="http://schemas.microsoft.com/office/drawing/2014/main" id="{FF655ED8-52CD-4785-BDB6-281AB558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2" name="diagram-line-1047">
            <a:extLst xmlns:a="http://schemas.openxmlformats.org/drawingml/2006/main">
              <a:ext uri="{FF2B5EF4-FFF2-40B4-BE49-F238E27FC236}">
                <a16:creationId xmlns:a16="http://schemas.microsoft.com/office/drawing/2014/main" id="{CBD83574-FFA8-44E9-A7AB-FE519FC4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3" name="diagram-line-1048">
            <a:extLst xmlns:a="http://schemas.openxmlformats.org/drawingml/2006/main">
              <a:ext uri="{FF2B5EF4-FFF2-40B4-BE49-F238E27FC236}">
                <a16:creationId xmlns:a16="http://schemas.microsoft.com/office/drawing/2014/main" id="{2521FFB8-ED82-4144-B125-BB73AE76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4" name="diagram-line-1049">
            <a:extLst xmlns:a="http://schemas.openxmlformats.org/drawingml/2006/main">
              <a:ext uri="{FF2B5EF4-FFF2-40B4-BE49-F238E27FC236}">
                <a16:creationId xmlns:a16="http://schemas.microsoft.com/office/drawing/2014/main" id="{6288A74B-A622-45CB-B735-DA6F1862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5" name="diagram-line-1050">
            <a:extLst xmlns:a="http://schemas.openxmlformats.org/drawingml/2006/main">
              <a:ext uri="{FF2B5EF4-FFF2-40B4-BE49-F238E27FC236}">
                <a16:creationId xmlns:a16="http://schemas.microsoft.com/office/drawing/2014/main" id="{8AB416F1-55E7-4315-A4CE-AE53A050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6" name="diagram-line-1051">
            <a:extLst xmlns:a="http://schemas.openxmlformats.org/drawingml/2006/main">
              <a:ext uri="{FF2B5EF4-FFF2-40B4-BE49-F238E27FC236}">
                <a16:creationId xmlns:a16="http://schemas.microsoft.com/office/drawing/2014/main" id="{17E25427-3BDD-4DCB-9C37-13D42231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7" name="diagram-line-1052">
            <a:extLst xmlns:a="http://schemas.openxmlformats.org/drawingml/2006/main">
              <a:ext uri="{FF2B5EF4-FFF2-40B4-BE49-F238E27FC236}">
                <a16:creationId xmlns:a16="http://schemas.microsoft.com/office/drawing/2014/main" id="{82B25E75-F52F-42E9-AF08-FB618CC7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8" name="diagram-line-1053">
            <a:extLst xmlns:a="http://schemas.openxmlformats.org/drawingml/2006/main">
              <a:ext uri="{FF2B5EF4-FFF2-40B4-BE49-F238E27FC236}">
                <a16:creationId xmlns:a16="http://schemas.microsoft.com/office/drawing/2014/main" id="{B7FC9E65-A03A-4E22-ACA1-0B50FE93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9" name="diagram-line-1054">
            <a:extLst xmlns:a="http://schemas.openxmlformats.org/drawingml/2006/main">
              <a:ext uri="{FF2B5EF4-FFF2-40B4-BE49-F238E27FC236}">
                <a16:creationId xmlns:a16="http://schemas.microsoft.com/office/drawing/2014/main" id="{6D784199-7982-4A95-AE4F-D60877FA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0" name="diagram-line-1055">
            <a:extLst xmlns:a="http://schemas.openxmlformats.org/drawingml/2006/main">
              <a:ext uri="{FF2B5EF4-FFF2-40B4-BE49-F238E27FC236}">
                <a16:creationId xmlns:a16="http://schemas.microsoft.com/office/drawing/2014/main" id="{FC6A5769-169A-4309-B6C6-1664FECF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1" name="diagram-line-1056">
            <a:extLst xmlns:a="http://schemas.openxmlformats.org/drawingml/2006/main">
              <a:ext uri="{FF2B5EF4-FFF2-40B4-BE49-F238E27FC236}">
                <a16:creationId xmlns:a16="http://schemas.microsoft.com/office/drawing/2014/main" id="{4A5AD86B-45B4-48D2-9ED0-F2046D55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2" name="diagram-line-1057">
            <a:extLst xmlns:a="http://schemas.openxmlformats.org/drawingml/2006/main">
              <a:ext uri="{FF2B5EF4-FFF2-40B4-BE49-F238E27FC236}">
                <a16:creationId xmlns:a16="http://schemas.microsoft.com/office/drawing/2014/main" id="{3B64F215-6BCF-4974-90DC-117DFF25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3" name="diagram-line-1058">
            <a:extLst xmlns:a="http://schemas.openxmlformats.org/drawingml/2006/main">
              <a:ext uri="{FF2B5EF4-FFF2-40B4-BE49-F238E27FC236}">
                <a16:creationId xmlns:a16="http://schemas.microsoft.com/office/drawing/2014/main" id="{9914D30B-43A0-4C7C-8D10-17E93A93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4" name="diagram-line-1059">
            <a:extLst xmlns:a="http://schemas.openxmlformats.org/drawingml/2006/main">
              <a:ext uri="{FF2B5EF4-FFF2-40B4-BE49-F238E27FC236}">
                <a16:creationId xmlns:a16="http://schemas.microsoft.com/office/drawing/2014/main" id="{27987281-FA96-4AD9-90E0-7A8BC078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5" name="diagram-line-1060">
            <a:extLst xmlns:a="http://schemas.openxmlformats.org/drawingml/2006/main">
              <a:ext uri="{FF2B5EF4-FFF2-40B4-BE49-F238E27FC236}">
                <a16:creationId xmlns:a16="http://schemas.microsoft.com/office/drawing/2014/main" id="{5DDC42E1-5972-4F37-8CF5-0BB66809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6" name="diagram-line-1061">
            <a:extLst xmlns:a="http://schemas.openxmlformats.org/drawingml/2006/main">
              <a:ext uri="{FF2B5EF4-FFF2-40B4-BE49-F238E27FC236}">
                <a16:creationId xmlns:a16="http://schemas.microsoft.com/office/drawing/2014/main" id="{5663FE6E-F1BC-4C75-BF4B-1829FF99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7" name="diagram-line-1062">
            <a:extLst xmlns:a="http://schemas.openxmlformats.org/drawingml/2006/main">
              <a:ext uri="{FF2B5EF4-FFF2-40B4-BE49-F238E27FC236}">
                <a16:creationId xmlns:a16="http://schemas.microsoft.com/office/drawing/2014/main" id="{22A738FE-E5CB-41BB-B6E7-A5771C33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8" name="diagram-line-1063">
            <a:extLst xmlns:a="http://schemas.openxmlformats.org/drawingml/2006/main">
              <a:ext uri="{FF2B5EF4-FFF2-40B4-BE49-F238E27FC236}">
                <a16:creationId xmlns:a16="http://schemas.microsoft.com/office/drawing/2014/main" id="{45779D33-3F90-45DD-9A99-1341B828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9" name="diagram-line-1064">
            <a:extLst xmlns:a="http://schemas.openxmlformats.org/drawingml/2006/main">
              <a:ext uri="{FF2B5EF4-FFF2-40B4-BE49-F238E27FC236}">
                <a16:creationId xmlns:a16="http://schemas.microsoft.com/office/drawing/2014/main" id="{DDFB23DE-7D93-49D5-B392-2847FB0A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0" name="diagram-line-1065">
            <a:extLst xmlns:a="http://schemas.openxmlformats.org/drawingml/2006/main">
              <a:ext uri="{FF2B5EF4-FFF2-40B4-BE49-F238E27FC236}">
                <a16:creationId xmlns:a16="http://schemas.microsoft.com/office/drawing/2014/main" id="{BAF266B7-1B59-4F6A-ACCA-FDF6E2AE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1" name="diagram-line-1066">
            <a:extLst xmlns:a="http://schemas.openxmlformats.org/drawingml/2006/main">
              <a:ext uri="{FF2B5EF4-FFF2-40B4-BE49-F238E27FC236}">
                <a16:creationId xmlns:a16="http://schemas.microsoft.com/office/drawing/2014/main" id="{DDBC8449-C024-45E0-AC3E-B1BBB82E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2" name="diagram-line-1067">
            <a:extLst xmlns:a="http://schemas.openxmlformats.org/drawingml/2006/main">
              <a:ext uri="{FF2B5EF4-FFF2-40B4-BE49-F238E27FC236}">
                <a16:creationId xmlns:a16="http://schemas.microsoft.com/office/drawing/2014/main" id="{74C24354-29D0-4236-BA0B-A304CDDC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3" name="diagram-line-1068">
            <a:extLst xmlns:a="http://schemas.openxmlformats.org/drawingml/2006/main">
              <a:ext uri="{FF2B5EF4-FFF2-40B4-BE49-F238E27FC236}">
                <a16:creationId xmlns:a16="http://schemas.microsoft.com/office/drawing/2014/main" id="{BB4C10A3-012D-4D9B-BEF4-F20B8DA0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4" name="diagram-line-1069">
            <a:extLst xmlns:a="http://schemas.openxmlformats.org/drawingml/2006/main">
              <a:ext uri="{FF2B5EF4-FFF2-40B4-BE49-F238E27FC236}">
                <a16:creationId xmlns:a16="http://schemas.microsoft.com/office/drawing/2014/main" id="{27B9722E-8553-44D4-A77E-F955DF26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5" name="diagram-line-1070">
            <a:extLst xmlns:a="http://schemas.openxmlformats.org/drawingml/2006/main">
              <a:ext uri="{FF2B5EF4-FFF2-40B4-BE49-F238E27FC236}">
                <a16:creationId xmlns:a16="http://schemas.microsoft.com/office/drawing/2014/main" id="{B9F028B5-959F-45C1-8539-1F3C8302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6" name="diagram-line-1071">
            <a:extLst xmlns:a="http://schemas.openxmlformats.org/drawingml/2006/main">
              <a:ext uri="{FF2B5EF4-FFF2-40B4-BE49-F238E27FC236}">
                <a16:creationId xmlns:a16="http://schemas.microsoft.com/office/drawing/2014/main" id="{FE67CEF8-7F98-4CA5-B251-91FD812C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7" name="diagram-line-1072">
            <a:extLst xmlns:a="http://schemas.openxmlformats.org/drawingml/2006/main">
              <a:ext uri="{FF2B5EF4-FFF2-40B4-BE49-F238E27FC236}">
                <a16:creationId xmlns:a16="http://schemas.microsoft.com/office/drawing/2014/main" id="{479F122F-C591-4E42-8790-30689418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8" name="diagram-line-1073">
            <a:extLst xmlns:a="http://schemas.openxmlformats.org/drawingml/2006/main">
              <a:ext uri="{FF2B5EF4-FFF2-40B4-BE49-F238E27FC236}">
                <a16:creationId xmlns:a16="http://schemas.microsoft.com/office/drawing/2014/main" id="{B72D6BE6-190F-4E76-AA65-DAFF4D0E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9" name="diagram-line-1074">
            <a:extLst xmlns:a="http://schemas.openxmlformats.org/drawingml/2006/main">
              <a:ext uri="{FF2B5EF4-FFF2-40B4-BE49-F238E27FC236}">
                <a16:creationId xmlns:a16="http://schemas.microsoft.com/office/drawing/2014/main" id="{779CA7E3-FC84-47F5-9925-4C21313B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0" name="diagram-line-1075">
            <a:extLst xmlns:a="http://schemas.openxmlformats.org/drawingml/2006/main">
              <a:ext uri="{FF2B5EF4-FFF2-40B4-BE49-F238E27FC236}">
                <a16:creationId xmlns:a16="http://schemas.microsoft.com/office/drawing/2014/main" id="{C07BFCF7-AE35-4F01-9A14-A25FEB7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1" name="diagram-line-1076">
            <a:extLst xmlns:a="http://schemas.openxmlformats.org/drawingml/2006/main">
              <a:ext uri="{FF2B5EF4-FFF2-40B4-BE49-F238E27FC236}">
                <a16:creationId xmlns:a16="http://schemas.microsoft.com/office/drawing/2014/main" id="{048D338A-D7BA-4B38-AA1E-C4DD6A6A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2" name="diagram-line-1077">
            <a:extLst xmlns:a="http://schemas.openxmlformats.org/drawingml/2006/main">
              <a:ext uri="{FF2B5EF4-FFF2-40B4-BE49-F238E27FC236}">
                <a16:creationId xmlns:a16="http://schemas.microsoft.com/office/drawing/2014/main" id="{DFB6EBAB-84C6-47D1-B743-AC300E84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3" name="diagram-line-1078">
            <a:extLst xmlns:a="http://schemas.openxmlformats.org/drawingml/2006/main">
              <a:ext uri="{FF2B5EF4-FFF2-40B4-BE49-F238E27FC236}">
                <a16:creationId xmlns:a16="http://schemas.microsoft.com/office/drawing/2014/main" id="{291701A4-E3D1-4F35-AC79-07311708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4" name="diagram-line-1079">
            <a:extLst xmlns:a="http://schemas.openxmlformats.org/drawingml/2006/main">
              <a:ext uri="{FF2B5EF4-FFF2-40B4-BE49-F238E27FC236}">
                <a16:creationId xmlns:a16="http://schemas.microsoft.com/office/drawing/2014/main" id="{1C549F63-1DCB-4414-8C05-BB16AEC1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5" name="diagram-line-1080">
            <a:extLst xmlns:a="http://schemas.openxmlformats.org/drawingml/2006/main">
              <a:ext uri="{FF2B5EF4-FFF2-40B4-BE49-F238E27FC236}">
                <a16:creationId xmlns:a16="http://schemas.microsoft.com/office/drawing/2014/main" id="{089A3FE6-0EE1-4737-BDD6-CBDFDDC8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6" name="diagram-line-1081">
            <a:extLst xmlns:a="http://schemas.openxmlformats.org/drawingml/2006/main">
              <a:ext uri="{FF2B5EF4-FFF2-40B4-BE49-F238E27FC236}">
                <a16:creationId xmlns:a16="http://schemas.microsoft.com/office/drawing/2014/main" id="{CF5412EE-9405-4A06-8346-8F8FD3F1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7" name="diagram-line-1082">
            <a:extLst xmlns:a="http://schemas.openxmlformats.org/drawingml/2006/main">
              <a:ext uri="{FF2B5EF4-FFF2-40B4-BE49-F238E27FC236}">
                <a16:creationId xmlns:a16="http://schemas.microsoft.com/office/drawing/2014/main" id="{A38FB187-06A9-44F6-8726-3DC250E1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8" name="diagram-line-1083">
            <a:extLst xmlns:a="http://schemas.openxmlformats.org/drawingml/2006/main">
              <a:ext uri="{FF2B5EF4-FFF2-40B4-BE49-F238E27FC236}">
                <a16:creationId xmlns:a16="http://schemas.microsoft.com/office/drawing/2014/main" id="{D9BE0FF7-BD1C-4B15-8222-DC2AE666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9" name="diagram-line-1084">
            <a:extLst xmlns:a="http://schemas.openxmlformats.org/drawingml/2006/main">
              <a:ext uri="{FF2B5EF4-FFF2-40B4-BE49-F238E27FC236}">
                <a16:creationId xmlns:a16="http://schemas.microsoft.com/office/drawing/2014/main" id="{8FC9419C-A519-4DEF-8D10-5E6383B8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0" name="diagram-line-1085">
            <a:extLst xmlns:a="http://schemas.openxmlformats.org/drawingml/2006/main">
              <a:ext uri="{FF2B5EF4-FFF2-40B4-BE49-F238E27FC236}">
                <a16:creationId xmlns:a16="http://schemas.microsoft.com/office/drawing/2014/main" id="{A757B196-1D9B-41EF-A0E0-165311B8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1" name="diagram-line-1086">
            <a:extLst xmlns:a="http://schemas.openxmlformats.org/drawingml/2006/main">
              <a:ext uri="{FF2B5EF4-FFF2-40B4-BE49-F238E27FC236}">
                <a16:creationId xmlns:a16="http://schemas.microsoft.com/office/drawing/2014/main" id="{FD37CA28-4104-4795-89D1-4E1602FD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2" name="diagram-line-1087">
            <a:extLst xmlns:a="http://schemas.openxmlformats.org/drawingml/2006/main">
              <a:ext uri="{FF2B5EF4-FFF2-40B4-BE49-F238E27FC236}">
                <a16:creationId xmlns:a16="http://schemas.microsoft.com/office/drawing/2014/main" id="{3B33BFF6-8D19-405E-9749-7FD74A7F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3" name="diagram-line-1088">
            <a:extLst xmlns:a="http://schemas.openxmlformats.org/drawingml/2006/main">
              <a:ext uri="{FF2B5EF4-FFF2-40B4-BE49-F238E27FC236}">
                <a16:creationId xmlns:a16="http://schemas.microsoft.com/office/drawing/2014/main" id="{792BC007-4D99-46AD-A686-F583767A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4" name="diagram-line-1089">
            <a:extLst xmlns:a="http://schemas.openxmlformats.org/drawingml/2006/main">
              <a:ext uri="{FF2B5EF4-FFF2-40B4-BE49-F238E27FC236}">
                <a16:creationId xmlns:a16="http://schemas.microsoft.com/office/drawing/2014/main" id="{B17FBC77-4B79-4451-99F1-92A3572D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5" name="diagram-line-1090">
            <a:extLst xmlns:a="http://schemas.openxmlformats.org/drawingml/2006/main">
              <a:ext uri="{FF2B5EF4-FFF2-40B4-BE49-F238E27FC236}">
                <a16:creationId xmlns:a16="http://schemas.microsoft.com/office/drawing/2014/main" id="{CB6AC9A3-DA43-445D-9B11-64D895AB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6" name="diagram-line-1091">
            <a:extLst xmlns:a="http://schemas.openxmlformats.org/drawingml/2006/main">
              <a:ext uri="{FF2B5EF4-FFF2-40B4-BE49-F238E27FC236}">
                <a16:creationId xmlns:a16="http://schemas.microsoft.com/office/drawing/2014/main" id="{86CA02FD-E524-49D7-8D84-94B752B9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7" name="diagram-line-1092">
            <a:extLst xmlns:a="http://schemas.openxmlformats.org/drawingml/2006/main">
              <a:ext uri="{FF2B5EF4-FFF2-40B4-BE49-F238E27FC236}">
                <a16:creationId xmlns:a16="http://schemas.microsoft.com/office/drawing/2014/main" id="{B5F505AF-C35A-4AC5-9A5E-150675F1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8" name="diagram-line-1093">
            <a:extLst xmlns:a="http://schemas.openxmlformats.org/drawingml/2006/main">
              <a:ext uri="{FF2B5EF4-FFF2-40B4-BE49-F238E27FC236}">
                <a16:creationId xmlns:a16="http://schemas.microsoft.com/office/drawing/2014/main" id="{27CA9132-8EA9-4BC3-ABBD-BAC1EF65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9" name="diagram-line-1094">
            <a:extLst xmlns:a="http://schemas.openxmlformats.org/drawingml/2006/main">
              <a:ext uri="{FF2B5EF4-FFF2-40B4-BE49-F238E27FC236}">
                <a16:creationId xmlns:a16="http://schemas.microsoft.com/office/drawing/2014/main" id="{1353C060-F4E3-4CDE-B679-CA987034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0" name="diagram-line-1095">
            <a:extLst xmlns:a="http://schemas.openxmlformats.org/drawingml/2006/main">
              <a:ext uri="{FF2B5EF4-FFF2-40B4-BE49-F238E27FC236}">
                <a16:creationId xmlns:a16="http://schemas.microsoft.com/office/drawing/2014/main" id="{180A30F5-6F3C-4A83-A97F-878325C1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1" name="diagram-line-1096">
            <a:extLst xmlns:a="http://schemas.openxmlformats.org/drawingml/2006/main">
              <a:ext uri="{FF2B5EF4-FFF2-40B4-BE49-F238E27FC236}">
                <a16:creationId xmlns:a16="http://schemas.microsoft.com/office/drawing/2014/main" id="{14C45F2E-928E-4D9C-B5A9-47E72010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2" name="diagram-line-1097">
            <a:extLst xmlns:a="http://schemas.openxmlformats.org/drawingml/2006/main">
              <a:ext uri="{FF2B5EF4-FFF2-40B4-BE49-F238E27FC236}">
                <a16:creationId xmlns:a16="http://schemas.microsoft.com/office/drawing/2014/main" id="{016615B1-864B-4C66-96D6-D0838293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3" name="diagram-line-1098">
            <a:extLst xmlns:a="http://schemas.openxmlformats.org/drawingml/2006/main">
              <a:ext uri="{FF2B5EF4-FFF2-40B4-BE49-F238E27FC236}">
                <a16:creationId xmlns:a16="http://schemas.microsoft.com/office/drawing/2014/main" id="{C9FAD0DA-161D-400E-9B4A-1AC0CF54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4" name="revision-text-1099">
            <a:extLst xmlns:a="http://schemas.openxmlformats.org/drawingml/2006/main">
              <a:ext uri="{FF2B5EF4-FFF2-40B4-BE49-F238E27FC236}">
                <a16:creationId xmlns:a16="http://schemas.microsoft.com/office/drawing/2014/main" id="{13B31E2F-305E-4A83-9851-8DDC2719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467350"/>
            <a:ext cx="10048875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lang="en-US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[Exception example] A stop or abort rule is triggered</a:t>
            </a:r>
          </a:p>
        </p:txBody>
      </p:sp>
      <p:sp>
        <p:nvSpPr>
          <p:cNvPr id="345" name="diagram-line-1100">
            <a:extLst xmlns:a="http://schemas.openxmlformats.org/drawingml/2006/main">
              <a:ext uri="{FF2B5EF4-FFF2-40B4-BE49-F238E27FC236}">
                <a16:creationId xmlns:a16="http://schemas.microsoft.com/office/drawing/2014/main" id="{D1591972-AB66-4DEB-AEB5-8954740E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72150"/>
            <a:ext cx="6962775" cy="191"/>
          </a:xfrm>
          <a:custGeom xmlns:a="http://schemas.openxmlformats.org/drawingml/2006/main">
            <a:pathLst>
              <a:path w="6962775" h="191">
                <a:moveTo>
                  <a:pt x="69627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46" name="diagram-poly-1101">
            <a:extLst xmlns:a="http://schemas.openxmlformats.org/drawingml/2006/main">
              <a:ext uri="{FF2B5EF4-FFF2-40B4-BE49-F238E27FC236}">
                <a16:creationId xmlns:a16="http://schemas.microsoft.com/office/drawing/2014/main" id="{5671B40C-F56B-4E82-AB37-1F45232F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42623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47" name="revision-text-1102">
            <a:extLst xmlns:a="http://schemas.openxmlformats.org/drawingml/2006/main">
              <a:ext uri="{FF2B5EF4-FFF2-40B4-BE49-F238E27FC236}">
                <a16:creationId xmlns:a16="http://schemas.microsoft.com/office/drawing/2014/main" id="{59232379-DBF9-44ED-90A2-E97E6CF9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591175"/>
            <a:ext cx="46196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140" b="0" lang="en-US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Device response: send a stop / abort request to the state machine</a:t>
            </a:r>
          </a:p>
        </p:txBody>
      </p:sp>
      <p:sp>
        <p:nvSpPr>
          <p:cNvPr id="348" name="diagram-line-1103">
            <a:extLst xmlns:a="http://schemas.openxmlformats.org/drawingml/2006/main">
              <a:ext uri="{FF2B5EF4-FFF2-40B4-BE49-F238E27FC236}">
                <a16:creationId xmlns:a16="http://schemas.microsoft.com/office/drawing/2014/main" id="{67306471-F45A-4AEE-B31E-AB6838E7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91225"/>
            <a:ext cx="9267825" cy="191"/>
          </a:xfrm>
          <a:custGeom xmlns:a="http://schemas.openxmlformats.org/drawingml/2006/main">
            <a:pathLst>
              <a:path w="9267825" h="191">
                <a:moveTo>
                  <a:pt x="92678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49" name="diagram-poly-1104">
            <a:extLst xmlns:a="http://schemas.openxmlformats.org/drawingml/2006/main">
              <a:ext uri="{FF2B5EF4-FFF2-40B4-BE49-F238E27FC236}">
                <a16:creationId xmlns:a16="http://schemas.microsoft.com/office/drawing/2014/main" id="{9BD33971-D597-46BB-83EB-D6D15BD2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6169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50" name="revision-text-1105">
            <a:extLst xmlns:a="http://schemas.openxmlformats.org/drawingml/2006/main">
              <a:ext uri="{FF2B5EF4-FFF2-40B4-BE49-F238E27FC236}">
                <a16:creationId xmlns:a16="http://schemas.microsoft.com/office/drawing/2014/main" id="{6775D2B6-B2CA-494D-96E1-D1713393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810250"/>
            <a:ext cx="478155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lang="en-US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Task response: abort task execution through the node interface</a:t>
            </a:r>
          </a:p>
        </p:txBody>
      </p:sp>
      <p:sp>
        <p:nvSpPr>
          <p:cNvPr id="351" name="revision-text-1106">
            <a:extLst xmlns:a="http://schemas.openxmlformats.org/drawingml/2006/main">
              <a:ext uri="{FF2B5EF4-FFF2-40B4-BE49-F238E27FC236}">
                <a16:creationId xmlns:a16="http://schemas.microsoft.com/office/drawing/2014/main" id="{6F1C87E7-2CE8-4840-AB4F-45DAB8A7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52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552" b="1" lang="en-US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Completion conditions advance the node. Violations trigger constraint responses.</a:t>
            </a:r>
          </a:p>
        </p:txBody>
      </p:sp>
    </p:spTree>
    <p:extLst>
      <p:ext uri="{BB962C8B-B14F-4D97-AF65-F5344CB8AC3E}">
        <p14:creationId xmlns:p14="http://schemas.microsoft.com/office/powerpoint/2010/main" val="11992028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E124E5A-E1E9-4BDB-AD6A-7A85F5EB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228375A-AFA3-4308-8A72-B44F4833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2850" b="1">
                <ns0:solidFill>
                  <ns0:srgbClr val="FFFFFF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2850" b="1" lang="en-US">
                <ns0:solidFill>
                  <ns0:srgbClr val="FFFFFF"/>
                </ns0:solidFill>
                <ns0:latin typeface="微软雅黑"/>
                <ns0:ea typeface="微软雅黑"/>
                <ns0:cs typeface="微软雅黑"/>
              </ns0:rPr>
              <ns0:t>9  Simulation feedback loop</ns0:t>
            </ns0:r>
          </ns0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814C537-51FE-466D-9ABF-E9641641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287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rPr>
              <a:t>EUROSIM 2026  ·  Executable Modeling for Smart Chemical Laboratories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19B2418-5098-4973-9A0F-6D9FC907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9/10</a:t>
            </a:r>
          </a:p>
        </p:txBody>
      </p:sp>
      <p:sp>
        <p:nvSpPr>
          <p:cNvPr id="12" name="revision-text-1107">
            <a:extLst xmlns:a="http://schemas.openxmlformats.org/drawingml/2006/main">
              <a:ext uri="{FF2B5EF4-FFF2-40B4-BE49-F238E27FC236}">
                <a16:creationId xmlns:a16="http://schemas.microsoft.com/office/drawing/2014/main" id="{93140CEF-CA74-48D4-BF8D-160C00A7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73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Simulate inside the Adapter. Keep the same upper-level models and execution rules.</a:t>
            </a:r>
          </a:p>
        </p:txBody>
      </p:sp>
      <p:sp>
        <p:nvSpPr>
          <p:cNvPr id="13" name="diagram-box-1108">
            <a:extLst xmlns:a="http://schemas.openxmlformats.org/drawingml/2006/main">
              <a:ext uri="{FF2B5EF4-FFF2-40B4-BE49-F238E27FC236}">
                <a16:creationId xmlns:a16="http://schemas.microsoft.com/office/drawing/2014/main" id="{46CFFD44-B2AB-4DEC-BF07-6F74BD0B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09875"/>
            <a:ext cx="21050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7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4" name="diagram-box-1109">
            <a:extLst xmlns:a="http://schemas.openxmlformats.org/drawingml/2006/main">
              <a:ext uri="{FF2B5EF4-FFF2-40B4-BE49-F238E27FC236}">
                <a16:creationId xmlns:a16="http://schemas.microsoft.com/office/drawing/2014/main" id="{34939978-71F7-433E-90A6-0CA58551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09875"/>
            <a:ext cx="2105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DF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5" name="revision-text-1110">
            <a:extLst xmlns:a="http://schemas.openxmlformats.org/drawingml/2006/main">
              <a:ext uri="{FF2B5EF4-FFF2-40B4-BE49-F238E27FC236}">
                <a16:creationId xmlns:a16="http://schemas.microsoft.com/office/drawing/2014/main" id="{84CD2081-6272-47F9-B327-DD879D85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38450"/>
            <a:ext cx="19526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LLM</a:t>
            </a:r>
          </a:p>
        </p:txBody>
      </p:sp>
      <p:sp>
        <p:nvSpPr>
          <p:cNvPr id="16" name="diagram-box-1111">
            <a:extLst xmlns:a="http://schemas.openxmlformats.org/drawingml/2006/main">
              <a:ext uri="{FF2B5EF4-FFF2-40B4-BE49-F238E27FC236}">
                <a16:creationId xmlns:a16="http://schemas.microsoft.com/office/drawing/2014/main" id="{579EC347-6B46-488D-8B83-3B65D748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48025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7" name="revision-text-1112">
            <a:extLst xmlns:a="http://schemas.openxmlformats.org/drawingml/2006/main">
              <a:ext uri="{FF2B5EF4-FFF2-40B4-BE49-F238E27FC236}">
                <a16:creationId xmlns:a16="http://schemas.microsoft.com/office/drawing/2014/main" id="{A50A0718-0BDB-4FCC-938D-592250A2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76600"/>
            <a:ext cx="176212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52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7" b="1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Generate or revise a plan</a:t>
            </a:r>
          </a:p>
        </p:txBody>
      </p:sp>
      <p:sp>
        <p:nvSpPr>
          <p:cNvPr id="18" name="revision-text-1113">
            <a:extLst xmlns:a="http://schemas.openxmlformats.org/drawingml/2006/main">
              <a:ext uri="{FF2B5EF4-FFF2-40B4-BE49-F238E27FC236}">
                <a16:creationId xmlns:a16="http://schemas.microsoft.com/office/drawing/2014/main" id="{9ADF5BEA-157B-49AC-87FF-0A8131E4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1743075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1:p xmlns:ns1="http://schemas.openxmlformats.org/drawingml/2006/main">
            <ns1:pPr algn="ctr">
              <ns1:lnSpc>
                <ns1:spcPct val="104000"/>
              </ns1:lnSpc>
              <ns1:spcBef>
                <ns1:spcPts val="0"/>
              </ns1:spcBef>
              <ns1:spcAft>
                <ns1:spcPts val="0"/>
              </ns1:spcAft>
              <ns1:buNone/>
              <ns1:defRPr sz="1058" b="0">
                <ns1:solidFill>
                  <ns1:srgbClr val="111111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818" b="0" lang="en-US">
                <ns1:solidFill>
                  <ns1:srgbClr val="111111"/>
                </ns1:solidFill>
                <ns1:latin typeface="微软雅黑"/>
                <ns1:ea typeface="微软雅黑"/>
                <ns1:cs typeface="微软雅黑"/>
              </ns1:rPr>
              <ns1:t>Workflow model / Device request</ns1:t>
            </ns1:r>
          </ns1:p>
        </p:txBody>
      </p:sp>
      <p:sp>
        <p:nvSpPr>
          <p:cNvPr id="19" name="diagram-box-1114">
            <a:extLst xmlns:a="http://schemas.openxmlformats.org/drawingml/2006/main">
              <a:ext uri="{FF2B5EF4-FFF2-40B4-BE49-F238E27FC236}">
                <a16:creationId xmlns:a16="http://schemas.microsoft.com/office/drawing/2014/main" id="{5B1BB6E1-E44C-4657-8D2A-943769D0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00525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0" name="revision-text-1115">
            <a:extLst xmlns:a="http://schemas.openxmlformats.org/drawingml/2006/main">
              <a:ext uri="{FF2B5EF4-FFF2-40B4-BE49-F238E27FC236}">
                <a16:creationId xmlns:a16="http://schemas.microsoft.com/office/drawing/2014/main" id="{D52AF0C0-E053-4E70-94EF-F3D1B2FD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29100"/>
            <a:ext cx="176212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Analyze feedback</a:t>
            </a:r>
          </a:p>
        </p:txBody>
      </p:sp>
      <p:sp>
        <p:nvSpPr>
          <p:cNvPr id="21" name="revision-text-1116">
            <a:extLst xmlns:a="http://schemas.openxmlformats.org/drawingml/2006/main">
              <a:ext uri="{FF2B5EF4-FFF2-40B4-BE49-F238E27FC236}">
                <a16:creationId xmlns:a16="http://schemas.microsoft.com/office/drawing/2014/main" id="{E7B6A6D1-FC7C-4395-9926-ED996BFD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1743075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10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Revise steps, parameters, requests</a:t>
            </a:r>
          </a:p>
        </p:txBody>
      </p:sp>
      <p:sp>
        <p:nvSpPr>
          <p:cNvPr id="22" name="diagram-line-1117">
            <a:extLst xmlns:a="http://schemas.openxmlformats.org/drawingml/2006/main">
              <a:ext uri="{FF2B5EF4-FFF2-40B4-BE49-F238E27FC236}">
                <a16:creationId xmlns:a16="http://schemas.microsoft.com/office/drawing/2014/main" id="{1A26DF42-13E4-4734-A276-54BAE81B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524375"/>
            <a:ext cx="352425" cy="191"/>
          </a:xfrm>
          <a:custGeom xmlns:a="http://schemas.openxmlformats.org/drawingml/2006/main">
            <a:pathLst>
              <a:path w="352425" h="191">
                <a:moveTo>
                  <a:pt x="3524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3" name="diagram-line-1118">
            <a:extLst xmlns:a="http://schemas.openxmlformats.org/drawingml/2006/main">
              <a:ext uri="{FF2B5EF4-FFF2-40B4-BE49-F238E27FC236}">
                <a16:creationId xmlns:a16="http://schemas.microsoft.com/office/drawing/2014/main" id="{79A692C7-0B4B-4DD2-87CA-8AA586D3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552825"/>
            <a:ext cx="191" cy="971550"/>
          </a:xfrm>
          <a:custGeom xmlns:a="http://schemas.openxmlformats.org/drawingml/2006/main">
            <a:pathLst>
              <a:path w="191" h="971550">
                <a:moveTo>
                  <a:pt x="0" y="9715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4" name="diagram-line-1119">
            <a:extLst xmlns:a="http://schemas.openxmlformats.org/drawingml/2006/main">
              <a:ext uri="{FF2B5EF4-FFF2-40B4-BE49-F238E27FC236}">
                <a16:creationId xmlns:a16="http://schemas.microsoft.com/office/drawing/2014/main" id="{808276D3-27BD-4AB5-AC8E-A7D0E7F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552825"/>
            <a:ext cx="352425" cy="191"/>
          </a:xfrm>
          <a:custGeom xmlns:a="http://schemas.openxmlformats.org/drawingml/2006/main">
            <a:pathLst>
              <a:path w="352425" h="191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5" name="diagram-poly-1120">
            <a:extLst xmlns:a="http://schemas.openxmlformats.org/drawingml/2006/main">
              <a:ext uri="{FF2B5EF4-FFF2-40B4-BE49-F238E27FC236}">
                <a16:creationId xmlns:a16="http://schemas.microsoft.com/office/drawing/2014/main" id="{BC290A9C-394E-4C5C-A3EE-3E8B47E7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2329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6" name="revision-text-1121">
            <a:extLst xmlns:a="http://schemas.openxmlformats.org/drawingml/2006/main">
              <a:ext uri="{FF2B5EF4-FFF2-40B4-BE49-F238E27FC236}">
                <a16:creationId xmlns:a16="http://schemas.microsoft.com/office/drawing/2014/main" id="{1D6F4031-4A1C-4FC8-BAB2-9EC62389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8002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33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 lang="en-US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Feedback improves the plan</a:t>
            </a:r>
          </a:p>
        </p:txBody>
      </p:sp>
      <p:sp>
        <p:nvSpPr>
          <p:cNvPr id="27" name="diagram-box-1122">
            <a:extLst xmlns:a="http://schemas.openxmlformats.org/drawingml/2006/main">
              <a:ext uri="{FF2B5EF4-FFF2-40B4-BE49-F238E27FC236}">
                <a16:creationId xmlns:a16="http://schemas.microsoft.com/office/drawing/2014/main" id="{0D17D104-32A9-4A42-9A27-9D418B28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4479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8" name="diagram-box-1123">
            <a:extLst xmlns:a="http://schemas.openxmlformats.org/drawingml/2006/main">
              <a:ext uri="{FF2B5EF4-FFF2-40B4-BE49-F238E27FC236}">
                <a16:creationId xmlns:a16="http://schemas.microsoft.com/office/drawing/2014/main" id="{63E5E201-C2E5-4539-A42B-8D7D5596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4479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9" name="revision-text-1124">
            <a:extLst xmlns:a="http://schemas.openxmlformats.org/drawingml/2006/main">
              <a:ext uri="{FF2B5EF4-FFF2-40B4-BE49-F238E27FC236}">
                <a16:creationId xmlns:a16="http://schemas.microsoft.com/office/drawing/2014/main" id="{8C0673CF-9092-4D9C-9B94-DFE37CF5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85925"/>
            <a:ext cx="229552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9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9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Workflow model (optional)</a:t>
            </a:r>
          </a:p>
        </p:txBody>
      </p:sp>
      <p:sp>
        <p:nvSpPr>
          <p:cNvPr id="30" name="revision-text-1125">
            <a:extLst xmlns:a="http://schemas.openxmlformats.org/drawingml/2006/main">
              <a:ext uri="{FF2B5EF4-FFF2-40B4-BE49-F238E27FC236}">
                <a16:creationId xmlns:a16="http://schemas.microsoft.com/office/drawing/2014/main" id="{4FFBF03C-7969-4194-BDF2-6B248E08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24075"/>
            <a:ext cx="2238375" cy="439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8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923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Organize steps and data dependencies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8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923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Workflow nodes issue requests</a:t>
            </a:r>
          </a:p>
        </p:txBody>
      </p:sp>
      <p:sp>
        <p:nvSpPr>
          <p:cNvPr id="31" name="diagram-box-1126">
            <a:extLst xmlns:a="http://schemas.openxmlformats.org/drawingml/2006/main">
              <a:ext uri="{FF2B5EF4-FFF2-40B4-BE49-F238E27FC236}">
                <a16:creationId xmlns:a16="http://schemas.microsoft.com/office/drawing/2014/main" id="{479B1E48-5C2A-474F-9443-63DF7838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52775"/>
            <a:ext cx="237172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2" name="diagram-box-1127">
            <a:extLst xmlns:a="http://schemas.openxmlformats.org/drawingml/2006/main">
              <a:ext uri="{FF2B5EF4-FFF2-40B4-BE49-F238E27FC236}">
                <a16:creationId xmlns:a16="http://schemas.microsoft.com/office/drawing/2014/main" id="{285A3C40-6822-4174-9D35-120FE9A3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52775"/>
            <a:ext cx="2371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3" name="revision-text-1128">
            <a:extLst xmlns:a="http://schemas.openxmlformats.org/drawingml/2006/main">
              <a:ext uri="{FF2B5EF4-FFF2-40B4-BE49-F238E27FC236}">
                <a16:creationId xmlns:a16="http://schemas.microsoft.com/office/drawing/2014/main" id="{D006A8D0-A249-44CB-9189-1E50F84E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81350"/>
            <a:ext cx="2219325" cy="272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Device model</a:t>
            </a:r>
          </a:p>
        </p:txBody>
      </p:sp>
      <p:sp>
        <p:nvSpPr>
          <p:cNvPr id="34" name="revision-text-1129">
            <a:extLst xmlns:a="http://schemas.openxmlformats.org/drawingml/2006/main">
              <a:ext uri="{FF2B5EF4-FFF2-40B4-BE49-F238E27FC236}">
                <a16:creationId xmlns:a16="http://schemas.microsoft.com/office/drawing/2014/main" id="{7680A2C4-BA7D-450C-A3A8-050E92BA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14725"/>
            <a:ext cx="225742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2:p xmlns:ns2="http://schemas.openxmlformats.org/drawingml/2006/main">
            <ns2:pPr algn="ctr">
              <ns2:lnSpc>
                <ns2:spcPct val="104000"/>
              </ns2:lnSpc>
              <ns2:spcBef>
                <ns2:spcPts val="0"/>
              </ns2:spcBef>
              <ns2:spcAft>
                <ns2:spcPts val="0"/>
              </ns2:spcAft>
              <ns2:buNone/>
              <ns2:defRPr sz="1298" b="1">
                <ns2:solidFill>
                  <ns2:srgbClr val="111111"/>
                </ns2:solidFill>
                <ns2:latin typeface="微软雅黑"/>
                <ns2:ea typeface="微软雅黑"/>
                <ns2:cs typeface="微软雅黑"/>
              </ns2:defRPr>
            </ns2:pPr>
            <ns2:r>
              <ns2:rPr sz="1013" b="1" lang="en-US">
                <ns2:solidFill>
                  <ns2:srgbClr val="111111"/>
                </ns2:solidFill>
                <ns2:latin typeface="微软雅黑"/>
                <ns2:ea typeface="微软雅黑"/>
                <ns2:cs typeface="微软雅黑"/>
              </ns2:rPr>
              <ns2:t>Capability model + State machine</ns2:t>
            </ns2:r>
          </ns2:p>
        </p:txBody>
      </p:sp>
      <p:sp>
        <p:nvSpPr>
          <p:cNvPr id="35" name="diagram-box-1130">
            <a:extLst xmlns:a="http://schemas.openxmlformats.org/drawingml/2006/main">
              <a:ext uri="{FF2B5EF4-FFF2-40B4-BE49-F238E27FC236}">
                <a16:creationId xmlns:a16="http://schemas.microsoft.com/office/drawing/2014/main" id="{FC4F5083-1423-4872-ABAF-C160B0E7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48100"/>
            <a:ext cx="20669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6" name="revision-text-1131">
            <a:extLst xmlns:a="http://schemas.openxmlformats.org/drawingml/2006/main">
              <a:ext uri="{FF2B5EF4-FFF2-40B4-BE49-F238E27FC236}">
                <a16:creationId xmlns:a16="http://schemas.microsoft.com/office/drawing/2014/main" id="{52C2E38A-456A-436F-BBA5-B969E22C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76675"/>
            <a:ext cx="19716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1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780" b="1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Handle requests and issue commands</a:t>
            </a:r>
          </a:p>
        </p:txBody>
      </p:sp>
      <p:sp>
        <p:nvSpPr>
          <p:cNvPr id="37" name="revision-text-1132">
            <a:extLst xmlns:a="http://schemas.openxmlformats.org/drawingml/2006/main">
              <a:ext uri="{FF2B5EF4-FFF2-40B4-BE49-F238E27FC236}">
                <a16:creationId xmlns:a16="http://schemas.microsoft.com/office/drawing/2014/main" id="{F199F2A3-9361-454B-A5FF-87EBC5AF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57650"/>
            <a:ext cx="19526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9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State checks / Transition actions</a:t>
            </a:r>
          </a:p>
        </p:txBody>
      </p:sp>
      <p:sp>
        <p:nvSpPr>
          <p:cNvPr id="38" name="diagram-box-1133">
            <a:extLst xmlns:a="http://schemas.openxmlformats.org/drawingml/2006/main">
              <a:ext uri="{FF2B5EF4-FFF2-40B4-BE49-F238E27FC236}">
                <a16:creationId xmlns:a16="http://schemas.microsoft.com/office/drawing/2014/main" id="{56080E88-433F-494E-91A8-35320B58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76750"/>
            <a:ext cx="20669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9" name="revision-text-1134">
            <a:extLst xmlns:a="http://schemas.openxmlformats.org/drawingml/2006/main">
              <a:ext uri="{FF2B5EF4-FFF2-40B4-BE49-F238E27FC236}">
                <a16:creationId xmlns:a16="http://schemas.microsoft.com/office/drawing/2014/main" id="{BA06C577-1D48-46F2-A7FA-C9320531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05325"/>
            <a:ext cx="19716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Process feedback</a:t>
            </a:r>
          </a:p>
        </p:txBody>
      </p:sp>
      <p:sp>
        <p:nvSpPr>
          <p:cNvPr id="40" name="revision-text-1135">
            <a:extLst xmlns:a="http://schemas.openxmlformats.org/drawingml/2006/main">
              <a:ext uri="{FF2B5EF4-FFF2-40B4-BE49-F238E27FC236}">
                <a16:creationId xmlns:a16="http://schemas.microsoft.com/office/drawing/2014/main" id="{B9ED94F0-1104-437D-8D44-915C5879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86300"/>
            <a:ext cx="19526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1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91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Update device state and attributes</a:t>
            </a:r>
          </a:p>
        </p:txBody>
      </p:sp>
      <p:sp>
        <p:nvSpPr>
          <p:cNvPr id="41" name="diagram-line-1136">
            <a:extLst xmlns:a="http://schemas.openxmlformats.org/drawingml/2006/main">
              <a:ext uri="{FF2B5EF4-FFF2-40B4-BE49-F238E27FC236}">
                <a16:creationId xmlns:a16="http://schemas.microsoft.com/office/drawing/2014/main" id="{B4AF1A03-2A33-4E64-87A6-6D1D77C2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29025"/>
            <a:ext cx="381000" cy="191"/>
          </a:xfrm>
          <a:custGeom xmlns:a="http://schemas.openxmlformats.org/drawingml/2006/main">
            <a:pathLst>
              <a:path w="381000" h="191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2" name="diagram-line-1137">
            <a:extLst xmlns:a="http://schemas.openxmlformats.org/drawingml/2006/main">
              <a:ext uri="{FF2B5EF4-FFF2-40B4-BE49-F238E27FC236}">
                <a16:creationId xmlns:a16="http://schemas.microsoft.com/office/drawing/2014/main" id="{783A78A1-BC08-4AA0-8A3C-4B287FAA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09800"/>
            <a:ext cx="191" cy="1419225"/>
          </a:xfrm>
          <a:custGeom xmlns:a="http://schemas.openxmlformats.org/drawingml/2006/main">
            <a:pathLst>
              <a:path w="191" h="1419225">
                <a:moveTo>
                  <a:pt x="0" y="1419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3" name="diagram-line-1138">
            <a:extLst xmlns:a="http://schemas.openxmlformats.org/drawingml/2006/main">
              <a:ext uri="{FF2B5EF4-FFF2-40B4-BE49-F238E27FC236}">
                <a16:creationId xmlns:a16="http://schemas.microsoft.com/office/drawing/2014/main" id="{F7FC093A-C83C-4118-B6A2-BF48812B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09800"/>
            <a:ext cx="438150" cy="191"/>
          </a:xfrm>
          <a:custGeom xmlns:a="http://schemas.openxmlformats.org/drawingml/2006/main">
            <a:pathLst>
              <a:path w="438150" h="191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4" name="diagram-poly-1139">
            <a:extLst xmlns:a="http://schemas.openxmlformats.org/drawingml/2006/main">
              <a:ext uri="{FF2B5EF4-FFF2-40B4-BE49-F238E27FC236}">
                <a16:creationId xmlns:a16="http://schemas.microsoft.com/office/drawing/2014/main" id="{E6B77CEE-117D-41AB-91C5-B7AC72DF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802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45" name="revision-text-1140">
            <a:extLst xmlns:a="http://schemas.openxmlformats.org/drawingml/2006/main">
              <a:ext uri="{FF2B5EF4-FFF2-40B4-BE49-F238E27FC236}">
                <a16:creationId xmlns:a16="http://schemas.microsoft.com/office/drawing/2014/main" id="{062566BA-30D2-4066-9877-6E6DA633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895475"/>
            <a:ext cx="457200" cy="19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" name="revision-text-1141">
            <a:extLst xmlns:a="http://schemas.openxmlformats.org/drawingml/2006/main">
              <a:ext uri="{FF2B5EF4-FFF2-40B4-BE49-F238E27FC236}">
                <a16:creationId xmlns:a16="http://schemas.microsoft.com/office/drawing/2014/main" id="{47EEE43F-A00A-4EA6-A71A-99F3B1B8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371725"/>
            <a:ext cx="1819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10" b="0" lang="en-US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Generate workflow model</a:t>
            </a:r>
          </a:p>
        </p:txBody>
      </p:sp>
      <p:sp>
        <p:nvSpPr>
          <p:cNvPr id="47" name="diagram-line-1142">
            <a:extLst xmlns:a="http://schemas.openxmlformats.org/drawingml/2006/main">
              <a:ext uri="{FF2B5EF4-FFF2-40B4-BE49-F238E27FC236}">
                <a16:creationId xmlns:a16="http://schemas.microsoft.com/office/drawing/2014/main" id="{281E55F9-D533-4EE0-A632-47812849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09800"/>
            <a:ext cx="1304925" cy="191"/>
          </a:xfrm>
          <a:custGeom xmlns:a="http://schemas.openxmlformats.org/drawingml/2006/main">
            <a:pathLst>
              <a:path w="1304925" h="191">
                <a:moveTo>
                  <a:pt x="0" y="0"/>
                </a:moveTo>
                <a:lnTo>
                  <a:pt x="1304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8" name="diagram-line-1143">
            <a:extLst xmlns:a="http://schemas.openxmlformats.org/drawingml/2006/main">
              <a:ext uri="{FF2B5EF4-FFF2-40B4-BE49-F238E27FC236}">
                <a16:creationId xmlns:a16="http://schemas.microsoft.com/office/drawing/2014/main" id="{4EF1D9F6-767E-4B53-934B-9D1C4388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09800"/>
            <a:ext cx="191" cy="942975"/>
          </a:xfrm>
          <a:custGeom xmlns:a="http://schemas.openxmlformats.org/drawingml/2006/main">
            <a:pathLst>
              <a:path w="191" h="942975">
                <a:moveTo>
                  <a:pt x="0" y="0"/>
                </a:moveTo>
                <a:lnTo>
                  <a:pt x="0" y="9429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9" name="diagram-poly-1144">
            <a:extLst xmlns:a="http://schemas.openxmlformats.org/drawingml/2006/main">
              <a:ext uri="{FF2B5EF4-FFF2-40B4-BE49-F238E27FC236}">
                <a16:creationId xmlns:a16="http://schemas.microsoft.com/office/drawing/2014/main" id="{CFFE71CB-4A55-4232-9C7F-093757EE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23" y="30861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50" name="revision-text-1145">
            <a:extLst xmlns:a="http://schemas.openxmlformats.org/drawingml/2006/main">
              <a:ext uri="{FF2B5EF4-FFF2-40B4-BE49-F238E27FC236}">
                <a16:creationId xmlns:a16="http://schemas.microsoft.com/office/drawing/2014/main" id="{CD4C81DA-BFE4-4E90-BEED-8B28B1EC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52625"/>
            <a:ext cx="17907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85" b="0" lang="en-US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Invoke device capability</a:t>
            </a:r>
          </a:p>
        </p:txBody>
      </p:sp>
      <p:sp>
        <p:nvSpPr>
          <p:cNvPr id="51" name="diagram-line-1146">
            <a:extLst xmlns:a="http://schemas.openxmlformats.org/drawingml/2006/main">
              <a:ext uri="{FF2B5EF4-FFF2-40B4-BE49-F238E27FC236}">
                <a16:creationId xmlns:a16="http://schemas.microsoft.com/office/drawing/2014/main" id="{F8A9382C-1220-4002-84B4-FA3A7CF9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38600"/>
            <a:ext cx="3371850" cy="191"/>
          </a:xfrm>
          <a:custGeom xmlns:a="http://schemas.openxmlformats.org/drawingml/2006/main">
            <a:pathLst>
              <a:path w="3371850" h="191">
                <a:moveTo>
                  <a:pt x="0" y="0"/>
                </a:moveTo>
                <a:lnTo>
                  <a:pt x="3371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52" name="diagram-poly-1147">
            <a:extLst xmlns:a="http://schemas.openxmlformats.org/drawingml/2006/main">
              <a:ext uri="{FF2B5EF4-FFF2-40B4-BE49-F238E27FC236}">
                <a16:creationId xmlns:a16="http://schemas.microsoft.com/office/drawing/2014/main" id="{BDEEABF3-5EB7-48E7-8186-7084EB9F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0090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53" name="revision-text-1148">
            <a:extLst xmlns:a="http://schemas.openxmlformats.org/drawingml/2006/main">
              <a:ext uri="{FF2B5EF4-FFF2-40B4-BE49-F238E27FC236}">
                <a16:creationId xmlns:a16="http://schemas.microsoft.com/office/drawing/2014/main" id="{8483AAF5-827E-456A-8A1D-FA3FE84B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743325"/>
            <a:ext cx="27336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3:p xmlns:ns3="http://schemas.openxmlformats.org/drawingml/2006/main">
            <ns3:pPr algn="ctr">
              <ns3:lnSpc>
                <ns3:spcPct val="104000"/>
              </ns3:lnSpc>
              <ns3:spcBef>
                <ns3:spcPts val="0"/>
              </ns3:spcBef>
              <ns3:spcAft>
                <ns3:spcPts val="0"/>
              </ns3:spcAft>
              <ns3:buNone/>
              <ns3:defRPr sz="1350" b="0">
                <ns3:solidFill>
                  <ns3:srgbClr val="28849C"/>
                </ns3:solidFill>
                <ns3:latin typeface="微软雅黑"/>
                <ns3:ea typeface="微软雅黑"/>
                <ns3:cs typeface="微软雅黑"/>
              </ns3:defRPr>
            </ns3:pPr>
            <ns3:r>
              <ns3:rPr sz="1350" b="0" lang="en-US">
                <ns3:solidFill>
                  <ns3:srgbClr val="28849C"/>
                </ns3:solidFill>
                <ns3:latin typeface="微软雅黑"/>
                <ns3:ea typeface="微软雅黑"/>
                <ns3:cs typeface="微软雅黑"/>
              </ns3:rPr>
              <ns3:t>Direct device control request</ns3:t>
            </ns3:r>
          </ns3:p>
        </p:txBody>
      </p:sp>
      <p:sp>
        <p:nvSpPr>
          <p:cNvPr id="54" name="diagram-line-1149">
            <a:extLst xmlns:a="http://schemas.openxmlformats.org/drawingml/2006/main">
              <a:ext uri="{FF2B5EF4-FFF2-40B4-BE49-F238E27FC236}">
                <a16:creationId xmlns:a16="http://schemas.microsoft.com/office/drawing/2014/main" id="{27F0B9A1-7CE4-4399-8A9C-E472B2B2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861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5" name="diagram-line-1150">
            <a:extLst xmlns:a="http://schemas.openxmlformats.org/drawingml/2006/main">
              <a:ext uri="{FF2B5EF4-FFF2-40B4-BE49-F238E27FC236}">
                <a16:creationId xmlns:a16="http://schemas.microsoft.com/office/drawing/2014/main" id="{FE38BCB7-844A-44DD-BC7E-D40CB0B9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6" name="diagram-line-1151">
            <a:extLst xmlns:a="http://schemas.openxmlformats.org/drawingml/2006/main">
              <a:ext uri="{FF2B5EF4-FFF2-40B4-BE49-F238E27FC236}">
                <a16:creationId xmlns:a16="http://schemas.microsoft.com/office/drawing/2014/main" id="{E11DD318-A79F-4637-8252-08847334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86075"/>
            <a:ext cx="191" cy="38100"/>
          </a:xfrm>
          <a:custGeom xmlns:a="http://schemas.openxmlformats.org/drawingml/2006/main">
            <a:pathLst>
              <a:path w="191" h="38100">
                <a:moveTo>
                  <a:pt x="0" y="38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7" name="diagram-line-1152">
            <a:extLst xmlns:a="http://schemas.openxmlformats.org/drawingml/2006/main">
              <a:ext uri="{FF2B5EF4-FFF2-40B4-BE49-F238E27FC236}">
                <a16:creationId xmlns:a16="http://schemas.microsoft.com/office/drawing/2014/main" id="{630D9475-F35C-444B-8E08-820CA2F3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8" name="diagram-line-1153">
            <a:extLst xmlns:a="http://schemas.openxmlformats.org/drawingml/2006/main">
              <a:ext uri="{FF2B5EF4-FFF2-40B4-BE49-F238E27FC236}">
                <a16:creationId xmlns:a16="http://schemas.microsoft.com/office/drawing/2014/main" id="{A9DCA544-2E12-4898-B25E-58F960C2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9" name="diagram-line-1154">
            <a:extLst xmlns:a="http://schemas.openxmlformats.org/drawingml/2006/main">
              <a:ext uri="{FF2B5EF4-FFF2-40B4-BE49-F238E27FC236}">
                <a16:creationId xmlns:a16="http://schemas.microsoft.com/office/drawing/2014/main" id="{5C66D3FD-C2BB-4D20-B618-424FAD00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0" name="diagram-line-1155">
            <a:extLst xmlns:a="http://schemas.openxmlformats.org/drawingml/2006/main">
              <a:ext uri="{FF2B5EF4-FFF2-40B4-BE49-F238E27FC236}">
                <a16:creationId xmlns:a16="http://schemas.microsoft.com/office/drawing/2014/main" id="{D29348CD-3DE8-465A-90C2-2C2823F9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1" name="diagram-line-1156">
            <a:extLst xmlns:a="http://schemas.openxmlformats.org/drawingml/2006/main">
              <a:ext uri="{FF2B5EF4-FFF2-40B4-BE49-F238E27FC236}">
                <a16:creationId xmlns:a16="http://schemas.microsoft.com/office/drawing/2014/main" id="{B7225A43-489F-48F9-8E4C-452986E3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2" name="diagram-line-1157">
            <a:extLst xmlns:a="http://schemas.openxmlformats.org/drawingml/2006/main">
              <a:ext uri="{FF2B5EF4-FFF2-40B4-BE49-F238E27FC236}">
                <a16:creationId xmlns:a16="http://schemas.microsoft.com/office/drawing/2014/main" id="{CD86AE08-A71E-48FB-BFED-C8439009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3" name="diagram-line-1158">
            <a:extLst xmlns:a="http://schemas.openxmlformats.org/drawingml/2006/main">
              <a:ext uri="{FF2B5EF4-FFF2-40B4-BE49-F238E27FC236}">
                <a16:creationId xmlns:a16="http://schemas.microsoft.com/office/drawing/2014/main" id="{3A624DA3-20E4-4AD5-95CF-85E7A9E1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4" name="diagram-line-1159">
            <a:extLst xmlns:a="http://schemas.openxmlformats.org/drawingml/2006/main">
              <a:ext uri="{FF2B5EF4-FFF2-40B4-BE49-F238E27FC236}">
                <a16:creationId xmlns:a16="http://schemas.microsoft.com/office/drawing/2014/main" id="{3C30B646-AC91-4817-B191-062EBF88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5" name="diagram-line-1160">
            <a:extLst xmlns:a="http://schemas.openxmlformats.org/drawingml/2006/main">
              <a:ext uri="{FF2B5EF4-FFF2-40B4-BE49-F238E27FC236}">
                <a16:creationId xmlns:a16="http://schemas.microsoft.com/office/drawing/2014/main" id="{4B02AB0E-B203-4A55-B745-2A58286C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6" name="diagram-line-1161">
            <a:extLst xmlns:a="http://schemas.openxmlformats.org/drawingml/2006/main">
              <a:ext uri="{FF2B5EF4-FFF2-40B4-BE49-F238E27FC236}">
                <a16:creationId xmlns:a16="http://schemas.microsoft.com/office/drawing/2014/main" id="{B97C8902-9A08-480E-AD5A-40FD4C80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7" name="diagram-line-1162">
            <a:extLst xmlns:a="http://schemas.openxmlformats.org/drawingml/2006/main">
              <a:ext uri="{FF2B5EF4-FFF2-40B4-BE49-F238E27FC236}">
                <a16:creationId xmlns:a16="http://schemas.microsoft.com/office/drawing/2014/main" id="{8CE17E61-C015-4E0F-BDA3-AE3A580D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8" name="diagram-line-1163">
            <a:extLst xmlns:a="http://schemas.openxmlformats.org/drawingml/2006/main">
              <a:ext uri="{FF2B5EF4-FFF2-40B4-BE49-F238E27FC236}">
                <a16:creationId xmlns:a16="http://schemas.microsoft.com/office/drawing/2014/main" id="{EF679506-C17A-47FD-93E4-C9BD1D6E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9" name="diagram-line-1164">
            <a:extLst xmlns:a="http://schemas.openxmlformats.org/drawingml/2006/main">
              <a:ext uri="{FF2B5EF4-FFF2-40B4-BE49-F238E27FC236}">
                <a16:creationId xmlns:a16="http://schemas.microsoft.com/office/drawing/2014/main" id="{97C925BB-42B5-4F83-B6E2-78122C65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0" name="diagram-line-1165">
            <a:extLst xmlns:a="http://schemas.openxmlformats.org/drawingml/2006/main">
              <a:ext uri="{FF2B5EF4-FFF2-40B4-BE49-F238E27FC236}">
                <a16:creationId xmlns:a16="http://schemas.microsoft.com/office/drawing/2014/main" id="{E2DD387F-8204-40C5-9304-0D09F5AE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1" name="diagram-line-1166">
            <a:extLst xmlns:a="http://schemas.openxmlformats.org/drawingml/2006/main">
              <a:ext uri="{FF2B5EF4-FFF2-40B4-BE49-F238E27FC236}">
                <a16:creationId xmlns:a16="http://schemas.microsoft.com/office/drawing/2014/main" id="{B8B9800F-45B2-4E58-BED2-7886BB54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2" name="diagram-line-1167">
            <a:extLst xmlns:a="http://schemas.openxmlformats.org/drawingml/2006/main">
              <a:ext uri="{FF2B5EF4-FFF2-40B4-BE49-F238E27FC236}">
                <a16:creationId xmlns:a16="http://schemas.microsoft.com/office/drawing/2014/main" id="{B42CB6FB-4A0B-415A-9F4A-935C0AC3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3" name="diagram-line-1168">
            <a:extLst xmlns:a="http://schemas.openxmlformats.org/drawingml/2006/main">
              <a:ext uri="{FF2B5EF4-FFF2-40B4-BE49-F238E27FC236}">
                <a16:creationId xmlns:a16="http://schemas.microsoft.com/office/drawing/2014/main" id="{7DEE335A-6B82-452B-A181-F1CCCDBE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4" name="diagram-line-1169">
            <a:extLst xmlns:a="http://schemas.openxmlformats.org/drawingml/2006/main">
              <a:ext uri="{FF2B5EF4-FFF2-40B4-BE49-F238E27FC236}">
                <a16:creationId xmlns:a16="http://schemas.microsoft.com/office/drawing/2014/main" id="{27139F64-767A-4430-AC4D-92C39C01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5" name="diagram-line-1170">
            <a:extLst xmlns:a="http://schemas.openxmlformats.org/drawingml/2006/main">
              <a:ext uri="{FF2B5EF4-FFF2-40B4-BE49-F238E27FC236}">
                <a16:creationId xmlns:a16="http://schemas.microsoft.com/office/drawing/2014/main" id="{3F45ACE2-A627-4885-824D-E0CA10B4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6" name="diagram-line-1171">
            <a:extLst xmlns:a="http://schemas.openxmlformats.org/drawingml/2006/main">
              <a:ext uri="{FF2B5EF4-FFF2-40B4-BE49-F238E27FC236}">
                <a16:creationId xmlns:a16="http://schemas.microsoft.com/office/drawing/2014/main" id="{CF6D8569-CB03-430B-907F-B967983D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7" name="diagram-line-1172">
            <a:extLst xmlns:a="http://schemas.openxmlformats.org/drawingml/2006/main">
              <a:ext uri="{FF2B5EF4-FFF2-40B4-BE49-F238E27FC236}">
                <a16:creationId xmlns:a16="http://schemas.microsoft.com/office/drawing/2014/main" id="{0F50FB49-030F-4306-A95D-992BB4CA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194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8" name="diagram-line-1173">
            <a:extLst xmlns:a="http://schemas.openxmlformats.org/drawingml/2006/main">
              <a:ext uri="{FF2B5EF4-FFF2-40B4-BE49-F238E27FC236}">
                <a16:creationId xmlns:a16="http://schemas.microsoft.com/office/drawing/2014/main" id="{33DE5A6D-7D11-44B9-9BB9-F48CAAF8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33675"/>
            <a:ext cx="191" cy="38100"/>
          </a:xfrm>
          <a:custGeom xmlns:a="http://schemas.openxmlformats.org/drawingml/2006/main">
            <a:pathLst>
              <a:path w="191" h="38100">
                <a:moveTo>
                  <a:pt x="0" y="38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9" name="diagram-poly-1174">
            <a:extLst xmlns:a="http://schemas.openxmlformats.org/drawingml/2006/main">
              <a:ext uri="{FF2B5EF4-FFF2-40B4-BE49-F238E27FC236}">
                <a16:creationId xmlns:a16="http://schemas.microsoft.com/office/drawing/2014/main" id="{291056B3-0139-4546-9496-37C86890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848" y="2733675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80" name="revision-text-1175">
            <a:extLst xmlns:a="http://schemas.openxmlformats.org/drawingml/2006/main">
              <a:ext uri="{FF2B5EF4-FFF2-40B4-BE49-F238E27FC236}">
                <a16:creationId xmlns:a16="http://schemas.microsoft.com/office/drawing/2014/main" id="{7818643B-6DB9-4EA6-AA2A-28F75AA8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571750"/>
            <a:ext cx="22002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State and data feedback</a:t>
            </a:r>
          </a:p>
        </p:txBody>
      </p:sp>
      <p:sp>
        <p:nvSpPr>
          <p:cNvPr id="81" name="diagram-line-1176">
            <a:extLst xmlns:a="http://schemas.openxmlformats.org/drawingml/2006/main">
              <a:ext uri="{FF2B5EF4-FFF2-40B4-BE49-F238E27FC236}">
                <a16:creationId xmlns:a16="http://schemas.microsoft.com/office/drawing/2014/main" id="{1175A409-1730-462D-A021-A80EF795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14875"/>
            <a:ext cx="3371850" cy="191"/>
          </a:xfrm>
          <a:custGeom xmlns:a="http://schemas.openxmlformats.org/drawingml/2006/main">
            <a:pathLst>
              <a:path w="3371850" h="191">
                <a:moveTo>
                  <a:pt x="33718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2" name="diagram-poly-1177">
            <a:extLst xmlns:a="http://schemas.openxmlformats.org/drawingml/2006/main">
              <a:ext uri="{FF2B5EF4-FFF2-40B4-BE49-F238E27FC236}">
                <a16:creationId xmlns:a16="http://schemas.microsoft.com/office/drawing/2014/main" id="{496A73B4-45FF-4215-A09E-9F2CD013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853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83" name="revision-text-1178">
            <a:extLst xmlns:a="http://schemas.openxmlformats.org/drawingml/2006/main">
              <a:ext uri="{FF2B5EF4-FFF2-40B4-BE49-F238E27FC236}">
                <a16:creationId xmlns:a16="http://schemas.microsoft.com/office/drawing/2014/main" id="{4B87DD72-95EC-48FF-A371-4B5E2BEC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62450"/>
            <a:ext cx="252412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Simulation feedback</a:t>
            </a:r>
          </a:p>
        </p:txBody>
      </p:sp>
      <p:sp>
        <p:nvSpPr>
          <p:cNvPr id="84" name="revision-text-1179">
            <a:extLst xmlns:a="http://schemas.openxmlformats.org/drawingml/2006/main">
              <a:ext uri="{FF2B5EF4-FFF2-40B4-BE49-F238E27FC236}">
                <a16:creationId xmlns:a16="http://schemas.microsoft.com/office/drawing/2014/main" id="{6A165CC4-0BD8-44A5-A6AA-746597BF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00600"/>
            <a:ext cx="3114675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lang="en-US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State, data, and constraint results</a:t>
            </a:r>
          </a:p>
        </p:txBody>
      </p:sp>
      <p:sp>
        <p:nvSpPr>
          <p:cNvPr id="85" name="diagram-box-1180">
            <a:extLst xmlns:a="http://schemas.openxmlformats.org/drawingml/2006/main">
              <a:ext uri="{FF2B5EF4-FFF2-40B4-BE49-F238E27FC236}">
                <a16:creationId xmlns:a16="http://schemas.microsoft.com/office/drawing/2014/main" id="{74974307-ADB0-4245-A0C0-F8D470C3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466850"/>
            <a:ext cx="26289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86" name="diagram-box-1181">
            <a:extLst xmlns:a="http://schemas.openxmlformats.org/drawingml/2006/main">
              <a:ext uri="{FF2B5EF4-FFF2-40B4-BE49-F238E27FC236}">
                <a16:creationId xmlns:a16="http://schemas.microsoft.com/office/drawing/2014/main" id="{C2F78B49-A67A-48E0-B38B-877D2719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466850"/>
            <a:ext cx="2628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87" name="revision-text-1182">
            <a:extLst xmlns:a="http://schemas.openxmlformats.org/drawingml/2006/main">
              <a:ext uri="{FF2B5EF4-FFF2-40B4-BE49-F238E27FC236}">
                <a16:creationId xmlns:a16="http://schemas.microsoft.com/office/drawing/2014/main" id="{BC05BB6F-7085-42F0-BEDE-40BC0DF8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495425"/>
            <a:ext cx="2476500" cy="283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88" name="revision-text-1183">
            <a:extLst xmlns:a="http://schemas.openxmlformats.org/drawingml/2006/main">
              <a:ext uri="{FF2B5EF4-FFF2-40B4-BE49-F238E27FC236}">
                <a16:creationId xmlns:a16="http://schemas.microsoft.com/office/drawing/2014/main" id="{98C60D38-CC8E-44E6-8D74-60271CE4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24955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Receive commands in the selected mode</a:t>
            </a:r>
          </a:p>
        </p:txBody>
      </p:sp>
      <p:sp>
        <p:nvSpPr>
          <p:cNvPr id="89" name="diagram-box-1184">
            <a:extLst xmlns:a="http://schemas.openxmlformats.org/drawingml/2006/main">
              <a:ext uri="{FF2B5EF4-FFF2-40B4-BE49-F238E27FC236}">
                <a16:creationId xmlns:a16="http://schemas.microsoft.com/office/drawing/2014/main" id="{E2B3E44A-403D-4FF5-980B-20393D59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095500"/>
            <a:ext cx="220027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0" name="diagram-box-1185">
            <a:extLst xmlns:a="http://schemas.openxmlformats.org/drawingml/2006/main">
              <a:ext uri="{FF2B5EF4-FFF2-40B4-BE49-F238E27FC236}">
                <a16:creationId xmlns:a16="http://schemas.microsoft.com/office/drawing/2014/main" id="{01E50A05-CDEF-486D-B5AA-DFC8EF0B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095500"/>
            <a:ext cx="2200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1" name="revision-text-1186">
            <a:extLst xmlns:a="http://schemas.openxmlformats.org/drawingml/2006/main">
              <a:ext uri="{FF2B5EF4-FFF2-40B4-BE49-F238E27FC236}">
                <a16:creationId xmlns:a16="http://schemas.microsoft.com/office/drawing/2014/main" id="{27883366-4D6B-441E-9C04-4F113A4F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24075"/>
            <a:ext cx="204787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Simulation mode</a:t>
            </a:r>
          </a:p>
        </p:txBody>
      </p:sp>
      <p:sp>
        <p:nvSpPr>
          <p:cNvPr id="92" name="revision-text-1187">
            <a:extLst xmlns:a="http://schemas.openxmlformats.org/drawingml/2006/main">
              <a:ext uri="{FF2B5EF4-FFF2-40B4-BE49-F238E27FC236}">
                <a16:creationId xmlns:a16="http://schemas.microsoft.com/office/drawing/2014/main" id="{021F2BD6-3B18-486B-B75F-DC6A2A9C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457450"/>
            <a:ext cx="2085975" cy="199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968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Create instance per device at start</a:t>
            </a:r>
          </a:p>
        </p:txBody>
      </p:sp>
      <p:sp>
        <p:nvSpPr>
          <p:cNvPr id="93" name="diagram-box-1188">
            <a:extLst xmlns:a="http://schemas.openxmlformats.org/drawingml/2006/main">
              <a:ext uri="{FF2B5EF4-FFF2-40B4-BE49-F238E27FC236}">
                <a16:creationId xmlns:a16="http://schemas.microsoft.com/office/drawing/2014/main" id="{26A8D4B1-6DFF-4F52-A78E-C4850965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733675"/>
            <a:ext cx="19335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4" name="revision-text-1189">
            <a:extLst xmlns:a="http://schemas.openxmlformats.org/drawingml/2006/main">
              <a:ext uri="{FF2B5EF4-FFF2-40B4-BE49-F238E27FC236}">
                <a16:creationId xmlns:a16="http://schemas.microsoft.com/office/drawing/2014/main" id="{67411847-34B5-4F92-8B8F-34115882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62250"/>
            <a:ext cx="183832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4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4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Virtual device instance</a:t>
            </a:r>
          </a:p>
        </p:txBody>
      </p:sp>
      <p:sp>
        <p:nvSpPr>
          <p:cNvPr id="95" name="revision-text-1190">
            <a:extLst xmlns:a="http://schemas.openxmlformats.org/drawingml/2006/main">
              <a:ext uri="{FF2B5EF4-FFF2-40B4-BE49-F238E27FC236}">
                <a16:creationId xmlns:a16="http://schemas.microsoft.com/office/drawing/2014/main" id="{ABDD384A-A32B-4DB2-8979-B3DD1F9C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009900"/>
            <a:ext cx="18192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8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Same instance for the full run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8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Respond to commands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8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Evolve state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8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Return simulated measurements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8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and operating status</a:t>
            </a:r>
          </a:p>
        </p:txBody>
      </p:sp>
      <p:sp>
        <p:nvSpPr>
          <p:cNvPr id="96" name="diagram-box-1191">
            <a:extLst xmlns:a="http://schemas.openxmlformats.org/drawingml/2006/main">
              <a:ext uri="{FF2B5EF4-FFF2-40B4-BE49-F238E27FC236}">
                <a16:creationId xmlns:a16="http://schemas.microsoft.com/office/drawing/2014/main" id="{864A08C9-5DBB-44A0-9C6F-DD223850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248150"/>
            <a:ext cx="22002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7" name="diagram-box-1192">
            <a:extLst xmlns:a="http://schemas.openxmlformats.org/drawingml/2006/main">
              <a:ext uri="{FF2B5EF4-FFF2-40B4-BE49-F238E27FC236}">
                <a16:creationId xmlns:a16="http://schemas.microsoft.com/office/drawing/2014/main" id="{4AA72C16-D3AF-40A6-B398-765B64FC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248150"/>
            <a:ext cx="2200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8" name="revision-text-1193">
            <a:extLst xmlns:a="http://schemas.openxmlformats.org/drawingml/2006/main">
              <a:ext uri="{FF2B5EF4-FFF2-40B4-BE49-F238E27FC236}">
                <a16:creationId xmlns:a16="http://schemas.microsoft.com/office/drawing/2014/main" id="{5215BDB6-E3C1-4D6D-8D8F-89E5E142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276725"/>
            <a:ext cx="204787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Hardware mode</a:t>
            </a:r>
          </a:p>
        </p:txBody>
      </p:sp>
      <p:sp>
        <p:nvSpPr>
          <p:cNvPr id="99" name="revision-text-1194">
            <a:extLst xmlns:a="http://schemas.openxmlformats.org/drawingml/2006/main">
              <a:ext uri="{FF2B5EF4-FFF2-40B4-BE49-F238E27FC236}">
                <a16:creationId xmlns:a16="http://schemas.microsoft.com/office/drawing/2014/main" id="{0ACA82FD-85FB-4B2D-858D-5D557ADD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91050"/>
            <a:ext cx="21050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4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Map commands / Convert real feedback</a:t>
            </a:r>
          </a:p>
        </p:txBody>
      </p:sp>
      <p:sp>
        <p:nvSpPr>
          <p:cNvPr id="100" name="diagram-line-1195">
            <a:extLst xmlns:a="http://schemas.openxmlformats.org/drawingml/2006/main">
              <a:ext uri="{FF2B5EF4-FFF2-40B4-BE49-F238E27FC236}">
                <a16:creationId xmlns:a16="http://schemas.microsoft.com/office/drawing/2014/main" id="{03989A3A-3EB4-4E0D-80BC-0A5B3C35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24300"/>
            <a:ext cx="923925" cy="191"/>
          </a:xfrm>
          <a:custGeom xmlns:a="http://schemas.openxmlformats.org/drawingml/2006/main">
            <a:pathLst>
              <a:path w="923925" h="191">
                <a:moveTo>
                  <a:pt x="0" y="0"/>
                </a:moveTo>
                <a:lnTo>
                  <a:pt x="923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1" name="diagram-line-1196">
            <a:extLst xmlns:a="http://schemas.openxmlformats.org/drawingml/2006/main">
              <a:ext uri="{FF2B5EF4-FFF2-40B4-BE49-F238E27FC236}">
                <a16:creationId xmlns:a16="http://schemas.microsoft.com/office/drawing/2014/main" id="{5C9A5EF3-10BD-4C3C-8649-5DF34498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76600"/>
            <a:ext cx="191" cy="647700"/>
          </a:xfrm>
          <a:custGeom xmlns:a="http://schemas.openxmlformats.org/drawingml/2006/main">
            <a:pathLst>
              <a:path w="191" h="647700">
                <a:moveTo>
                  <a:pt x="0" y="6477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2" name="diagram-line-1197">
            <a:extLst xmlns:a="http://schemas.openxmlformats.org/drawingml/2006/main">
              <a:ext uri="{FF2B5EF4-FFF2-40B4-BE49-F238E27FC236}">
                <a16:creationId xmlns:a16="http://schemas.microsoft.com/office/drawing/2014/main" id="{AFDC6102-7EE8-4FB6-B2E6-D977F96C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76600"/>
            <a:ext cx="276225" cy="191"/>
          </a:xfrm>
          <a:custGeom xmlns:a="http://schemas.openxmlformats.org/drawingml/2006/main">
            <a:pathLst>
              <a:path w="276225" h="191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3" name="diagram-poly-1198">
            <a:extLst xmlns:a="http://schemas.openxmlformats.org/drawingml/2006/main">
              <a:ext uri="{FF2B5EF4-FFF2-40B4-BE49-F238E27FC236}">
                <a16:creationId xmlns:a16="http://schemas.microsoft.com/office/drawing/2014/main" id="{5B2ACE21-CD05-4C8F-9C3D-A965B6B8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470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104" name="diagram-line-1199">
            <a:extLst xmlns:a="http://schemas.openxmlformats.org/drawingml/2006/main">
              <a:ext uri="{FF2B5EF4-FFF2-40B4-BE49-F238E27FC236}">
                <a16:creationId xmlns:a16="http://schemas.microsoft.com/office/drawing/2014/main" id="{0B26036C-5305-4309-B912-A56F1D21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24300"/>
            <a:ext cx="191" cy="647700"/>
          </a:xfrm>
          <a:custGeom xmlns:a="http://schemas.openxmlformats.org/drawingml/2006/main">
            <a:pathLst>
              <a:path w="191" h="647700">
                <a:moveTo>
                  <a:pt x="0" y="0"/>
                </a:moveTo>
                <a:lnTo>
                  <a:pt x="0" y="647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5" name="diagram-line-1200">
            <a:extLst xmlns:a="http://schemas.openxmlformats.org/drawingml/2006/main">
              <a:ext uri="{FF2B5EF4-FFF2-40B4-BE49-F238E27FC236}">
                <a16:creationId xmlns:a16="http://schemas.microsoft.com/office/drawing/2014/main" id="{14ED4B13-E108-46F5-B227-C4B833EE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72000"/>
            <a:ext cx="142875" cy="191"/>
          </a:xfrm>
          <a:custGeom xmlns:a="http://schemas.openxmlformats.org/drawingml/2006/main">
            <a:pathLst>
              <a:path w="142875" h="191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6" name="diagram-poly-1201">
            <a:extLst xmlns:a="http://schemas.openxmlformats.org/drawingml/2006/main">
              <a:ext uri="{FF2B5EF4-FFF2-40B4-BE49-F238E27FC236}">
                <a16:creationId xmlns:a16="http://schemas.microsoft.com/office/drawing/2014/main" id="{981F28E2-FEB7-4D6F-B8C5-87BFBA4B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424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107" name="revision-text-1202">
            <a:extLst xmlns:a="http://schemas.openxmlformats.org/drawingml/2006/main">
              <a:ext uri="{FF2B5EF4-FFF2-40B4-BE49-F238E27FC236}">
                <a16:creationId xmlns:a16="http://schemas.microsoft.com/office/drawing/2014/main" id="{545A9487-68D4-46E7-94D6-66850363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676650"/>
            <a:ext cx="7715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7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7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Command</a:t>
            </a:r>
          </a:p>
        </p:txBody>
      </p:sp>
      <p:sp>
        <p:nvSpPr>
          <p:cNvPr id="108" name="diagram-line-1203">
            <a:extLst xmlns:a="http://schemas.openxmlformats.org/drawingml/2006/main">
              <a:ext uri="{FF2B5EF4-FFF2-40B4-BE49-F238E27FC236}">
                <a16:creationId xmlns:a16="http://schemas.microsoft.com/office/drawing/2014/main" id="{33CA0E99-125D-48B3-995F-DEDFD2AD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19500"/>
            <a:ext cx="457200" cy="191"/>
          </a:xfrm>
          <a:custGeom xmlns:a="http://schemas.openxmlformats.org/drawingml/2006/main">
            <a:pathLst>
              <a:path w="457200" h="191">
                <a:moveTo>
                  <a:pt x="457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9" name="diagram-line-1204">
            <a:extLst xmlns:a="http://schemas.openxmlformats.org/drawingml/2006/main">
              <a:ext uri="{FF2B5EF4-FFF2-40B4-BE49-F238E27FC236}">
                <a16:creationId xmlns:a16="http://schemas.microsoft.com/office/drawing/2014/main" id="{496656EE-AE06-485D-B938-DEADDE1D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19500"/>
            <a:ext cx="191" cy="247650"/>
          </a:xfrm>
          <a:custGeom xmlns:a="http://schemas.openxmlformats.org/drawingml/2006/main">
            <a:pathLst>
              <a:path w="191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0" name="diagram-line-1205">
            <a:extLst xmlns:a="http://schemas.openxmlformats.org/drawingml/2006/main">
              <a:ext uri="{FF2B5EF4-FFF2-40B4-BE49-F238E27FC236}">
                <a16:creationId xmlns:a16="http://schemas.microsoft.com/office/drawing/2014/main" id="{5619C277-A81E-4798-B0AE-58BB3A54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981450"/>
            <a:ext cx="191" cy="390525"/>
          </a:xfrm>
          <a:custGeom xmlns:a="http://schemas.openxmlformats.org/drawingml/2006/main">
            <a:pathLst>
              <a:path w="191" h="390525">
                <a:moveTo>
                  <a:pt x="0" y="0"/>
                </a:moveTo>
                <a:lnTo>
                  <a:pt x="0" y="390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1" name="diagram-line-1206">
            <a:extLst xmlns:a="http://schemas.openxmlformats.org/drawingml/2006/main">
              <a:ext uri="{FF2B5EF4-FFF2-40B4-BE49-F238E27FC236}">
                <a16:creationId xmlns:a16="http://schemas.microsoft.com/office/drawing/2014/main" id="{E0764F5F-6C62-4A10-B3B8-2278484B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71975"/>
            <a:ext cx="742950" cy="191"/>
          </a:xfrm>
          <a:custGeom xmlns:a="http://schemas.openxmlformats.org/drawingml/2006/main">
            <a:pathLst>
              <a:path w="742950" h="191">
                <a:moveTo>
                  <a:pt x="7429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2" name="diagram-poly-1207">
            <a:extLst xmlns:a="http://schemas.openxmlformats.org/drawingml/2006/main">
              <a:ext uri="{FF2B5EF4-FFF2-40B4-BE49-F238E27FC236}">
                <a16:creationId xmlns:a16="http://schemas.microsoft.com/office/drawing/2014/main" id="{064D7EF2-9EB2-4E0C-AF13-34B019DD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424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13" name="diagram-line-1208">
            <a:extLst xmlns:a="http://schemas.openxmlformats.org/drawingml/2006/main">
              <a:ext uri="{FF2B5EF4-FFF2-40B4-BE49-F238E27FC236}">
                <a16:creationId xmlns:a16="http://schemas.microsoft.com/office/drawing/2014/main" id="{BD020F7E-29FB-466C-93D6-383492D3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781550"/>
            <a:ext cx="323850" cy="191"/>
          </a:xfrm>
          <a:custGeom xmlns:a="http://schemas.openxmlformats.org/drawingml/2006/main">
            <a:pathLst>
              <a:path w="323850" h="191">
                <a:moveTo>
                  <a:pt x="3238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4" name="diagram-line-1209">
            <a:extLst xmlns:a="http://schemas.openxmlformats.org/drawingml/2006/main">
              <a:ext uri="{FF2B5EF4-FFF2-40B4-BE49-F238E27FC236}">
                <a16:creationId xmlns:a16="http://schemas.microsoft.com/office/drawing/2014/main" id="{CE067DDA-DF2D-4C46-B48B-8613F37F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71975"/>
            <a:ext cx="191" cy="409575"/>
          </a:xfrm>
          <a:custGeom xmlns:a="http://schemas.openxmlformats.org/drawingml/2006/main">
            <a:pathLst>
              <a:path w="191" h="409575">
                <a:moveTo>
                  <a:pt x="0" y="409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5" name="revision-text-1210">
            <a:extLst xmlns:a="http://schemas.openxmlformats.org/drawingml/2006/main">
              <a:ext uri="{FF2B5EF4-FFF2-40B4-BE49-F238E27FC236}">
                <a16:creationId xmlns:a16="http://schemas.microsoft.com/office/drawing/2014/main" id="{864964C4-8184-4D3C-BBE9-B8A91F8A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676275" cy="372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State /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Data</a:t>
            </a:r>
          </a:p>
        </p:txBody>
      </p:sp>
      <p:sp>
        <p:nvSpPr>
          <p:cNvPr id="116" name="diagram-box-1211">
            <a:extLst xmlns:a="http://schemas.openxmlformats.org/drawingml/2006/main">
              <a:ext uri="{FF2B5EF4-FFF2-40B4-BE49-F238E27FC236}">
                <a16:creationId xmlns:a16="http://schemas.microsoft.com/office/drawing/2014/main" id="{0D527E01-358B-48F3-9C16-E90CD12C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457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17" name="diagram-box-1212">
            <a:extLst xmlns:a="http://schemas.openxmlformats.org/drawingml/2006/main">
              <a:ext uri="{FF2B5EF4-FFF2-40B4-BE49-F238E27FC236}">
                <a16:creationId xmlns:a16="http://schemas.microsoft.com/office/drawing/2014/main" id="{6615ACEA-1797-4F6A-AE38-69F57544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457825"/>
            <a:ext cx="2200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18" name="revision-text-1213">
            <a:extLst xmlns:a="http://schemas.openxmlformats.org/drawingml/2006/main">
              <a:ext uri="{FF2B5EF4-FFF2-40B4-BE49-F238E27FC236}">
                <a16:creationId xmlns:a16="http://schemas.microsoft.com/office/drawing/2014/main" id="{BECA69F1-F02C-46F1-A759-A69A5DFE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486400"/>
            <a:ext cx="204787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Physical device</a:t>
            </a:r>
          </a:p>
        </p:txBody>
      </p:sp>
      <p:sp>
        <p:nvSpPr>
          <p:cNvPr id="119" name="revision-text-1214">
            <a:extLst xmlns:a="http://schemas.openxmlformats.org/drawingml/2006/main">
              <a:ext uri="{FF2B5EF4-FFF2-40B4-BE49-F238E27FC236}">
                <a16:creationId xmlns:a16="http://schemas.microsoft.com/office/drawing/2014/main" id="{C93C4A5D-B3D9-4228-A99B-130BEB47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762625"/>
            <a:ext cx="2066925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02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787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Execute operations and return actual data</a:t>
            </a:r>
          </a:p>
        </p:txBody>
      </p:sp>
      <p:sp>
        <p:nvSpPr>
          <p:cNvPr id="120" name="diagram-line-1215">
            <a:extLst xmlns:a="http://schemas.openxmlformats.org/drawingml/2006/main">
              <a:ext uri="{FF2B5EF4-FFF2-40B4-BE49-F238E27FC236}">
                <a16:creationId xmlns:a16="http://schemas.microsoft.com/office/drawing/2014/main" id="{AAA0B45C-6EE8-4BC6-8639-E0B4312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895850"/>
            <a:ext cx="191" cy="561975"/>
          </a:xfrm>
          <a:custGeom xmlns:a="http://schemas.openxmlformats.org/drawingml/2006/main">
            <a:pathLst>
              <a:path w="191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21" name="diagram-poly-1216">
            <a:extLst xmlns:a="http://schemas.openxmlformats.org/drawingml/2006/main">
              <a:ext uri="{FF2B5EF4-FFF2-40B4-BE49-F238E27FC236}">
                <a16:creationId xmlns:a16="http://schemas.microsoft.com/office/drawing/2014/main" id="{AF73977E-3588-4A31-8D29-BE0D405C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648" y="539115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122" name="revision-text-1217">
            <a:extLst xmlns:a="http://schemas.openxmlformats.org/drawingml/2006/main">
              <a:ext uri="{FF2B5EF4-FFF2-40B4-BE49-F238E27FC236}">
                <a16:creationId xmlns:a16="http://schemas.microsoft.com/office/drawing/2014/main" id="{698E70F5-897C-4A94-9BF9-8B4C5F43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105400"/>
            <a:ext cx="9144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32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832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Device command</a:t>
            </a:r>
          </a:p>
        </p:txBody>
      </p:sp>
      <p:sp>
        <p:nvSpPr>
          <p:cNvPr id="123" name="diagram-line-1218">
            <a:extLst xmlns:a="http://schemas.openxmlformats.org/drawingml/2006/main">
              <a:ext uri="{FF2B5EF4-FFF2-40B4-BE49-F238E27FC236}">
                <a16:creationId xmlns:a16="http://schemas.microsoft.com/office/drawing/2014/main" id="{2F0F0603-9C2C-493B-89E5-F8E58D45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895850"/>
            <a:ext cx="191" cy="561975"/>
          </a:xfrm>
          <a:custGeom xmlns:a="http://schemas.openxmlformats.org/drawingml/2006/main">
            <a:pathLst>
              <a:path w="191" h="561975">
                <a:moveTo>
                  <a:pt x="0" y="5619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4" name="diagram-poly-1219">
            <a:extLst xmlns:a="http://schemas.openxmlformats.org/drawingml/2006/main">
              <a:ext uri="{FF2B5EF4-FFF2-40B4-BE49-F238E27FC236}">
                <a16:creationId xmlns:a16="http://schemas.microsoft.com/office/drawing/2014/main" id="{CFC6D614-E1DB-4269-A320-8AC12B63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9523" y="489585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25" name="revision-text-1220">
            <a:extLst xmlns:a="http://schemas.openxmlformats.org/drawingml/2006/main">
              <a:ext uri="{FF2B5EF4-FFF2-40B4-BE49-F238E27FC236}">
                <a16:creationId xmlns:a16="http://schemas.microsoft.com/office/drawing/2014/main" id="{510CA3C4-4D1E-4023-BD1A-F2ADE257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105400"/>
            <a:ext cx="11430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Data / Status</a:t>
            </a:r>
          </a:p>
        </p:txBody>
      </p:sp>
      <p:sp>
        <p:nvSpPr>
          <p:cNvPr id="126" name="revision-text-1221">
            <a:extLst xmlns:a="http://schemas.openxmlformats.org/drawingml/2006/main">
              <a:ext uri="{FF2B5EF4-FFF2-40B4-BE49-F238E27FC236}">
                <a16:creationId xmlns:a16="http://schemas.microsoft.com/office/drawing/2014/main" id="{52BDD474-465D-44F5-95DF-257504C6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53050"/>
            <a:ext cx="5676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60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Simulated feedback uses the same model updates and constraint checks.</a:t>
            </a:r>
          </a:p>
        </p:txBody>
      </p:sp>
      <p:sp>
        <p:nvSpPr>
          <p:cNvPr id="127" name="revision-text-1222">
            <a:extLst xmlns:a="http://schemas.openxmlformats.org/drawingml/2006/main">
              <a:ext uri="{FF2B5EF4-FFF2-40B4-BE49-F238E27FC236}">
                <a16:creationId xmlns:a16="http://schemas.microsoft.com/office/drawing/2014/main" id="{9D87EABB-BCE8-4F22-8017-FD60F002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lang="en-US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Simulate and refine → Confirm acceptable results → Host initiates hardware execution</a:t>
            </a:r>
          </a:p>
        </p:txBody>
      </p:sp>
    </p:spTree>
    <p:extLst>
      <p:ext uri="{BB962C8B-B14F-4D97-AF65-F5344CB8AC3E}">
        <p14:creationId xmlns:p14="http://schemas.microsoft.com/office/powerpoint/2010/main" val="79976395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8B76CB-97FC-4E2C-A149-6EF9F147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81A1D7E-E0D2-4E2D-955F-DF18ECEF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 Conclusions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166E572B-038D-4E01-A818-46FD8786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920"/>
            <a:ext cx="10332720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8421C4-7D50-4698-BAF6-2524F47F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064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 lang="en-US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Thank you. Questions are welcome.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422D9E2-31A5-4581-B846-D8494058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287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rPr>
              <a:t>EUROSIM 2026  ·  Executable Modeling for Smart Chemical Laboratories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59E32F3-F265-472A-AD23-C593FB15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10/10</a:t>
            </a:r>
          </a:p>
        </p:txBody>
      </p:sp>
      <p:sp>
        <p:nvSpPr>
          <p:cNvPr id="9" name="edited-text-30">
            <a:extLst xmlns:a="http://schemas.openxmlformats.org/drawingml/2006/main">
              <a:ext uri="{FF2B5EF4-FFF2-40B4-BE49-F238E27FC236}">
                <a16:creationId xmlns:a16="http://schemas.microsoft.com/office/drawing/2014/main" id="{373307DD-588F-4733-AD09-F96B00FF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62150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Unified modeling</a:t>
            </a:r>
          </a:p>
        </p:txBody>
      </p:sp>
      <p:sp>
        <p:nvSpPr>
          <p:cNvPr id="10" name="edited-text-31">
            <a:extLst xmlns:a="http://schemas.openxmlformats.org/drawingml/2006/main">
              <a:ext uri="{FF2B5EF4-FFF2-40B4-BE49-F238E27FC236}">
                <a16:creationId xmlns:a16="http://schemas.microsoft.com/office/drawing/2014/main" id="{B21B31D9-48EA-475D-881D-7684F45C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971675"/>
            <a:ext cx="7105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83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583" b="0" lang="en-US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Resources + Workflows + Constraints</a:t>
            </a:r>
          </a:p>
        </p:txBody>
      </p:sp>
      <p:sp>
        <p:nvSpPr>
          <p:cNvPr id="11" name="edited-text-32">
            <a:extLst xmlns:a="http://schemas.openxmlformats.org/drawingml/2006/main">
              <a:ext uri="{FF2B5EF4-FFF2-40B4-BE49-F238E27FC236}">
                <a16:creationId xmlns:a16="http://schemas.microsoft.com/office/drawing/2014/main" id="{A963D036-8E1D-4CCA-8223-C6691988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28925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Explicit semantics</a:t>
            </a:r>
          </a:p>
        </p:txBody>
      </p:sp>
      <p:sp>
        <p:nvSpPr>
          <p:cNvPr id="12" name="edited-text-33">
            <a:extLst xmlns:a="http://schemas.openxmlformats.org/drawingml/2006/main">
              <a:ext uri="{FF2B5EF4-FFF2-40B4-BE49-F238E27FC236}">
                <a16:creationId xmlns:a16="http://schemas.microsoft.com/office/drawing/2014/main" id="{6326D345-AA6B-4F89-92DF-7F73D02D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838450"/>
            <a:ext cx="7105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9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590" b="0" lang="en-US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Variable spaces, interfaces, triggers, and state machines</a:t>
            </a:r>
          </a:p>
        </p:txBody>
      </p:sp>
      <p:sp>
        <p:nvSpPr>
          <p:cNvPr id="13" name="edited-text-34">
            <a:extLst xmlns:a="http://schemas.openxmlformats.org/drawingml/2006/main">
              <a:ext uri="{FF2B5EF4-FFF2-40B4-BE49-F238E27FC236}">
                <a16:creationId xmlns:a16="http://schemas.microsoft.com/office/drawing/2014/main" id="{3628EBED-8AB3-4677-B98A-2EA25F80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Shared execution</a:t>
            </a:r>
          </a:p>
        </p:txBody>
      </p:sp>
      <p:sp>
        <p:nvSpPr>
          <p:cNvPr id="14" name="edited-text-35">
            <a:extLst xmlns:a="http://schemas.openxmlformats.org/drawingml/2006/main">
              <a:ext uri="{FF2B5EF4-FFF2-40B4-BE49-F238E27FC236}">
                <a16:creationId xmlns:a16="http://schemas.microsoft.com/office/drawing/2014/main" id="{AE041547-F4D5-40C4-9A99-F7C58017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705225"/>
            <a:ext cx="7105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1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515" b="0" lang="en-US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Shared device execution with simulation support</a:t>
            </a:r>
          </a:p>
        </p:txBody>
      </p:sp>
      <p:sp>
        <p:nvSpPr>
          <p:cNvPr id="15" name="edited-text-36">
            <a:extLst xmlns:a="http://schemas.openxmlformats.org/drawingml/2006/main">
              <a:ext uri="{FF2B5EF4-FFF2-40B4-BE49-F238E27FC236}">
                <a16:creationId xmlns:a16="http://schemas.microsoft.com/office/drawing/2014/main" id="{0CBA8F36-AB35-474D-8E76-4856F0D0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952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lang="en-US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Laboratory-specific models. A reusable execution mechanism.</a:t>
            </a:r>
          </a:p>
        </p:txBody>
      </p:sp>
    </p:spTree>
    <p:extLst>
      <p:ext uri="{BB962C8B-B14F-4D97-AF65-F5344CB8AC3E}">
        <p14:creationId xmlns:p14="http://schemas.microsoft.com/office/powerpoint/2010/main" val="111353672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2026-09-11T03:10:56.0780000Z</dcterms:created>
  <dcterms:modified xsi:type="dcterms:W3CDTF">2026-09-11T03:10:56.0780000Z</dcterms:modified>
</coreProperties>
</file>