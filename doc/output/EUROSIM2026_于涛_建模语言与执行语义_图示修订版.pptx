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876542d27c741b6" /><Relationship Type="http://schemas.openxmlformats.org/officeDocument/2006/relationships/extended-properties" Target="/docProps/app.xml" Id="R0eb1258b2f9140ef" /><Relationship Type="http://schemas.openxmlformats.org/officeDocument/2006/relationships/officeDocument" Target="/ppt/presentation.xml" Id="R0eb0254891764adf" /></Relationships>
</file>

<file path=ppt/presentation.xml><?xml version="1.0" encoding="utf-8"?>
<p:presentation xmlns:p="http://schemas.openxmlformats.org/presentationml/2006/main">
  <p:sldMasterIdLst>
    <p:sldMasterId xmlns:r="http://schemas.openxmlformats.org/officeDocument/2006/relationships" id="2147483648" r:id="Rde15e9ae19ba4010"/>
  </p:sldMasterIdLst>
  <p:notesMasterIdLst>
    <p:notesMasterId xmlns:r="http://schemas.openxmlformats.org/officeDocument/2006/relationships" r:id="R41906390b3964c06"/>
  </p:notesMasterIdLst>
  <p:sldIdLst>
    <p:sldId xmlns:r="http://schemas.openxmlformats.org/officeDocument/2006/relationships" id="256" r:id="Rf66d103c14794406"/>
    <p:sldId xmlns:r="http://schemas.openxmlformats.org/officeDocument/2006/relationships" id="257" r:id="R8d728d376869458a"/>
    <p:sldId xmlns:r="http://schemas.openxmlformats.org/officeDocument/2006/relationships" id="258" r:id="R29a313b387634024"/>
    <p:sldId xmlns:r="http://schemas.openxmlformats.org/officeDocument/2006/relationships" id="259" r:id="Rd1ae2d43022443c4"/>
    <p:sldId xmlns:r="http://schemas.openxmlformats.org/officeDocument/2006/relationships" id="260" r:id="Rfda23fcc9a79496d"/>
    <p:sldId xmlns:r="http://schemas.openxmlformats.org/officeDocument/2006/relationships" id="261" r:id="R07000d9a20764712"/>
    <p:sldId xmlns:r="http://schemas.openxmlformats.org/officeDocument/2006/relationships" id="262" r:id="Re08f7adcff114263"/>
    <p:sldId xmlns:r="http://schemas.openxmlformats.org/officeDocument/2006/relationships" id="263" r:id="R21743891fc824e48"/>
    <p:sldId xmlns:r="http://schemas.openxmlformats.org/officeDocument/2006/relationships" id="264" r:id="Rb19fff0bb2074ad7"/>
    <p:sldId xmlns:r="http://schemas.openxmlformats.org/officeDocument/2006/relationships" id="265" r:id="R845191161f4e46ba"/>
    <p:sldId xmlns:r="http://schemas.openxmlformats.org/officeDocument/2006/relationships" id="266" r:id="R54c0d2ca4bb440fc"/>
    <p:sldId xmlns:r="http://schemas.openxmlformats.org/officeDocument/2006/relationships" id="267" r:id="Rec897b9b595b4e22"/>
    <p:sldId xmlns:r="http://schemas.openxmlformats.org/officeDocument/2006/relationships" id="268" r:id="R5f98138ff1ad4de7"/>
    <p:sldId xmlns:r="http://schemas.openxmlformats.org/officeDocument/2006/relationships" id="269" r:id="R1f271c1f091b490e"/>
    <p:sldId xmlns:r="http://schemas.openxmlformats.org/officeDocument/2006/relationships" id="270" r:id="R30f8e4dba61544c6"/>
    <p:sldId xmlns:r="http://schemas.openxmlformats.org/officeDocument/2006/relationships" id="271" r:id="R379a703b40cd480d"/>
    <p:sldId xmlns:r="http://schemas.openxmlformats.org/officeDocument/2006/relationships" id="272" r:id="R495089fe77e94b0c"/>
  </p:sldIdLst>
  <p:sldSz cx="12191365"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showGuides="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a95674dc3a4b4358" /><Relationship Type="http://schemas.openxmlformats.org/officeDocument/2006/relationships/slideMaster" Target="/ppt/slideMasters/slideMaster1.xml" Id="Rde15e9ae19ba4010" /><Relationship Type="http://schemas.openxmlformats.org/officeDocument/2006/relationships/notesMaster" Target="/ppt/notesMasters/notesMaster1.xml" Id="R41906390b3964c06" /><Relationship Type="http://schemas.openxmlformats.org/officeDocument/2006/relationships/presProps" Target="/ppt/presProps.xml" Id="Ra365f4956f334b04" /><Relationship Type="http://schemas.openxmlformats.org/officeDocument/2006/relationships/viewProps" Target="/ppt/viewProps.xml" Id="R4bb41ba96ffd4272" /><Relationship Type="http://schemas.openxmlformats.org/officeDocument/2006/relationships/tableStyles" Target="/ppt/tableStyles.xml" Id="R52bd2b9b7f794732" /><Relationship Type="http://schemas.openxmlformats.org/officeDocument/2006/relationships/slide" Target="/ppt/slides/slide1.xml" Id="Rf66d103c14794406" /><Relationship Type="http://schemas.openxmlformats.org/officeDocument/2006/relationships/slide" Target="/ppt/slides/slide2.xml" Id="R8d728d376869458a" /><Relationship Type="http://schemas.openxmlformats.org/officeDocument/2006/relationships/slide" Target="/ppt/slides/slide3.xml" Id="R29a313b387634024" /><Relationship Type="http://schemas.openxmlformats.org/officeDocument/2006/relationships/slide" Target="/ppt/slides/slide4.xml" Id="Rd1ae2d43022443c4" /><Relationship Type="http://schemas.openxmlformats.org/officeDocument/2006/relationships/slide" Target="/ppt/slides/slide5.xml" Id="Rfda23fcc9a79496d" /><Relationship Type="http://schemas.openxmlformats.org/officeDocument/2006/relationships/slide" Target="/ppt/slides/slide6.xml" Id="R07000d9a20764712" /><Relationship Type="http://schemas.openxmlformats.org/officeDocument/2006/relationships/slide" Target="/ppt/slides/slide7.xml" Id="Re08f7adcff114263" /><Relationship Type="http://schemas.openxmlformats.org/officeDocument/2006/relationships/slide" Target="/ppt/slides/slide8.xml" Id="R21743891fc824e48" /><Relationship Type="http://schemas.openxmlformats.org/officeDocument/2006/relationships/slide" Target="/ppt/slides/slide9.xml" Id="Rb19fff0bb2074ad7" /><Relationship Type="http://schemas.openxmlformats.org/officeDocument/2006/relationships/slide" Target="/ppt/slides/slide10.xml" Id="R845191161f4e46ba" /><Relationship Type="http://schemas.openxmlformats.org/officeDocument/2006/relationships/slide" Target="/ppt/slides/slide11.xml" Id="R54c0d2ca4bb440fc" /><Relationship Type="http://schemas.openxmlformats.org/officeDocument/2006/relationships/slide" Target="/ppt/slides/slide12.xml" Id="Rec897b9b595b4e22" /><Relationship Type="http://schemas.openxmlformats.org/officeDocument/2006/relationships/slide" Target="/ppt/slides/slide13.xml" Id="R5f98138ff1ad4de7" /><Relationship Type="http://schemas.openxmlformats.org/officeDocument/2006/relationships/slide" Target="/ppt/slides/slide14.xml" Id="R1f271c1f091b490e" /><Relationship Type="http://schemas.openxmlformats.org/officeDocument/2006/relationships/slide" Target="/ppt/slides/slide15.xml" Id="R30f8e4dba61544c6" /><Relationship Type="http://schemas.openxmlformats.org/officeDocument/2006/relationships/slide" Target="/ppt/slides/slide16.xml" Id="R379a703b40cd480d" /><Relationship Type="http://schemas.openxmlformats.org/officeDocument/2006/relationships/slide" Target="/ppt/slides/slide17.xml" Id="R495089fe77e94b0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eef8b2c3eaf44f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bf154cce4eb4da6" /><Relationship Type="http://schemas.openxmlformats.org/officeDocument/2006/relationships/notesMaster" Target="/ppt/notesMasters/notesMaster1.xml" Id="R611c5f96990b467b" /></Relationships>
</file>

<file path=ppt/notesSlides/_rels/notesSlide2.xml.rels>&#65279;<?xml version="1.0" encoding="utf-8"?><Relationships xmlns="http://schemas.openxmlformats.org/package/2006/relationships"><Relationship Type="http://schemas.openxmlformats.org/officeDocument/2006/relationships/slide" Target="/ppt/slides/slide2.xml" Id="R2f3a25a12fd44509" /><Relationship Type="http://schemas.openxmlformats.org/officeDocument/2006/relationships/notesMaster" Target="/ppt/notesMasters/notesMaster1.xml" Id="Ra22f8efbb5cb4b20" /></Relationships>
</file>

<file path=ppt/notesSlides/_rels/notesSlide3.xml.rels>&#65279;<?xml version="1.0" encoding="utf-8"?><Relationships xmlns="http://schemas.openxmlformats.org/package/2006/relationships"><Relationship Type="http://schemas.openxmlformats.org/officeDocument/2006/relationships/slide" Target="/ppt/slides/slide3.xml" Id="R3318c8b0ebd64ea6" /><Relationship Type="http://schemas.openxmlformats.org/officeDocument/2006/relationships/notesMaster" Target="/ppt/notesMasters/notesMaster1.xml" Id="Ra5fea5d58d514c60" /></Relationships>
</file>

<file path=ppt/notesSlides/_rels/notesSlide4.xml.rels>&#65279;<?xml version="1.0" encoding="utf-8"?><Relationships xmlns="http://schemas.openxmlformats.org/package/2006/relationships"><Relationship Type="http://schemas.openxmlformats.org/officeDocument/2006/relationships/slide" Target="/ppt/slides/slide4.xml" Id="R3593c480defa4a3f" /><Relationship Type="http://schemas.openxmlformats.org/officeDocument/2006/relationships/notesMaster" Target="/ppt/notesMasters/notesMaster1.xml" Id="R299442490a8e4525" /></Relationships>
</file>

<file path=ppt/notesSlides/_rels/notesSlide5.xml.rels>&#65279;<?xml version="1.0" encoding="utf-8"?><Relationships xmlns="http://schemas.openxmlformats.org/package/2006/relationships"><Relationship Type="http://schemas.openxmlformats.org/officeDocument/2006/relationships/slide" Target="/ppt/slides/slide5.xml" Id="R5402cfd0d9604652" /><Relationship Type="http://schemas.openxmlformats.org/officeDocument/2006/relationships/notesMaster" Target="/ppt/notesMasters/notesMaster1.xml" Id="Rf45d6b00ff8d46cd" /></Relationships>
</file>

<file path=ppt/notesSlides/_rels/notesSlide6.xml.rels>&#65279;<?xml version="1.0" encoding="utf-8"?><Relationships xmlns="http://schemas.openxmlformats.org/package/2006/relationships"><Relationship Type="http://schemas.openxmlformats.org/officeDocument/2006/relationships/slide" Target="/ppt/slides/slide6.xml" Id="Rde25d98828dd4b45" /><Relationship Type="http://schemas.openxmlformats.org/officeDocument/2006/relationships/notesMaster" Target="/ppt/notesMasters/notesMaster1.xml" Id="Rc1d18eee07944218" /></Relationships>
</file>

<file path=ppt/notesSlides/_rels/notesSlide7.xml.rels>&#65279;<?xml version="1.0" encoding="utf-8"?><Relationships xmlns="http://schemas.openxmlformats.org/package/2006/relationships"><Relationship Type="http://schemas.openxmlformats.org/officeDocument/2006/relationships/slide" Target="/ppt/slides/slide7.xml" Id="Re0297e23d8024f13" /><Relationship Type="http://schemas.openxmlformats.org/officeDocument/2006/relationships/notesMaster" Target="/ppt/notesMasters/notesMaster1.xml" Id="R6a27f005e6eb4f65" /></Relationships>
</file>

<file path=ppt/notesSlides/_rels/notesSlide8.xml.rels>&#65279;<?xml version="1.0" encoding="utf-8"?><Relationships xmlns="http://schemas.openxmlformats.org/package/2006/relationships"><Relationship Type="http://schemas.openxmlformats.org/officeDocument/2006/relationships/slide" Target="/ppt/slides/slide8.xml" Id="Rf2a4ffcc87b04af8" /><Relationship Type="http://schemas.openxmlformats.org/officeDocument/2006/relationships/notesMaster" Target="/ppt/notesMasters/notesMaster1.xml" Id="Re48786b25efd467e" /></Relationships>
</file>

<file path=ppt/notesSlides/_rels/notesSlide9.xml.rels>&#65279;<?xml version="1.0" encoding="utf-8"?><Relationships xmlns="http://schemas.openxmlformats.org/package/2006/relationships"><Relationship Type="http://schemas.openxmlformats.org/officeDocument/2006/relationships/slide" Target="/ppt/slides/slide9.xml" Id="R415511f56ca74bea" /><Relationship Type="http://schemas.openxmlformats.org/officeDocument/2006/relationships/notesMaster" Target="/ppt/notesMasters/notesMaster1.xml" Id="R5abe4df7d6be400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6d0c03433b240b7" /><Relationship Type="http://schemas.openxmlformats.org/officeDocument/2006/relationships/notesMaster" Target="/ppt/notesMasters/notesMaster1.xml" Id="Rb1d72fc67f2c48a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6ea25f71f784a8b" /><Relationship Type="http://schemas.openxmlformats.org/officeDocument/2006/relationships/notesMaster" Target="/ppt/notesMasters/notesMaster1.xml" Id="Recf1ca193b8e471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93e8fff8e6447ad" /><Relationship Type="http://schemas.openxmlformats.org/officeDocument/2006/relationships/notesMaster" Target="/ppt/notesMasters/notesMaster1.xml" Id="Rd2228182c8c14fa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3683a37fb444a2e" /><Relationship Type="http://schemas.openxmlformats.org/officeDocument/2006/relationships/notesMaster" Target="/ppt/notesMasters/notesMaster1.xml" Id="Rd7843aef1cc3411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8952e22a9e5408a" /><Relationship Type="http://schemas.openxmlformats.org/officeDocument/2006/relationships/notesMaster" Target="/ppt/notesMasters/notesMaster1.xml" Id="R3020f6065ac34db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c74cc9384aa4147" /><Relationship Type="http://schemas.openxmlformats.org/officeDocument/2006/relationships/notesMaster" Target="/ppt/notesMasters/notesMaster1.xml" Id="R91cf17076d2d42c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82ddd51153b4cff" /><Relationship Type="http://schemas.openxmlformats.org/officeDocument/2006/relationships/notesMaster" Target="/ppt/notesMasters/notesMaster1.xml" Id="Rae8046ae1ebe4dc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9dbc42b27fd4c4e" /><Relationship Type="http://schemas.openxmlformats.org/officeDocument/2006/relationships/notesMaster" Target="/ppt/notesMasters/notesMaster1.xml" Id="Reed6af5a2ce94f0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第 0 页 · 封面（20 秒）</a:t>
            </a:r>
          </a:p>
          <a:p xmlns:a="http://schemas.openxmlformats.org/drawingml/2006/main">
            <a:r>
              <a:t/>
            </a:r>
          </a:p>
          <a:p xmlns:a="http://schemas.openxmlformats.org/drawingml/2006/main">
            <a:r>
              <a:t>各位老师、各位同事，大家好。我是北京信息科技大学的于涛。今天汇报我们的工作：面向智慧化学实验室的任务导向可执行建模框架。通讯作者是赵淳老师。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汇报围绕实验室任务执行展开。先说明自动化和大模型参与带来的执行边界问题，再介绍我们如何把资源、工作流和约束组织到统一的模型体系中。方法部分重点解释建模语言与执行语义，包括变量空间、接口、触发器和状态机。最后通过反应釜加热案例说明模型如何运行，以及如何进一步支持仿真反馈闭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随着大模型发展，智慧化学实验室开始从自动执行任务流程，走向大模型参与实验决策和流程控制。无论有没有大模型，一次任务执行都需要说清四件事：资源如何组织，状态如何演化，数据如何传递，以及执行是否落在允许边界内。大模型的加入使这个边界问题更加突出，因为它可以根据目标和反馈动态提出操作与调整方案。我们因此需要明确，大模型提出的请求怎样进入设备执行过程，并遵守什么规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我们的原则是，不能为大模型开特权，也不能另开一条直达设备的旁路。来自人工、任务流程和大模型的控制意图，都需要转换成框架能够表达的任务或控制请求，遵守共同的执行规则。要落实这个原则，就需要一套能够描述实验室任务、也能够组织实际执行的模型体系。能力和状态要有明确含义，流程和数据关系要能够解释，约束要与任务执行共同运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我们建立的系统本身具有一套明确的建模语言和执行语义。设备模型描述执行对象及其能力与状态，流程模型描述任务过程，约束模型描述允许边界。框架则提供稳定的接口交互、触发规则、状态演化、数据传递和约束处理机制。可以把框架理解为一台通用机器，把模型理解为描述实验室和任务的蓝图。模型决定具体做什么，框架按照统一语义组织执行。代码实现这些通用机制，而系统的对象、关系和行为依据在模型层面都有明确表达。</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为了让这些概念进入同一个体系，我们将框架组织为 L 等于资源层、工作流层、约束层和跨层协议。资源层把设备能力与状态机组织成可执行模型。工作流层描述任务节点、节点生命周期、触发器、接口连接、变量空间和端口连接。约束层结合实验室基线与当前任务的目标和边界进行监督。跨层协议规定接口类型、允许信号和数据格式。这些是协调的建模层次，并非依次向下发令的三个环节。</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张图从左侧纵向执行路径展开右侧的模型细节。工作流层组织节点，每个节点具有自己的接口、变量与触发器。节点之间的控制接口传递信号，数据端口传递实验数据。设备资源层包含能力模型与状态机，能力模型给出设备能做什么，状态机给出状态如何演化以及怎样接收和返回信号。状态机通过 Adapter 发令，Adapter 执行设备协议，物理设备返回数据和事件。左侧蓝色向下表示控制请求，绿色虚线向上表示反馈。约束层位于侧面，结合工作流与资源状态监督执行。这张总览图中，右侧表示同一层的展开内容，不是额外的执行旁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节点模型不是一个简单的发令按钮。它具有明确的内部变量、数据端口、控制接口、生命周期和触发器。内部变量空间保存有业务含义的值，例如当前温度、目标温度和计算结果。设备属性可以映射到内部变量，数据端口负责与其他节点传递数据。接口接收信号与载荷，节点生命周期描述任务步骤当前的执行进度。触发器读取这些有明确含义的对象并执行动作。因此我们能够从模型层面解释节点怎样运行。图中将变量空间、生命周期和接口接收值分开表达，保持各自的语义归属。</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触发器把节点运行逻辑表达为明确的条件与动作。条件可以读取内部变量、当前接口接收的信号与载荷，以及节点生命周期。条件成立后执行定义好的动作。UPDATE 用于更新变量或者申请节点生命周期转移，EMIT 用于通过指定接口发出信号。例如，节点收到 ACTIVE 后由触发器更新到 RUNNING，随后根据运行状态通过设备交互接口发出执行请求。设备完成后也通过同样的条件和动作机制更新节点并推进流程。这里展示的是机制语义，不展开调度周期、存储快照等实现细节。</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接口使得横向的节点逻辑与纵向的设备执行能够在同一模型中连接。横向看，前序节点通过控制接口向设备能力节点发出激活信号，数据通过独立端口传递。设备能力节点完成后，再通过控制接口激活后续节点。纵向看，设备能力节点的状态输出接口向设备状态机发出执行请求，状态输入接口接收 CMD_STATE 反馈。当前原型对应的执行请求信号是 WF_EXECUTE_START。设备反馈改变节点条件，触发器再决定节点生命周期与后续信号。因此接口、触发器与状态机共同组织执行，而不是由节点直接调用设备驱动。</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设备对象模型由能力模型和状态机构成。能力模型定义属性、能力、参数、数据端口和内禀约束。状态机定义状态空间、接口、转移条件和动作。图中的待命、已发送、已接收、执行中和已完成，是指令生命周期的正常执行主路径。实际设备还具有操作状态，以及异常与中止等转移。状态机接收控制请求，经 Adapter 发令，并根据设备事件和反馈更新状态。这是对设备操作过程的建模，使能力调用能够进入明确的设备行为规则。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约束层同样采用明确的模型语义。规则规定观察哪个对象、采用什么条件判断，以及违反条件后采取什么动作。统一观察空间同时来自资源侧与工作流侧，包括设备属性、设备状态、节点状态和执行上下文。实验室基线约束持续生效，任务约束在任务执行期间表达当前目标与边界。设备内禀约束由设备状态机本地处理，异常状态还可以进入约束层的观察范围。由此，局部设备保护与实验室、任务层面的监督相互配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反应釜加热案例展示完整的跨层执行。加热节点绑定反应釜模型中的加热能力，根据触发器规则经接口提出执行请求。设备状态机处理请求，沿规定的状态转移向 Adapter 下发命令。Adapter 将命令转换为设备协议，反应釜开始加热。设备数据和事件沿链路返回，驱动设备状态机更新，并反馈给工作流节点。节点根据反馈条件更新生命周期，完成后发出激活信号推进后续步骤。约束层在整个执行期间观察资源和工作流状态，按照规则处理越界或异常。这一案例用于说明框架可以实例化并运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套框架的结构性和逻辑性体现在，每一步执行都能够找到明确的模型依据。我们可以从任务和节点说明调用了什么能力，从触发条件说明为什么在此时采取动作，从接口信号说明向谁传递了什么请求，再从设备状态机解释命令和状态变化。设备反馈又能对应到节点生命周期和任务结果。执行记录沿这些关联组织，就可以追踪一次执行。这种解释建立在具有业务含义的模型对象与行为规则上，因此不需要依赖对运行代码或内存内容的逆向分析来理解任务逻辑。</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在这套模型驱动框架基础上，可以进一步在 Adapter 层区分仿真执行与实机执行。大模型根据目标提出任务和控制请求，请求经过统一框架，在仿真环境中运行。模拟状态、实验数据和约束检查结果返回后，大模型调整方案并再次决策，由此形成闭环。图中两种执行方式都从统一框架接入：仿真结果用于评估和调整方案，满足上机条件后由同一框架发出实机执行请求。大模型不直接连接 Adapter 或设备。这个闭环作为框架扩展方向介绍。</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我们的工作是面向实验室任务执行建立一套明确的建模语言和执行语义。资源、工作流与约束构成统一结构，变量空间、接口、触发器与状态机使运行逻辑能够在模型层面解释。模型定义具体实验室与任务，通用框架按照共同规则组织执行。人、流程与大模型提出的控制意图，也都进入同一条设备执行链路。这一结构进一步为模型复用、执行追溯和仿真反馈闭环提供基础。谢谢各位，欢迎交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备用说明：建模语言定义对象与关系，包括设备、节点、变量、接口、端口、状态和约束。执行语义定义这些对象如何发生交互与状态变化。接口与数据端口分别承载控制信号与实验数据。节点生命周期描述任务步骤的执行进度，设备状态机管理设备指令与操作状态，通过反馈和触发器关联。大模型作为上层决策和请求来源接入统一框架。仿真作为执行后端扩展，保持上层模型和执行语义的一致性。</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0fc8ad384b34c4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f6ed236eb114e5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5349f24fdd749e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6cd4da2a6854f7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87ec3016acf4fe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41d5c3a6c6c4fbd"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a2b70fef87c64896"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e7c81fa8a7a04ad6"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af2fdee5be3f4989"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93a6dcef0f994ecf"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fd171ce246504488"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189DC85-54F5-4264-8AA5-ABE2BEACE35D}"/>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9024B2CF-0C91-4B1A-B97A-0CC6018F683F}"/>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4BE78BEE-BC3B-4897-ACB8-CFC63AB3151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5" name="Footer Placeholder 4">
            <a:extLst xmlns:a="http://schemas.openxmlformats.org/drawingml/2006/main">
              <a:ext uri="{FF2B5EF4-FFF2-40B4-BE49-F238E27FC236}">
                <a16:creationId xmlns:a16="http://schemas.microsoft.com/office/drawing/2014/main" id="{E39967F8-2A92-4480-8CDA-C55843F331A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A1DD52F7-86F4-4DD3-A691-267C2B81AFD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27E5EC0-8780-4109-9108-856D8C3DBD6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3D3E7247-3CE2-40CE-BF8E-08E8C9AD6A60}"/>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endParaRPr/>
          </a:p>
          <a:p xmlns:a="http://schemas.openxmlformats.org/drawingml/2006/main">
            <a:pPr lvl="1">
              <a:buNone/>
            </a:pPr>
            <a:r>
              <a:t>Second level</a:t>
            </a:r>
            <a:endParaRPr/>
          </a:p>
          <a:p xmlns:a="http://schemas.openxmlformats.org/drawingml/2006/main">
            <a:pPr lvl="2">
              <a:buNone/>
            </a:pPr>
            <a:r>
              <a:t>Third level</a:t>
            </a:r>
            <a:endParaRPr/>
          </a:p>
          <a:p xmlns:a="http://schemas.openxmlformats.org/drawingml/2006/main">
            <a:pPr lvl="3">
              <a:buNone/>
            </a:pPr>
            <a:r>
              <a:t>Fourth level</a:t>
            </a:r>
            <a:endParaRP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556B25F1-EA49-41A9-B684-C16A359EB2F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5" name="Footer Placeholder 4">
            <a:extLst xmlns:a="http://schemas.openxmlformats.org/drawingml/2006/main">
              <a:ext uri="{FF2B5EF4-FFF2-40B4-BE49-F238E27FC236}">
                <a16:creationId xmlns:a16="http://schemas.microsoft.com/office/drawing/2014/main" id="{ED8E4320-B3AD-441E-BBB7-6628A66F2DC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98832057-6783-4296-9C0C-BD3B75AA011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7FD48A6-F7AE-489F-8CDD-48CBB3E65A1E}"/>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5E9F6350-A668-48E3-BE9D-F70A8F65D296}"/>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endParaRPr/>
          </a:p>
        </p:txBody>
      </p:sp>
      <p:sp>
        <p:nvSpPr>
          <p:cNvPr id="4" name="Date Placeholder 3">
            <a:extLst xmlns:a="http://schemas.openxmlformats.org/drawingml/2006/main">
              <a:ext uri="{FF2B5EF4-FFF2-40B4-BE49-F238E27FC236}">
                <a16:creationId xmlns:a16="http://schemas.microsoft.com/office/drawing/2014/main" id="{57CE4BBE-EB84-4807-80A1-400096F096C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5" name="Footer Placeholder 4">
            <a:extLst xmlns:a="http://schemas.openxmlformats.org/drawingml/2006/main">
              <a:ext uri="{FF2B5EF4-FFF2-40B4-BE49-F238E27FC236}">
                <a16:creationId xmlns:a16="http://schemas.microsoft.com/office/drawing/2014/main" id="{01E677CD-B8E8-4609-85A3-441897DC51A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E98AEF26-A2A8-4C26-B881-151E6AB2B9B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8F57711-D861-4167-826E-1C699DB5BDBB}"/>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78877F64-A2CA-47A8-925F-0414F58A6ADF}"/>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endParaRPr/>
          </a:p>
          <a:p xmlns:a="http://schemas.openxmlformats.org/drawingml/2006/main">
            <a:pPr lvl="1">
              <a:buNone/>
            </a:pPr>
            <a:r>
              <a:t>Second level</a:t>
            </a:r>
            <a:endParaRPr/>
          </a:p>
          <a:p xmlns:a="http://schemas.openxmlformats.org/drawingml/2006/main">
            <a:pPr lvl="2">
              <a:buNone/>
            </a:pPr>
            <a:r>
              <a:t>Third level</a:t>
            </a:r>
            <a:endParaRPr/>
          </a:p>
          <a:p xmlns:a="http://schemas.openxmlformats.org/drawingml/2006/main">
            <a:pPr lvl="3">
              <a:buNone/>
            </a:pPr>
            <a:r>
              <a:t>Fourth level</a:t>
            </a:r>
            <a:endParaRP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21A13105-8F19-43FF-BC40-D6B127493B7D}"/>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endParaRPr/>
          </a:p>
          <a:p xmlns:a="http://schemas.openxmlformats.org/drawingml/2006/main">
            <a:pPr lvl="1">
              <a:buNone/>
            </a:pPr>
            <a:r>
              <a:t>Second level</a:t>
            </a:r>
            <a:endParaRPr/>
          </a:p>
          <a:p xmlns:a="http://schemas.openxmlformats.org/drawingml/2006/main">
            <a:pPr lvl="2">
              <a:buNone/>
            </a:pPr>
            <a:r>
              <a:t>Third level</a:t>
            </a:r>
            <a:endParaRPr/>
          </a:p>
          <a:p xmlns:a="http://schemas.openxmlformats.org/drawingml/2006/main">
            <a:pPr lvl="3">
              <a:buNone/>
            </a:pPr>
            <a:r>
              <a:t>Fourth level</a:t>
            </a:r>
            <a:endParaRP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E5542793-A3B0-48C3-935B-214D9CF1DCA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6" name="Footer Placeholder 5">
            <a:extLst xmlns:a="http://schemas.openxmlformats.org/drawingml/2006/main">
              <a:ext uri="{FF2B5EF4-FFF2-40B4-BE49-F238E27FC236}">
                <a16:creationId xmlns:a16="http://schemas.microsoft.com/office/drawing/2014/main" id="{8BBDC7C5-24A7-4E55-8B8B-1122F6DF5BE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68C7EEDA-57E2-4BFC-AABF-864060C668E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A17BC59-4ECF-4B7D-B29C-02D7A36D576B}"/>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0C3D0D23-F9EF-4A9C-9815-8A03DD889966}"/>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endParaRPr/>
          </a:p>
        </p:txBody>
      </p:sp>
      <p:sp>
        <p:nvSpPr>
          <p:cNvPr id="4" name="Content Placeholder 3">
            <a:extLst xmlns:a="http://schemas.openxmlformats.org/drawingml/2006/main">
              <a:ext uri="{FF2B5EF4-FFF2-40B4-BE49-F238E27FC236}">
                <a16:creationId xmlns:a16="http://schemas.microsoft.com/office/drawing/2014/main" id="{3E237916-E258-4387-8EA3-F69F14BC04DF}"/>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endParaRPr/>
          </a:p>
          <a:p xmlns:a="http://schemas.openxmlformats.org/drawingml/2006/main">
            <a:pPr lvl="1">
              <a:buNone/>
            </a:pPr>
            <a:r>
              <a:t>Second level</a:t>
            </a:r>
            <a:endParaRPr/>
          </a:p>
          <a:p xmlns:a="http://schemas.openxmlformats.org/drawingml/2006/main">
            <a:pPr lvl="2">
              <a:buNone/>
            </a:pPr>
            <a:r>
              <a:t>Third level</a:t>
            </a:r>
            <a:endParaRPr/>
          </a:p>
          <a:p xmlns:a="http://schemas.openxmlformats.org/drawingml/2006/main">
            <a:pPr lvl="3">
              <a:buNone/>
            </a:pPr>
            <a:r>
              <a:t>Fourth level</a:t>
            </a:r>
            <a:endParaRP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6C87D74C-3168-4541-8807-92F3DE2CC866}"/>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endParaRPr/>
          </a:p>
        </p:txBody>
      </p:sp>
      <p:sp>
        <p:nvSpPr>
          <p:cNvPr id="6" name="Content Placeholder 5">
            <a:extLst xmlns:a="http://schemas.openxmlformats.org/drawingml/2006/main">
              <a:ext uri="{FF2B5EF4-FFF2-40B4-BE49-F238E27FC236}">
                <a16:creationId xmlns:a16="http://schemas.microsoft.com/office/drawing/2014/main" id="{76441DF1-579F-4C84-BB98-4534A167D6B1}"/>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endParaRPr/>
          </a:p>
          <a:p xmlns:a="http://schemas.openxmlformats.org/drawingml/2006/main">
            <a:pPr lvl="1">
              <a:buNone/>
            </a:pPr>
            <a:r>
              <a:t>Second level</a:t>
            </a:r>
            <a:endParaRPr/>
          </a:p>
          <a:p xmlns:a="http://schemas.openxmlformats.org/drawingml/2006/main">
            <a:pPr lvl="2">
              <a:buNone/>
            </a:pPr>
            <a:r>
              <a:t>Third level</a:t>
            </a:r>
            <a:endParaRPr/>
          </a:p>
          <a:p xmlns:a="http://schemas.openxmlformats.org/drawingml/2006/main">
            <a:pPr lvl="3">
              <a:buNone/>
            </a:pPr>
            <a:r>
              <a:t>Fourth level</a:t>
            </a:r>
            <a:endParaRP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7C447C8B-3B0E-41D2-88FD-90B37EE3175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8" name="Footer Placeholder 7">
            <a:extLst xmlns:a="http://schemas.openxmlformats.org/drawingml/2006/main">
              <a:ext uri="{FF2B5EF4-FFF2-40B4-BE49-F238E27FC236}">
                <a16:creationId xmlns:a16="http://schemas.microsoft.com/office/drawing/2014/main" id="{2FCE6D9C-A3AA-405E-897D-0BB9D664FDB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D3FBF5E5-704F-452F-809E-B84DA758FEB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89E4369-F598-4E50-937D-FF0133C7353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B9BFD23B-2EC1-4819-99D4-527B79E01CD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4" name="Footer Placeholder 3">
            <a:extLst xmlns:a="http://schemas.openxmlformats.org/drawingml/2006/main">
              <a:ext uri="{FF2B5EF4-FFF2-40B4-BE49-F238E27FC236}">
                <a16:creationId xmlns:a16="http://schemas.microsoft.com/office/drawing/2014/main" id="{295A2CF0-A4C6-4995-8038-4C1F84E2FED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9E87972B-BAC0-426E-B5FC-DFBA81F220A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7A485BCE-C3BD-4312-909B-D8DA72E9D03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3" name="Footer Placeholder 2">
            <a:extLst xmlns:a="http://schemas.openxmlformats.org/drawingml/2006/main">
              <a:ext uri="{FF2B5EF4-FFF2-40B4-BE49-F238E27FC236}">
                <a16:creationId xmlns:a16="http://schemas.microsoft.com/office/drawing/2014/main" id="{1DB3FD05-5462-42C6-9E2E-856EA1FA6DB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52568220-1FB3-48D3-B54D-D4C021FB50A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25165B9-F882-4E8A-9B85-68433535E10D}"/>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CC1B3653-63CE-4E67-A908-F195C2FD25AF}"/>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endParaRPr/>
          </a:p>
          <a:p xmlns:a="http://schemas.openxmlformats.org/drawingml/2006/main">
            <a:pPr lvl="1">
              <a:buNone/>
            </a:pPr>
            <a:r>
              <a:t>Second level</a:t>
            </a:r>
            <a:endParaRPr/>
          </a:p>
          <a:p xmlns:a="http://schemas.openxmlformats.org/drawingml/2006/main">
            <a:pPr lvl="2">
              <a:buNone/>
            </a:pPr>
            <a:r>
              <a:t>Third level</a:t>
            </a:r>
            <a:endParaRPr/>
          </a:p>
          <a:p xmlns:a="http://schemas.openxmlformats.org/drawingml/2006/main">
            <a:pPr lvl="3">
              <a:buNone/>
            </a:pPr>
            <a:r>
              <a:t>Fourth level</a:t>
            </a:r>
            <a:endParaRP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167E8D05-E91E-4E5F-8112-4F3D45873DCC}"/>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endParaRPr/>
          </a:p>
        </p:txBody>
      </p:sp>
      <p:sp>
        <p:nvSpPr>
          <p:cNvPr id="5" name="Date Placeholder 4">
            <a:extLst xmlns:a="http://schemas.openxmlformats.org/drawingml/2006/main">
              <a:ext uri="{FF2B5EF4-FFF2-40B4-BE49-F238E27FC236}">
                <a16:creationId xmlns:a16="http://schemas.microsoft.com/office/drawing/2014/main" id="{B273C5D9-6D87-4395-98A6-873424B0DC9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6" name="Footer Placeholder 5">
            <a:extLst xmlns:a="http://schemas.openxmlformats.org/drawingml/2006/main">
              <a:ext uri="{FF2B5EF4-FFF2-40B4-BE49-F238E27FC236}">
                <a16:creationId xmlns:a16="http://schemas.microsoft.com/office/drawing/2014/main" id="{BC490EFB-AD64-4F37-9C16-342BB5B8221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304AB5C9-AFA5-4894-AE70-5ADC1E84072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15AEC2D-5ADC-4674-B9D5-1E730FDE7E86}"/>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C670C9F9-4433-4E98-9675-BDACFCE00712}"/>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4968B74B-892B-444B-9366-02D4553138F4}"/>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endParaRPr/>
          </a:p>
        </p:txBody>
      </p:sp>
      <p:sp>
        <p:nvSpPr>
          <p:cNvPr id="5" name="Date Placeholder 4">
            <a:extLst xmlns:a="http://schemas.openxmlformats.org/drawingml/2006/main">
              <a:ext uri="{FF2B5EF4-FFF2-40B4-BE49-F238E27FC236}">
                <a16:creationId xmlns:a16="http://schemas.microsoft.com/office/drawing/2014/main" id="{7167B799-E31D-4F2E-A98E-C543C1F80E3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6" name="Footer Placeholder 5">
            <a:extLst xmlns:a="http://schemas.openxmlformats.org/drawingml/2006/main">
              <a:ext uri="{FF2B5EF4-FFF2-40B4-BE49-F238E27FC236}">
                <a16:creationId xmlns:a16="http://schemas.microsoft.com/office/drawing/2014/main" id="{E610BC3E-3EC2-4F13-85E8-B7713C38AEA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52D4C378-9535-4637-9537-083270BF825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58D4D2C-1F36-438F-B5D7-5C01DD51BD5C}"/>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4BB40A84-02BB-464E-BE83-68596CEA1F3E}"/>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endParaRPr/>
          </a:p>
          <a:p xmlns:a="http://schemas.openxmlformats.org/drawingml/2006/main">
            <a:pPr lvl="1">
              <a:buNone/>
            </a:pPr>
            <a:r>
              <a:t>Second level</a:t>
            </a:r>
            <a:endParaRPr/>
          </a:p>
          <a:p xmlns:a="http://schemas.openxmlformats.org/drawingml/2006/main">
            <a:pPr lvl="2">
              <a:buNone/>
            </a:pPr>
            <a:r>
              <a:t>Third level</a:t>
            </a:r>
            <a:endParaRPr/>
          </a:p>
          <a:p xmlns:a="http://schemas.openxmlformats.org/drawingml/2006/main">
            <a:pPr lvl="3">
              <a:buNone/>
            </a:pPr>
            <a:r>
              <a:t>Fourth level</a:t>
            </a:r>
            <a:endParaRP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FD9442A3-17D4-4A74-9C7C-9F68561DC8D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5" name="Footer Placeholder 4">
            <a:extLst xmlns:a="http://schemas.openxmlformats.org/drawingml/2006/main">
              <a:ext uri="{FF2B5EF4-FFF2-40B4-BE49-F238E27FC236}">
                <a16:creationId xmlns:a16="http://schemas.microsoft.com/office/drawing/2014/main" id="{11DB02E6-6893-454A-99EA-0707FB2821D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6F0B1FDF-EF83-4A01-8A9B-EE1DE45BA2C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275978D0-1441-4863-9E69-110EF57F598E}"/>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5E9D69BB-D056-43F8-8152-AD90AFDFB836}"/>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endParaRPr/>
          </a:p>
          <a:p xmlns:a="http://schemas.openxmlformats.org/drawingml/2006/main">
            <a:pPr lvl="1">
              <a:buNone/>
            </a:pPr>
            <a:r>
              <a:t>Second level</a:t>
            </a:r>
            <a:endParaRPr/>
          </a:p>
          <a:p xmlns:a="http://schemas.openxmlformats.org/drawingml/2006/main">
            <a:pPr lvl="2">
              <a:buNone/>
            </a:pPr>
            <a:r>
              <a:t>Third level</a:t>
            </a:r>
            <a:endParaRPr/>
          </a:p>
          <a:p xmlns:a="http://schemas.openxmlformats.org/drawingml/2006/main">
            <a:pPr lvl="3">
              <a:buNone/>
            </a:pPr>
            <a:r>
              <a:t>Fourth level</a:t>
            </a:r>
            <a:endParaRP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AD6F5B8D-CB17-4F42-81C4-6C1CBD7C309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5" name="Footer Placeholder 4">
            <a:extLst xmlns:a="http://schemas.openxmlformats.org/drawingml/2006/main">
              <a:ext uri="{FF2B5EF4-FFF2-40B4-BE49-F238E27FC236}">
                <a16:creationId xmlns:a16="http://schemas.microsoft.com/office/drawing/2014/main" id="{D8C2C652-BD55-45A5-BB10-87D5B91274A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DBCF60E3-53D1-4AD3-8FF7-A96CA6E4E6B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2e5e33ccecd44ca" /><Relationship Type="http://schemas.openxmlformats.org/officeDocument/2006/relationships/slideLayout" Target="/ppt/slideLayouts/slideLayout1.xml" Id="Re9ca24a8fe9e44e4" /><Relationship Type="http://schemas.openxmlformats.org/officeDocument/2006/relationships/slideLayout" Target="/ppt/slideLayouts/slideLayout2.xml" Id="R8c95a5f2fd5943be" /><Relationship Type="http://schemas.openxmlformats.org/officeDocument/2006/relationships/slideLayout" Target="/ppt/slideLayouts/slideLayout3.xml" Id="R19234895a1c742e1" /><Relationship Type="http://schemas.openxmlformats.org/officeDocument/2006/relationships/slideLayout" Target="/ppt/slideLayouts/slideLayout4.xml" Id="Rad18f1cfa819408c" /><Relationship Type="http://schemas.openxmlformats.org/officeDocument/2006/relationships/slideLayout" Target="/ppt/slideLayouts/slideLayout5.xml" Id="Ra7706ccd70a94e9c" /><Relationship Type="http://schemas.openxmlformats.org/officeDocument/2006/relationships/slideLayout" Target="/ppt/slideLayouts/slideLayout6.xml" Id="Rbe88bef88e9b49d7" /><Relationship Type="http://schemas.openxmlformats.org/officeDocument/2006/relationships/slideLayout" Target="/ppt/slideLayouts/slideLayout7.xml" Id="R7d3449880dd346ad" /><Relationship Type="http://schemas.openxmlformats.org/officeDocument/2006/relationships/slideLayout" Target="/ppt/slideLayouts/slideLayout8.xml" Id="Raa5dfebfef0f4ca6" /><Relationship Type="http://schemas.openxmlformats.org/officeDocument/2006/relationships/slideLayout" Target="/ppt/slideLayouts/slideLayout9.xml" Id="R9ad3e2d0d1c34795" /><Relationship Type="http://schemas.openxmlformats.org/officeDocument/2006/relationships/slideLayout" Target="/ppt/slideLayouts/slideLayout10.xml" Id="R560831633d4e49ab" /><Relationship Type="http://schemas.openxmlformats.org/officeDocument/2006/relationships/slideLayout" Target="/ppt/slideLayouts/slideLayout11.xml" Id="R066e14e56c5d481a"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228C0D63-CA9F-404A-B534-B682079DA154}"/>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5EC15D1C-DAAD-4762-9173-03B9AC3FD456}"/>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endParaRPr/>
          </a:p>
          <a:p xmlns:a="http://schemas.openxmlformats.org/drawingml/2006/main">
            <a:pPr lvl="1">
              <a:buNone/>
            </a:pPr>
            <a:r>
              <a:t>Second level</a:t>
            </a:r>
            <a:endParaRPr/>
          </a:p>
          <a:p xmlns:a="http://schemas.openxmlformats.org/drawingml/2006/main">
            <a:pPr lvl="2">
              <a:buNone/>
            </a:pPr>
            <a:r>
              <a:t>Third level</a:t>
            </a:r>
            <a:endParaRPr/>
          </a:p>
          <a:p xmlns:a="http://schemas.openxmlformats.org/drawingml/2006/main">
            <a:pPr lvl="3">
              <a:buNone/>
            </a:pPr>
            <a:r>
              <a:t>Fourth level</a:t>
            </a:r>
            <a:endParaRP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3755B65E-F81D-43DB-AF87-01C39EE5D40C}"/>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endParaRPr/>
          </a:p>
        </p:txBody>
      </p:sp>
      <p:sp>
        <p:nvSpPr>
          <p:cNvPr id="5" name="Footer Placeholder 4">
            <a:extLst xmlns:a="http://schemas.openxmlformats.org/drawingml/2006/main">
              <a:ext uri="{FF2B5EF4-FFF2-40B4-BE49-F238E27FC236}">
                <a16:creationId xmlns:a16="http://schemas.microsoft.com/office/drawing/2014/main" id="{57E08882-3239-4C53-B5B9-C39E631AB8C1}"/>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6E203BF4-0881-41BE-8239-6E0D55CCA838}"/>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9ca24a8fe9e44e4"/>
    <p:sldLayoutId xmlns:r="http://schemas.openxmlformats.org/officeDocument/2006/relationships" id="2147483650" r:id="R8c95a5f2fd5943be"/>
    <p:sldLayoutId xmlns:r="http://schemas.openxmlformats.org/officeDocument/2006/relationships" id="2147483651" r:id="R19234895a1c742e1"/>
    <p:sldLayoutId xmlns:r="http://schemas.openxmlformats.org/officeDocument/2006/relationships" id="2147483652" r:id="Rad18f1cfa819408c"/>
    <p:sldLayoutId xmlns:r="http://schemas.openxmlformats.org/officeDocument/2006/relationships" id="2147483653" r:id="Ra7706ccd70a94e9c"/>
    <p:sldLayoutId xmlns:r="http://schemas.openxmlformats.org/officeDocument/2006/relationships" id="2147483654" r:id="Rbe88bef88e9b49d7"/>
    <p:sldLayoutId xmlns:r="http://schemas.openxmlformats.org/officeDocument/2006/relationships" id="2147483655" r:id="R7d3449880dd346ad"/>
    <p:sldLayoutId xmlns:r="http://schemas.openxmlformats.org/officeDocument/2006/relationships" id="2147483656" r:id="Raa5dfebfef0f4ca6"/>
    <p:sldLayoutId xmlns:r="http://schemas.openxmlformats.org/officeDocument/2006/relationships" id="2147483657" r:id="R9ad3e2d0d1c34795"/>
    <p:sldLayoutId xmlns:r="http://schemas.openxmlformats.org/officeDocument/2006/relationships" id="2147483658" r:id="R560831633d4e49ab"/>
    <p:sldLayoutId xmlns:r="http://schemas.openxmlformats.org/officeDocument/2006/relationships" id="2147483659" r:id="R066e14e56c5d481a"/>
  </p:sldLayoutIdLst>
  <p:txStyles>
    <p:titleStyle>
      <a:lvl1pPr xmlns:a="http://schemas.openxmlformats.org/drawingml/2006/main" algn="ctr" defTabSz="4572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4572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4572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4572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4572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4572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4572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4572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4572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74bd63a953904903" /><Relationship Type="http://schemas.openxmlformats.org/officeDocument/2006/relationships/notesSlide" Target="/ppt/notesSlides/notesSlide1.xml" Id="Rdb2f052dc7fb493c"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ad906c8876724510" /><Relationship Type="http://schemas.openxmlformats.org/officeDocument/2006/relationships/notesSlide" Target="/ppt/notesSlides/notesSlide2.xml" Id="R4f609f5cc96340f7"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11437763cb9d4006" /><Relationship Type="http://schemas.openxmlformats.org/officeDocument/2006/relationships/notesSlide" Target="/ppt/notesSlides/notesSlide3.xml" Id="R28fa53021c284b46"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e9cfc3bf68ab4bdb" /><Relationship Type="http://schemas.openxmlformats.org/officeDocument/2006/relationships/notesSlide" Target="/ppt/notesSlides/notesSlide4.xml" Id="R098f1a0fc76a4f3a"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240ade7284934d75" /><Relationship Type="http://schemas.openxmlformats.org/officeDocument/2006/relationships/notesSlide" Target="/ppt/notesSlides/notesSlide5.xml" Id="R2b8e3b02726c4284"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5bb1dde10ccd4b09" /><Relationship Type="http://schemas.openxmlformats.org/officeDocument/2006/relationships/notesSlide" Target="/ppt/notesSlides/notesSlide6.xml" Id="R2e8e97feb07348f8"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e10fe3e84de549b6" /><Relationship Type="http://schemas.openxmlformats.org/officeDocument/2006/relationships/notesSlide" Target="/ppt/notesSlides/notesSlide7.xml" Id="R12bfc018b8ab4813"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9a88ad1c605b4269" /><Relationship Type="http://schemas.openxmlformats.org/officeDocument/2006/relationships/notesSlide" Target="/ppt/notesSlides/notesSlide8.xml" Id="R52120eb1ae724c53"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c173f018b5484852" /><Relationship Type="http://schemas.openxmlformats.org/officeDocument/2006/relationships/notesSlide" Target="/ppt/notesSlides/notesSlide9.xml" Id="Re173a05dd2db401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7.xml" Id="R087c2f47624540a9" /><Relationship Type="http://schemas.openxmlformats.org/officeDocument/2006/relationships/notesSlide" Target="/ppt/notesSlides/notesSlide10.xml" Id="R7d9a3b9bc9e8427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7.xml" Id="Rebcd81e9c9b74a36" /><Relationship Type="http://schemas.openxmlformats.org/officeDocument/2006/relationships/notesSlide" Target="/ppt/notesSlides/notesSlide11.xml" Id="Rb7a57de2c65040d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7.xml" Id="R4da73564d57c4dd5" /><Relationship Type="http://schemas.openxmlformats.org/officeDocument/2006/relationships/notesSlide" Target="/ppt/notesSlides/notesSlide12.xml" Id="R3ecc9535f8394e5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7.xml" Id="R7303bc20c4934bb8" /><Relationship Type="http://schemas.openxmlformats.org/officeDocument/2006/relationships/notesSlide" Target="/ppt/notesSlides/notesSlide13.xml" Id="Reaa2c83f8788496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7.xml" Id="R5452a1a347254a6b" /><Relationship Type="http://schemas.openxmlformats.org/officeDocument/2006/relationships/notesSlide" Target="/ppt/notesSlides/notesSlide14.xml" Id="R893ba0df0333475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7.xml" Id="R01f8750a794547ef" /><Relationship Type="http://schemas.openxmlformats.org/officeDocument/2006/relationships/notesSlide" Target="/ppt/notesSlides/notesSlide15.xml" Id="R42a5a58abdf241c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7.xml" Id="Rc042a5bbb22f49af" /><Relationship Type="http://schemas.openxmlformats.org/officeDocument/2006/relationships/notesSlide" Target="/ppt/notesSlides/notesSlide16.xml" Id="R14d569ea8a6a489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7.xml" Id="R3005323eb25a4abb" /><Relationship Type="http://schemas.openxmlformats.org/officeDocument/2006/relationships/notesSlide" Target="/ppt/notesSlides/notesSlide17.xml" Id="R6e5475d3b14f4711"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9C8D0283-46CC-4865-85BD-F69594B7C676}"/>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1A3A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Rectangle 2">
            <a:extLst xmlns:a="http://schemas.openxmlformats.org/drawingml/2006/main">
              <a:ext uri="{FF2B5EF4-FFF2-40B4-BE49-F238E27FC236}">
                <a16:creationId xmlns:a16="http://schemas.microsoft.com/office/drawing/2014/main" id="{B87B968C-3390-4FC4-9F93-F7A4B569C536}"/>
              </a:ext>
            </a:extLst>
          </p:cNvPr>
          <p:cNvSpPr>
            <a:spLocks xmlns:a="http://schemas.openxmlformats.org/drawingml/2006/main" noGrp="1"/>
          </p:cNvSpPr>
          <p:nvPr/>
        </p:nvSpPr>
        <p:spPr>
          <a:xfrm xmlns:a="http://schemas.openxmlformats.org/drawingml/2006/main">
            <a:off x="0" y="5303520"/>
            <a:ext cx="12191695" cy="109728"/>
          </a:xfrm>
          <a:prstGeom xmlns:a="http://schemas.openxmlformats.org/drawingml/2006/main" prst="rect">
            <a:avLst/>
          </a:prstGeom>
          <a:solidFill xmlns:a="http://schemas.openxmlformats.org/drawingml/2006/main">
            <a:srgbClr val="2E75B6"/>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TextBox 3">
            <a:extLst xmlns:a="http://schemas.openxmlformats.org/drawingml/2006/main">
              <a:ext uri="{FF2B5EF4-FFF2-40B4-BE49-F238E27FC236}">
                <a16:creationId xmlns:a16="http://schemas.microsoft.com/office/drawing/2014/main" id="{467AB767-6D28-4088-A11B-2DFEFDE75EF8}"/>
              </a:ext>
            </a:extLst>
          </p:cNvPr>
          <p:cNvSpPr>
            <a:spLocks xmlns:a="http://schemas.openxmlformats.org/drawingml/2006/main" noGrp="1"/>
          </p:cNvSpPr>
          <p:nvPr/>
        </p:nvSpPr>
        <p:spPr>
          <a:xfrm xmlns:a="http://schemas.openxmlformats.org/drawingml/2006/main">
            <a:off x="731520" y="1828800"/>
            <a:ext cx="10515600" cy="13716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3200" b="1">
                <a:solidFill>
                  <a:srgbClr val="FFFFFF"/>
                </a:solidFill>
                <a:latin typeface="微软雅黑"/>
                <a:ea typeface="微软雅黑"/>
                <a:cs typeface="微软雅黑"/>
              </a:rPr>
              <a:t>面向智慧化学实验室的任务导向可执行建模框架</a:t>
            </a:r>
            <a:endParaRPr sz="3200" b="1">
              <a:solidFill>
                <a:srgbClr val="FFFFFF"/>
              </a:solidFill>
              <a:latin typeface="微软雅黑"/>
              <a:ea typeface="微软雅黑"/>
              <a:cs typeface="微软雅黑"/>
            </a:endParaRPr>
          </a:p>
        </p:txBody>
      </p:sp>
      <p:sp>
        <p:nvSpPr>
          <p:cNvPr id="5" name="TextBox 4">
            <a:extLst xmlns:a="http://schemas.openxmlformats.org/drawingml/2006/main">
              <a:ext uri="{FF2B5EF4-FFF2-40B4-BE49-F238E27FC236}">
                <a16:creationId xmlns:a16="http://schemas.microsoft.com/office/drawing/2014/main" id="{EE6640F5-7D8A-4CD8-87CC-97BCBBDAF996}"/>
              </a:ext>
            </a:extLst>
          </p:cNvPr>
          <p:cNvSpPr>
            <a:spLocks xmlns:a="http://schemas.openxmlformats.org/drawingml/2006/main" noGrp="1"/>
          </p:cNvSpPr>
          <p:nvPr/>
        </p:nvSpPr>
        <p:spPr>
          <a:xfrm xmlns:a="http://schemas.openxmlformats.org/drawingml/2006/main">
            <a:off x="731520" y="3383280"/>
            <a:ext cx="10515600" cy="4572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1600" b="0">
                <a:solidFill>
                  <a:srgbClr val="B8D0E8"/>
                </a:solidFill>
                <a:latin typeface="微软雅黑"/>
                <a:ea typeface="微软雅黑"/>
                <a:cs typeface="微软雅黑"/>
              </a:rPr>
              <a:t>A Task-Oriented Executable Modeling Framework for Smart Chemical Laboratories</a:t>
            </a:r>
            <a:endParaRPr sz="1600" b="0">
              <a:solidFill>
                <a:srgbClr val="B8D0E8"/>
              </a:solidFill>
              <a:latin typeface="微软雅黑"/>
              <a:ea typeface="微软雅黑"/>
              <a:cs typeface="微软雅黑"/>
            </a:endParaRPr>
          </a:p>
        </p:txBody>
      </p:sp>
      <p:sp>
        <p:nvSpPr>
          <p:cNvPr id="6" name="TextBox 5">
            <a:extLst xmlns:a="http://schemas.openxmlformats.org/drawingml/2006/main">
              <a:ext uri="{FF2B5EF4-FFF2-40B4-BE49-F238E27FC236}">
                <a16:creationId xmlns:a16="http://schemas.microsoft.com/office/drawing/2014/main" id="{E5DF2A41-1F00-4791-AA10-43E22F1B9243}"/>
              </a:ext>
            </a:extLst>
          </p:cNvPr>
          <p:cNvSpPr>
            <a:spLocks xmlns:a="http://schemas.openxmlformats.org/drawingml/2006/main" noGrp="1"/>
          </p:cNvSpPr>
          <p:nvPr/>
        </p:nvSpPr>
        <p:spPr>
          <a:xfrm xmlns:a="http://schemas.openxmlformats.org/drawingml/2006/main">
            <a:off x="731520" y="4206240"/>
            <a:ext cx="10515600" cy="3683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1800" b="0">
                <a:solidFill>
                  <a:srgbClr val="FFFFFF"/>
                </a:solidFill>
                <a:latin typeface="微软雅黑"/>
                <a:ea typeface="微软雅黑"/>
                <a:cs typeface="微软雅黑"/>
              </a:rPr>
              <a:t>报告人：于涛（北京信息科技大学）　　通讯作者：</a:t>
            </a:r>
            <a:r>
              <a:rPr sz="1800" b="0">
                <a:solidFill>
                  <a:srgbClr val="FFFFFF"/>
                </a:solidFill>
                <a:latin typeface="微软雅黑"/>
                <a:ea typeface="微软雅黑"/>
                <a:cs typeface="微软雅黑"/>
              </a:rPr>
              <a:t>赵淳</a:t>
            </a:r>
            <a:endParaRPr sz="1800" b="0">
              <a:solidFill>
                <a:srgbClr val="FFFFFF"/>
              </a:solidFill>
              <a:latin typeface="微软雅黑"/>
              <a:ea typeface="微软雅黑"/>
              <a:cs typeface="微软雅黑"/>
            </a:endParaRPr>
          </a:p>
        </p:txBody>
      </p:sp>
      <p:sp>
        <p:nvSpPr>
          <p:cNvPr id="7" name="TextBox 6">
            <a:extLst xmlns:a="http://schemas.openxmlformats.org/drawingml/2006/main">
              <a:ext uri="{FF2B5EF4-FFF2-40B4-BE49-F238E27FC236}">
                <a16:creationId xmlns:a16="http://schemas.microsoft.com/office/drawing/2014/main" id="{DE08879E-6C1A-4C5F-8A94-956EF1B129A1}"/>
              </a:ext>
            </a:extLst>
          </p:cNvPr>
          <p:cNvSpPr>
            <a:spLocks xmlns:a="http://schemas.openxmlformats.org/drawingml/2006/main" noGrp="1"/>
          </p:cNvSpPr>
          <p:nvPr/>
        </p:nvSpPr>
        <p:spPr>
          <a:xfrm xmlns:a="http://schemas.openxmlformats.org/drawingml/2006/main">
            <a:off x="731520" y="4663440"/>
            <a:ext cx="1051560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1600" b="0">
                <a:solidFill>
                  <a:srgbClr val="B8D0E8"/>
                </a:solidFill>
                <a:latin typeface="微软雅黑"/>
                <a:ea typeface="微软雅黑"/>
                <a:cs typeface="微软雅黑"/>
              </a:rPr>
              <a:t>EUROSIM 2026  ·  Genova, Italy</a:t>
            </a:r>
            <a:endParaRPr sz="1600" b="0">
              <a:solidFill>
                <a:srgbClr val="B8D0E8"/>
              </a:solidFill>
              <a:latin typeface="微软雅黑"/>
              <a:ea typeface="微软雅黑"/>
              <a:cs typeface="微软雅黑"/>
            </a:endParaRPr>
          </a:p>
        </p:txBody>
      </p:sp>
    </p:spTree>
    <p:extLst>
      <p:ext uri="{BB962C8B-B14F-4D97-AF65-F5344CB8AC3E}">
        <p14:creationId xmlns:p14="http://schemas.microsoft.com/office/powerpoint/2010/main" val="766561166"/>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FDC6A048-DF1E-4678-BD75-14DF1393AAE9}"/>
              </a:ext>
            </a:extLst>
          </p:cNvPr>
          <p:cNvSpPr>
            <a:spLocks xmlns:a="http://schemas.openxmlformats.org/drawingml/2006/main" noGrp="1"/>
          </p:cNvSpPr>
          <p:nvPr/>
        </p:nvSpPr>
        <p:spPr>
          <a:xfrm xmlns:a="http://schemas.openxmlformats.org/drawingml/2006/main">
            <a:off x="0" y="0"/>
            <a:ext cx="12191695" cy="914400"/>
          </a:xfrm>
          <a:prstGeom xmlns:a="http://schemas.openxmlformats.org/drawingml/2006/main" prst="rect">
            <a:avLst/>
          </a:prstGeom>
          <a:solidFill xmlns:a="http://schemas.openxmlformats.org/drawingml/2006/main">
            <a:srgbClr val="1A3A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D2C5C94B-88A9-4BC6-A7A1-37135C66AD99}"/>
              </a:ext>
            </a:extLst>
          </p:cNvPr>
          <p:cNvSpPr>
            <a:spLocks xmlns:a="http://schemas.openxmlformats.org/drawingml/2006/main" noGrp="1"/>
          </p:cNvSpPr>
          <p:nvPr/>
        </p:nvSpPr>
        <p:spPr>
          <a:xfrm xmlns:a="http://schemas.openxmlformats.org/drawingml/2006/main">
            <a:off x="552450" y="238125"/>
            <a:ext cx="11087100" cy="571500"/>
          </a:xfrm>
          <a:prstGeom xmlns:a="http://schemas.openxmlformats.org/drawingml/2006/main" prst="rect">
            <a:avLst/>
          </a:prstGeom>
          <a:noFill xmlns:a="http://schemas.openxmlformats.org/drawingml/2006/main"/>
        </p:spPr>
        <p:txBody>
          <a:bodyPr xmlns:a="http://schemas.openxmlformats.org/drawingml/2006/main" wrap="none" lIns="0" tIns="0" rIns="0" bIns="0">
            <a:noAutofit/>
          </a:bodyPr>
          <a:lstStyle xmlns:a="http://schemas.openxmlformats.org/drawingml/2006/main"/>
          <a:p xmlns:a="http://schemas.openxmlformats.org/drawingml/2006/main">
            <a:pPr algn="l">
              <a:buNone/>
              <a:defRPr sz="2850" b="1">
                <a:solidFill>
                  <a:srgbClr val="FFFFFF"/>
                </a:solidFill>
                <a:latin typeface="微软雅黑"/>
                <a:ea typeface="微软雅黑"/>
                <a:cs typeface="微软雅黑"/>
              </a:defRPr>
            </a:pPr>
            <a:r>
              <a:rPr sz="2850" b="1">
                <a:solidFill>
                  <a:srgbClr val="FFFFFF"/>
                </a:solidFill>
                <a:latin typeface="微软雅黑"/>
                <a:ea typeface="微软雅黑"/>
                <a:cs typeface="微软雅黑"/>
              </a:rPr>
              <a:t>1  汇报思路</a:t>
            </a:r>
            <a:endParaRPr sz="2600" b="1">
              <a:solidFill>
                <a:srgbClr val="FFFFFF"/>
              </a:solidFill>
              <a:latin typeface="微软雅黑"/>
              <a:ea typeface="微软雅黑"/>
              <a:cs typeface="微软雅黑"/>
            </a:endParaRPr>
          </a:p>
        </p:txBody>
      </p:sp>
      <p:sp>
        <p:nvSpPr>
          <p:cNvPr id="6" name="TextBox 5">
            <a:extLst xmlns:a="http://schemas.openxmlformats.org/drawingml/2006/main">
              <a:ext uri="{FF2B5EF4-FFF2-40B4-BE49-F238E27FC236}">
                <a16:creationId xmlns:a16="http://schemas.microsoft.com/office/drawing/2014/main" id="{A3990B9D-1DBD-479C-AB7B-A7B40BA1E60A}"/>
              </a:ext>
            </a:extLst>
          </p:cNvPr>
          <p:cNvSpPr>
            <a:spLocks xmlns:a="http://schemas.openxmlformats.org/drawingml/2006/main" noGrp="1"/>
          </p:cNvSpPr>
          <p:nvPr/>
        </p:nvSpPr>
        <p:spPr>
          <a:xfrm xmlns:a="http://schemas.openxmlformats.org/drawingml/2006/main">
            <a:off x="457200" y="6446520"/>
            <a:ext cx="91440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0">
                <a:solidFill>
                  <a:srgbClr val="555555"/>
                </a:solidFill>
                <a:latin typeface="微软雅黑"/>
                <a:ea typeface="微软雅黑"/>
                <a:cs typeface="微软雅黑"/>
              </a:rPr>
              <a:t>EUROSIM 2026  ·  面向智慧化学实验室的任务导向可执行建模框架</a:t>
            </a:r>
            <a:endParaRPr sz="1100" b="0">
              <a:solidFill>
                <a:srgbClr val="555555"/>
              </a:solidFill>
              <a:latin typeface="微软雅黑"/>
              <a:ea typeface="微软雅黑"/>
              <a:cs typeface="微软雅黑"/>
            </a:endParaRPr>
          </a:p>
        </p:txBody>
      </p:sp>
      <p:sp>
        <p:nvSpPr>
          <p:cNvPr id="7" name="TextBox 6">
            <a:extLst xmlns:a="http://schemas.openxmlformats.org/drawingml/2006/main">
              <a:ext uri="{FF2B5EF4-FFF2-40B4-BE49-F238E27FC236}">
                <a16:creationId xmlns:a16="http://schemas.microsoft.com/office/drawing/2014/main" id="{344AD840-496B-4114-AE14-4B0951DFFB39}"/>
              </a:ext>
            </a:extLst>
          </p:cNvPr>
          <p:cNvSpPr>
            <a:spLocks xmlns:a="http://schemas.openxmlformats.org/drawingml/2006/main" noGrp="1"/>
          </p:cNvSpPr>
          <p:nvPr/>
        </p:nvSpPr>
        <p:spPr>
          <a:xfrm xmlns:a="http://schemas.openxmlformats.org/drawingml/2006/main">
            <a:off x="10515600" y="6446520"/>
            <a:ext cx="13716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pPr>
            <a:r>
              <a:rPr sz="1100" b="0">
                <a:solidFill>
                  <a:srgbClr val="555555"/>
                </a:solidFill>
                <a:latin typeface="微软雅黑"/>
                <a:ea typeface="微软雅黑"/>
                <a:cs typeface="微软雅黑"/>
              </a:rPr>
              <a:t>1/16</a:t>
            </a:r>
            <a:endParaRPr sz="1100" b="0">
              <a:solidFill>
                <a:srgbClr val="555555"/>
              </a:solidFill>
              <a:latin typeface="微软雅黑"/>
              <a:ea typeface="微软雅黑"/>
              <a:cs typeface="微软雅黑"/>
            </a:endParaRPr>
          </a:p>
        </p:txBody>
      </p:sp>
      <p:sp>
        <p:nvSpPr>
          <p:cNvPr id="8" name="text-1">
            <a:extLst xmlns:a="http://schemas.openxmlformats.org/drawingml/2006/main">
              <a:ext uri="{FF2B5EF4-FFF2-40B4-BE49-F238E27FC236}">
                <a16:creationId xmlns:a16="http://schemas.microsoft.com/office/drawing/2014/main" id="{A162891B-6B58-4EF2-AD91-AA61A4D5A6A7}"/>
              </a:ext>
            </a:extLst>
          </p:cNvPr>
          <p:cNvSpPr>
            <a:spLocks xmlns:a="http://schemas.openxmlformats.org/drawingml/2006/main" noGrp="1"/>
          </p:cNvSpPr>
          <p:nvPr/>
        </p:nvSpPr>
        <p:spPr>
          <a:xfrm xmlns:a="http://schemas.openxmlformats.org/drawingml/2006/main">
            <a:off x="552450" y="1123950"/>
            <a:ext cx="110871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1875" b="0">
                <a:solidFill>
                  <a:srgbClr val="5B6B78"/>
                </a:solidFill>
                <a:latin typeface="微软雅黑"/>
                <a:ea typeface="微软雅黑"/>
                <a:cs typeface="微软雅黑"/>
              </a:defRPr>
            </a:pPr>
            <a:r>
              <a:rPr sz="1875" b="0">
                <a:solidFill>
                  <a:srgbClr val="5B6B78"/>
                </a:solidFill>
                <a:latin typeface="微软雅黑"/>
                <a:ea typeface="微软雅黑"/>
                <a:cs typeface="微软雅黑"/>
              </a:rPr>
              <a:t>围绕实验室任务执行，建立明确的建模语言与执行语义</a:t>
            </a:r>
          </a:p>
        </p:txBody>
      </p:sp>
      <p:sp>
        <p:nvSpPr>
          <p:cNvPr id="9" name="text-2">
            <a:extLst xmlns:a="http://schemas.openxmlformats.org/drawingml/2006/main">
              <a:ext uri="{FF2B5EF4-FFF2-40B4-BE49-F238E27FC236}">
                <a16:creationId xmlns:a16="http://schemas.microsoft.com/office/drawing/2014/main" id="{74D4F51F-68A0-4398-9373-F7CE1D3F8FBF}"/>
              </a:ext>
            </a:extLst>
          </p:cNvPr>
          <p:cNvSpPr>
            <a:spLocks xmlns:a="http://schemas.openxmlformats.org/drawingml/2006/main" noGrp="1"/>
          </p:cNvSpPr>
          <p:nvPr/>
        </p:nvSpPr>
        <p:spPr>
          <a:xfrm xmlns:a="http://schemas.openxmlformats.org/drawingml/2006/main">
            <a:off x="647700" y="1933575"/>
            <a:ext cx="419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2250" b="1">
                <a:solidFill>
                  <a:srgbClr val="2774AC"/>
                </a:solidFill>
                <a:latin typeface="微软雅黑"/>
                <a:ea typeface="微软雅黑"/>
                <a:cs typeface="微软雅黑"/>
              </a:defRPr>
            </a:pPr>
            <a:r>
              <a:rPr sz="2250" b="1">
                <a:solidFill>
                  <a:srgbClr val="2774AC"/>
                </a:solidFill>
                <a:latin typeface="微软雅黑"/>
                <a:ea typeface="微软雅黑"/>
                <a:cs typeface="微软雅黑"/>
              </a:rPr>
              <a:t>01</a:t>
            </a:r>
          </a:p>
        </p:txBody>
      </p:sp>
      <p:sp>
        <p:nvSpPr>
          <p:cNvPr id="10" name="text-3">
            <a:extLst xmlns:a="http://schemas.openxmlformats.org/drawingml/2006/main">
              <a:ext uri="{FF2B5EF4-FFF2-40B4-BE49-F238E27FC236}">
                <a16:creationId xmlns:a16="http://schemas.microsoft.com/office/drawing/2014/main" id="{E425DB8D-F6F0-41CE-A003-DDAD0F3B96BB}"/>
              </a:ext>
            </a:extLst>
          </p:cNvPr>
          <p:cNvSpPr>
            <a:spLocks xmlns:a="http://schemas.openxmlformats.org/drawingml/2006/main" noGrp="1"/>
          </p:cNvSpPr>
          <p:nvPr/>
        </p:nvSpPr>
        <p:spPr>
          <a:xfrm xmlns:a="http://schemas.openxmlformats.org/drawingml/2006/main">
            <a:off x="1276350" y="1933575"/>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2175" b="1">
                <a:solidFill>
                  <a:srgbClr val="1C3C5D"/>
                </a:solidFill>
                <a:latin typeface="微软雅黑"/>
                <a:ea typeface="微软雅黑"/>
                <a:cs typeface="微软雅黑"/>
              </a:defRPr>
            </a:pPr>
            <a:r>
              <a:rPr sz="2175" b="1">
                <a:solidFill>
                  <a:srgbClr val="1C3C5D"/>
                </a:solidFill>
                <a:latin typeface="微软雅黑"/>
                <a:ea typeface="微软雅黑"/>
                <a:cs typeface="微软雅黑"/>
              </a:rPr>
              <a:t>背景与问题</a:t>
            </a:r>
          </a:p>
        </p:txBody>
      </p:sp>
      <p:sp>
        <p:nvSpPr>
          <p:cNvPr id="11" name="text-4">
            <a:extLst xmlns:a="http://schemas.openxmlformats.org/drawingml/2006/main">
              <a:ext uri="{FF2B5EF4-FFF2-40B4-BE49-F238E27FC236}">
                <a16:creationId xmlns:a16="http://schemas.microsoft.com/office/drawing/2014/main" id="{BA7320B5-EAC8-4411-A88D-54B5A459F7B9}"/>
              </a:ext>
            </a:extLst>
          </p:cNvPr>
          <p:cNvSpPr>
            <a:spLocks xmlns:a="http://schemas.openxmlformats.org/drawingml/2006/main" noGrp="1"/>
          </p:cNvSpPr>
          <p:nvPr/>
        </p:nvSpPr>
        <p:spPr>
          <a:xfrm xmlns:a="http://schemas.openxmlformats.org/drawingml/2006/main">
            <a:off x="4953000" y="1962150"/>
            <a:ext cx="6553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1875" b="0">
                <a:solidFill>
                  <a:srgbClr val="243746"/>
                </a:solidFill>
                <a:latin typeface="微软雅黑"/>
                <a:ea typeface="微软雅黑"/>
                <a:cs typeface="微软雅黑"/>
              </a:defRPr>
            </a:pPr>
            <a:r>
              <a:rPr sz="1875" b="0">
                <a:solidFill>
                  <a:srgbClr val="243746"/>
                </a:solidFill>
                <a:latin typeface="微软雅黑"/>
                <a:ea typeface="微软雅黑"/>
                <a:cs typeface="微软雅黑"/>
              </a:rPr>
              <a:t>大模型参与之后，共同的执行边界如何建立</a:t>
            </a:r>
          </a:p>
        </p:txBody>
      </p:sp>
      <p:sp>
        <p:nvSpPr>
          <p:cNvPr id="12" name="anchor-5">
            <a:extLst xmlns:a="http://schemas.openxmlformats.org/drawingml/2006/main">
              <a:ext uri="{FF2B5EF4-FFF2-40B4-BE49-F238E27FC236}">
                <a16:creationId xmlns:a16="http://schemas.microsoft.com/office/drawing/2014/main" id="{1D9E9712-0D42-40A4-8D13-F87AC0DFB81B}"/>
              </a:ext>
            </a:extLst>
          </p:cNvPr>
          <p:cNvSpPr>
            <a:spLocks xmlns:a="http://schemas.openxmlformats.org/drawingml/2006/main" noGrp="1"/>
          </p:cNvSpPr>
          <p:nvPr/>
        </p:nvSpPr>
        <p:spPr>
          <a:xfrm xmlns:a="http://schemas.openxmlformats.org/drawingml/2006/main">
            <a:off x="1266825" y="2562225"/>
            <a:ext cx="19050" cy="19050"/>
          </a:xfrm>
          <a:prstGeom xmlns:a="http://schemas.openxmlformats.org/drawingml/2006/main" prst="rect">
            <a:avLst/>
          </a:prstGeom>
          <a:noFill xmlns:a="http://schemas.openxmlformats.org/drawingml/2006/main"/>
          <a:ln xmlns:a="http://schemas.openxmlformats.org/drawingml/2006/main" w="0">
            <a:noFill/>
          </a:ln>
        </p:spPr>
      </p:sp>
      <p:sp>
        <p:nvSpPr>
          <p:cNvPr id="13" name="anchor-6">
            <a:extLst xmlns:a="http://schemas.openxmlformats.org/drawingml/2006/main">
              <a:ext uri="{FF2B5EF4-FFF2-40B4-BE49-F238E27FC236}">
                <a16:creationId xmlns:a16="http://schemas.microsoft.com/office/drawing/2014/main" id="{4A32C7BF-9712-465A-9627-A58C98A69DFF}"/>
              </a:ext>
            </a:extLst>
          </p:cNvPr>
          <p:cNvSpPr>
            <a:spLocks xmlns:a="http://schemas.openxmlformats.org/drawingml/2006/main" noGrp="1"/>
          </p:cNvSpPr>
          <p:nvPr/>
        </p:nvSpPr>
        <p:spPr>
          <a:xfrm xmlns:a="http://schemas.openxmlformats.org/drawingml/2006/main">
            <a:off x="11553825" y="256222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44" name=""/>
          <p:cNvCxnSpPr>
            <a:stCxn xmlns:a="http://schemas.openxmlformats.org/drawingml/2006/main" id="12" idx="3"/>
            <a:endCxn xmlns:a="http://schemas.openxmlformats.org/drawingml/2006/main" id="13" idx="1"/>
          </p:cNvCxnSpPr>
          <p:nvPr/>
        </p:nvCxnSpPr>
        <p:spPr>
          <a:xfrm xmlns:a="http://schemas.openxmlformats.org/drawingml/2006/main">
            <a:off x="1285875" y="2571750"/>
            <a:ext cx="10267950" cy="0"/>
          </a:xfrm>
          <a:prstGeom xmlns:a="http://schemas.openxmlformats.org/drawingml/2006/main" prst="straightConnector1">
            <a:avLst/>
          </a:prstGeom>
          <a:ln xmlns:a="http://schemas.openxmlformats.org/drawingml/2006/main" w="9525">
            <a:solidFill>
              <a:srgbClr val="9BB7CC"/>
            </a:solidFill>
            <a:prstDash val="solid"/>
            <a:tailEnd type="none" w="med" len="med"/>
          </a:ln>
        </p:spPr>
      </p:cxnSp>
      <p:sp>
        <p:nvSpPr>
          <p:cNvPr id="15" name="text-7">
            <a:extLst xmlns:a="http://schemas.openxmlformats.org/drawingml/2006/main">
              <a:ext uri="{FF2B5EF4-FFF2-40B4-BE49-F238E27FC236}">
                <a16:creationId xmlns:a16="http://schemas.microsoft.com/office/drawing/2014/main" id="{0A2741B6-613F-4FF3-B059-2446EE5D0705}"/>
              </a:ext>
            </a:extLst>
          </p:cNvPr>
          <p:cNvSpPr>
            <a:spLocks xmlns:a="http://schemas.openxmlformats.org/drawingml/2006/main" noGrp="1"/>
          </p:cNvSpPr>
          <p:nvPr/>
        </p:nvSpPr>
        <p:spPr>
          <a:xfrm xmlns:a="http://schemas.openxmlformats.org/drawingml/2006/main">
            <a:off x="647700" y="2847975"/>
            <a:ext cx="419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2250" b="1">
                <a:solidFill>
                  <a:srgbClr val="2774AC"/>
                </a:solidFill>
                <a:latin typeface="微软雅黑"/>
                <a:ea typeface="微软雅黑"/>
                <a:cs typeface="微软雅黑"/>
              </a:defRPr>
            </a:pPr>
            <a:r>
              <a:rPr sz="2250" b="1">
                <a:solidFill>
                  <a:srgbClr val="2774AC"/>
                </a:solidFill>
                <a:latin typeface="微软雅黑"/>
                <a:ea typeface="微软雅黑"/>
                <a:cs typeface="微软雅黑"/>
              </a:rPr>
              <a:t>02</a:t>
            </a:r>
          </a:p>
        </p:txBody>
      </p:sp>
      <p:sp>
        <p:nvSpPr>
          <p:cNvPr id="16" name="text-8">
            <a:extLst xmlns:a="http://schemas.openxmlformats.org/drawingml/2006/main">
              <a:ext uri="{FF2B5EF4-FFF2-40B4-BE49-F238E27FC236}">
                <a16:creationId xmlns:a16="http://schemas.microsoft.com/office/drawing/2014/main" id="{77E3E366-0736-455E-8D39-19BED120CD5F}"/>
              </a:ext>
            </a:extLst>
          </p:cNvPr>
          <p:cNvSpPr>
            <a:spLocks xmlns:a="http://schemas.openxmlformats.org/drawingml/2006/main" noGrp="1"/>
          </p:cNvSpPr>
          <p:nvPr/>
        </p:nvSpPr>
        <p:spPr>
          <a:xfrm xmlns:a="http://schemas.openxmlformats.org/drawingml/2006/main">
            <a:off x="1276350" y="2847975"/>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2175" b="1">
                <a:solidFill>
                  <a:srgbClr val="1C3C5D"/>
                </a:solidFill>
                <a:latin typeface="微软雅黑"/>
                <a:ea typeface="微软雅黑"/>
                <a:cs typeface="微软雅黑"/>
              </a:defRPr>
            </a:pPr>
            <a:r>
              <a:rPr sz="2175" b="1">
                <a:solidFill>
                  <a:srgbClr val="1C3C5D"/>
                </a:solidFill>
                <a:latin typeface="微软雅黑"/>
                <a:ea typeface="微软雅黑"/>
                <a:cs typeface="微软雅黑"/>
              </a:rPr>
              <a:t>统一建模框架</a:t>
            </a:r>
          </a:p>
        </p:txBody>
      </p:sp>
      <p:sp>
        <p:nvSpPr>
          <p:cNvPr id="17" name="text-9">
            <a:extLst xmlns:a="http://schemas.openxmlformats.org/drawingml/2006/main">
              <a:ext uri="{FF2B5EF4-FFF2-40B4-BE49-F238E27FC236}">
                <a16:creationId xmlns:a16="http://schemas.microsoft.com/office/drawing/2014/main" id="{949E4E50-4356-4FD7-937B-71FE0E8D3B48}"/>
              </a:ext>
            </a:extLst>
          </p:cNvPr>
          <p:cNvSpPr>
            <a:spLocks xmlns:a="http://schemas.openxmlformats.org/drawingml/2006/main" noGrp="1"/>
          </p:cNvSpPr>
          <p:nvPr/>
        </p:nvSpPr>
        <p:spPr>
          <a:xfrm xmlns:a="http://schemas.openxmlformats.org/drawingml/2006/main">
            <a:off x="4953000" y="2876550"/>
            <a:ext cx="6553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1875" b="0">
                <a:solidFill>
                  <a:srgbClr val="243746"/>
                </a:solidFill>
                <a:latin typeface="微软雅黑"/>
                <a:ea typeface="微软雅黑"/>
                <a:cs typeface="微软雅黑"/>
              </a:defRPr>
            </a:pPr>
            <a:r>
              <a:rPr sz="1875" b="0">
                <a:solidFill>
                  <a:srgbClr val="243746"/>
                </a:solidFill>
                <a:latin typeface="微软雅黑"/>
                <a:ea typeface="微软雅黑"/>
                <a:cs typeface="微软雅黑"/>
              </a:rPr>
              <a:t>资源、工作流、约束及跨层协议如何组织</a:t>
            </a:r>
          </a:p>
        </p:txBody>
      </p:sp>
      <p:sp>
        <p:nvSpPr>
          <p:cNvPr id="18" name="anchor-10">
            <a:extLst xmlns:a="http://schemas.openxmlformats.org/drawingml/2006/main">
              <a:ext uri="{FF2B5EF4-FFF2-40B4-BE49-F238E27FC236}">
                <a16:creationId xmlns:a16="http://schemas.microsoft.com/office/drawing/2014/main" id="{3938F9B7-84FB-466E-8FCC-42D20BA67ED0}"/>
              </a:ext>
            </a:extLst>
          </p:cNvPr>
          <p:cNvSpPr>
            <a:spLocks xmlns:a="http://schemas.openxmlformats.org/drawingml/2006/main" noGrp="1"/>
          </p:cNvSpPr>
          <p:nvPr/>
        </p:nvSpPr>
        <p:spPr>
          <a:xfrm xmlns:a="http://schemas.openxmlformats.org/drawingml/2006/main">
            <a:off x="1266825" y="3476625"/>
            <a:ext cx="19050" cy="19050"/>
          </a:xfrm>
          <a:prstGeom xmlns:a="http://schemas.openxmlformats.org/drawingml/2006/main" prst="rect">
            <a:avLst/>
          </a:prstGeom>
          <a:noFill xmlns:a="http://schemas.openxmlformats.org/drawingml/2006/main"/>
          <a:ln xmlns:a="http://schemas.openxmlformats.org/drawingml/2006/main" w="0">
            <a:noFill/>
          </a:ln>
        </p:spPr>
      </p:sp>
      <p:sp>
        <p:nvSpPr>
          <p:cNvPr id="19" name="anchor-11">
            <a:extLst xmlns:a="http://schemas.openxmlformats.org/drawingml/2006/main">
              <a:ext uri="{FF2B5EF4-FFF2-40B4-BE49-F238E27FC236}">
                <a16:creationId xmlns:a16="http://schemas.microsoft.com/office/drawing/2014/main" id="{183E95A5-2981-452F-A287-6ECAF565DAF9}"/>
              </a:ext>
            </a:extLst>
          </p:cNvPr>
          <p:cNvSpPr>
            <a:spLocks xmlns:a="http://schemas.openxmlformats.org/drawingml/2006/main" noGrp="1"/>
          </p:cNvSpPr>
          <p:nvPr/>
        </p:nvSpPr>
        <p:spPr>
          <a:xfrm xmlns:a="http://schemas.openxmlformats.org/drawingml/2006/main">
            <a:off x="11553825" y="347662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50" name=""/>
          <p:cNvCxnSpPr>
            <a:stCxn xmlns:a="http://schemas.openxmlformats.org/drawingml/2006/main" id="18" idx="3"/>
            <a:endCxn xmlns:a="http://schemas.openxmlformats.org/drawingml/2006/main" id="19" idx="1"/>
          </p:cNvCxnSpPr>
          <p:nvPr/>
        </p:nvCxnSpPr>
        <p:spPr>
          <a:xfrm xmlns:a="http://schemas.openxmlformats.org/drawingml/2006/main">
            <a:off x="1285875" y="3486150"/>
            <a:ext cx="10267950" cy="0"/>
          </a:xfrm>
          <a:prstGeom xmlns:a="http://schemas.openxmlformats.org/drawingml/2006/main" prst="straightConnector1">
            <a:avLst/>
          </a:prstGeom>
          <a:ln xmlns:a="http://schemas.openxmlformats.org/drawingml/2006/main" w="9525">
            <a:solidFill>
              <a:srgbClr val="9BB7CC"/>
            </a:solidFill>
            <a:prstDash val="solid"/>
            <a:tailEnd type="none" w="med" len="med"/>
          </a:ln>
        </p:spPr>
      </p:cxnSp>
      <p:sp>
        <p:nvSpPr>
          <p:cNvPr id="21" name="text-12">
            <a:extLst xmlns:a="http://schemas.openxmlformats.org/drawingml/2006/main">
              <a:ext uri="{FF2B5EF4-FFF2-40B4-BE49-F238E27FC236}">
                <a16:creationId xmlns:a16="http://schemas.microsoft.com/office/drawing/2014/main" id="{D867FC2A-CB20-4D63-B876-8EB63C15BC9D}"/>
              </a:ext>
            </a:extLst>
          </p:cNvPr>
          <p:cNvSpPr>
            <a:spLocks xmlns:a="http://schemas.openxmlformats.org/drawingml/2006/main" noGrp="1"/>
          </p:cNvSpPr>
          <p:nvPr/>
        </p:nvSpPr>
        <p:spPr>
          <a:xfrm xmlns:a="http://schemas.openxmlformats.org/drawingml/2006/main">
            <a:off x="647700" y="3762375"/>
            <a:ext cx="419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2250" b="1">
                <a:solidFill>
                  <a:srgbClr val="2774AC"/>
                </a:solidFill>
                <a:latin typeface="微软雅黑"/>
                <a:ea typeface="微软雅黑"/>
                <a:cs typeface="微软雅黑"/>
              </a:defRPr>
            </a:pPr>
            <a:r>
              <a:rPr sz="2250" b="1">
                <a:solidFill>
                  <a:srgbClr val="2774AC"/>
                </a:solidFill>
                <a:latin typeface="微软雅黑"/>
                <a:ea typeface="微软雅黑"/>
                <a:cs typeface="微软雅黑"/>
              </a:rPr>
              <a:t>03</a:t>
            </a:r>
          </a:p>
        </p:txBody>
      </p:sp>
      <p:sp>
        <p:nvSpPr>
          <p:cNvPr id="22" name="text-13">
            <a:extLst xmlns:a="http://schemas.openxmlformats.org/drawingml/2006/main">
              <a:ext uri="{FF2B5EF4-FFF2-40B4-BE49-F238E27FC236}">
                <a16:creationId xmlns:a16="http://schemas.microsoft.com/office/drawing/2014/main" id="{06B70937-4B62-4752-AC16-5128A03C973D}"/>
              </a:ext>
            </a:extLst>
          </p:cNvPr>
          <p:cNvSpPr>
            <a:spLocks xmlns:a="http://schemas.openxmlformats.org/drawingml/2006/main" noGrp="1"/>
          </p:cNvSpPr>
          <p:nvPr/>
        </p:nvSpPr>
        <p:spPr>
          <a:xfrm xmlns:a="http://schemas.openxmlformats.org/drawingml/2006/main">
            <a:off x="1276350" y="3762375"/>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2175" b="1">
                <a:solidFill>
                  <a:srgbClr val="1C3C5D"/>
                </a:solidFill>
                <a:latin typeface="微软雅黑"/>
                <a:ea typeface="微软雅黑"/>
                <a:cs typeface="微软雅黑"/>
              </a:defRPr>
            </a:pPr>
            <a:r>
              <a:rPr sz="2175" b="1">
                <a:solidFill>
                  <a:srgbClr val="1C3C5D"/>
                </a:solidFill>
                <a:latin typeface="微软雅黑"/>
                <a:ea typeface="微软雅黑"/>
                <a:cs typeface="微软雅黑"/>
              </a:rPr>
              <a:t>关键机制展开</a:t>
            </a:r>
          </a:p>
        </p:txBody>
      </p:sp>
      <p:sp>
        <p:nvSpPr>
          <p:cNvPr id="23" name="text-14">
            <a:extLst xmlns:a="http://schemas.openxmlformats.org/drawingml/2006/main">
              <a:ext uri="{FF2B5EF4-FFF2-40B4-BE49-F238E27FC236}">
                <a16:creationId xmlns:a16="http://schemas.microsoft.com/office/drawing/2014/main" id="{15256282-3B26-4245-8A3D-E62E3EC5089D}"/>
              </a:ext>
            </a:extLst>
          </p:cNvPr>
          <p:cNvSpPr>
            <a:spLocks xmlns:a="http://schemas.openxmlformats.org/drawingml/2006/main" noGrp="1"/>
          </p:cNvSpPr>
          <p:nvPr/>
        </p:nvSpPr>
        <p:spPr>
          <a:xfrm xmlns:a="http://schemas.openxmlformats.org/drawingml/2006/main">
            <a:off x="4953000" y="3790950"/>
            <a:ext cx="6553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1875" b="0">
                <a:solidFill>
                  <a:srgbClr val="243746"/>
                </a:solidFill>
                <a:latin typeface="微软雅黑"/>
                <a:ea typeface="微软雅黑"/>
                <a:cs typeface="微软雅黑"/>
              </a:defRPr>
            </a:pPr>
            <a:r>
              <a:rPr sz="1875" b="0">
                <a:solidFill>
                  <a:srgbClr val="243746"/>
                </a:solidFill>
                <a:latin typeface="微软雅黑"/>
                <a:ea typeface="微软雅黑"/>
                <a:cs typeface="微软雅黑"/>
              </a:rPr>
              <a:t>变量空间、接口、触发器与状态机如何协同</a:t>
            </a:r>
          </a:p>
        </p:txBody>
      </p:sp>
      <p:sp>
        <p:nvSpPr>
          <p:cNvPr id="24" name="anchor-15">
            <a:extLst xmlns:a="http://schemas.openxmlformats.org/drawingml/2006/main">
              <a:ext uri="{FF2B5EF4-FFF2-40B4-BE49-F238E27FC236}">
                <a16:creationId xmlns:a16="http://schemas.microsoft.com/office/drawing/2014/main" id="{FFDD0C95-FC37-47E5-B5F4-AD6D1A19E809}"/>
              </a:ext>
            </a:extLst>
          </p:cNvPr>
          <p:cNvSpPr>
            <a:spLocks xmlns:a="http://schemas.openxmlformats.org/drawingml/2006/main" noGrp="1"/>
          </p:cNvSpPr>
          <p:nvPr/>
        </p:nvSpPr>
        <p:spPr>
          <a:xfrm xmlns:a="http://schemas.openxmlformats.org/drawingml/2006/main">
            <a:off x="1266825" y="4391025"/>
            <a:ext cx="19050" cy="19050"/>
          </a:xfrm>
          <a:prstGeom xmlns:a="http://schemas.openxmlformats.org/drawingml/2006/main" prst="rect">
            <a:avLst/>
          </a:prstGeom>
          <a:noFill xmlns:a="http://schemas.openxmlformats.org/drawingml/2006/main"/>
          <a:ln xmlns:a="http://schemas.openxmlformats.org/drawingml/2006/main" w="0">
            <a:noFill/>
          </a:ln>
        </p:spPr>
      </p:sp>
      <p:sp>
        <p:nvSpPr>
          <p:cNvPr id="25" name="anchor-16">
            <a:extLst xmlns:a="http://schemas.openxmlformats.org/drawingml/2006/main">
              <a:ext uri="{FF2B5EF4-FFF2-40B4-BE49-F238E27FC236}">
                <a16:creationId xmlns:a16="http://schemas.microsoft.com/office/drawing/2014/main" id="{924DF710-CFD0-4E56-AB4E-BD57779A1CE1}"/>
              </a:ext>
            </a:extLst>
          </p:cNvPr>
          <p:cNvSpPr>
            <a:spLocks xmlns:a="http://schemas.openxmlformats.org/drawingml/2006/main" noGrp="1"/>
          </p:cNvSpPr>
          <p:nvPr/>
        </p:nvSpPr>
        <p:spPr>
          <a:xfrm xmlns:a="http://schemas.openxmlformats.org/drawingml/2006/main">
            <a:off x="11553825" y="439102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56" name=""/>
          <p:cNvCxnSpPr>
            <a:stCxn xmlns:a="http://schemas.openxmlformats.org/drawingml/2006/main" id="24" idx="3"/>
            <a:endCxn xmlns:a="http://schemas.openxmlformats.org/drawingml/2006/main" id="25" idx="1"/>
          </p:cNvCxnSpPr>
          <p:nvPr/>
        </p:nvCxnSpPr>
        <p:spPr>
          <a:xfrm xmlns:a="http://schemas.openxmlformats.org/drawingml/2006/main">
            <a:off x="1285875" y="4400550"/>
            <a:ext cx="10267950" cy="0"/>
          </a:xfrm>
          <a:prstGeom xmlns:a="http://schemas.openxmlformats.org/drawingml/2006/main" prst="straightConnector1">
            <a:avLst/>
          </a:prstGeom>
          <a:ln xmlns:a="http://schemas.openxmlformats.org/drawingml/2006/main" w="9525">
            <a:solidFill>
              <a:srgbClr val="9BB7CC"/>
            </a:solidFill>
            <a:prstDash val="solid"/>
            <a:tailEnd type="none" w="med" len="med"/>
          </a:ln>
        </p:spPr>
      </p:cxnSp>
      <p:sp>
        <p:nvSpPr>
          <p:cNvPr id="27" name="text-17">
            <a:extLst xmlns:a="http://schemas.openxmlformats.org/drawingml/2006/main">
              <a:ext uri="{FF2B5EF4-FFF2-40B4-BE49-F238E27FC236}">
                <a16:creationId xmlns:a16="http://schemas.microsoft.com/office/drawing/2014/main" id="{D3720732-654E-40AD-BF32-11DDEEC00254}"/>
              </a:ext>
            </a:extLst>
          </p:cNvPr>
          <p:cNvSpPr>
            <a:spLocks xmlns:a="http://schemas.openxmlformats.org/drawingml/2006/main" noGrp="1"/>
          </p:cNvSpPr>
          <p:nvPr/>
        </p:nvSpPr>
        <p:spPr>
          <a:xfrm xmlns:a="http://schemas.openxmlformats.org/drawingml/2006/main">
            <a:off x="647700" y="4676775"/>
            <a:ext cx="419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2250" b="1">
                <a:solidFill>
                  <a:srgbClr val="2774AC"/>
                </a:solidFill>
                <a:latin typeface="微软雅黑"/>
                <a:ea typeface="微软雅黑"/>
                <a:cs typeface="微软雅黑"/>
              </a:defRPr>
            </a:pPr>
            <a:r>
              <a:rPr sz="2250" b="1">
                <a:solidFill>
                  <a:srgbClr val="2774AC"/>
                </a:solidFill>
                <a:latin typeface="微软雅黑"/>
                <a:ea typeface="微软雅黑"/>
                <a:cs typeface="微软雅黑"/>
              </a:rPr>
              <a:t>04</a:t>
            </a:r>
          </a:p>
        </p:txBody>
      </p:sp>
      <p:sp>
        <p:nvSpPr>
          <p:cNvPr id="28" name="text-18">
            <a:extLst xmlns:a="http://schemas.openxmlformats.org/drawingml/2006/main">
              <a:ext uri="{FF2B5EF4-FFF2-40B4-BE49-F238E27FC236}">
                <a16:creationId xmlns:a16="http://schemas.microsoft.com/office/drawing/2014/main" id="{87B4FEC9-E35F-4BF1-8B30-A6085EA24733}"/>
              </a:ext>
            </a:extLst>
          </p:cNvPr>
          <p:cNvSpPr>
            <a:spLocks xmlns:a="http://schemas.openxmlformats.org/drawingml/2006/main" noGrp="1"/>
          </p:cNvSpPr>
          <p:nvPr/>
        </p:nvSpPr>
        <p:spPr>
          <a:xfrm xmlns:a="http://schemas.openxmlformats.org/drawingml/2006/main">
            <a:off x="1276350" y="4676775"/>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2175" b="1">
                <a:solidFill>
                  <a:srgbClr val="1C3C5D"/>
                </a:solidFill>
                <a:latin typeface="微软雅黑"/>
                <a:ea typeface="微软雅黑"/>
                <a:cs typeface="微软雅黑"/>
              </a:defRPr>
            </a:pPr>
            <a:r>
              <a:rPr sz="2175" b="1">
                <a:solidFill>
                  <a:srgbClr val="1C3C5D"/>
                </a:solidFill>
                <a:latin typeface="微软雅黑"/>
                <a:ea typeface="微软雅黑"/>
                <a:cs typeface="微软雅黑"/>
              </a:rPr>
              <a:t>案例与扩展</a:t>
            </a:r>
          </a:p>
        </p:txBody>
      </p:sp>
      <p:sp>
        <p:nvSpPr>
          <p:cNvPr id="29" name="text-19">
            <a:extLst xmlns:a="http://schemas.openxmlformats.org/drawingml/2006/main">
              <a:ext uri="{FF2B5EF4-FFF2-40B4-BE49-F238E27FC236}">
                <a16:creationId xmlns:a16="http://schemas.microsoft.com/office/drawing/2014/main" id="{1E467FC9-6F73-4F23-9C19-E6AB5E5C0643}"/>
              </a:ext>
            </a:extLst>
          </p:cNvPr>
          <p:cNvSpPr>
            <a:spLocks xmlns:a="http://schemas.openxmlformats.org/drawingml/2006/main" noGrp="1"/>
          </p:cNvSpPr>
          <p:nvPr/>
        </p:nvSpPr>
        <p:spPr>
          <a:xfrm xmlns:a="http://schemas.openxmlformats.org/drawingml/2006/main">
            <a:off x="4953000" y="4705350"/>
            <a:ext cx="6553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1875" b="0">
                <a:solidFill>
                  <a:srgbClr val="243746"/>
                </a:solidFill>
                <a:latin typeface="微软雅黑"/>
                <a:ea typeface="微软雅黑"/>
                <a:cs typeface="微软雅黑"/>
              </a:defRPr>
            </a:pPr>
            <a:r>
              <a:rPr sz="1875" b="0">
                <a:solidFill>
                  <a:srgbClr val="243746"/>
                </a:solidFill>
                <a:latin typeface="微软雅黑"/>
                <a:ea typeface="微软雅黑"/>
                <a:cs typeface="微软雅黑"/>
              </a:rPr>
              <a:t>反应釜加热、模型级解释与仿真反馈闭环</a:t>
            </a:r>
          </a:p>
        </p:txBody>
      </p:sp>
      <p:sp>
        <p:nvSpPr>
          <p:cNvPr id="30" name="anchor-20">
            <a:extLst xmlns:a="http://schemas.openxmlformats.org/drawingml/2006/main">
              <a:ext uri="{FF2B5EF4-FFF2-40B4-BE49-F238E27FC236}">
                <a16:creationId xmlns:a16="http://schemas.microsoft.com/office/drawing/2014/main" id="{B1BD89ED-B682-4052-851A-F955A3B51BD5}"/>
              </a:ext>
            </a:extLst>
          </p:cNvPr>
          <p:cNvSpPr>
            <a:spLocks xmlns:a="http://schemas.openxmlformats.org/drawingml/2006/main" noGrp="1"/>
          </p:cNvSpPr>
          <p:nvPr/>
        </p:nvSpPr>
        <p:spPr>
          <a:xfrm xmlns:a="http://schemas.openxmlformats.org/drawingml/2006/main">
            <a:off x="542925" y="6010275"/>
            <a:ext cx="19050" cy="19050"/>
          </a:xfrm>
          <a:prstGeom xmlns:a="http://schemas.openxmlformats.org/drawingml/2006/main" prst="rect">
            <a:avLst/>
          </a:prstGeom>
          <a:noFill xmlns:a="http://schemas.openxmlformats.org/drawingml/2006/main"/>
          <a:ln xmlns:a="http://schemas.openxmlformats.org/drawingml/2006/main" w="0">
            <a:noFill/>
          </a:ln>
        </p:spPr>
      </p:sp>
      <p:sp>
        <p:nvSpPr>
          <p:cNvPr id="31" name="anchor-21">
            <a:extLst xmlns:a="http://schemas.openxmlformats.org/drawingml/2006/main">
              <a:ext uri="{FF2B5EF4-FFF2-40B4-BE49-F238E27FC236}">
                <a16:creationId xmlns:a16="http://schemas.microsoft.com/office/drawing/2014/main" id="{B8B7E4E7-72EE-47DB-B129-E31ECAEA9569}"/>
              </a:ext>
            </a:extLst>
          </p:cNvPr>
          <p:cNvSpPr>
            <a:spLocks xmlns:a="http://schemas.openxmlformats.org/drawingml/2006/main" noGrp="1"/>
          </p:cNvSpPr>
          <p:nvPr/>
        </p:nvSpPr>
        <p:spPr>
          <a:xfrm xmlns:a="http://schemas.openxmlformats.org/drawingml/2006/main">
            <a:off x="11630025" y="601027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62" name=""/>
          <p:cNvCxnSpPr>
            <a:stCxn xmlns:a="http://schemas.openxmlformats.org/drawingml/2006/main" id="30" idx="3"/>
            <a:endCxn xmlns:a="http://schemas.openxmlformats.org/drawingml/2006/main" id="31" idx="1"/>
          </p:cNvCxnSpPr>
          <p:nvPr/>
        </p:nvCxnSpPr>
        <p:spPr>
          <a:xfrm xmlns:a="http://schemas.openxmlformats.org/drawingml/2006/main">
            <a:off x="561975" y="6019800"/>
            <a:ext cx="11068050" cy="0"/>
          </a:xfrm>
          <a:prstGeom xmlns:a="http://schemas.openxmlformats.org/drawingml/2006/main" prst="straightConnector1">
            <a:avLst/>
          </a:prstGeom>
          <a:ln xmlns:a="http://schemas.openxmlformats.org/drawingml/2006/main" w="9525">
            <a:solidFill>
              <a:srgbClr val="9BB7CC"/>
            </a:solidFill>
            <a:prstDash val="solid"/>
            <a:tailEnd type="none" w="med" len="med"/>
          </a:ln>
        </p:spPr>
      </p:cxnSp>
      <p:sp>
        <p:nvSpPr>
          <p:cNvPr id="33" name="text-22">
            <a:extLst xmlns:a="http://schemas.openxmlformats.org/drawingml/2006/main">
              <a:ext uri="{FF2B5EF4-FFF2-40B4-BE49-F238E27FC236}">
                <a16:creationId xmlns:a16="http://schemas.microsoft.com/office/drawing/2014/main" id="{8CAC1600-5637-47C1-B960-B7F537E8420B}"/>
              </a:ext>
            </a:extLst>
          </p:cNvPr>
          <p:cNvSpPr>
            <a:spLocks xmlns:a="http://schemas.openxmlformats.org/drawingml/2006/main" noGrp="1"/>
          </p:cNvSpPr>
          <p:nvPr/>
        </p:nvSpPr>
        <p:spPr>
          <a:xfrm xmlns:a="http://schemas.openxmlformats.org/drawingml/2006/main">
            <a:off x="552450" y="61150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1725" b="1">
                <a:solidFill>
                  <a:srgbClr val="1C3C5D"/>
                </a:solidFill>
                <a:latin typeface="微软雅黑"/>
                <a:ea typeface="微软雅黑"/>
                <a:cs typeface="微软雅黑"/>
              </a:defRPr>
            </a:pPr>
            <a:r>
              <a:rPr sz="1725" b="1">
                <a:solidFill>
                  <a:srgbClr val="1C3C5D"/>
                </a:solidFill>
                <a:latin typeface="微软雅黑"/>
                <a:ea typeface="微软雅黑"/>
                <a:cs typeface="微软雅黑"/>
              </a:rPr>
              <a:t>模型说明系统如何构成，执行语义说明系统如何运行。</a:t>
            </a:r>
          </a:p>
        </p:txBody>
      </p:sp>
    </p:spTree>
    <p:extLst>
      <p:ext uri="{BB962C8B-B14F-4D97-AF65-F5344CB8AC3E}">
        <p14:creationId xmlns:p14="http://schemas.microsoft.com/office/powerpoint/2010/main" val="653117398"/>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8359544A-4150-4003-91A4-7B5981B66464}"/>
              </a:ext>
            </a:extLst>
          </p:cNvPr>
          <p:cNvSpPr>
            <a:spLocks xmlns:a="http://schemas.openxmlformats.org/drawingml/2006/main" noGrp="1"/>
          </p:cNvSpPr>
          <p:nvPr/>
        </p:nvSpPr>
        <p:spPr>
          <a:xfrm xmlns:a="http://schemas.openxmlformats.org/drawingml/2006/main">
            <a:off x="0" y="0"/>
            <a:ext cx="12191695" cy="914400"/>
          </a:xfrm>
          <a:prstGeom xmlns:a="http://schemas.openxmlformats.org/drawingml/2006/main" prst="rect">
            <a:avLst/>
          </a:prstGeom>
          <a:solidFill xmlns:a="http://schemas.openxmlformats.org/drawingml/2006/main">
            <a:srgbClr val="1A3A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40A0AB52-1B8A-445B-950F-E53A7DCB5E6E}"/>
              </a:ext>
            </a:extLst>
          </p:cNvPr>
          <p:cNvSpPr>
            <a:spLocks xmlns:a="http://schemas.openxmlformats.org/drawingml/2006/main" noGrp="1"/>
          </p:cNvSpPr>
          <p:nvPr/>
        </p:nvSpPr>
        <p:spPr>
          <a:xfrm xmlns:a="http://schemas.openxmlformats.org/drawingml/2006/main">
            <a:off x="552450" y="238125"/>
            <a:ext cx="11087100" cy="57150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spcBef>
                <a:spcPts val="0"/>
              </a:spcBef>
              <a:spcAft>
                <a:spcPts val="0"/>
              </a:spcAft>
              <a:buNone/>
              <a:defRPr sz="2850" b="1">
                <a:solidFill>
                  <a:srgbClr val="FFFFFF"/>
                </a:solidFill>
                <a:latin typeface="微软雅黑"/>
                <a:ea typeface="微软雅黑"/>
                <a:cs typeface="微软雅黑"/>
              </a:defRPr>
            </a:pPr>
            <a:r>
              <a:rPr sz="2850" b="1">
                <a:solidFill>
                  <a:srgbClr val="FFFFFF"/>
                </a:solidFill>
                <a:latin typeface="微软雅黑"/>
                <a:ea typeface="微软雅黑"/>
                <a:cs typeface="微软雅黑"/>
              </a:rPr>
              <a:t>2  背景：大模型参与实验室任务执行</a:t>
            </a:r>
          </a:p>
        </p:txBody>
      </p:sp>
      <p:sp>
        <p:nvSpPr>
          <p:cNvPr id="5" name="TextBox 4">
            <a:extLst xmlns:a="http://schemas.openxmlformats.org/drawingml/2006/main">
              <a:ext uri="{FF2B5EF4-FFF2-40B4-BE49-F238E27FC236}">
                <a16:creationId xmlns:a16="http://schemas.microsoft.com/office/drawing/2014/main" id="{B2D8EC2F-B214-40A0-8781-D913BF30D74F}"/>
              </a:ext>
            </a:extLst>
          </p:cNvPr>
          <p:cNvSpPr>
            <a:spLocks xmlns:a="http://schemas.openxmlformats.org/drawingml/2006/main" noGrp="1"/>
          </p:cNvSpPr>
          <p:nvPr/>
        </p:nvSpPr>
        <p:spPr>
          <a:xfrm xmlns:a="http://schemas.openxmlformats.org/drawingml/2006/main">
            <a:off x="457200" y="6446520"/>
            <a:ext cx="91440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0">
                <a:solidFill>
                  <a:srgbClr val="555555"/>
                </a:solidFill>
                <a:latin typeface="微软雅黑"/>
                <a:ea typeface="微软雅黑"/>
                <a:cs typeface="微软雅黑"/>
              </a:rPr>
              <a:t>EUROSIM 2026  ·  面向智慧化学实验室的任务导向可执行建模框架</a:t>
            </a:r>
            <a:endParaRPr sz="1100" b="0">
              <a:solidFill>
                <a:srgbClr val="555555"/>
              </a:solidFill>
              <a:latin typeface="微软雅黑"/>
              <a:ea typeface="微软雅黑"/>
              <a:cs typeface="微软雅黑"/>
            </a:endParaRPr>
          </a:p>
        </p:txBody>
      </p:sp>
      <p:sp>
        <p:nvSpPr>
          <p:cNvPr id="6" name="TextBox 5">
            <a:extLst xmlns:a="http://schemas.openxmlformats.org/drawingml/2006/main">
              <a:ext uri="{FF2B5EF4-FFF2-40B4-BE49-F238E27FC236}">
                <a16:creationId xmlns:a16="http://schemas.microsoft.com/office/drawing/2014/main" id="{88E191EA-4D91-4D29-8980-C3BABE05E0E1}"/>
              </a:ext>
            </a:extLst>
          </p:cNvPr>
          <p:cNvSpPr>
            <a:spLocks xmlns:a="http://schemas.openxmlformats.org/drawingml/2006/main" noGrp="1"/>
          </p:cNvSpPr>
          <p:nvPr/>
        </p:nvSpPr>
        <p:spPr>
          <a:xfrm xmlns:a="http://schemas.openxmlformats.org/drawingml/2006/main">
            <a:off x="10515600" y="6446520"/>
            <a:ext cx="13716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pPr>
            <a:r>
              <a:rPr sz="1100" b="0">
                <a:solidFill>
                  <a:srgbClr val="555555"/>
                </a:solidFill>
                <a:latin typeface="微软雅黑"/>
                <a:ea typeface="微软雅黑"/>
                <a:cs typeface="微软雅黑"/>
              </a:rPr>
              <a:t>2/16</a:t>
            </a:r>
            <a:endParaRPr sz="1100" b="0">
              <a:solidFill>
                <a:srgbClr val="555555"/>
              </a:solidFill>
              <a:latin typeface="微软雅黑"/>
              <a:ea typeface="微软雅黑"/>
              <a:cs typeface="微软雅黑"/>
            </a:endParaRPr>
          </a:p>
        </p:txBody>
      </p:sp>
      <p:sp>
        <p:nvSpPr>
          <p:cNvPr id="7" name="diagram-23">
            <a:extLst xmlns:a="http://schemas.openxmlformats.org/drawingml/2006/main">
              <a:ext uri="{FF2B5EF4-FFF2-40B4-BE49-F238E27FC236}">
                <a16:creationId xmlns:a16="http://schemas.microsoft.com/office/drawing/2014/main" id="{29AA71EF-2114-4DF6-824A-1D4211465787}"/>
              </a:ext>
            </a:extLst>
          </p:cNvPr>
          <p:cNvSpPr>
            <a:spLocks xmlns:a="http://schemas.openxmlformats.org/drawingml/2006/main" noGrp="1"/>
          </p:cNvSpPr>
          <p:nvPr/>
        </p:nvSpPr>
        <p:spPr>
          <a:xfrm xmlns:a="http://schemas.openxmlformats.org/drawingml/2006/main">
            <a:off x="685800" y="1362075"/>
            <a:ext cx="4048125" cy="800100"/>
          </a:xfrm>
          <a:prstGeom xmlns:a="http://schemas.openxmlformats.org/drawingml/2006/main" prst="roundRect">
            <a:avLst>
              <a:gd name="adj" fmla="val 9524"/>
            </a:avLst>
          </a:prstGeom>
          <a:solidFill xmlns:a="http://schemas.openxmlformats.org/drawingml/2006/main">
            <a:srgbClr val="EAF2F8"/>
          </a:solidFill>
          <a:ln xmlns:a="http://schemas.openxmlformats.org/drawingml/2006/main" w="13335">
            <a:solidFill>
              <a:srgbClr val="9BB7CC"/>
            </a:solidFill>
          </a:ln>
        </p:spPr>
        <p:txBody>
          <a:bodyPr xmlns:a="http://schemas.openxmlformats.org/drawingml/2006/main" wrap="square" lIns="76200" tIns="76200" rIns="76200" bIns="76200" anchor="ctr">
            <a:noAutofit/>
          </a:bodyPr>
          <a:lstStyle xmlns:a="http://schemas.openxmlformats.org/drawingml/2006/main"/>
          <a:p xmlns:a="http://schemas.openxmlformats.org/drawingml/2006/main">
            <a:pPr algn="ctr">
              <a:lnSpc>
                <a:spcPct val="108000"/>
              </a:lnSpc>
              <a:spcAft>
                <a:spcPts val="250"/>
              </a:spcAft>
              <a:buNone/>
              <a:defRPr sz="2175" b="1">
                <a:solidFill>
                  <a:srgbClr val="1C3C5D"/>
                </a:solidFill>
                <a:latin typeface="微软雅黑"/>
                <a:ea typeface="微软雅黑"/>
                <a:cs typeface="微软雅黑"/>
              </a:defRPr>
            </a:pPr>
            <a:r>
              <a:rPr sz="2175" b="1">
                <a:solidFill>
                  <a:srgbClr val="1C3C5D"/>
                </a:solidFill>
                <a:latin typeface="微软雅黑"/>
                <a:ea typeface="微软雅黑"/>
                <a:cs typeface="微软雅黑"/>
              </a:rPr>
              <a:t>自动执行任务流程</a:t>
            </a:r>
          </a:p>
        </p:txBody>
      </p:sp>
      <p:sp>
        <p:nvSpPr>
          <p:cNvPr id="8" name="diagram-24">
            <a:extLst xmlns:a="http://schemas.openxmlformats.org/drawingml/2006/main">
              <a:ext uri="{FF2B5EF4-FFF2-40B4-BE49-F238E27FC236}">
                <a16:creationId xmlns:a16="http://schemas.microsoft.com/office/drawing/2014/main" id="{8CA314F7-52CC-4C75-A5C9-DF8A521BD2D7}"/>
              </a:ext>
            </a:extLst>
          </p:cNvPr>
          <p:cNvSpPr>
            <a:spLocks xmlns:a="http://schemas.openxmlformats.org/drawingml/2006/main" noGrp="1"/>
          </p:cNvSpPr>
          <p:nvPr/>
        </p:nvSpPr>
        <p:spPr>
          <a:xfrm xmlns:a="http://schemas.openxmlformats.org/drawingml/2006/main">
            <a:off x="7000875" y="1362075"/>
            <a:ext cx="4505325" cy="800100"/>
          </a:xfrm>
          <a:prstGeom xmlns:a="http://schemas.openxmlformats.org/drawingml/2006/main" prst="roundRect">
            <a:avLst>
              <a:gd name="adj" fmla="val 9524"/>
            </a:avLst>
          </a:prstGeom>
          <a:solidFill xmlns:a="http://schemas.openxmlformats.org/drawingml/2006/main">
            <a:srgbClr val="E9F5F2"/>
          </a:solidFill>
          <a:ln xmlns:a="http://schemas.openxmlformats.org/drawingml/2006/main" w="13335">
            <a:solidFill>
              <a:srgbClr val="178477"/>
            </a:solidFill>
          </a:ln>
        </p:spPr>
        <p:txBody>
          <a:bodyPr xmlns:a="http://schemas.openxmlformats.org/drawingml/2006/main" wrap="square" lIns="76200" tIns="76200" rIns="76200" bIns="76200" anchor="ctr">
            <a:noAutofit/>
          </a:bodyPr>
          <a:lstStyle xmlns:a="http://schemas.openxmlformats.org/drawingml/2006/main"/>
          <a:p xmlns:a="http://schemas.openxmlformats.org/drawingml/2006/main">
            <a:pPr algn="ctr">
              <a:lnSpc>
                <a:spcPct val="108000"/>
              </a:lnSpc>
              <a:spcAft>
                <a:spcPts val="250"/>
              </a:spcAft>
              <a:buNone/>
              <a:defRPr sz="2175" b="1">
                <a:solidFill>
                  <a:srgbClr val="1C3C5D"/>
                </a:solidFill>
                <a:latin typeface="微软雅黑"/>
                <a:ea typeface="微软雅黑"/>
                <a:cs typeface="微软雅黑"/>
              </a:defRPr>
            </a:pPr>
            <a:r>
              <a:rPr sz="2175" b="1">
                <a:solidFill>
                  <a:srgbClr val="1C3C5D"/>
                </a:solidFill>
                <a:latin typeface="微软雅黑"/>
                <a:ea typeface="微软雅黑"/>
                <a:cs typeface="微软雅黑"/>
              </a:rPr>
              <a:t>大模型参与决策与控制</a:t>
            </a:r>
          </a:p>
        </p:txBody>
      </p:sp>
      <p:cxnSp>
        <p:nvCxnSpPr>
          <p:cNvPr id="36" name=""/>
          <p:cNvCxnSpPr>
            <a:stCxn xmlns:a="http://schemas.openxmlformats.org/drawingml/2006/main" id="7" idx="3"/>
            <a:endCxn xmlns:a="http://schemas.openxmlformats.org/drawingml/2006/main" id="8" idx="1"/>
          </p:cNvCxnSpPr>
          <p:nvPr/>
        </p:nvCxnSpPr>
        <p:spPr>
          <a:xfrm xmlns:a="http://schemas.openxmlformats.org/drawingml/2006/main">
            <a:off x="4733925" y="1762125"/>
            <a:ext cx="2266950" cy="0"/>
          </a:xfrm>
          <a:prstGeom xmlns:a="http://schemas.openxmlformats.org/drawingml/2006/main" prst="straightConnector1">
            <a:avLst/>
          </a:prstGeom>
          <a:ln xmlns:a="http://schemas.openxmlformats.org/drawingml/2006/main" w="19050">
            <a:solidFill>
              <a:srgbClr val="2774AC"/>
            </a:solidFill>
            <a:prstDash val="solid"/>
            <a:tailEnd type="triangle" w="med" len="med"/>
          </a:ln>
        </p:spPr>
      </p:cxnSp>
      <p:sp>
        <p:nvSpPr>
          <p:cNvPr id="10" name="text-25">
            <a:extLst xmlns:a="http://schemas.openxmlformats.org/drawingml/2006/main">
              <a:ext uri="{FF2B5EF4-FFF2-40B4-BE49-F238E27FC236}">
                <a16:creationId xmlns:a16="http://schemas.microsoft.com/office/drawing/2014/main" id="{C488394D-BB20-4CEC-A54F-DD3C771F231E}"/>
              </a:ext>
            </a:extLst>
          </p:cNvPr>
          <p:cNvSpPr>
            <a:spLocks xmlns:a="http://schemas.openxmlformats.org/drawingml/2006/main" noGrp="1"/>
          </p:cNvSpPr>
          <p:nvPr/>
        </p:nvSpPr>
        <p:spPr>
          <a:xfrm xmlns:a="http://schemas.openxmlformats.org/drawingml/2006/main">
            <a:off x="4905375" y="1428750"/>
            <a:ext cx="1933575" cy="27622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2000"/>
              </a:lnSpc>
              <a:spcBef>
                <a:spcPts val="0"/>
              </a:spcBef>
              <a:spcAft>
                <a:spcPts val="0"/>
              </a:spcAft>
              <a:buNone/>
              <a:defRPr sz="1575" b="0">
                <a:solidFill>
                  <a:srgbClr val="5B6B78"/>
                </a:solidFill>
                <a:latin typeface="微软雅黑"/>
                <a:ea typeface="微软雅黑"/>
                <a:cs typeface="微软雅黑"/>
              </a:defRPr>
            </a:pPr>
            <a:r>
              <a:rPr sz="1575" b="0">
                <a:solidFill>
                  <a:srgbClr val="5B6B78"/>
                </a:solidFill>
                <a:latin typeface="微软雅黑"/>
                <a:ea typeface="微软雅黑"/>
                <a:cs typeface="微软雅黑"/>
              </a:rPr>
              <a:t>执行方式拓展</a:t>
            </a:r>
          </a:p>
        </p:txBody>
      </p:sp>
      <p:sp>
        <p:nvSpPr>
          <p:cNvPr id="11" name="text-26">
            <a:extLst xmlns:a="http://schemas.openxmlformats.org/drawingml/2006/main">
              <a:ext uri="{FF2B5EF4-FFF2-40B4-BE49-F238E27FC236}">
                <a16:creationId xmlns:a16="http://schemas.microsoft.com/office/drawing/2014/main" id="{EF8A7AB0-62E0-4EBC-93D4-34A3FCD604C1}"/>
              </a:ext>
            </a:extLst>
          </p:cNvPr>
          <p:cNvSpPr>
            <a:spLocks xmlns:a="http://schemas.openxmlformats.org/drawingml/2006/main" noGrp="1"/>
          </p:cNvSpPr>
          <p:nvPr/>
        </p:nvSpPr>
        <p:spPr>
          <a:xfrm xmlns:a="http://schemas.openxmlformats.org/drawingml/2006/main">
            <a:off x="685800" y="252412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2100" b="1">
                <a:solidFill>
                  <a:srgbClr val="1C3C5D"/>
                </a:solidFill>
                <a:latin typeface="微软雅黑"/>
                <a:ea typeface="微软雅黑"/>
                <a:cs typeface="微软雅黑"/>
              </a:defRPr>
            </a:pPr>
            <a:r>
              <a:rPr sz="2100" b="1">
                <a:solidFill>
                  <a:srgbClr val="1C3C5D"/>
                </a:solidFill>
                <a:latin typeface="微软雅黑"/>
                <a:ea typeface="微软雅黑"/>
                <a:cs typeface="微软雅黑"/>
              </a:rPr>
              <a:t>无论意图来自哪里，一次任务执行都需要说清四件事</a:t>
            </a:r>
          </a:p>
        </p:txBody>
      </p:sp>
      <p:sp>
        <p:nvSpPr>
          <p:cNvPr id="12" name="text-27">
            <a:extLst xmlns:a="http://schemas.openxmlformats.org/drawingml/2006/main">
              <a:ext uri="{FF2B5EF4-FFF2-40B4-BE49-F238E27FC236}">
                <a16:creationId xmlns:a16="http://schemas.microsoft.com/office/drawing/2014/main" id="{6AFCCCC7-04B3-47EF-8A01-DE9C5E5A63DE}"/>
              </a:ext>
            </a:extLst>
          </p:cNvPr>
          <p:cNvSpPr>
            <a:spLocks xmlns:a="http://schemas.openxmlformats.org/drawingml/2006/main" noGrp="1"/>
          </p:cNvSpPr>
          <p:nvPr/>
        </p:nvSpPr>
        <p:spPr>
          <a:xfrm xmlns:a="http://schemas.openxmlformats.org/drawingml/2006/main">
            <a:off x="685800" y="3209925"/>
            <a:ext cx="238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2250" b="1">
                <a:solidFill>
                  <a:srgbClr val="2774AC"/>
                </a:solidFill>
                <a:latin typeface="微软雅黑"/>
                <a:ea typeface="微软雅黑"/>
                <a:cs typeface="微软雅黑"/>
              </a:defRPr>
            </a:pPr>
            <a:r>
              <a:rPr sz="2250" b="1">
                <a:solidFill>
                  <a:srgbClr val="2774AC"/>
                </a:solidFill>
                <a:latin typeface="微软雅黑"/>
                <a:ea typeface="微软雅黑"/>
                <a:cs typeface="微软雅黑"/>
              </a:rPr>
              <a:t>资源</a:t>
            </a:r>
          </a:p>
        </p:txBody>
      </p:sp>
      <p:sp>
        <p:nvSpPr>
          <p:cNvPr id="13" name="text-28">
            <a:extLst xmlns:a="http://schemas.openxmlformats.org/drawingml/2006/main">
              <a:ext uri="{FF2B5EF4-FFF2-40B4-BE49-F238E27FC236}">
                <a16:creationId xmlns:a16="http://schemas.microsoft.com/office/drawing/2014/main" id="{914B0DA9-5709-426A-B02C-2A21575BCC10}"/>
              </a:ext>
            </a:extLst>
          </p:cNvPr>
          <p:cNvSpPr>
            <a:spLocks xmlns:a="http://schemas.openxmlformats.org/drawingml/2006/main" noGrp="1"/>
          </p:cNvSpPr>
          <p:nvPr/>
        </p:nvSpPr>
        <p:spPr>
          <a:xfrm xmlns:a="http://schemas.openxmlformats.org/drawingml/2006/main">
            <a:off x="685800" y="3790950"/>
            <a:ext cx="24574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1875" b="0">
                <a:solidFill>
                  <a:srgbClr val="243746"/>
                </a:solidFill>
                <a:latin typeface="微软雅黑"/>
                <a:ea typeface="微软雅黑"/>
                <a:cs typeface="微软雅黑"/>
              </a:defRPr>
            </a:pPr>
            <a:r>
              <a:rPr sz="1875" b="0">
                <a:solidFill>
                  <a:srgbClr val="243746"/>
                </a:solidFill>
                <a:latin typeface="微软雅黑"/>
                <a:ea typeface="微软雅黑"/>
                <a:cs typeface="微软雅黑"/>
              </a:rPr>
              <a:t>如何组织与调用</a:t>
            </a:r>
          </a:p>
        </p:txBody>
      </p:sp>
      <p:sp>
        <p:nvSpPr>
          <p:cNvPr id="14" name="anchor-29">
            <a:extLst xmlns:a="http://schemas.openxmlformats.org/drawingml/2006/main">
              <a:ext uri="{FF2B5EF4-FFF2-40B4-BE49-F238E27FC236}">
                <a16:creationId xmlns:a16="http://schemas.microsoft.com/office/drawing/2014/main" id="{3F56864B-106D-4316-BE6B-65E8F3ABC2F2}"/>
              </a:ext>
            </a:extLst>
          </p:cNvPr>
          <p:cNvSpPr>
            <a:spLocks xmlns:a="http://schemas.openxmlformats.org/drawingml/2006/main" noGrp="1"/>
          </p:cNvSpPr>
          <p:nvPr/>
        </p:nvSpPr>
        <p:spPr>
          <a:xfrm xmlns:a="http://schemas.openxmlformats.org/drawingml/2006/main">
            <a:off x="3219450" y="3190875"/>
            <a:ext cx="19050" cy="19050"/>
          </a:xfrm>
          <a:prstGeom xmlns:a="http://schemas.openxmlformats.org/drawingml/2006/main" prst="rect">
            <a:avLst/>
          </a:prstGeom>
          <a:noFill xmlns:a="http://schemas.openxmlformats.org/drawingml/2006/main"/>
          <a:ln xmlns:a="http://schemas.openxmlformats.org/drawingml/2006/main" w="0">
            <a:noFill/>
          </a:ln>
        </p:spPr>
      </p:sp>
      <p:sp>
        <p:nvSpPr>
          <p:cNvPr id="15" name="anchor-30">
            <a:extLst xmlns:a="http://schemas.openxmlformats.org/drawingml/2006/main">
              <a:ext uri="{FF2B5EF4-FFF2-40B4-BE49-F238E27FC236}">
                <a16:creationId xmlns:a16="http://schemas.microsoft.com/office/drawing/2014/main" id="{DF4E34CA-3031-4586-821C-B792339CD404}"/>
              </a:ext>
            </a:extLst>
          </p:cNvPr>
          <p:cNvSpPr>
            <a:spLocks xmlns:a="http://schemas.openxmlformats.org/drawingml/2006/main" noGrp="1"/>
          </p:cNvSpPr>
          <p:nvPr/>
        </p:nvSpPr>
        <p:spPr>
          <a:xfrm xmlns:a="http://schemas.openxmlformats.org/drawingml/2006/main">
            <a:off x="3219450" y="446722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43" name=""/>
          <p:cNvCxnSpPr>
            <a:stCxn xmlns:a="http://schemas.openxmlformats.org/drawingml/2006/main" id="14" idx="2"/>
            <a:endCxn xmlns:a="http://schemas.openxmlformats.org/drawingml/2006/main" id="15" idx="0"/>
          </p:cNvCxnSpPr>
          <p:nvPr/>
        </p:nvCxnSpPr>
        <p:spPr>
          <a:xfrm xmlns:a="http://schemas.openxmlformats.org/drawingml/2006/main">
            <a:off x="3228975" y="3209925"/>
            <a:ext cx="0" cy="1257300"/>
          </a:xfrm>
          <a:prstGeom xmlns:a="http://schemas.openxmlformats.org/drawingml/2006/main" prst="straightConnector1">
            <a:avLst/>
          </a:prstGeom>
          <a:ln xmlns:a="http://schemas.openxmlformats.org/drawingml/2006/main" w="9525">
            <a:solidFill>
              <a:srgbClr val="9BB7CC"/>
            </a:solidFill>
            <a:prstDash val="solid"/>
            <a:tailEnd type="none" w="med" len="med"/>
          </a:ln>
        </p:spPr>
      </p:cxnSp>
      <p:sp>
        <p:nvSpPr>
          <p:cNvPr id="17" name="text-31">
            <a:extLst xmlns:a="http://schemas.openxmlformats.org/drawingml/2006/main">
              <a:ext uri="{FF2B5EF4-FFF2-40B4-BE49-F238E27FC236}">
                <a16:creationId xmlns:a16="http://schemas.microsoft.com/office/drawing/2014/main" id="{6D73A8DC-4CB3-4FED-B22D-AFC15D583F95}"/>
              </a:ext>
            </a:extLst>
          </p:cNvPr>
          <p:cNvSpPr>
            <a:spLocks xmlns:a="http://schemas.openxmlformats.org/drawingml/2006/main" noGrp="1"/>
          </p:cNvSpPr>
          <p:nvPr/>
        </p:nvSpPr>
        <p:spPr>
          <a:xfrm xmlns:a="http://schemas.openxmlformats.org/drawingml/2006/main">
            <a:off x="3467100" y="3209925"/>
            <a:ext cx="238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2250" b="1">
                <a:solidFill>
                  <a:srgbClr val="2774AC"/>
                </a:solidFill>
                <a:latin typeface="微软雅黑"/>
                <a:ea typeface="微软雅黑"/>
                <a:cs typeface="微软雅黑"/>
              </a:defRPr>
            </a:pPr>
            <a:r>
              <a:rPr sz="2250" b="1">
                <a:solidFill>
                  <a:srgbClr val="2774AC"/>
                </a:solidFill>
                <a:latin typeface="微软雅黑"/>
                <a:ea typeface="微软雅黑"/>
                <a:cs typeface="微软雅黑"/>
              </a:rPr>
              <a:t>状态</a:t>
            </a:r>
          </a:p>
        </p:txBody>
      </p:sp>
      <p:sp>
        <p:nvSpPr>
          <p:cNvPr id="18" name="text-32">
            <a:extLst xmlns:a="http://schemas.openxmlformats.org/drawingml/2006/main">
              <a:ext uri="{FF2B5EF4-FFF2-40B4-BE49-F238E27FC236}">
                <a16:creationId xmlns:a16="http://schemas.microsoft.com/office/drawing/2014/main" id="{93726FE3-81B2-41DE-8692-9B3215268095}"/>
              </a:ext>
            </a:extLst>
          </p:cNvPr>
          <p:cNvSpPr>
            <a:spLocks xmlns:a="http://schemas.openxmlformats.org/drawingml/2006/main" noGrp="1"/>
          </p:cNvSpPr>
          <p:nvPr/>
        </p:nvSpPr>
        <p:spPr>
          <a:xfrm xmlns:a="http://schemas.openxmlformats.org/drawingml/2006/main">
            <a:off x="3467100" y="3790950"/>
            <a:ext cx="24574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1875" b="0">
                <a:solidFill>
                  <a:srgbClr val="243746"/>
                </a:solidFill>
                <a:latin typeface="微软雅黑"/>
                <a:ea typeface="微软雅黑"/>
                <a:cs typeface="微软雅黑"/>
              </a:defRPr>
            </a:pPr>
            <a:r>
              <a:rPr sz="1875" b="0">
                <a:solidFill>
                  <a:srgbClr val="243746"/>
                </a:solidFill>
                <a:latin typeface="微软雅黑"/>
                <a:ea typeface="微软雅黑"/>
                <a:cs typeface="微软雅黑"/>
              </a:rPr>
              <a:t>如何随执行演化</a:t>
            </a:r>
          </a:p>
        </p:txBody>
      </p:sp>
      <p:sp>
        <p:nvSpPr>
          <p:cNvPr id="19" name="anchor-33">
            <a:extLst xmlns:a="http://schemas.openxmlformats.org/drawingml/2006/main">
              <a:ext uri="{FF2B5EF4-FFF2-40B4-BE49-F238E27FC236}">
                <a16:creationId xmlns:a16="http://schemas.microsoft.com/office/drawing/2014/main" id="{42262030-B528-43B9-9B6E-5D2ABBDB900B}"/>
              </a:ext>
            </a:extLst>
          </p:cNvPr>
          <p:cNvSpPr>
            <a:spLocks xmlns:a="http://schemas.openxmlformats.org/drawingml/2006/main" noGrp="1"/>
          </p:cNvSpPr>
          <p:nvPr/>
        </p:nvSpPr>
        <p:spPr>
          <a:xfrm xmlns:a="http://schemas.openxmlformats.org/drawingml/2006/main">
            <a:off x="6000750" y="3190875"/>
            <a:ext cx="19050" cy="19050"/>
          </a:xfrm>
          <a:prstGeom xmlns:a="http://schemas.openxmlformats.org/drawingml/2006/main" prst="rect">
            <a:avLst/>
          </a:prstGeom>
          <a:noFill xmlns:a="http://schemas.openxmlformats.org/drawingml/2006/main"/>
          <a:ln xmlns:a="http://schemas.openxmlformats.org/drawingml/2006/main" w="0">
            <a:noFill/>
          </a:ln>
        </p:spPr>
      </p:sp>
      <p:sp>
        <p:nvSpPr>
          <p:cNvPr id="20" name="anchor-34">
            <a:extLst xmlns:a="http://schemas.openxmlformats.org/drawingml/2006/main">
              <a:ext uri="{FF2B5EF4-FFF2-40B4-BE49-F238E27FC236}">
                <a16:creationId xmlns:a16="http://schemas.microsoft.com/office/drawing/2014/main" id="{0764B208-A1B2-4EEF-937F-58DBEA57BEDE}"/>
              </a:ext>
            </a:extLst>
          </p:cNvPr>
          <p:cNvSpPr>
            <a:spLocks xmlns:a="http://schemas.openxmlformats.org/drawingml/2006/main" noGrp="1"/>
          </p:cNvSpPr>
          <p:nvPr/>
        </p:nvSpPr>
        <p:spPr>
          <a:xfrm xmlns:a="http://schemas.openxmlformats.org/drawingml/2006/main">
            <a:off x="6000750" y="446722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48" name=""/>
          <p:cNvCxnSpPr>
            <a:stCxn xmlns:a="http://schemas.openxmlformats.org/drawingml/2006/main" id="19" idx="2"/>
            <a:endCxn xmlns:a="http://schemas.openxmlformats.org/drawingml/2006/main" id="20" idx="0"/>
          </p:cNvCxnSpPr>
          <p:nvPr/>
        </p:nvCxnSpPr>
        <p:spPr>
          <a:xfrm xmlns:a="http://schemas.openxmlformats.org/drawingml/2006/main">
            <a:off x="6010275" y="3209925"/>
            <a:ext cx="0" cy="1257300"/>
          </a:xfrm>
          <a:prstGeom xmlns:a="http://schemas.openxmlformats.org/drawingml/2006/main" prst="straightConnector1">
            <a:avLst/>
          </a:prstGeom>
          <a:ln xmlns:a="http://schemas.openxmlformats.org/drawingml/2006/main" w="9525">
            <a:solidFill>
              <a:srgbClr val="9BB7CC"/>
            </a:solidFill>
            <a:prstDash val="solid"/>
            <a:tailEnd type="none" w="med" len="med"/>
          </a:ln>
        </p:spPr>
      </p:cxnSp>
      <p:sp>
        <p:nvSpPr>
          <p:cNvPr id="22" name="text-35">
            <a:extLst xmlns:a="http://schemas.openxmlformats.org/drawingml/2006/main">
              <a:ext uri="{FF2B5EF4-FFF2-40B4-BE49-F238E27FC236}">
                <a16:creationId xmlns:a16="http://schemas.microsoft.com/office/drawing/2014/main" id="{3127C19A-59E4-4DDD-A1C8-E7F7F767C05F}"/>
              </a:ext>
            </a:extLst>
          </p:cNvPr>
          <p:cNvSpPr>
            <a:spLocks xmlns:a="http://schemas.openxmlformats.org/drawingml/2006/main" noGrp="1"/>
          </p:cNvSpPr>
          <p:nvPr/>
        </p:nvSpPr>
        <p:spPr>
          <a:xfrm xmlns:a="http://schemas.openxmlformats.org/drawingml/2006/main">
            <a:off x="6248400" y="3209925"/>
            <a:ext cx="238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2250" b="1">
                <a:solidFill>
                  <a:srgbClr val="2774AC"/>
                </a:solidFill>
                <a:latin typeface="微软雅黑"/>
                <a:ea typeface="微软雅黑"/>
                <a:cs typeface="微软雅黑"/>
              </a:defRPr>
            </a:pPr>
            <a:r>
              <a:rPr sz="2250" b="1">
                <a:solidFill>
                  <a:srgbClr val="2774AC"/>
                </a:solidFill>
                <a:latin typeface="微软雅黑"/>
                <a:ea typeface="微软雅黑"/>
                <a:cs typeface="微软雅黑"/>
              </a:rPr>
              <a:t>数据</a:t>
            </a:r>
          </a:p>
        </p:txBody>
      </p:sp>
      <p:sp>
        <p:nvSpPr>
          <p:cNvPr id="23" name="text-36">
            <a:extLst xmlns:a="http://schemas.openxmlformats.org/drawingml/2006/main">
              <a:ext uri="{FF2B5EF4-FFF2-40B4-BE49-F238E27FC236}">
                <a16:creationId xmlns:a16="http://schemas.microsoft.com/office/drawing/2014/main" id="{2C63841B-5FD6-4FC5-B50D-BAFB9DE3DAE5}"/>
              </a:ext>
            </a:extLst>
          </p:cNvPr>
          <p:cNvSpPr>
            <a:spLocks xmlns:a="http://schemas.openxmlformats.org/drawingml/2006/main" noGrp="1"/>
          </p:cNvSpPr>
          <p:nvPr/>
        </p:nvSpPr>
        <p:spPr>
          <a:xfrm xmlns:a="http://schemas.openxmlformats.org/drawingml/2006/main">
            <a:off x="6248400" y="3790950"/>
            <a:ext cx="24574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1875" b="0">
                <a:solidFill>
                  <a:srgbClr val="243746"/>
                </a:solidFill>
                <a:latin typeface="微软雅黑"/>
                <a:ea typeface="微软雅黑"/>
                <a:cs typeface="微软雅黑"/>
              </a:defRPr>
            </a:pPr>
            <a:r>
              <a:rPr sz="1875" b="0">
                <a:solidFill>
                  <a:srgbClr val="243746"/>
                </a:solidFill>
                <a:latin typeface="微软雅黑"/>
                <a:ea typeface="微软雅黑"/>
                <a:cs typeface="微软雅黑"/>
              </a:rPr>
              <a:t>如何产生与传递</a:t>
            </a:r>
          </a:p>
        </p:txBody>
      </p:sp>
      <p:sp>
        <p:nvSpPr>
          <p:cNvPr id="24" name="anchor-37">
            <a:extLst xmlns:a="http://schemas.openxmlformats.org/drawingml/2006/main">
              <a:ext uri="{FF2B5EF4-FFF2-40B4-BE49-F238E27FC236}">
                <a16:creationId xmlns:a16="http://schemas.microsoft.com/office/drawing/2014/main" id="{8E28684B-B380-4D76-BA60-1D5C2537DB28}"/>
              </a:ext>
            </a:extLst>
          </p:cNvPr>
          <p:cNvSpPr>
            <a:spLocks xmlns:a="http://schemas.openxmlformats.org/drawingml/2006/main" noGrp="1"/>
          </p:cNvSpPr>
          <p:nvPr/>
        </p:nvSpPr>
        <p:spPr>
          <a:xfrm xmlns:a="http://schemas.openxmlformats.org/drawingml/2006/main">
            <a:off x="8782050" y="3190875"/>
            <a:ext cx="19050" cy="19050"/>
          </a:xfrm>
          <a:prstGeom xmlns:a="http://schemas.openxmlformats.org/drawingml/2006/main" prst="rect">
            <a:avLst/>
          </a:prstGeom>
          <a:noFill xmlns:a="http://schemas.openxmlformats.org/drawingml/2006/main"/>
          <a:ln xmlns:a="http://schemas.openxmlformats.org/drawingml/2006/main" w="0">
            <a:noFill/>
          </a:ln>
        </p:spPr>
      </p:sp>
      <p:sp>
        <p:nvSpPr>
          <p:cNvPr id="25" name="anchor-38">
            <a:extLst xmlns:a="http://schemas.openxmlformats.org/drawingml/2006/main">
              <a:ext uri="{FF2B5EF4-FFF2-40B4-BE49-F238E27FC236}">
                <a16:creationId xmlns:a16="http://schemas.microsoft.com/office/drawing/2014/main" id="{164FFA27-2F82-44C1-B581-A4259FE6DD0F}"/>
              </a:ext>
            </a:extLst>
          </p:cNvPr>
          <p:cNvSpPr>
            <a:spLocks xmlns:a="http://schemas.openxmlformats.org/drawingml/2006/main" noGrp="1"/>
          </p:cNvSpPr>
          <p:nvPr/>
        </p:nvSpPr>
        <p:spPr>
          <a:xfrm xmlns:a="http://schemas.openxmlformats.org/drawingml/2006/main">
            <a:off x="8782050" y="446722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53" name=""/>
          <p:cNvCxnSpPr>
            <a:stCxn xmlns:a="http://schemas.openxmlformats.org/drawingml/2006/main" id="24" idx="2"/>
            <a:endCxn xmlns:a="http://schemas.openxmlformats.org/drawingml/2006/main" id="25" idx="0"/>
          </p:cNvCxnSpPr>
          <p:nvPr/>
        </p:nvCxnSpPr>
        <p:spPr>
          <a:xfrm xmlns:a="http://schemas.openxmlformats.org/drawingml/2006/main">
            <a:off x="8791575" y="3209925"/>
            <a:ext cx="0" cy="1257300"/>
          </a:xfrm>
          <a:prstGeom xmlns:a="http://schemas.openxmlformats.org/drawingml/2006/main" prst="straightConnector1">
            <a:avLst/>
          </a:prstGeom>
          <a:ln xmlns:a="http://schemas.openxmlformats.org/drawingml/2006/main" w="9525">
            <a:solidFill>
              <a:srgbClr val="9BB7CC"/>
            </a:solidFill>
            <a:prstDash val="solid"/>
            <a:tailEnd type="none" w="med" len="med"/>
          </a:ln>
        </p:spPr>
      </p:cxnSp>
      <p:sp>
        <p:nvSpPr>
          <p:cNvPr id="27" name="text-39">
            <a:extLst xmlns:a="http://schemas.openxmlformats.org/drawingml/2006/main">
              <a:ext uri="{FF2B5EF4-FFF2-40B4-BE49-F238E27FC236}">
                <a16:creationId xmlns:a16="http://schemas.microsoft.com/office/drawing/2014/main" id="{662FD2FF-0D5F-4A99-950A-0C464824349B}"/>
              </a:ext>
            </a:extLst>
          </p:cNvPr>
          <p:cNvSpPr>
            <a:spLocks xmlns:a="http://schemas.openxmlformats.org/drawingml/2006/main" noGrp="1"/>
          </p:cNvSpPr>
          <p:nvPr/>
        </p:nvSpPr>
        <p:spPr>
          <a:xfrm xmlns:a="http://schemas.openxmlformats.org/drawingml/2006/main">
            <a:off x="9029700" y="3209925"/>
            <a:ext cx="238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2250" b="1">
                <a:solidFill>
                  <a:srgbClr val="2774AC"/>
                </a:solidFill>
                <a:latin typeface="微软雅黑"/>
                <a:ea typeface="微软雅黑"/>
                <a:cs typeface="微软雅黑"/>
              </a:defRPr>
            </a:pPr>
            <a:r>
              <a:rPr sz="2250" b="1">
                <a:solidFill>
                  <a:srgbClr val="2774AC"/>
                </a:solidFill>
                <a:latin typeface="微软雅黑"/>
                <a:ea typeface="微软雅黑"/>
                <a:cs typeface="微软雅黑"/>
              </a:rPr>
              <a:t>边界</a:t>
            </a:r>
          </a:p>
        </p:txBody>
      </p:sp>
      <p:sp>
        <p:nvSpPr>
          <p:cNvPr id="28" name="text-40">
            <a:extLst xmlns:a="http://schemas.openxmlformats.org/drawingml/2006/main">
              <a:ext uri="{FF2B5EF4-FFF2-40B4-BE49-F238E27FC236}">
                <a16:creationId xmlns:a16="http://schemas.microsoft.com/office/drawing/2014/main" id="{F2FA08CA-CE3B-453B-BF99-B98C74856F2B}"/>
              </a:ext>
            </a:extLst>
          </p:cNvPr>
          <p:cNvSpPr>
            <a:spLocks xmlns:a="http://schemas.openxmlformats.org/drawingml/2006/main" noGrp="1"/>
          </p:cNvSpPr>
          <p:nvPr/>
        </p:nvSpPr>
        <p:spPr>
          <a:xfrm xmlns:a="http://schemas.openxmlformats.org/drawingml/2006/main">
            <a:off x="9029700" y="3790950"/>
            <a:ext cx="24574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1875" b="0">
                <a:solidFill>
                  <a:srgbClr val="243746"/>
                </a:solidFill>
                <a:latin typeface="微软雅黑"/>
                <a:ea typeface="微软雅黑"/>
                <a:cs typeface="微软雅黑"/>
              </a:defRPr>
            </a:pPr>
            <a:r>
              <a:rPr sz="1875" b="0">
                <a:solidFill>
                  <a:srgbClr val="243746"/>
                </a:solidFill>
                <a:latin typeface="微软雅黑"/>
                <a:ea typeface="微软雅黑"/>
                <a:cs typeface="微软雅黑"/>
              </a:rPr>
              <a:t>执行是否处于允许范围</a:t>
            </a:r>
          </a:p>
        </p:txBody>
      </p:sp>
      <p:sp>
        <p:nvSpPr>
          <p:cNvPr id="29" name="text-41">
            <a:extLst xmlns:a="http://schemas.openxmlformats.org/drawingml/2006/main">
              <a:ext uri="{FF2B5EF4-FFF2-40B4-BE49-F238E27FC236}">
                <a16:creationId xmlns:a16="http://schemas.microsoft.com/office/drawing/2014/main" id="{51F7044D-8FC1-47FA-A208-B104EEE7E224}"/>
              </a:ext>
            </a:extLst>
          </p:cNvPr>
          <p:cNvSpPr>
            <a:spLocks xmlns:a="http://schemas.openxmlformats.org/drawingml/2006/main" noGrp="1"/>
          </p:cNvSpPr>
          <p:nvPr/>
        </p:nvSpPr>
        <p:spPr>
          <a:xfrm xmlns:a="http://schemas.openxmlformats.org/drawingml/2006/main">
            <a:off x="685800" y="4914900"/>
            <a:ext cx="107156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500"/>
              </a:spcAft>
              <a:buNone/>
              <a:defRPr sz="2175" b="1">
                <a:solidFill>
                  <a:srgbClr val="1C3C5D"/>
                </a:solidFill>
                <a:latin typeface="微软雅黑"/>
                <a:ea typeface="微软雅黑"/>
                <a:cs typeface="微软雅黑"/>
              </a:defRPr>
            </a:pPr>
            <a:r>
              <a:rPr sz="2175" b="1">
                <a:solidFill>
                  <a:srgbClr val="1C3C5D"/>
                </a:solidFill>
                <a:latin typeface="微软雅黑"/>
                <a:ea typeface="微软雅黑"/>
                <a:cs typeface="微软雅黑"/>
              </a:rPr>
              <a:t>大模型能够动态提出操作与调整方案，</a:t>
            </a:r>
          </a:p>
          <a:p xmlns:a="http://schemas.openxmlformats.org/drawingml/2006/main">
            <a:pPr algn="l">
              <a:lnSpc>
                <a:spcPct val="112000"/>
              </a:lnSpc>
              <a:spcBef>
                <a:spcPts val="0"/>
              </a:spcBef>
              <a:spcAft>
                <a:spcPts val="500"/>
              </a:spcAft>
              <a:buNone/>
              <a:defRPr sz="2175" b="1">
                <a:solidFill>
                  <a:srgbClr val="1C3C5D"/>
                </a:solidFill>
                <a:latin typeface="微软雅黑"/>
                <a:ea typeface="微软雅黑"/>
                <a:cs typeface="微软雅黑"/>
              </a:defRPr>
            </a:pPr>
            <a:r>
              <a:rPr sz="2175" b="1">
                <a:solidFill>
                  <a:srgbClr val="1C3C5D"/>
                </a:solidFill>
                <a:latin typeface="微软雅黑"/>
                <a:ea typeface="微软雅黑"/>
                <a:cs typeface="微软雅黑"/>
              </a:rPr>
              <a:t>因此需要明确它对设备执行的能力边界。</a:t>
            </a:r>
          </a:p>
        </p:txBody>
      </p:sp>
    </p:spTree>
    <p:extLst>
      <p:ext uri="{BB962C8B-B14F-4D97-AF65-F5344CB8AC3E}">
        <p14:creationId xmlns:p14="http://schemas.microsoft.com/office/powerpoint/2010/main" val="2019376357"/>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8549AF34-3761-4A6D-937D-530DE446CABC}"/>
              </a:ext>
            </a:extLst>
          </p:cNvPr>
          <p:cNvSpPr>
            <a:spLocks xmlns:a="http://schemas.openxmlformats.org/drawingml/2006/main" noGrp="1"/>
          </p:cNvSpPr>
          <p:nvPr/>
        </p:nvSpPr>
        <p:spPr>
          <a:xfrm xmlns:a="http://schemas.openxmlformats.org/drawingml/2006/main">
            <a:off x="0" y="0"/>
            <a:ext cx="12191695" cy="914400"/>
          </a:xfrm>
          <a:prstGeom xmlns:a="http://schemas.openxmlformats.org/drawingml/2006/main" prst="rect">
            <a:avLst/>
          </a:prstGeom>
          <a:solidFill xmlns:a="http://schemas.openxmlformats.org/drawingml/2006/main">
            <a:srgbClr val="1A3A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DC557BCB-0EEA-4C8B-95C6-69204DFD0514}"/>
              </a:ext>
            </a:extLst>
          </p:cNvPr>
          <p:cNvSpPr>
            <a:spLocks xmlns:a="http://schemas.openxmlformats.org/drawingml/2006/main" noGrp="1"/>
          </p:cNvSpPr>
          <p:nvPr/>
        </p:nvSpPr>
        <p:spPr>
          <a:xfrm xmlns:a="http://schemas.openxmlformats.org/drawingml/2006/main">
            <a:off x="552450" y="238125"/>
            <a:ext cx="11087100" cy="57150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spcBef>
                <a:spcPts val="0"/>
              </a:spcBef>
              <a:spcAft>
                <a:spcPts val="0"/>
              </a:spcAft>
              <a:buNone/>
              <a:defRPr sz="2850" b="1">
                <a:solidFill>
                  <a:srgbClr val="FFFFFF"/>
                </a:solidFill>
                <a:latin typeface="微软雅黑"/>
                <a:ea typeface="微软雅黑"/>
                <a:cs typeface="微软雅黑"/>
              </a:defRPr>
            </a:pPr>
            <a:r>
              <a:rPr sz="2850" b="1">
                <a:solidFill>
                  <a:srgbClr val="FFFFFF"/>
                </a:solidFill>
                <a:latin typeface="微软雅黑"/>
                <a:ea typeface="微软雅黑"/>
                <a:cs typeface="微软雅黑"/>
              </a:rPr>
              <a:t>3  问题：不同意图来源，共同执行边界</a:t>
            </a:r>
          </a:p>
        </p:txBody>
      </p:sp>
      <p:sp>
        <p:nvSpPr>
          <p:cNvPr id="14" name="TextBox 13">
            <a:extLst xmlns:a="http://schemas.openxmlformats.org/drawingml/2006/main">
              <a:ext uri="{FF2B5EF4-FFF2-40B4-BE49-F238E27FC236}">
                <a16:creationId xmlns:a16="http://schemas.microsoft.com/office/drawing/2014/main" id="{6A2F7021-A056-490E-854F-D52508AE7F4A}"/>
              </a:ext>
            </a:extLst>
          </p:cNvPr>
          <p:cNvSpPr>
            <a:spLocks xmlns:a="http://schemas.openxmlformats.org/drawingml/2006/main" noGrp="1"/>
          </p:cNvSpPr>
          <p:nvPr/>
        </p:nvSpPr>
        <p:spPr>
          <a:xfrm xmlns:a="http://schemas.openxmlformats.org/drawingml/2006/main">
            <a:off x="457200" y="6446520"/>
            <a:ext cx="91440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0">
                <a:solidFill>
                  <a:srgbClr val="555555"/>
                </a:solidFill>
                <a:latin typeface="微软雅黑"/>
                <a:ea typeface="微软雅黑"/>
                <a:cs typeface="微软雅黑"/>
              </a:rPr>
              <a:t>EUROSIM 2026  ·  面向智慧化学实验室的任务导向可执行建模框架</a:t>
            </a:r>
            <a:endParaRPr sz="1100" b="0">
              <a:solidFill>
                <a:srgbClr val="555555"/>
              </a:solidFill>
              <a:latin typeface="微软雅黑"/>
              <a:ea typeface="微软雅黑"/>
              <a:cs typeface="微软雅黑"/>
            </a:endParaRPr>
          </a:p>
        </p:txBody>
      </p:sp>
      <p:sp>
        <p:nvSpPr>
          <p:cNvPr id="15" name="TextBox 14">
            <a:extLst xmlns:a="http://schemas.openxmlformats.org/drawingml/2006/main">
              <a:ext uri="{FF2B5EF4-FFF2-40B4-BE49-F238E27FC236}">
                <a16:creationId xmlns:a16="http://schemas.microsoft.com/office/drawing/2014/main" id="{93CA0FFF-DFC4-4A10-9EC5-A1D1CEC17300}"/>
              </a:ext>
            </a:extLst>
          </p:cNvPr>
          <p:cNvSpPr>
            <a:spLocks xmlns:a="http://schemas.openxmlformats.org/drawingml/2006/main" noGrp="1"/>
          </p:cNvSpPr>
          <p:nvPr/>
        </p:nvSpPr>
        <p:spPr>
          <a:xfrm xmlns:a="http://schemas.openxmlformats.org/drawingml/2006/main">
            <a:off x="10515600" y="6446520"/>
            <a:ext cx="13716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pPr>
            <a:r>
              <a:rPr sz="1100" b="0">
                <a:solidFill>
                  <a:srgbClr val="555555"/>
                </a:solidFill>
                <a:latin typeface="微软雅黑"/>
                <a:ea typeface="微软雅黑"/>
                <a:cs typeface="微软雅黑"/>
              </a:rPr>
              <a:t>3/16</a:t>
            </a:r>
            <a:endParaRPr sz="1100" b="0">
              <a:solidFill>
                <a:srgbClr val="555555"/>
              </a:solidFill>
              <a:latin typeface="微软雅黑"/>
              <a:ea typeface="微软雅黑"/>
              <a:cs typeface="微软雅黑"/>
            </a:endParaRPr>
          </a:p>
        </p:txBody>
      </p:sp>
      <p:sp>
        <p:nvSpPr>
          <p:cNvPr id="16" name="text-42">
            <a:extLst xmlns:a="http://schemas.openxmlformats.org/drawingml/2006/main">
              <a:ext uri="{FF2B5EF4-FFF2-40B4-BE49-F238E27FC236}">
                <a16:creationId xmlns:a16="http://schemas.microsoft.com/office/drawing/2014/main" id="{5A7E8A94-92F0-4C1E-9954-4A2369048D6D}"/>
              </a:ext>
            </a:extLst>
          </p:cNvPr>
          <p:cNvSpPr>
            <a:spLocks xmlns:a="http://schemas.openxmlformats.org/drawingml/2006/main" noGrp="1"/>
          </p:cNvSpPr>
          <p:nvPr/>
        </p:nvSpPr>
        <p:spPr>
          <a:xfrm xmlns:a="http://schemas.openxmlformats.org/drawingml/2006/main">
            <a:off x="552450" y="1123950"/>
            <a:ext cx="110871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1875" b="0">
                <a:solidFill>
                  <a:srgbClr val="5B6B78"/>
                </a:solidFill>
                <a:latin typeface="微软雅黑"/>
                <a:ea typeface="微软雅黑"/>
                <a:cs typeface="微软雅黑"/>
              </a:defRPr>
            </a:pPr>
            <a:r>
              <a:rPr sz="1875" b="0">
                <a:solidFill>
                  <a:srgbClr val="5B6B78"/>
                </a:solidFill>
                <a:latin typeface="微软雅黑"/>
                <a:ea typeface="微软雅黑"/>
                <a:cs typeface="微软雅黑"/>
              </a:rPr>
              <a:t>不能为大模型开特权或另设旁路，设备操作须遵守同一套执行规则</a:t>
            </a:r>
          </a:p>
        </p:txBody>
      </p:sp>
      <p:sp>
        <p:nvSpPr>
          <p:cNvPr id="17" name="diagram-43">
            <a:extLst xmlns:a="http://schemas.openxmlformats.org/drawingml/2006/main">
              <a:ext uri="{FF2B5EF4-FFF2-40B4-BE49-F238E27FC236}">
                <a16:creationId xmlns:a16="http://schemas.microsoft.com/office/drawing/2014/main" id="{1B009343-C0FB-4108-B6E9-CF844BCF0782}"/>
              </a:ext>
            </a:extLst>
          </p:cNvPr>
          <p:cNvSpPr>
            <a:spLocks xmlns:a="http://schemas.openxmlformats.org/drawingml/2006/main" noGrp="1"/>
          </p:cNvSpPr>
          <p:nvPr/>
        </p:nvSpPr>
        <p:spPr>
          <a:xfrm xmlns:a="http://schemas.openxmlformats.org/drawingml/2006/main">
            <a:off x="952500" y="1924050"/>
            <a:ext cx="3105150" cy="609600"/>
          </a:xfrm>
          <a:prstGeom xmlns:a="http://schemas.openxmlformats.org/drawingml/2006/main" prst="roundRect">
            <a:avLst>
              <a:gd name="adj" fmla="val 12500"/>
            </a:avLst>
          </a:prstGeom>
          <a:solidFill xmlns:a="http://schemas.openxmlformats.org/drawingml/2006/main">
            <a:srgbClr val="F3F6F8"/>
          </a:solidFill>
          <a:ln xmlns:a="http://schemas.openxmlformats.org/drawingml/2006/main" w="13335">
            <a:solidFill>
              <a:srgbClr val="9BB7CC"/>
            </a:solidFill>
          </a:ln>
        </p:spPr>
        <p:txBody>
          <a:bodyPr xmlns:a="http://schemas.openxmlformats.org/drawingml/2006/main" wrap="square" lIns="76200" tIns="76200" rIns="76200" bIns="76200" anchor="ctr">
            <a:noAutofit/>
          </a:bodyPr>
          <a:lstStyle xmlns:a="http://schemas.openxmlformats.org/drawingml/2006/main"/>
          <a:p xmlns:a="http://schemas.openxmlformats.org/drawingml/2006/main">
            <a:pPr algn="ctr">
              <a:lnSpc>
                <a:spcPct val="108000"/>
              </a:lnSpc>
              <a:spcAft>
                <a:spcPts val="250"/>
              </a:spcAft>
              <a:buNone/>
              <a:defRPr sz="2025" b="1">
                <a:solidFill>
                  <a:srgbClr val="1C3C5D"/>
                </a:solidFill>
                <a:latin typeface="微软雅黑"/>
                <a:ea typeface="微软雅黑"/>
                <a:cs typeface="微软雅黑"/>
              </a:defRPr>
            </a:pPr>
            <a:r>
              <a:rPr sz="2025" b="1">
                <a:solidFill>
                  <a:srgbClr val="1C3C5D"/>
                </a:solidFill>
                <a:latin typeface="微软雅黑"/>
                <a:ea typeface="微软雅黑"/>
                <a:cs typeface="微软雅黑"/>
              </a:rPr>
              <a:t>人工操作</a:t>
            </a:r>
          </a:p>
        </p:txBody>
      </p:sp>
      <p:sp>
        <p:nvSpPr>
          <p:cNvPr id="18" name="diagram-44">
            <a:extLst xmlns:a="http://schemas.openxmlformats.org/drawingml/2006/main">
              <a:ext uri="{FF2B5EF4-FFF2-40B4-BE49-F238E27FC236}">
                <a16:creationId xmlns:a16="http://schemas.microsoft.com/office/drawing/2014/main" id="{19B20609-D78A-4D8B-868C-946C7260EEE9}"/>
              </a:ext>
            </a:extLst>
          </p:cNvPr>
          <p:cNvSpPr>
            <a:spLocks xmlns:a="http://schemas.openxmlformats.org/drawingml/2006/main" noGrp="1"/>
          </p:cNvSpPr>
          <p:nvPr/>
        </p:nvSpPr>
        <p:spPr>
          <a:xfrm xmlns:a="http://schemas.openxmlformats.org/drawingml/2006/main">
            <a:off x="4533900" y="1924050"/>
            <a:ext cx="3105150" cy="609600"/>
          </a:xfrm>
          <a:prstGeom xmlns:a="http://schemas.openxmlformats.org/drawingml/2006/main" prst="roundRect">
            <a:avLst>
              <a:gd name="adj" fmla="val 12500"/>
            </a:avLst>
          </a:prstGeom>
          <a:solidFill xmlns:a="http://schemas.openxmlformats.org/drawingml/2006/main">
            <a:srgbClr val="F3F6F8"/>
          </a:solidFill>
          <a:ln xmlns:a="http://schemas.openxmlformats.org/drawingml/2006/main" w="13335">
            <a:solidFill>
              <a:srgbClr val="9BB7CC"/>
            </a:solidFill>
          </a:ln>
        </p:spPr>
        <p:txBody>
          <a:bodyPr xmlns:a="http://schemas.openxmlformats.org/drawingml/2006/main" wrap="square" lIns="76200" tIns="76200" rIns="76200" bIns="76200" anchor="ctr">
            <a:noAutofit/>
          </a:bodyPr>
          <a:lstStyle xmlns:a="http://schemas.openxmlformats.org/drawingml/2006/main"/>
          <a:p xmlns:a="http://schemas.openxmlformats.org/drawingml/2006/main">
            <a:pPr algn="ctr">
              <a:lnSpc>
                <a:spcPct val="108000"/>
              </a:lnSpc>
              <a:spcAft>
                <a:spcPts val="250"/>
              </a:spcAft>
              <a:buNone/>
              <a:defRPr sz="2025" b="1">
                <a:solidFill>
                  <a:srgbClr val="1C3C5D"/>
                </a:solidFill>
                <a:latin typeface="微软雅黑"/>
                <a:ea typeface="微软雅黑"/>
                <a:cs typeface="微软雅黑"/>
              </a:defRPr>
            </a:pPr>
            <a:r>
              <a:rPr sz="2025" b="1">
                <a:solidFill>
                  <a:srgbClr val="1C3C5D"/>
                </a:solidFill>
                <a:latin typeface="微软雅黑"/>
                <a:ea typeface="微软雅黑"/>
                <a:cs typeface="微软雅黑"/>
              </a:rPr>
              <a:t>任务流程</a:t>
            </a:r>
          </a:p>
        </p:txBody>
      </p:sp>
      <p:sp>
        <p:nvSpPr>
          <p:cNvPr id="19" name="diagram-45">
            <a:extLst xmlns:a="http://schemas.openxmlformats.org/drawingml/2006/main">
              <a:ext uri="{FF2B5EF4-FFF2-40B4-BE49-F238E27FC236}">
                <a16:creationId xmlns:a16="http://schemas.microsoft.com/office/drawing/2014/main" id="{B269B9CC-5756-409B-874F-34D6FFA82136}"/>
              </a:ext>
            </a:extLst>
          </p:cNvPr>
          <p:cNvSpPr>
            <a:spLocks xmlns:a="http://schemas.openxmlformats.org/drawingml/2006/main" noGrp="1"/>
          </p:cNvSpPr>
          <p:nvPr/>
        </p:nvSpPr>
        <p:spPr>
          <a:xfrm xmlns:a="http://schemas.openxmlformats.org/drawingml/2006/main">
            <a:off x="8115300" y="1924050"/>
            <a:ext cx="3105150" cy="609600"/>
          </a:xfrm>
          <a:prstGeom xmlns:a="http://schemas.openxmlformats.org/drawingml/2006/main" prst="roundRect">
            <a:avLst>
              <a:gd name="adj" fmla="val 12500"/>
            </a:avLst>
          </a:prstGeom>
          <a:solidFill xmlns:a="http://schemas.openxmlformats.org/drawingml/2006/main">
            <a:srgbClr val="F3F6F8"/>
          </a:solidFill>
          <a:ln xmlns:a="http://schemas.openxmlformats.org/drawingml/2006/main" w="13335">
            <a:solidFill>
              <a:srgbClr val="9BB7CC"/>
            </a:solidFill>
          </a:ln>
        </p:spPr>
        <p:txBody>
          <a:bodyPr xmlns:a="http://schemas.openxmlformats.org/drawingml/2006/main" wrap="square" lIns="76200" tIns="76200" rIns="76200" bIns="76200" anchor="ctr">
            <a:noAutofit/>
          </a:bodyPr>
          <a:lstStyle xmlns:a="http://schemas.openxmlformats.org/drawingml/2006/main"/>
          <a:p xmlns:a="http://schemas.openxmlformats.org/drawingml/2006/main">
            <a:pPr algn="ctr">
              <a:lnSpc>
                <a:spcPct val="108000"/>
              </a:lnSpc>
              <a:spcAft>
                <a:spcPts val="250"/>
              </a:spcAft>
              <a:buNone/>
              <a:defRPr sz="2025" b="1">
                <a:solidFill>
                  <a:srgbClr val="1C3C5D"/>
                </a:solidFill>
                <a:latin typeface="微软雅黑"/>
                <a:ea typeface="微软雅黑"/>
                <a:cs typeface="微软雅黑"/>
              </a:defRPr>
            </a:pPr>
            <a:r>
              <a:rPr sz="2025" b="1">
                <a:solidFill>
                  <a:srgbClr val="1C3C5D"/>
                </a:solidFill>
                <a:latin typeface="微软雅黑"/>
                <a:ea typeface="微软雅黑"/>
                <a:cs typeface="微软雅黑"/>
              </a:rPr>
              <a:t>大模型决策</a:t>
            </a:r>
          </a:p>
        </p:txBody>
      </p:sp>
      <p:sp>
        <p:nvSpPr>
          <p:cNvPr id="20" name="diagram-46">
            <a:extLst xmlns:a="http://schemas.openxmlformats.org/drawingml/2006/main">
              <a:ext uri="{FF2B5EF4-FFF2-40B4-BE49-F238E27FC236}">
                <a16:creationId xmlns:a16="http://schemas.microsoft.com/office/drawing/2014/main" id="{9C484B06-483D-40C5-B6B7-AC36FD9A84A0}"/>
              </a:ext>
            </a:extLst>
          </p:cNvPr>
          <p:cNvSpPr>
            <a:spLocks xmlns:a="http://schemas.openxmlformats.org/drawingml/2006/main" noGrp="1"/>
          </p:cNvSpPr>
          <p:nvPr/>
        </p:nvSpPr>
        <p:spPr>
          <a:xfrm xmlns:a="http://schemas.openxmlformats.org/drawingml/2006/main">
            <a:off x="2133600" y="3352800"/>
            <a:ext cx="7924800" cy="1381125"/>
          </a:xfrm>
          <a:prstGeom xmlns:a="http://schemas.openxmlformats.org/drawingml/2006/main" prst="roundRect">
            <a:avLst>
              <a:gd name="adj" fmla="val 5517"/>
            </a:avLst>
          </a:prstGeom>
          <a:solidFill xmlns:a="http://schemas.openxmlformats.org/drawingml/2006/main">
            <a:srgbClr val="EAF2F8"/>
          </a:solidFill>
          <a:ln xmlns:a="http://schemas.openxmlformats.org/drawingml/2006/main" w="13335">
            <a:solidFill>
              <a:srgbClr val="2774AC"/>
            </a:solidFill>
          </a:ln>
        </p:spPr>
        <p:txBody>
          <a:bodyPr xmlns:a="http://schemas.openxmlformats.org/drawingml/2006/main" wrap="square" lIns="76200" tIns="76200" rIns="76200" bIns="76200" anchor="ctr">
            <a:noAutofit/>
          </a:bodyPr>
          <a:lstStyle xmlns:a="http://schemas.openxmlformats.org/drawingml/2006/main"/>
          <a:p xmlns:a="http://schemas.openxmlformats.org/drawingml/2006/main">
            <a:pPr algn="ctr">
              <a:lnSpc>
                <a:spcPct val="108000"/>
              </a:lnSpc>
              <a:spcAft>
                <a:spcPts val="900"/>
              </a:spcAft>
              <a:buNone/>
              <a:defRPr sz="2025" b="1">
                <a:solidFill>
                  <a:srgbClr val="1C3C5D"/>
                </a:solidFill>
                <a:latin typeface="微软雅黑"/>
                <a:ea typeface="微软雅黑"/>
                <a:cs typeface="微软雅黑"/>
              </a:defRPr>
            </a:pPr>
            <a:r>
              <a:rPr sz="2025" b="1">
                <a:solidFill>
                  <a:srgbClr val="1C3C5D"/>
                </a:solidFill>
                <a:latin typeface="微软雅黑"/>
                <a:ea typeface="微软雅黑"/>
                <a:cs typeface="微软雅黑"/>
              </a:rPr>
              <a:t>统一的任务执行模型</a:t>
            </a:r>
          </a:p>
          <a:p xmlns:a="http://schemas.openxmlformats.org/drawingml/2006/main">
            <a:pPr algn="ctr">
              <a:lnSpc>
                <a:spcPct val="108000"/>
              </a:lnSpc>
              <a:spcAft>
                <a:spcPts val="900"/>
              </a:spcAft>
              <a:buNone/>
              <a:defRPr sz="2025" b="1">
                <a:solidFill>
                  <a:srgbClr val="1C3C5D"/>
                </a:solidFill>
                <a:latin typeface="微软雅黑"/>
                <a:ea typeface="微软雅黑"/>
                <a:cs typeface="微软雅黑"/>
              </a:defRPr>
            </a:pPr>
            <a:r>
              <a:rPr sz="2025" b="1">
                <a:solidFill>
                  <a:srgbClr val="1C3C5D"/>
                </a:solidFill>
                <a:latin typeface="微软雅黑"/>
                <a:ea typeface="微软雅黑"/>
                <a:cs typeface="微软雅黑"/>
              </a:rPr>
              <a:t>能力与状态明确，流程与数据可解释，约束参与执行</a:t>
            </a:r>
          </a:p>
        </p:txBody>
      </p:sp>
      <p:sp>
        <p:nvSpPr>
          <p:cNvPr id="21" name="anchor-47">
            <a:extLst xmlns:a="http://schemas.openxmlformats.org/drawingml/2006/main">
              <a:ext uri="{FF2B5EF4-FFF2-40B4-BE49-F238E27FC236}">
                <a16:creationId xmlns:a16="http://schemas.microsoft.com/office/drawing/2014/main" id="{803296F6-3EF1-41D9-B711-1764B835655C}"/>
              </a:ext>
            </a:extLst>
          </p:cNvPr>
          <p:cNvSpPr>
            <a:spLocks xmlns:a="http://schemas.openxmlformats.org/drawingml/2006/main" noGrp="1"/>
          </p:cNvSpPr>
          <p:nvPr/>
        </p:nvSpPr>
        <p:spPr>
          <a:xfrm xmlns:a="http://schemas.openxmlformats.org/drawingml/2006/main">
            <a:off x="2495550" y="2524125"/>
            <a:ext cx="19050" cy="19050"/>
          </a:xfrm>
          <a:prstGeom xmlns:a="http://schemas.openxmlformats.org/drawingml/2006/main" prst="rect">
            <a:avLst/>
          </a:prstGeom>
          <a:noFill xmlns:a="http://schemas.openxmlformats.org/drawingml/2006/main"/>
          <a:ln xmlns:a="http://schemas.openxmlformats.org/drawingml/2006/main" w="0">
            <a:noFill/>
          </a:ln>
        </p:spPr>
      </p:sp>
      <p:sp>
        <p:nvSpPr>
          <p:cNvPr id="22" name="anchor-48">
            <a:extLst xmlns:a="http://schemas.openxmlformats.org/drawingml/2006/main">
              <a:ext uri="{FF2B5EF4-FFF2-40B4-BE49-F238E27FC236}">
                <a16:creationId xmlns:a16="http://schemas.microsoft.com/office/drawing/2014/main" id="{64CACF71-EEBE-49ED-B78E-909BE5A455B0}"/>
              </a:ext>
            </a:extLst>
          </p:cNvPr>
          <p:cNvSpPr>
            <a:spLocks xmlns:a="http://schemas.openxmlformats.org/drawingml/2006/main" noGrp="1"/>
          </p:cNvSpPr>
          <p:nvPr/>
        </p:nvSpPr>
        <p:spPr>
          <a:xfrm xmlns:a="http://schemas.openxmlformats.org/drawingml/2006/main">
            <a:off x="2495550" y="2971800"/>
            <a:ext cx="19050" cy="19050"/>
          </a:xfrm>
          <a:prstGeom xmlns:a="http://schemas.openxmlformats.org/drawingml/2006/main" prst="rect">
            <a:avLst/>
          </a:prstGeom>
          <a:noFill xmlns:a="http://schemas.openxmlformats.org/drawingml/2006/main"/>
          <a:ln xmlns:a="http://schemas.openxmlformats.org/drawingml/2006/main" w="0">
            <a:noFill/>
          </a:ln>
        </p:spPr>
      </p:sp>
      <p:sp>
        <p:nvSpPr>
          <p:cNvPr id="23" name="anchor-49">
            <a:extLst xmlns:a="http://schemas.openxmlformats.org/drawingml/2006/main">
              <a:ext uri="{FF2B5EF4-FFF2-40B4-BE49-F238E27FC236}">
                <a16:creationId xmlns:a16="http://schemas.microsoft.com/office/drawing/2014/main" id="{72647792-FEFF-4CCD-BF63-F55AE7043B21}"/>
              </a:ext>
            </a:extLst>
          </p:cNvPr>
          <p:cNvSpPr>
            <a:spLocks xmlns:a="http://schemas.openxmlformats.org/drawingml/2006/main" noGrp="1"/>
          </p:cNvSpPr>
          <p:nvPr/>
        </p:nvSpPr>
        <p:spPr>
          <a:xfrm xmlns:a="http://schemas.openxmlformats.org/drawingml/2006/main">
            <a:off x="6076950" y="2971800"/>
            <a:ext cx="19050" cy="19050"/>
          </a:xfrm>
          <a:prstGeom xmlns:a="http://schemas.openxmlformats.org/drawingml/2006/main" prst="rect">
            <a:avLst/>
          </a:prstGeom>
          <a:noFill xmlns:a="http://schemas.openxmlformats.org/drawingml/2006/main"/>
          <a:ln xmlns:a="http://schemas.openxmlformats.org/drawingml/2006/main" w="0">
            <a:noFill/>
          </a:ln>
        </p:spPr>
      </p:sp>
      <p:sp>
        <p:nvSpPr>
          <p:cNvPr id="24" name="anchor-50">
            <a:extLst xmlns:a="http://schemas.openxmlformats.org/drawingml/2006/main">
              <a:ext uri="{FF2B5EF4-FFF2-40B4-BE49-F238E27FC236}">
                <a16:creationId xmlns:a16="http://schemas.microsoft.com/office/drawing/2014/main" id="{89D23D91-3E00-49D2-9A85-D000FC8D3FBE}"/>
              </a:ext>
            </a:extLst>
          </p:cNvPr>
          <p:cNvSpPr>
            <a:spLocks xmlns:a="http://schemas.openxmlformats.org/drawingml/2006/main" noGrp="1"/>
          </p:cNvSpPr>
          <p:nvPr/>
        </p:nvSpPr>
        <p:spPr>
          <a:xfrm xmlns:a="http://schemas.openxmlformats.org/drawingml/2006/main">
            <a:off x="6076950" y="334327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61" name=""/>
          <p:cNvCxnSpPr>
            <a:stCxn xmlns:a="http://schemas.openxmlformats.org/drawingml/2006/main" id="21" idx="2"/>
            <a:endCxn xmlns:a="http://schemas.openxmlformats.org/drawingml/2006/main" id="22" idx="0"/>
          </p:cNvCxnSpPr>
          <p:nvPr/>
        </p:nvCxnSpPr>
        <p:spPr>
          <a:xfrm xmlns:a="http://schemas.openxmlformats.org/drawingml/2006/main">
            <a:off x="2505075" y="2543175"/>
            <a:ext cx="0" cy="428625"/>
          </a:xfrm>
          <a:prstGeom xmlns:a="http://schemas.openxmlformats.org/drawingml/2006/main" prst="straightConnector1">
            <a:avLst/>
          </a:prstGeom>
          <a:ln xmlns:a="http://schemas.openxmlformats.org/drawingml/2006/main" w="19050">
            <a:solidFill>
              <a:srgbClr val="2774AC"/>
            </a:solidFill>
            <a:prstDash val="solid"/>
            <a:tailEnd type="none" w="med" len="med"/>
          </a:ln>
        </p:spPr>
      </p:cxnSp>
      <p:cxnSp>
        <p:nvCxnSpPr>
          <p:cNvPr id="62" name=""/>
          <p:cNvCxnSpPr>
            <a:stCxn xmlns:a="http://schemas.openxmlformats.org/drawingml/2006/main" id="22" idx="3"/>
            <a:endCxn xmlns:a="http://schemas.openxmlformats.org/drawingml/2006/main" id="23" idx="1"/>
          </p:cNvCxnSpPr>
          <p:nvPr/>
        </p:nvCxnSpPr>
        <p:spPr>
          <a:xfrm xmlns:a="http://schemas.openxmlformats.org/drawingml/2006/main">
            <a:off x="2514600" y="2981325"/>
            <a:ext cx="3562350" cy="0"/>
          </a:xfrm>
          <a:prstGeom xmlns:a="http://schemas.openxmlformats.org/drawingml/2006/main" prst="straightConnector1">
            <a:avLst/>
          </a:prstGeom>
          <a:ln xmlns:a="http://schemas.openxmlformats.org/drawingml/2006/main" w="19050">
            <a:solidFill>
              <a:srgbClr val="2774AC"/>
            </a:solidFill>
            <a:prstDash val="solid"/>
            <a:tailEnd type="none" w="med" len="med"/>
          </a:ln>
        </p:spPr>
      </p:cxnSp>
      <p:cxnSp>
        <p:nvCxnSpPr>
          <p:cNvPr id="63" name=""/>
          <p:cNvCxnSpPr>
            <a:stCxn xmlns:a="http://schemas.openxmlformats.org/drawingml/2006/main" id="23" idx="2"/>
            <a:endCxn xmlns:a="http://schemas.openxmlformats.org/drawingml/2006/main" id="24" idx="0"/>
          </p:cNvCxnSpPr>
          <p:nvPr/>
        </p:nvCxnSpPr>
        <p:spPr>
          <a:xfrm xmlns:a="http://schemas.openxmlformats.org/drawingml/2006/main">
            <a:off x="6086475" y="2990850"/>
            <a:ext cx="0" cy="352425"/>
          </a:xfrm>
          <a:prstGeom xmlns:a="http://schemas.openxmlformats.org/drawingml/2006/main" prst="straightConnector1">
            <a:avLst/>
          </a:prstGeom>
          <a:ln xmlns:a="http://schemas.openxmlformats.org/drawingml/2006/main" w="19050">
            <a:solidFill>
              <a:srgbClr val="2774AC"/>
            </a:solidFill>
            <a:prstDash val="solid"/>
            <a:tailEnd type="triangle" w="med" len="med"/>
          </a:ln>
        </p:spPr>
      </p:cxnSp>
      <p:sp>
        <p:nvSpPr>
          <p:cNvPr id="28" name="anchor-51">
            <a:extLst xmlns:a="http://schemas.openxmlformats.org/drawingml/2006/main">
              <a:ext uri="{FF2B5EF4-FFF2-40B4-BE49-F238E27FC236}">
                <a16:creationId xmlns:a16="http://schemas.microsoft.com/office/drawing/2014/main" id="{BECB7D53-C1AA-4458-9D90-A9A0A883ABAE}"/>
              </a:ext>
            </a:extLst>
          </p:cNvPr>
          <p:cNvSpPr>
            <a:spLocks xmlns:a="http://schemas.openxmlformats.org/drawingml/2006/main" noGrp="1"/>
          </p:cNvSpPr>
          <p:nvPr/>
        </p:nvSpPr>
        <p:spPr>
          <a:xfrm xmlns:a="http://schemas.openxmlformats.org/drawingml/2006/main">
            <a:off x="6076950" y="2524125"/>
            <a:ext cx="19050" cy="19050"/>
          </a:xfrm>
          <a:prstGeom xmlns:a="http://schemas.openxmlformats.org/drawingml/2006/main" prst="rect">
            <a:avLst/>
          </a:prstGeom>
          <a:noFill xmlns:a="http://schemas.openxmlformats.org/drawingml/2006/main"/>
          <a:ln xmlns:a="http://schemas.openxmlformats.org/drawingml/2006/main" w="0">
            <a:noFill/>
          </a:ln>
        </p:spPr>
      </p:sp>
      <p:sp>
        <p:nvSpPr>
          <p:cNvPr id="29" name="anchor-52">
            <a:extLst xmlns:a="http://schemas.openxmlformats.org/drawingml/2006/main">
              <a:ext uri="{FF2B5EF4-FFF2-40B4-BE49-F238E27FC236}">
                <a16:creationId xmlns:a16="http://schemas.microsoft.com/office/drawing/2014/main" id="{0092BEF0-1EB5-40D2-908E-94F8CB28BA18}"/>
              </a:ext>
            </a:extLst>
          </p:cNvPr>
          <p:cNvSpPr>
            <a:spLocks xmlns:a="http://schemas.openxmlformats.org/drawingml/2006/main" noGrp="1"/>
          </p:cNvSpPr>
          <p:nvPr/>
        </p:nvSpPr>
        <p:spPr>
          <a:xfrm xmlns:a="http://schemas.openxmlformats.org/drawingml/2006/main">
            <a:off x="6076950" y="2971800"/>
            <a:ext cx="19050" cy="19050"/>
          </a:xfrm>
          <a:prstGeom xmlns:a="http://schemas.openxmlformats.org/drawingml/2006/main" prst="rect">
            <a:avLst/>
          </a:prstGeom>
          <a:noFill xmlns:a="http://schemas.openxmlformats.org/drawingml/2006/main"/>
          <a:ln xmlns:a="http://schemas.openxmlformats.org/drawingml/2006/main" w="0">
            <a:noFill/>
          </a:ln>
        </p:spPr>
      </p:sp>
      <p:sp>
        <p:nvSpPr>
          <p:cNvPr id="30" name="anchor-53">
            <a:extLst xmlns:a="http://schemas.openxmlformats.org/drawingml/2006/main">
              <a:ext uri="{FF2B5EF4-FFF2-40B4-BE49-F238E27FC236}">
                <a16:creationId xmlns:a16="http://schemas.microsoft.com/office/drawing/2014/main" id="{CCEC4F3E-4009-49BC-A1C5-EF88B0D2E470}"/>
              </a:ext>
            </a:extLst>
          </p:cNvPr>
          <p:cNvSpPr>
            <a:spLocks xmlns:a="http://schemas.openxmlformats.org/drawingml/2006/main" noGrp="1"/>
          </p:cNvSpPr>
          <p:nvPr/>
        </p:nvSpPr>
        <p:spPr>
          <a:xfrm xmlns:a="http://schemas.openxmlformats.org/drawingml/2006/main">
            <a:off x="6076950" y="2971800"/>
            <a:ext cx="19050" cy="19050"/>
          </a:xfrm>
          <a:prstGeom xmlns:a="http://schemas.openxmlformats.org/drawingml/2006/main" prst="rect">
            <a:avLst/>
          </a:prstGeom>
          <a:noFill xmlns:a="http://schemas.openxmlformats.org/drawingml/2006/main"/>
          <a:ln xmlns:a="http://schemas.openxmlformats.org/drawingml/2006/main" w="0">
            <a:noFill/>
          </a:ln>
        </p:spPr>
      </p:sp>
      <p:sp>
        <p:nvSpPr>
          <p:cNvPr id="31" name="anchor-54">
            <a:extLst xmlns:a="http://schemas.openxmlformats.org/drawingml/2006/main">
              <a:ext uri="{FF2B5EF4-FFF2-40B4-BE49-F238E27FC236}">
                <a16:creationId xmlns:a16="http://schemas.microsoft.com/office/drawing/2014/main" id="{70EC2B99-BE3D-4FC5-8A9F-DB109DD83F1D}"/>
              </a:ext>
            </a:extLst>
          </p:cNvPr>
          <p:cNvSpPr>
            <a:spLocks xmlns:a="http://schemas.openxmlformats.org/drawingml/2006/main" noGrp="1"/>
          </p:cNvSpPr>
          <p:nvPr/>
        </p:nvSpPr>
        <p:spPr>
          <a:xfrm xmlns:a="http://schemas.openxmlformats.org/drawingml/2006/main">
            <a:off x="6076950" y="334327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68" name=""/>
          <p:cNvCxnSpPr>
            <a:stCxn xmlns:a="http://schemas.openxmlformats.org/drawingml/2006/main" id="28" idx="2"/>
            <a:endCxn xmlns:a="http://schemas.openxmlformats.org/drawingml/2006/main" id="29" idx="0"/>
          </p:cNvCxnSpPr>
          <p:nvPr/>
        </p:nvCxnSpPr>
        <p:spPr>
          <a:xfrm xmlns:a="http://schemas.openxmlformats.org/drawingml/2006/main">
            <a:off x="6086475" y="2543175"/>
            <a:ext cx="0" cy="428625"/>
          </a:xfrm>
          <a:prstGeom xmlns:a="http://schemas.openxmlformats.org/drawingml/2006/main" prst="straightConnector1">
            <a:avLst/>
          </a:prstGeom>
          <a:ln xmlns:a="http://schemas.openxmlformats.org/drawingml/2006/main" w="19050">
            <a:solidFill>
              <a:srgbClr val="2774AC"/>
            </a:solidFill>
            <a:prstDash val="solid"/>
            <a:tailEnd type="none" w="med" len="med"/>
          </a:ln>
        </p:spPr>
      </p:cxnSp>
      <p:cxnSp>
        <p:nvCxnSpPr>
          <p:cNvPr id="69" name=""/>
          <p:cNvCxnSpPr>
            <a:stCxn xmlns:a="http://schemas.openxmlformats.org/drawingml/2006/main" id="29" idx="3"/>
            <a:endCxn xmlns:a="http://schemas.openxmlformats.org/drawingml/2006/main" id="30" idx="1"/>
          </p:cNvCxnSpPr>
          <p:nvPr/>
        </p:nvCxnSpPr>
        <p:spPr>
          <a:xfrm xmlns:a="http://schemas.openxmlformats.org/drawingml/2006/main" flipH="1">
            <a:off x="6076950" y="2981325"/>
            <a:ext cx="19050" cy="0"/>
          </a:xfrm>
          <a:prstGeom xmlns:a="http://schemas.openxmlformats.org/drawingml/2006/main" prst="straightConnector1">
            <a:avLst/>
          </a:prstGeom>
          <a:ln xmlns:a="http://schemas.openxmlformats.org/drawingml/2006/main" w="19050">
            <a:solidFill>
              <a:srgbClr val="2774AC"/>
            </a:solidFill>
            <a:prstDash val="solid"/>
            <a:tailEnd type="none" w="med" len="med"/>
          </a:ln>
        </p:spPr>
      </p:cxnSp>
      <p:cxnSp>
        <p:nvCxnSpPr>
          <p:cNvPr id="70" name=""/>
          <p:cNvCxnSpPr>
            <a:stCxn xmlns:a="http://schemas.openxmlformats.org/drawingml/2006/main" id="30" idx="2"/>
            <a:endCxn xmlns:a="http://schemas.openxmlformats.org/drawingml/2006/main" id="31" idx="0"/>
          </p:cNvCxnSpPr>
          <p:nvPr/>
        </p:nvCxnSpPr>
        <p:spPr>
          <a:xfrm xmlns:a="http://schemas.openxmlformats.org/drawingml/2006/main">
            <a:off x="6086475" y="2990850"/>
            <a:ext cx="0" cy="352425"/>
          </a:xfrm>
          <a:prstGeom xmlns:a="http://schemas.openxmlformats.org/drawingml/2006/main" prst="straightConnector1">
            <a:avLst/>
          </a:prstGeom>
          <a:ln xmlns:a="http://schemas.openxmlformats.org/drawingml/2006/main" w="19050">
            <a:solidFill>
              <a:srgbClr val="2774AC"/>
            </a:solidFill>
            <a:prstDash val="solid"/>
            <a:tailEnd type="triangle" w="med" len="med"/>
          </a:ln>
        </p:spPr>
      </p:cxnSp>
      <p:sp>
        <p:nvSpPr>
          <p:cNvPr id="35" name="anchor-55">
            <a:extLst xmlns:a="http://schemas.openxmlformats.org/drawingml/2006/main">
              <a:ext uri="{FF2B5EF4-FFF2-40B4-BE49-F238E27FC236}">
                <a16:creationId xmlns:a16="http://schemas.microsoft.com/office/drawing/2014/main" id="{29E6633E-8C19-4017-B4AB-51872162B26C}"/>
              </a:ext>
            </a:extLst>
          </p:cNvPr>
          <p:cNvSpPr>
            <a:spLocks xmlns:a="http://schemas.openxmlformats.org/drawingml/2006/main" noGrp="1"/>
          </p:cNvSpPr>
          <p:nvPr/>
        </p:nvSpPr>
        <p:spPr>
          <a:xfrm xmlns:a="http://schemas.openxmlformats.org/drawingml/2006/main">
            <a:off x="9658350" y="2524125"/>
            <a:ext cx="19050" cy="19050"/>
          </a:xfrm>
          <a:prstGeom xmlns:a="http://schemas.openxmlformats.org/drawingml/2006/main" prst="rect">
            <a:avLst/>
          </a:prstGeom>
          <a:noFill xmlns:a="http://schemas.openxmlformats.org/drawingml/2006/main"/>
          <a:ln xmlns:a="http://schemas.openxmlformats.org/drawingml/2006/main" w="0">
            <a:noFill/>
          </a:ln>
        </p:spPr>
      </p:sp>
      <p:sp>
        <p:nvSpPr>
          <p:cNvPr id="36" name="anchor-56">
            <a:extLst xmlns:a="http://schemas.openxmlformats.org/drawingml/2006/main">
              <a:ext uri="{FF2B5EF4-FFF2-40B4-BE49-F238E27FC236}">
                <a16:creationId xmlns:a16="http://schemas.microsoft.com/office/drawing/2014/main" id="{2E93A258-5B5F-4D2E-998C-3AE360C64B01}"/>
              </a:ext>
            </a:extLst>
          </p:cNvPr>
          <p:cNvSpPr>
            <a:spLocks xmlns:a="http://schemas.openxmlformats.org/drawingml/2006/main" noGrp="1"/>
          </p:cNvSpPr>
          <p:nvPr/>
        </p:nvSpPr>
        <p:spPr>
          <a:xfrm xmlns:a="http://schemas.openxmlformats.org/drawingml/2006/main">
            <a:off x="9658350" y="2971800"/>
            <a:ext cx="19050" cy="19050"/>
          </a:xfrm>
          <a:prstGeom xmlns:a="http://schemas.openxmlformats.org/drawingml/2006/main" prst="rect">
            <a:avLst/>
          </a:prstGeom>
          <a:noFill xmlns:a="http://schemas.openxmlformats.org/drawingml/2006/main"/>
          <a:ln xmlns:a="http://schemas.openxmlformats.org/drawingml/2006/main" w="0">
            <a:noFill/>
          </a:ln>
        </p:spPr>
      </p:sp>
      <p:sp>
        <p:nvSpPr>
          <p:cNvPr id="37" name="anchor-57">
            <a:extLst xmlns:a="http://schemas.openxmlformats.org/drawingml/2006/main">
              <a:ext uri="{FF2B5EF4-FFF2-40B4-BE49-F238E27FC236}">
                <a16:creationId xmlns:a16="http://schemas.microsoft.com/office/drawing/2014/main" id="{D9897F97-A427-49FF-A7B5-A5C595276FA9}"/>
              </a:ext>
            </a:extLst>
          </p:cNvPr>
          <p:cNvSpPr>
            <a:spLocks xmlns:a="http://schemas.openxmlformats.org/drawingml/2006/main" noGrp="1"/>
          </p:cNvSpPr>
          <p:nvPr/>
        </p:nvSpPr>
        <p:spPr>
          <a:xfrm xmlns:a="http://schemas.openxmlformats.org/drawingml/2006/main">
            <a:off x="6076950" y="2971800"/>
            <a:ext cx="19050" cy="19050"/>
          </a:xfrm>
          <a:prstGeom xmlns:a="http://schemas.openxmlformats.org/drawingml/2006/main" prst="rect">
            <a:avLst/>
          </a:prstGeom>
          <a:noFill xmlns:a="http://schemas.openxmlformats.org/drawingml/2006/main"/>
          <a:ln xmlns:a="http://schemas.openxmlformats.org/drawingml/2006/main" w="0">
            <a:noFill/>
          </a:ln>
        </p:spPr>
      </p:sp>
      <p:sp>
        <p:nvSpPr>
          <p:cNvPr id="38" name="anchor-58">
            <a:extLst xmlns:a="http://schemas.openxmlformats.org/drawingml/2006/main">
              <a:ext uri="{FF2B5EF4-FFF2-40B4-BE49-F238E27FC236}">
                <a16:creationId xmlns:a16="http://schemas.microsoft.com/office/drawing/2014/main" id="{0952C9E0-D60D-41E5-88AF-1751BE6E6F5A}"/>
              </a:ext>
            </a:extLst>
          </p:cNvPr>
          <p:cNvSpPr>
            <a:spLocks xmlns:a="http://schemas.openxmlformats.org/drawingml/2006/main" noGrp="1"/>
          </p:cNvSpPr>
          <p:nvPr/>
        </p:nvSpPr>
        <p:spPr>
          <a:xfrm xmlns:a="http://schemas.openxmlformats.org/drawingml/2006/main">
            <a:off x="6076950" y="334327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75" name=""/>
          <p:cNvCxnSpPr>
            <a:stCxn xmlns:a="http://schemas.openxmlformats.org/drawingml/2006/main" id="35" idx="2"/>
            <a:endCxn xmlns:a="http://schemas.openxmlformats.org/drawingml/2006/main" id="36" idx="0"/>
          </p:cNvCxnSpPr>
          <p:nvPr/>
        </p:nvCxnSpPr>
        <p:spPr>
          <a:xfrm xmlns:a="http://schemas.openxmlformats.org/drawingml/2006/main">
            <a:off x="9667875" y="2543175"/>
            <a:ext cx="0" cy="428625"/>
          </a:xfrm>
          <a:prstGeom xmlns:a="http://schemas.openxmlformats.org/drawingml/2006/main" prst="straightConnector1">
            <a:avLst/>
          </a:prstGeom>
          <a:ln xmlns:a="http://schemas.openxmlformats.org/drawingml/2006/main" w="19050">
            <a:solidFill>
              <a:srgbClr val="2774AC"/>
            </a:solidFill>
            <a:prstDash val="solid"/>
            <a:tailEnd type="none" w="med" len="med"/>
          </a:ln>
        </p:spPr>
      </p:cxnSp>
      <p:cxnSp>
        <p:nvCxnSpPr>
          <p:cNvPr id="76" name=""/>
          <p:cNvCxnSpPr>
            <a:stCxn xmlns:a="http://schemas.openxmlformats.org/drawingml/2006/main" id="36" idx="1"/>
            <a:endCxn xmlns:a="http://schemas.openxmlformats.org/drawingml/2006/main" id="37" idx="3"/>
          </p:cNvCxnSpPr>
          <p:nvPr/>
        </p:nvCxnSpPr>
        <p:spPr>
          <a:xfrm xmlns:a="http://schemas.openxmlformats.org/drawingml/2006/main" flipH="1">
            <a:off x="6096000" y="2981325"/>
            <a:ext cx="3562350" cy="0"/>
          </a:xfrm>
          <a:prstGeom xmlns:a="http://schemas.openxmlformats.org/drawingml/2006/main" prst="straightConnector1">
            <a:avLst/>
          </a:prstGeom>
          <a:ln xmlns:a="http://schemas.openxmlformats.org/drawingml/2006/main" w="19050">
            <a:solidFill>
              <a:srgbClr val="2774AC"/>
            </a:solidFill>
            <a:prstDash val="solid"/>
            <a:tailEnd type="none" w="med" len="med"/>
          </a:ln>
        </p:spPr>
      </p:cxnSp>
      <p:cxnSp>
        <p:nvCxnSpPr>
          <p:cNvPr id="77" name=""/>
          <p:cNvCxnSpPr>
            <a:stCxn xmlns:a="http://schemas.openxmlformats.org/drawingml/2006/main" id="37" idx="2"/>
            <a:endCxn xmlns:a="http://schemas.openxmlformats.org/drawingml/2006/main" id="38" idx="0"/>
          </p:cNvCxnSpPr>
          <p:nvPr/>
        </p:nvCxnSpPr>
        <p:spPr>
          <a:xfrm xmlns:a="http://schemas.openxmlformats.org/drawingml/2006/main">
            <a:off x="6086475" y="2990850"/>
            <a:ext cx="0" cy="352425"/>
          </a:xfrm>
          <a:prstGeom xmlns:a="http://schemas.openxmlformats.org/drawingml/2006/main" prst="straightConnector1">
            <a:avLst/>
          </a:prstGeom>
          <a:ln xmlns:a="http://schemas.openxmlformats.org/drawingml/2006/main" w="19050">
            <a:solidFill>
              <a:srgbClr val="2774AC"/>
            </a:solidFill>
            <a:prstDash val="solid"/>
            <a:tailEnd type="triangle" w="med" len="med"/>
          </a:ln>
        </p:spPr>
      </p:cxnSp>
      <p:sp>
        <p:nvSpPr>
          <p:cNvPr id="42" name="diagram-59">
            <a:extLst xmlns:a="http://schemas.openxmlformats.org/drawingml/2006/main">
              <a:ext uri="{FF2B5EF4-FFF2-40B4-BE49-F238E27FC236}">
                <a16:creationId xmlns:a16="http://schemas.microsoft.com/office/drawing/2014/main" id="{3677B990-B3C0-42F6-949F-D6942C636A9B}"/>
              </a:ext>
            </a:extLst>
          </p:cNvPr>
          <p:cNvSpPr>
            <a:spLocks xmlns:a="http://schemas.openxmlformats.org/drawingml/2006/main" noGrp="1"/>
          </p:cNvSpPr>
          <p:nvPr/>
        </p:nvSpPr>
        <p:spPr>
          <a:xfrm xmlns:a="http://schemas.openxmlformats.org/drawingml/2006/main">
            <a:off x="4276725" y="5181600"/>
            <a:ext cx="3648075" cy="552450"/>
          </a:xfrm>
          <a:prstGeom xmlns:a="http://schemas.openxmlformats.org/drawingml/2006/main" prst="roundRect">
            <a:avLst>
              <a:gd name="adj" fmla="val 13793"/>
            </a:avLst>
          </a:prstGeom>
          <a:solidFill xmlns:a="http://schemas.openxmlformats.org/drawingml/2006/main">
            <a:srgbClr val="E9F5F2"/>
          </a:solidFill>
          <a:ln xmlns:a="http://schemas.openxmlformats.org/drawingml/2006/main" w="13335">
            <a:solidFill>
              <a:srgbClr val="178477"/>
            </a:solidFill>
          </a:ln>
        </p:spPr>
        <p:txBody>
          <a:bodyPr xmlns:a="http://schemas.openxmlformats.org/drawingml/2006/main" wrap="square" lIns="76200" tIns="76200" rIns="76200" bIns="76200" anchor="ctr">
            <a:noAutofit/>
          </a:bodyPr>
          <a:lstStyle xmlns:a="http://schemas.openxmlformats.org/drawingml/2006/main"/>
          <a:p xmlns:a="http://schemas.openxmlformats.org/drawingml/2006/main">
            <a:pPr algn="ctr">
              <a:lnSpc>
                <a:spcPct val="108000"/>
              </a:lnSpc>
              <a:spcAft>
                <a:spcPts val="250"/>
              </a:spcAft>
              <a:buNone/>
              <a:defRPr sz="1950" b="1">
                <a:solidFill>
                  <a:srgbClr val="1C3C5D"/>
                </a:solidFill>
                <a:latin typeface="微软雅黑"/>
                <a:ea typeface="微软雅黑"/>
                <a:cs typeface="微软雅黑"/>
              </a:defRPr>
            </a:pPr>
            <a:r>
              <a:rPr sz="1950" b="1">
                <a:solidFill>
                  <a:srgbClr val="1C3C5D"/>
                </a:solidFill>
                <a:latin typeface="微软雅黑"/>
                <a:ea typeface="微软雅黑"/>
                <a:cs typeface="微软雅黑"/>
              </a:rPr>
              <a:t>受约束的设备执行</a:t>
            </a:r>
          </a:p>
        </p:txBody>
      </p:sp>
      <p:cxnSp>
        <p:nvCxnSpPr>
          <p:cNvPr id="79" name=""/>
          <p:cNvCxnSpPr>
            <a:stCxn xmlns:a="http://schemas.openxmlformats.org/drawingml/2006/main" id="20" idx="2"/>
            <a:endCxn xmlns:a="http://schemas.openxmlformats.org/drawingml/2006/main" id="42" idx="0"/>
          </p:cNvCxnSpPr>
          <p:nvPr/>
        </p:nvCxnSpPr>
        <p:spPr>
          <a:xfrm xmlns:a="http://schemas.openxmlformats.org/drawingml/2006/main">
            <a:off x="6096000" y="4733925"/>
            <a:ext cx="4763" cy="447675"/>
          </a:xfrm>
          <a:prstGeom xmlns:a="http://schemas.openxmlformats.org/drawingml/2006/main" prst="straightConnector1">
            <a:avLst/>
          </a:prstGeom>
          <a:ln xmlns:a="http://schemas.openxmlformats.org/drawingml/2006/main" w="19050">
            <a:solidFill>
              <a:srgbClr val="2774AC"/>
            </a:solidFill>
            <a:prstDash val="solid"/>
            <a:tailEnd type="triangle" w="med" len="med"/>
          </a:ln>
        </p:spPr>
      </p:cxnSp>
      <p:sp>
        <p:nvSpPr>
          <p:cNvPr id="44" name="anchor-60">
            <a:extLst xmlns:a="http://schemas.openxmlformats.org/drawingml/2006/main">
              <a:ext uri="{FF2B5EF4-FFF2-40B4-BE49-F238E27FC236}">
                <a16:creationId xmlns:a16="http://schemas.microsoft.com/office/drawing/2014/main" id="{760D4AC3-A875-4C8E-8E33-5D65F9C7AFFE}"/>
              </a:ext>
            </a:extLst>
          </p:cNvPr>
          <p:cNvSpPr>
            <a:spLocks xmlns:a="http://schemas.openxmlformats.org/drawingml/2006/main" noGrp="1"/>
          </p:cNvSpPr>
          <p:nvPr/>
        </p:nvSpPr>
        <p:spPr>
          <a:xfrm xmlns:a="http://schemas.openxmlformats.org/drawingml/2006/main">
            <a:off x="542925" y="6010275"/>
            <a:ext cx="19050" cy="19050"/>
          </a:xfrm>
          <a:prstGeom xmlns:a="http://schemas.openxmlformats.org/drawingml/2006/main" prst="rect">
            <a:avLst/>
          </a:prstGeom>
          <a:noFill xmlns:a="http://schemas.openxmlformats.org/drawingml/2006/main"/>
          <a:ln xmlns:a="http://schemas.openxmlformats.org/drawingml/2006/main" w="0">
            <a:noFill/>
          </a:ln>
        </p:spPr>
      </p:sp>
      <p:sp>
        <p:nvSpPr>
          <p:cNvPr id="45" name="anchor-61">
            <a:extLst xmlns:a="http://schemas.openxmlformats.org/drawingml/2006/main">
              <a:ext uri="{FF2B5EF4-FFF2-40B4-BE49-F238E27FC236}">
                <a16:creationId xmlns:a16="http://schemas.microsoft.com/office/drawing/2014/main" id="{43F8C3CE-CB1F-427A-B57D-97F5878D8CA8}"/>
              </a:ext>
            </a:extLst>
          </p:cNvPr>
          <p:cNvSpPr>
            <a:spLocks xmlns:a="http://schemas.openxmlformats.org/drawingml/2006/main" noGrp="1"/>
          </p:cNvSpPr>
          <p:nvPr/>
        </p:nvSpPr>
        <p:spPr>
          <a:xfrm xmlns:a="http://schemas.openxmlformats.org/drawingml/2006/main">
            <a:off x="11630025" y="601027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82" name=""/>
          <p:cNvCxnSpPr>
            <a:stCxn xmlns:a="http://schemas.openxmlformats.org/drawingml/2006/main" id="44" idx="3"/>
            <a:endCxn xmlns:a="http://schemas.openxmlformats.org/drawingml/2006/main" id="45" idx="1"/>
          </p:cNvCxnSpPr>
          <p:nvPr/>
        </p:nvCxnSpPr>
        <p:spPr>
          <a:xfrm xmlns:a="http://schemas.openxmlformats.org/drawingml/2006/main">
            <a:off x="561975" y="6019800"/>
            <a:ext cx="11068050" cy="0"/>
          </a:xfrm>
          <a:prstGeom xmlns:a="http://schemas.openxmlformats.org/drawingml/2006/main" prst="straightConnector1">
            <a:avLst/>
          </a:prstGeom>
          <a:ln xmlns:a="http://schemas.openxmlformats.org/drawingml/2006/main" w="9525">
            <a:solidFill>
              <a:srgbClr val="9BB7CC"/>
            </a:solidFill>
            <a:prstDash val="solid"/>
            <a:tailEnd type="none" w="med" len="med"/>
          </a:ln>
        </p:spPr>
      </p:cxnSp>
      <p:sp>
        <p:nvSpPr>
          <p:cNvPr id="47" name="text-62">
            <a:extLst xmlns:a="http://schemas.openxmlformats.org/drawingml/2006/main">
              <a:ext uri="{FF2B5EF4-FFF2-40B4-BE49-F238E27FC236}">
                <a16:creationId xmlns:a16="http://schemas.microsoft.com/office/drawing/2014/main" id="{2AD0A6EE-E7EA-45A2-A8FB-D4B3FAA572F2}"/>
              </a:ext>
            </a:extLst>
          </p:cNvPr>
          <p:cNvSpPr>
            <a:spLocks xmlns:a="http://schemas.openxmlformats.org/drawingml/2006/main" noGrp="1"/>
          </p:cNvSpPr>
          <p:nvPr/>
        </p:nvSpPr>
        <p:spPr>
          <a:xfrm xmlns:a="http://schemas.openxmlformats.org/drawingml/2006/main">
            <a:off x="552450" y="61150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1725" b="1">
                <a:solidFill>
                  <a:srgbClr val="1C3C5D"/>
                </a:solidFill>
                <a:latin typeface="微软雅黑"/>
                <a:ea typeface="微软雅黑"/>
                <a:cs typeface="微软雅黑"/>
              </a:defRPr>
            </a:pPr>
            <a:r>
              <a:rPr sz="1725" b="1">
                <a:solidFill>
                  <a:srgbClr val="1C3C5D"/>
                </a:solidFill>
                <a:latin typeface="微软雅黑"/>
                <a:ea typeface="微软雅黑"/>
                <a:cs typeface="微软雅黑"/>
              </a:rPr>
              <a:t>需要建立一套既能描述实验室任务，又能组织实际执行的模型体系。</a:t>
            </a:r>
          </a:p>
        </p:txBody>
      </p:sp>
    </p:spTree>
    <p:extLst>
      <p:ext uri="{BB962C8B-B14F-4D97-AF65-F5344CB8AC3E}">
        <p14:creationId xmlns:p14="http://schemas.microsoft.com/office/powerpoint/2010/main" val="25572030"/>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FFE50159-5E8A-4CFE-8EA6-1561CDB4ADB7}"/>
              </a:ext>
            </a:extLst>
          </p:cNvPr>
          <p:cNvSpPr>
            <a:spLocks xmlns:a="http://schemas.openxmlformats.org/drawingml/2006/main" noGrp="1"/>
          </p:cNvSpPr>
          <p:nvPr/>
        </p:nvSpPr>
        <p:spPr>
          <a:xfrm xmlns:a="http://schemas.openxmlformats.org/drawingml/2006/main">
            <a:off x="0" y="0"/>
            <a:ext cx="12191695" cy="914400"/>
          </a:xfrm>
          <a:prstGeom xmlns:a="http://schemas.openxmlformats.org/drawingml/2006/main" prst="rect">
            <a:avLst/>
          </a:prstGeom>
          <a:solidFill xmlns:a="http://schemas.openxmlformats.org/drawingml/2006/main">
            <a:srgbClr val="1A3A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9A53EDE4-1DF7-4188-9A8A-D19DBF9C4595}"/>
              </a:ext>
            </a:extLst>
          </p:cNvPr>
          <p:cNvSpPr>
            <a:spLocks xmlns:a="http://schemas.openxmlformats.org/drawingml/2006/main" noGrp="1"/>
          </p:cNvSpPr>
          <p:nvPr/>
        </p:nvSpPr>
        <p:spPr>
          <a:xfrm xmlns:a="http://schemas.openxmlformats.org/drawingml/2006/main">
            <a:off x="552450" y="238125"/>
            <a:ext cx="11087100" cy="571500"/>
          </a:xfrm>
          <a:prstGeom xmlns:a="http://schemas.openxmlformats.org/drawingml/2006/main" prst="rect">
            <a:avLst/>
          </a:prstGeom>
          <a:noFill xmlns:a="http://schemas.openxmlformats.org/drawingml/2006/main"/>
        </p:spPr>
        <p:txBody>
          <a:bodyPr xmlns:a="http://schemas.openxmlformats.org/drawingml/2006/main" wrap="none" lIns="0" tIns="0" rIns="0" bIns="0">
            <a:noAutofit/>
          </a:bodyPr>
          <a:lstStyle xmlns:a="http://schemas.openxmlformats.org/drawingml/2006/main"/>
          <a:p xmlns:a="http://schemas.openxmlformats.org/drawingml/2006/main">
            <a:pPr algn="l">
              <a:buNone/>
              <a:defRPr sz="2850" b="1">
                <a:solidFill>
                  <a:srgbClr val="FFFFFF"/>
                </a:solidFill>
                <a:latin typeface="微软雅黑"/>
                <a:ea typeface="微软雅黑"/>
                <a:cs typeface="微软雅黑"/>
              </a:defRPr>
            </a:pPr>
            <a:r>
              <a:rPr sz="2850" b="1">
                <a:solidFill>
                  <a:srgbClr val="FFFFFF"/>
                </a:solidFill>
                <a:latin typeface="微软雅黑"/>
                <a:ea typeface="微软雅黑"/>
                <a:cs typeface="微软雅黑"/>
              </a:rPr>
              <a:t>4  核心主张：模型定义，框架执行</a:t>
            </a:r>
            <a:endParaRPr sz="2600" b="1">
              <a:solidFill>
                <a:srgbClr val="FFFFFF"/>
              </a:solidFill>
              <a:latin typeface="微软雅黑"/>
              <a:ea typeface="微软雅黑"/>
              <a:cs typeface="微软雅黑"/>
            </a:endParaRPr>
          </a:p>
        </p:txBody>
      </p:sp>
      <p:sp>
        <p:nvSpPr>
          <p:cNvPr id="6" name="TextBox 5">
            <a:extLst xmlns:a="http://schemas.openxmlformats.org/drawingml/2006/main">
              <a:ext uri="{FF2B5EF4-FFF2-40B4-BE49-F238E27FC236}">
                <a16:creationId xmlns:a16="http://schemas.microsoft.com/office/drawing/2014/main" id="{1D032FF4-E7AB-4D14-BC4B-D69C6CA5DD46}"/>
              </a:ext>
            </a:extLst>
          </p:cNvPr>
          <p:cNvSpPr>
            <a:spLocks xmlns:a="http://schemas.openxmlformats.org/drawingml/2006/main" noGrp="1"/>
          </p:cNvSpPr>
          <p:nvPr/>
        </p:nvSpPr>
        <p:spPr>
          <a:xfrm xmlns:a="http://schemas.openxmlformats.org/drawingml/2006/main">
            <a:off x="457200" y="6446520"/>
            <a:ext cx="91440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0">
                <a:solidFill>
                  <a:srgbClr val="555555"/>
                </a:solidFill>
                <a:latin typeface="微软雅黑"/>
                <a:ea typeface="微软雅黑"/>
                <a:cs typeface="微软雅黑"/>
              </a:rPr>
              <a:t>EUROSIM 2026  ·  面向智慧化学实验室的任务导向可执行建模框架</a:t>
            </a:r>
            <a:endParaRPr sz="1100" b="0">
              <a:solidFill>
                <a:srgbClr val="555555"/>
              </a:solidFill>
              <a:latin typeface="微软雅黑"/>
              <a:ea typeface="微软雅黑"/>
              <a:cs typeface="微软雅黑"/>
            </a:endParaRPr>
          </a:p>
        </p:txBody>
      </p:sp>
      <p:sp>
        <p:nvSpPr>
          <p:cNvPr id="7" name="TextBox 6">
            <a:extLst xmlns:a="http://schemas.openxmlformats.org/drawingml/2006/main">
              <a:ext uri="{FF2B5EF4-FFF2-40B4-BE49-F238E27FC236}">
                <a16:creationId xmlns:a16="http://schemas.microsoft.com/office/drawing/2014/main" id="{E5ECC6D0-D22A-4F7B-BA07-10CC7E7E5B04}"/>
              </a:ext>
            </a:extLst>
          </p:cNvPr>
          <p:cNvSpPr>
            <a:spLocks xmlns:a="http://schemas.openxmlformats.org/drawingml/2006/main" noGrp="1"/>
          </p:cNvSpPr>
          <p:nvPr/>
        </p:nvSpPr>
        <p:spPr>
          <a:xfrm xmlns:a="http://schemas.openxmlformats.org/drawingml/2006/main">
            <a:off x="10515600" y="6446520"/>
            <a:ext cx="13716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pPr>
            <a:r>
              <a:rPr sz="1100" b="0">
                <a:solidFill>
                  <a:srgbClr val="555555"/>
                </a:solidFill>
                <a:latin typeface="微软雅黑"/>
                <a:ea typeface="微软雅黑"/>
                <a:cs typeface="微软雅黑"/>
              </a:rPr>
              <a:t>4/16</a:t>
            </a:r>
            <a:endParaRPr sz="1100" b="0">
              <a:solidFill>
                <a:srgbClr val="555555"/>
              </a:solidFill>
              <a:latin typeface="微软雅黑"/>
              <a:ea typeface="微软雅黑"/>
              <a:cs typeface="微软雅黑"/>
            </a:endParaRPr>
          </a:p>
        </p:txBody>
      </p:sp>
      <p:sp>
        <p:nvSpPr>
          <p:cNvPr id="8" name="text-63">
            <a:extLst xmlns:a="http://schemas.openxmlformats.org/drawingml/2006/main">
              <a:ext uri="{FF2B5EF4-FFF2-40B4-BE49-F238E27FC236}">
                <a16:creationId xmlns:a16="http://schemas.microsoft.com/office/drawing/2014/main" id="{2597F465-84F6-4840-A153-7CC63A789DC0}"/>
              </a:ext>
            </a:extLst>
          </p:cNvPr>
          <p:cNvSpPr>
            <a:spLocks xmlns:a="http://schemas.openxmlformats.org/drawingml/2006/main" noGrp="1"/>
          </p:cNvSpPr>
          <p:nvPr/>
        </p:nvSpPr>
        <p:spPr>
          <a:xfrm xmlns:a="http://schemas.openxmlformats.org/drawingml/2006/main">
            <a:off x="552450" y="1123950"/>
            <a:ext cx="110871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1875" b="0">
                <a:solidFill>
                  <a:srgbClr val="5B6B78"/>
                </a:solidFill>
                <a:latin typeface="微软雅黑"/>
                <a:ea typeface="微软雅黑"/>
                <a:cs typeface="微软雅黑"/>
              </a:defRPr>
            </a:pPr>
            <a:r>
              <a:rPr sz="1875" b="0">
                <a:solidFill>
                  <a:srgbClr val="5B6B78"/>
                </a:solidFill>
                <a:latin typeface="微软雅黑"/>
                <a:ea typeface="微软雅黑"/>
                <a:cs typeface="微软雅黑"/>
              </a:rPr>
              <a:t>系统本身具有明确的建模语言和执行语义</a:t>
            </a:r>
          </a:p>
        </p:txBody>
      </p:sp>
      <p:sp>
        <p:nvSpPr>
          <p:cNvPr id="9" name="text-64">
            <a:extLst xmlns:a="http://schemas.openxmlformats.org/drawingml/2006/main">
              <a:ext uri="{FF2B5EF4-FFF2-40B4-BE49-F238E27FC236}">
                <a16:creationId xmlns:a16="http://schemas.microsoft.com/office/drawing/2014/main" id="{234A4625-EEC7-4330-B158-C72E11ABC486}"/>
              </a:ext>
            </a:extLst>
          </p:cNvPr>
          <p:cNvSpPr>
            <a:spLocks xmlns:a="http://schemas.openxmlformats.org/drawingml/2006/main" noGrp="1"/>
          </p:cNvSpPr>
          <p:nvPr/>
        </p:nvSpPr>
        <p:spPr>
          <a:xfrm xmlns:a="http://schemas.openxmlformats.org/drawingml/2006/main">
            <a:off x="781050" y="1895475"/>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1875" b="1">
                <a:solidFill>
                  <a:srgbClr val="1C3C5D"/>
                </a:solidFill>
                <a:latin typeface="微软雅黑"/>
                <a:ea typeface="微软雅黑"/>
                <a:cs typeface="微软雅黑"/>
              </a:defRPr>
            </a:pPr>
            <a:r>
              <a:rPr sz="1875" b="1">
                <a:solidFill>
                  <a:srgbClr val="1C3C5D"/>
                </a:solidFill>
                <a:latin typeface="微软雅黑"/>
                <a:ea typeface="微软雅黑"/>
                <a:cs typeface="微软雅黑"/>
              </a:rPr>
              <a:t>模型定义具体实验室与任务</a:t>
            </a:r>
          </a:p>
        </p:txBody>
      </p:sp>
      <p:sp>
        <p:nvSpPr>
          <p:cNvPr id="10" name="diagram-65">
            <a:extLst xmlns:a="http://schemas.openxmlformats.org/drawingml/2006/main">
              <a:ext uri="{FF2B5EF4-FFF2-40B4-BE49-F238E27FC236}">
                <a16:creationId xmlns:a16="http://schemas.microsoft.com/office/drawing/2014/main" id="{D0777FD1-77D1-465A-B6CE-FA5C52826829}"/>
              </a:ext>
            </a:extLst>
          </p:cNvPr>
          <p:cNvSpPr>
            <a:spLocks xmlns:a="http://schemas.openxmlformats.org/drawingml/2006/main" noGrp="1"/>
          </p:cNvSpPr>
          <p:nvPr/>
        </p:nvSpPr>
        <p:spPr>
          <a:xfrm xmlns:a="http://schemas.openxmlformats.org/drawingml/2006/main">
            <a:off x="781050" y="2466975"/>
            <a:ext cx="2971800" cy="752475"/>
          </a:xfrm>
          <a:prstGeom xmlns:a="http://schemas.openxmlformats.org/drawingml/2006/main" prst="roundRect">
            <a:avLst>
              <a:gd name="adj" fmla="val 10127"/>
            </a:avLst>
          </a:prstGeom>
          <a:solidFill xmlns:a="http://schemas.openxmlformats.org/drawingml/2006/main">
            <a:srgbClr val="EAF2F8"/>
          </a:solidFill>
          <a:ln xmlns:a="http://schemas.openxmlformats.org/drawingml/2006/main" w="13335">
            <a:solidFill>
              <a:srgbClr val="9BB7CC"/>
            </a:solidFill>
          </a:ln>
        </p:spPr>
        <p:txBody>
          <a:bodyPr xmlns:a="http://schemas.openxmlformats.org/drawingml/2006/main" wrap="square" lIns="76200" tIns="76200" rIns="76200" bIns="76200" anchor="ctr">
            <a:noAutofit/>
          </a:bodyPr>
          <a:lstStyle xmlns:a="http://schemas.openxmlformats.org/drawingml/2006/main"/>
          <a:p xmlns:a="http://schemas.openxmlformats.org/drawingml/2006/main">
            <a:pPr algn="ctr">
              <a:lnSpc>
                <a:spcPct val="108000"/>
              </a:lnSpc>
              <a:spcAft>
                <a:spcPts val="400"/>
              </a:spcAft>
              <a:buNone/>
              <a:defRPr sz="1725" b="0">
                <a:solidFill>
                  <a:srgbClr val="1C3C5D"/>
                </a:solidFill>
                <a:latin typeface="微软雅黑"/>
                <a:ea typeface="微软雅黑"/>
                <a:cs typeface="微软雅黑"/>
              </a:defRPr>
            </a:pPr>
            <a:r>
              <a:rPr sz="1725" b="0">
                <a:solidFill>
                  <a:srgbClr val="1C3C5D"/>
                </a:solidFill>
                <a:latin typeface="微软雅黑"/>
                <a:ea typeface="微软雅黑"/>
                <a:cs typeface="微软雅黑"/>
              </a:rPr>
              <a:t>设备模型</a:t>
            </a:r>
          </a:p>
          <a:p xmlns:a="http://schemas.openxmlformats.org/drawingml/2006/main">
            <a:pPr algn="ctr">
              <a:lnSpc>
                <a:spcPct val="108000"/>
              </a:lnSpc>
              <a:spcAft>
                <a:spcPts val="400"/>
              </a:spcAft>
              <a:buNone/>
              <a:defRPr sz="1725" b="0">
                <a:solidFill>
                  <a:srgbClr val="1C3C5D"/>
                </a:solidFill>
                <a:latin typeface="微软雅黑"/>
                <a:ea typeface="微软雅黑"/>
                <a:cs typeface="微软雅黑"/>
              </a:defRPr>
            </a:pPr>
            <a:r>
              <a:rPr sz="1725" b="0">
                <a:solidFill>
                  <a:srgbClr val="1C3C5D"/>
                </a:solidFill>
                <a:latin typeface="微软雅黑"/>
                <a:ea typeface="微软雅黑"/>
                <a:cs typeface="微软雅黑"/>
              </a:rPr>
              <a:t>能力、状态与设备属性</a:t>
            </a:r>
          </a:p>
        </p:txBody>
      </p:sp>
      <p:sp>
        <p:nvSpPr>
          <p:cNvPr id="11" name="diagram-66">
            <a:extLst xmlns:a="http://schemas.openxmlformats.org/drawingml/2006/main">
              <a:ext uri="{FF2B5EF4-FFF2-40B4-BE49-F238E27FC236}">
                <a16:creationId xmlns:a16="http://schemas.microsoft.com/office/drawing/2014/main" id="{C4078020-A479-4EE4-A1D4-3ACBD3E74750}"/>
              </a:ext>
            </a:extLst>
          </p:cNvPr>
          <p:cNvSpPr>
            <a:spLocks xmlns:a="http://schemas.openxmlformats.org/drawingml/2006/main" noGrp="1"/>
          </p:cNvSpPr>
          <p:nvPr/>
        </p:nvSpPr>
        <p:spPr>
          <a:xfrm xmlns:a="http://schemas.openxmlformats.org/drawingml/2006/main">
            <a:off x="781050" y="3409950"/>
            <a:ext cx="2971800" cy="752475"/>
          </a:xfrm>
          <a:prstGeom xmlns:a="http://schemas.openxmlformats.org/drawingml/2006/main" prst="roundRect">
            <a:avLst>
              <a:gd name="adj" fmla="val 10127"/>
            </a:avLst>
          </a:prstGeom>
          <a:solidFill xmlns:a="http://schemas.openxmlformats.org/drawingml/2006/main">
            <a:srgbClr val="EAF2F8"/>
          </a:solidFill>
          <a:ln xmlns:a="http://schemas.openxmlformats.org/drawingml/2006/main" w="13335">
            <a:solidFill>
              <a:srgbClr val="9BB7CC"/>
            </a:solidFill>
          </a:ln>
        </p:spPr>
        <p:txBody>
          <a:bodyPr xmlns:a="http://schemas.openxmlformats.org/drawingml/2006/main" wrap="square" lIns="76200" tIns="76200" rIns="76200" bIns="76200" anchor="ctr">
            <a:noAutofit/>
          </a:bodyPr>
          <a:lstStyle xmlns:a="http://schemas.openxmlformats.org/drawingml/2006/main"/>
          <a:p xmlns:a="http://schemas.openxmlformats.org/drawingml/2006/main">
            <a:pPr algn="ctr">
              <a:lnSpc>
                <a:spcPct val="108000"/>
              </a:lnSpc>
              <a:spcAft>
                <a:spcPts val="400"/>
              </a:spcAft>
              <a:buNone/>
              <a:defRPr sz="1725" b="0">
                <a:solidFill>
                  <a:srgbClr val="1C3C5D"/>
                </a:solidFill>
                <a:latin typeface="微软雅黑"/>
                <a:ea typeface="微软雅黑"/>
                <a:cs typeface="微软雅黑"/>
              </a:defRPr>
            </a:pPr>
            <a:r>
              <a:rPr sz="1725" b="0">
                <a:solidFill>
                  <a:srgbClr val="1C3C5D"/>
                </a:solidFill>
                <a:latin typeface="微软雅黑"/>
                <a:ea typeface="微软雅黑"/>
                <a:cs typeface="微软雅黑"/>
              </a:rPr>
              <a:t>流程模型</a:t>
            </a:r>
          </a:p>
          <a:p xmlns:a="http://schemas.openxmlformats.org/drawingml/2006/main">
            <a:pPr algn="ctr">
              <a:lnSpc>
                <a:spcPct val="108000"/>
              </a:lnSpc>
              <a:spcAft>
                <a:spcPts val="400"/>
              </a:spcAft>
              <a:buNone/>
              <a:defRPr sz="1725" b="0">
                <a:solidFill>
                  <a:srgbClr val="1C3C5D"/>
                </a:solidFill>
                <a:latin typeface="微软雅黑"/>
                <a:ea typeface="微软雅黑"/>
                <a:cs typeface="微软雅黑"/>
              </a:defRPr>
            </a:pPr>
            <a:r>
              <a:rPr sz="1725" b="0">
                <a:solidFill>
                  <a:srgbClr val="1C3C5D"/>
                </a:solidFill>
                <a:latin typeface="微软雅黑"/>
                <a:ea typeface="微软雅黑"/>
                <a:cs typeface="微软雅黑"/>
              </a:rPr>
              <a:t>节点、交互与数据依赖</a:t>
            </a:r>
          </a:p>
        </p:txBody>
      </p:sp>
      <p:sp>
        <p:nvSpPr>
          <p:cNvPr id="12" name="diagram-67">
            <a:extLst xmlns:a="http://schemas.openxmlformats.org/drawingml/2006/main">
              <a:ext uri="{FF2B5EF4-FFF2-40B4-BE49-F238E27FC236}">
                <a16:creationId xmlns:a16="http://schemas.microsoft.com/office/drawing/2014/main" id="{B0843CB8-9E87-444D-89D4-47CAC4E3CB76}"/>
              </a:ext>
            </a:extLst>
          </p:cNvPr>
          <p:cNvSpPr>
            <a:spLocks xmlns:a="http://schemas.openxmlformats.org/drawingml/2006/main" noGrp="1"/>
          </p:cNvSpPr>
          <p:nvPr/>
        </p:nvSpPr>
        <p:spPr>
          <a:xfrm xmlns:a="http://schemas.openxmlformats.org/drawingml/2006/main">
            <a:off x="781050" y="4352925"/>
            <a:ext cx="2971800" cy="752475"/>
          </a:xfrm>
          <a:prstGeom xmlns:a="http://schemas.openxmlformats.org/drawingml/2006/main" prst="roundRect">
            <a:avLst>
              <a:gd name="adj" fmla="val 10127"/>
            </a:avLst>
          </a:prstGeom>
          <a:solidFill xmlns:a="http://schemas.openxmlformats.org/drawingml/2006/main">
            <a:srgbClr val="EAF2F8"/>
          </a:solidFill>
          <a:ln xmlns:a="http://schemas.openxmlformats.org/drawingml/2006/main" w="13335">
            <a:solidFill>
              <a:srgbClr val="9BB7CC"/>
            </a:solidFill>
          </a:ln>
        </p:spPr>
        <p:txBody>
          <a:bodyPr xmlns:a="http://schemas.openxmlformats.org/drawingml/2006/main" wrap="square" lIns="76200" tIns="76200" rIns="76200" bIns="76200" anchor="ctr">
            <a:noAutofit/>
          </a:bodyPr>
          <a:lstStyle xmlns:a="http://schemas.openxmlformats.org/drawingml/2006/main"/>
          <a:p xmlns:a="http://schemas.openxmlformats.org/drawingml/2006/main">
            <a:pPr algn="ctr">
              <a:lnSpc>
                <a:spcPct val="108000"/>
              </a:lnSpc>
              <a:spcAft>
                <a:spcPts val="400"/>
              </a:spcAft>
              <a:buNone/>
              <a:defRPr sz="1725" b="0">
                <a:solidFill>
                  <a:srgbClr val="1C3C5D"/>
                </a:solidFill>
                <a:latin typeface="微软雅黑"/>
                <a:ea typeface="微软雅黑"/>
                <a:cs typeface="微软雅黑"/>
              </a:defRPr>
            </a:pPr>
            <a:r>
              <a:rPr sz="1725" b="0">
                <a:solidFill>
                  <a:srgbClr val="1C3C5D"/>
                </a:solidFill>
                <a:latin typeface="微软雅黑"/>
                <a:ea typeface="微软雅黑"/>
                <a:cs typeface="微软雅黑"/>
              </a:rPr>
              <a:t>约束模型</a:t>
            </a:r>
          </a:p>
          <a:p xmlns:a="http://schemas.openxmlformats.org/drawingml/2006/main">
            <a:pPr algn="ctr">
              <a:lnSpc>
                <a:spcPct val="108000"/>
              </a:lnSpc>
              <a:spcAft>
                <a:spcPts val="400"/>
              </a:spcAft>
              <a:buNone/>
              <a:defRPr sz="1725" b="0">
                <a:solidFill>
                  <a:srgbClr val="1C3C5D"/>
                </a:solidFill>
                <a:latin typeface="微软雅黑"/>
                <a:ea typeface="微软雅黑"/>
                <a:cs typeface="微软雅黑"/>
              </a:defRPr>
            </a:pPr>
            <a:r>
              <a:rPr sz="1725" b="0">
                <a:solidFill>
                  <a:srgbClr val="1C3C5D"/>
                </a:solidFill>
                <a:latin typeface="微软雅黑"/>
                <a:ea typeface="微软雅黑"/>
                <a:cs typeface="微软雅黑"/>
              </a:rPr>
              <a:t>观察对象、条件与处理动作</a:t>
            </a:r>
          </a:p>
        </p:txBody>
      </p:sp>
      <p:sp>
        <p:nvSpPr>
          <p:cNvPr id="13" name="diagram-68">
            <a:extLst xmlns:a="http://schemas.openxmlformats.org/drawingml/2006/main">
              <a:ext uri="{FF2B5EF4-FFF2-40B4-BE49-F238E27FC236}">
                <a16:creationId xmlns:a16="http://schemas.microsoft.com/office/drawing/2014/main" id="{38C29364-45D1-4C88-A7C3-94B4B5BDEB46}"/>
              </a:ext>
            </a:extLst>
          </p:cNvPr>
          <p:cNvSpPr>
            <a:spLocks xmlns:a="http://schemas.openxmlformats.org/drawingml/2006/main" noGrp="1"/>
          </p:cNvSpPr>
          <p:nvPr/>
        </p:nvSpPr>
        <p:spPr>
          <a:xfrm xmlns:a="http://schemas.openxmlformats.org/drawingml/2006/main">
            <a:off x="4762500" y="2076450"/>
            <a:ext cx="3667125" cy="3257550"/>
          </a:xfrm>
          <a:prstGeom xmlns:a="http://schemas.openxmlformats.org/drawingml/2006/main" prst="roundRect">
            <a:avLst>
              <a:gd name="adj" fmla="val 2339"/>
            </a:avLst>
          </a:prstGeom>
          <a:solidFill xmlns:a="http://schemas.openxmlformats.org/drawingml/2006/main">
            <a:srgbClr val="EAF2F8"/>
          </a:solidFill>
          <a:ln xmlns:a="http://schemas.openxmlformats.org/drawingml/2006/main" w="19050">
            <a:solidFill>
              <a:srgbClr val="2774AC"/>
            </a:solidFill>
          </a:ln>
        </p:spPr>
      </p:sp>
      <p:sp>
        <p:nvSpPr>
          <p:cNvPr id="14" name="text-69">
            <a:extLst xmlns:a="http://schemas.openxmlformats.org/drawingml/2006/main">
              <a:ext uri="{FF2B5EF4-FFF2-40B4-BE49-F238E27FC236}">
                <a16:creationId xmlns:a16="http://schemas.microsoft.com/office/drawing/2014/main" id="{9A409420-AD7E-4DF5-BD92-3DE4BC22F682}"/>
              </a:ext>
            </a:extLst>
          </p:cNvPr>
          <p:cNvSpPr>
            <a:spLocks xmlns:a="http://schemas.openxmlformats.org/drawingml/2006/main" noGrp="1"/>
          </p:cNvSpPr>
          <p:nvPr/>
        </p:nvSpPr>
        <p:spPr>
          <a:xfrm xmlns:a="http://schemas.openxmlformats.org/drawingml/2006/main">
            <a:off x="5029200" y="2314575"/>
            <a:ext cx="31337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2000"/>
              </a:lnSpc>
              <a:spcBef>
                <a:spcPts val="0"/>
              </a:spcBef>
              <a:spcAft>
                <a:spcPts val="0"/>
              </a:spcAft>
              <a:buNone/>
              <a:defRPr sz="2250" b="1">
                <a:solidFill>
                  <a:srgbClr val="1C3C5D"/>
                </a:solidFill>
                <a:latin typeface="微软雅黑"/>
                <a:ea typeface="微软雅黑"/>
                <a:cs typeface="微软雅黑"/>
              </a:defRPr>
            </a:pPr>
            <a:r>
              <a:rPr sz="2250" b="1">
                <a:solidFill>
                  <a:srgbClr val="1C3C5D"/>
                </a:solidFill>
                <a:latin typeface="微软雅黑"/>
                <a:ea typeface="微软雅黑"/>
                <a:cs typeface="微软雅黑"/>
              </a:rPr>
              <a:t>通用执行框架</a:t>
            </a:r>
          </a:p>
        </p:txBody>
      </p:sp>
      <p:sp>
        <p:nvSpPr>
          <p:cNvPr id="15" name="anchor-70">
            <a:extLst xmlns:a="http://schemas.openxmlformats.org/drawingml/2006/main">
              <a:ext uri="{FF2B5EF4-FFF2-40B4-BE49-F238E27FC236}">
                <a16:creationId xmlns:a16="http://schemas.microsoft.com/office/drawing/2014/main" id="{543CF0F9-6DAA-427B-A202-AC2A3DD364A8}"/>
              </a:ext>
            </a:extLst>
          </p:cNvPr>
          <p:cNvSpPr>
            <a:spLocks xmlns:a="http://schemas.openxmlformats.org/drawingml/2006/main" noGrp="1"/>
          </p:cNvSpPr>
          <p:nvPr/>
        </p:nvSpPr>
        <p:spPr>
          <a:xfrm xmlns:a="http://schemas.openxmlformats.org/drawingml/2006/main">
            <a:off x="4962525" y="2886075"/>
            <a:ext cx="19050" cy="19050"/>
          </a:xfrm>
          <a:prstGeom xmlns:a="http://schemas.openxmlformats.org/drawingml/2006/main" prst="rect">
            <a:avLst/>
          </a:prstGeom>
          <a:noFill xmlns:a="http://schemas.openxmlformats.org/drawingml/2006/main"/>
          <a:ln xmlns:a="http://schemas.openxmlformats.org/drawingml/2006/main" w="0">
            <a:noFill/>
          </a:ln>
        </p:spPr>
      </p:sp>
      <p:sp>
        <p:nvSpPr>
          <p:cNvPr id="16" name="anchor-71">
            <a:extLst xmlns:a="http://schemas.openxmlformats.org/drawingml/2006/main">
              <a:ext uri="{FF2B5EF4-FFF2-40B4-BE49-F238E27FC236}">
                <a16:creationId xmlns:a16="http://schemas.microsoft.com/office/drawing/2014/main" id="{024EDC47-8010-41A4-B637-BAEE7B7CC11D}"/>
              </a:ext>
            </a:extLst>
          </p:cNvPr>
          <p:cNvSpPr>
            <a:spLocks xmlns:a="http://schemas.openxmlformats.org/drawingml/2006/main" noGrp="1"/>
          </p:cNvSpPr>
          <p:nvPr/>
        </p:nvSpPr>
        <p:spPr>
          <a:xfrm xmlns:a="http://schemas.openxmlformats.org/drawingml/2006/main">
            <a:off x="8191500" y="288607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52" name=""/>
          <p:cNvCxnSpPr>
            <a:stCxn xmlns:a="http://schemas.openxmlformats.org/drawingml/2006/main" id="15" idx="3"/>
            <a:endCxn xmlns:a="http://schemas.openxmlformats.org/drawingml/2006/main" id="16" idx="1"/>
          </p:cNvCxnSpPr>
          <p:nvPr/>
        </p:nvCxnSpPr>
        <p:spPr>
          <a:xfrm xmlns:a="http://schemas.openxmlformats.org/drawingml/2006/main">
            <a:off x="4981575" y="2895600"/>
            <a:ext cx="3209925" cy="0"/>
          </a:xfrm>
          <a:prstGeom xmlns:a="http://schemas.openxmlformats.org/drawingml/2006/main" prst="straightConnector1">
            <a:avLst/>
          </a:prstGeom>
          <a:ln xmlns:a="http://schemas.openxmlformats.org/drawingml/2006/main" w="9525">
            <a:solidFill>
              <a:srgbClr val="9BB7CC"/>
            </a:solidFill>
            <a:prstDash val="solid"/>
            <a:tailEnd type="none" w="med" len="med"/>
          </a:ln>
        </p:spPr>
      </p:cxnSp>
      <p:sp>
        <p:nvSpPr>
          <p:cNvPr id="18" name="text-72">
            <a:extLst xmlns:a="http://schemas.openxmlformats.org/drawingml/2006/main">
              <a:ext uri="{FF2B5EF4-FFF2-40B4-BE49-F238E27FC236}">
                <a16:creationId xmlns:a16="http://schemas.microsoft.com/office/drawing/2014/main" id="{FC878B75-C25F-4571-8E30-D39F6966AA29}"/>
              </a:ext>
            </a:extLst>
          </p:cNvPr>
          <p:cNvSpPr>
            <a:spLocks xmlns:a="http://schemas.openxmlformats.org/drawingml/2006/main" noGrp="1"/>
          </p:cNvSpPr>
          <p:nvPr/>
        </p:nvSpPr>
        <p:spPr>
          <a:xfrm xmlns:a="http://schemas.openxmlformats.org/drawingml/2006/main">
            <a:off x="5191125" y="3124200"/>
            <a:ext cx="2857500" cy="1847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900"/>
              </a:spcAft>
              <a:buNone/>
              <a:defRPr sz="1800" b="0">
                <a:solidFill>
                  <a:srgbClr val="243746"/>
                </a:solidFill>
                <a:latin typeface="微软雅黑"/>
                <a:ea typeface="微软雅黑"/>
                <a:cs typeface="微软雅黑"/>
              </a:defRPr>
            </a:pPr>
            <a:r>
              <a:rPr sz="1800" b="0">
                <a:solidFill>
                  <a:srgbClr val="243746"/>
                </a:solidFill>
                <a:latin typeface="微软雅黑"/>
                <a:ea typeface="微软雅黑"/>
                <a:cs typeface="微软雅黑"/>
              </a:rPr>
              <a:t>接口规定交互</a:t>
            </a:r>
          </a:p>
          <a:p xmlns:a="http://schemas.openxmlformats.org/drawingml/2006/main">
            <a:pPr algn="l">
              <a:lnSpc>
                <a:spcPct val="112000"/>
              </a:lnSpc>
              <a:spcBef>
                <a:spcPts val="0"/>
              </a:spcBef>
              <a:spcAft>
                <a:spcPts val="900"/>
              </a:spcAft>
              <a:buNone/>
              <a:defRPr sz="1800" b="0">
                <a:solidFill>
                  <a:srgbClr val="243746"/>
                </a:solidFill>
                <a:latin typeface="微软雅黑"/>
                <a:ea typeface="微软雅黑"/>
                <a:cs typeface="微软雅黑"/>
              </a:defRPr>
            </a:pPr>
            <a:r>
              <a:rPr sz="1800" b="0">
                <a:solidFill>
                  <a:srgbClr val="243746"/>
                </a:solidFill>
                <a:latin typeface="微软雅黑"/>
                <a:ea typeface="微软雅黑"/>
                <a:cs typeface="微软雅黑"/>
              </a:rPr>
              <a:t>触发器驱动动作</a:t>
            </a:r>
          </a:p>
          <a:p xmlns:a="http://schemas.openxmlformats.org/drawingml/2006/main">
            <a:pPr algn="l">
              <a:lnSpc>
                <a:spcPct val="112000"/>
              </a:lnSpc>
              <a:spcBef>
                <a:spcPts val="0"/>
              </a:spcBef>
              <a:spcAft>
                <a:spcPts val="900"/>
              </a:spcAft>
              <a:buNone/>
              <a:defRPr sz="1800" b="0">
                <a:solidFill>
                  <a:srgbClr val="243746"/>
                </a:solidFill>
                <a:latin typeface="微软雅黑"/>
                <a:ea typeface="微软雅黑"/>
                <a:cs typeface="微软雅黑"/>
              </a:defRPr>
            </a:pPr>
            <a:r>
              <a:rPr sz="1800" b="0">
                <a:solidFill>
                  <a:srgbClr val="243746"/>
                </a:solidFill>
                <a:latin typeface="微软雅黑"/>
                <a:ea typeface="微软雅黑"/>
                <a:cs typeface="微软雅黑"/>
              </a:rPr>
              <a:t>状态机组织设备行为</a:t>
            </a:r>
          </a:p>
          <a:p xmlns:a="http://schemas.openxmlformats.org/drawingml/2006/main">
            <a:pPr algn="l">
              <a:lnSpc>
                <a:spcPct val="112000"/>
              </a:lnSpc>
              <a:spcBef>
                <a:spcPts val="0"/>
              </a:spcBef>
              <a:spcAft>
                <a:spcPts val="900"/>
              </a:spcAft>
              <a:buNone/>
              <a:defRPr sz="1800" b="0">
                <a:solidFill>
                  <a:srgbClr val="243746"/>
                </a:solidFill>
                <a:latin typeface="微软雅黑"/>
                <a:ea typeface="微软雅黑"/>
                <a:cs typeface="微软雅黑"/>
              </a:defRPr>
            </a:pPr>
            <a:r>
              <a:rPr sz="1800" b="0">
                <a:solidFill>
                  <a:srgbClr val="243746"/>
                </a:solidFill>
                <a:latin typeface="微软雅黑"/>
                <a:ea typeface="微软雅黑"/>
                <a:cs typeface="微软雅黑"/>
              </a:rPr>
              <a:t>变量与端口传递数据</a:t>
            </a:r>
          </a:p>
          <a:p xmlns:a="http://schemas.openxmlformats.org/drawingml/2006/main">
            <a:pPr algn="l">
              <a:lnSpc>
                <a:spcPct val="112000"/>
              </a:lnSpc>
              <a:spcBef>
                <a:spcPts val="0"/>
              </a:spcBef>
              <a:spcAft>
                <a:spcPts val="900"/>
              </a:spcAft>
              <a:buNone/>
              <a:defRPr sz="1800" b="0">
                <a:solidFill>
                  <a:srgbClr val="243746"/>
                </a:solidFill>
                <a:latin typeface="微软雅黑"/>
                <a:ea typeface="微软雅黑"/>
                <a:cs typeface="微软雅黑"/>
              </a:defRPr>
            </a:pPr>
            <a:r>
              <a:rPr sz="1800" b="0">
                <a:solidFill>
                  <a:srgbClr val="243746"/>
                </a:solidFill>
                <a:latin typeface="微软雅黑"/>
                <a:ea typeface="微软雅黑"/>
                <a:cs typeface="微软雅黑"/>
              </a:rPr>
              <a:t>约束监督执行边界</a:t>
            </a:r>
          </a:p>
        </p:txBody>
      </p:sp>
      <p:sp>
        <p:nvSpPr>
          <p:cNvPr id="19" name="anchor-73">
            <a:extLst xmlns:a="http://schemas.openxmlformats.org/drawingml/2006/main">
              <a:ext uri="{FF2B5EF4-FFF2-40B4-BE49-F238E27FC236}">
                <a16:creationId xmlns:a16="http://schemas.microsoft.com/office/drawing/2014/main" id="{77B4EC25-4EB8-473E-91D9-1DDE0C42F9A2}"/>
              </a:ext>
            </a:extLst>
          </p:cNvPr>
          <p:cNvSpPr>
            <a:spLocks xmlns:a="http://schemas.openxmlformats.org/drawingml/2006/main" noGrp="1"/>
          </p:cNvSpPr>
          <p:nvPr/>
        </p:nvSpPr>
        <p:spPr>
          <a:xfrm xmlns:a="http://schemas.openxmlformats.org/drawingml/2006/main">
            <a:off x="3743325" y="2828925"/>
            <a:ext cx="19050" cy="19050"/>
          </a:xfrm>
          <a:prstGeom xmlns:a="http://schemas.openxmlformats.org/drawingml/2006/main" prst="rect">
            <a:avLst/>
          </a:prstGeom>
          <a:noFill xmlns:a="http://schemas.openxmlformats.org/drawingml/2006/main"/>
          <a:ln xmlns:a="http://schemas.openxmlformats.org/drawingml/2006/main" w="0">
            <a:noFill/>
          </a:ln>
        </p:spPr>
      </p:sp>
      <p:sp>
        <p:nvSpPr>
          <p:cNvPr id="20" name="anchor-74">
            <a:extLst xmlns:a="http://schemas.openxmlformats.org/drawingml/2006/main">
              <a:ext uri="{FF2B5EF4-FFF2-40B4-BE49-F238E27FC236}">
                <a16:creationId xmlns:a16="http://schemas.microsoft.com/office/drawing/2014/main" id="{B8663CEB-B3CC-4FD6-A42B-56377F53E806}"/>
              </a:ext>
            </a:extLst>
          </p:cNvPr>
          <p:cNvSpPr>
            <a:spLocks xmlns:a="http://schemas.openxmlformats.org/drawingml/2006/main" noGrp="1"/>
          </p:cNvSpPr>
          <p:nvPr/>
        </p:nvSpPr>
        <p:spPr>
          <a:xfrm xmlns:a="http://schemas.openxmlformats.org/drawingml/2006/main">
            <a:off x="4210050" y="2828925"/>
            <a:ext cx="19050" cy="19050"/>
          </a:xfrm>
          <a:prstGeom xmlns:a="http://schemas.openxmlformats.org/drawingml/2006/main" prst="rect">
            <a:avLst/>
          </a:prstGeom>
          <a:noFill xmlns:a="http://schemas.openxmlformats.org/drawingml/2006/main"/>
          <a:ln xmlns:a="http://schemas.openxmlformats.org/drawingml/2006/main" w="0">
            <a:noFill/>
          </a:ln>
        </p:spPr>
      </p:sp>
      <p:sp>
        <p:nvSpPr>
          <p:cNvPr id="21" name="anchor-75">
            <a:extLst xmlns:a="http://schemas.openxmlformats.org/drawingml/2006/main">
              <a:ext uri="{FF2B5EF4-FFF2-40B4-BE49-F238E27FC236}">
                <a16:creationId xmlns:a16="http://schemas.microsoft.com/office/drawing/2014/main" id="{4482AD8D-430B-4269-A756-431B57AFE21F}"/>
              </a:ext>
            </a:extLst>
          </p:cNvPr>
          <p:cNvSpPr>
            <a:spLocks xmlns:a="http://schemas.openxmlformats.org/drawingml/2006/main" noGrp="1"/>
          </p:cNvSpPr>
          <p:nvPr/>
        </p:nvSpPr>
        <p:spPr>
          <a:xfrm xmlns:a="http://schemas.openxmlformats.org/drawingml/2006/main">
            <a:off x="4210050" y="3771900"/>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57" name=""/>
          <p:cNvCxnSpPr>
            <a:stCxn xmlns:a="http://schemas.openxmlformats.org/drawingml/2006/main" id="19" idx="3"/>
            <a:endCxn xmlns:a="http://schemas.openxmlformats.org/drawingml/2006/main" id="20" idx="1"/>
          </p:cNvCxnSpPr>
          <p:nvPr/>
        </p:nvCxnSpPr>
        <p:spPr>
          <a:xfrm xmlns:a="http://schemas.openxmlformats.org/drawingml/2006/main">
            <a:off x="3762375" y="2838450"/>
            <a:ext cx="447675" cy="0"/>
          </a:xfrm>
          <a:prstGeom xmlns:a="http://schemas.openxmlformats.org/drawingml/2006/main" prst="straightConnector1">
            <a:avLst/>
          </a:prstGeom>
          <a:ln xmlns:a="http://schemas.openxmlformats.org/drawingml/2006/main" w="19050">
            <a:solidFill>
              <a:srgbClr val="2774AC"/>
            </a:solidFill>
            <a:prstDash val="solid"/>
            <a:tailEnd type="none" w="med" len="med"/>
          </a:ln>
        </p:spPr>
      </p:cxnSp>
      <p:cxnSp>
        <p:nvCxnSpPr>
          <p:cNvPr id="58" name=""/>
          <p:cNvCxnSpPr>
            <a:stCxn xmlns:a="http://schemas.openxmlformats.org/drawingml/2006/main" id="20" idx="2"/>
            <a:endCxn xmlns:a="http://schemas.openxmlformats.org/drawingml/2006/main" id="21" idx="0"/>
          </p:cNvCxnSpPr>
          <p:nvPr/>
        </p:nvCxnSpPr>
        <p:spPr>
          <a:xfrm xmlns:a="http://schemas.openxmlformats.org/drawingml/2006/main">
            <a:off x="4219575" y="2847975"/>
            <a:ext cx="0" cy="923925"/>
          </a:xfrm>
          <a:prstGeom xmlns:a="http://schemas.openxmlformats.org/drawingml/2006/main" prst="straightConnector1">
            <a:avLst/>
          </a:prstGeom>
          <a:ln xmlns:a="http://schemas.openxmlformats.org/drawingml/2006/main" w="19050">
            <a:solidFill>
              <a:srgbClr val="2774AC"/>
            </a:solidFill>
            <a:prstDash val="solid"/>
            <a:tailEnd type="none" w="med" len="med"/>
          </a:ln>
        </p:spPr>
      </p:cxnSp>
      <p:sp>
        <p:nvSpPr>
          <p:cNvPr id="24" name="anchor-76">
            <a:extLst xmlns:a="http://schemas.openxmlformats.org/drawingml/2006/main">
              <a:ext uri="{FF2B5EF4-FFF2-40B4-BE49-F238E27FC236}">
                <a16:creationId xmlns:a16="http://schemas.microsoft.com/office/drawing/2014/main" id="{9A6FB576-2AF5-4D8E-A0F0-C7890DBB01FD}"/>
              </a:ext>
            </a:extLst>
          </p:cNvPr>
          <p:cNvSpPr>
            <a:spLocks xmlns:a="http://schemas.openxmlformats.org/drawingml/2006/main" noGrp="1"/>
          </p:cNvSpPr>
          <p:nvPr/>
        </p:nvSpPr>
        <p:spPr>
          <a:xfrm xmlns:a="http://schemas.openxmlformats.org/drawingml/2006/main">
            <a:off x="3743325" y="4714875"/>
            <a:ext cx="19050" cy="19050"/>
          </a:xfrm>
          <a:prstGeom xmlns:a="http://schemas.openxmlformats.org/drawingml/2006/main" prst="rect">
            <a:avLst/>
          </a:prstGeom>
          <a:noFill xmlns:a="http://schemas.openxmlformats.org/drawingml/2006/main"/>
          <a:ln xmlns:a="http://schemas.openxmlformats.org/drawingml/2006/main" w="0">
            <a:noFill/>
          </a:ln>
        </p:spPr>
      </p:sp>
      <p:sp>
        <p:nvSpPr>
          <p:cNvPr id="25" name="anchor-77">
            <a:extLst xmlns:a="http://schemas.openxmlformats.org/drawingml/2006/main">
              <a:ext uri="{FF2B5EF4-FFF2-40B4-BE49-F238E27FC236}">
                <a16:creationId xmlns:a16="http://schemas.microsoft.com/office/drawing/2014/main" id="{01151E0D-70DE-4AF6-B6B6-F1FA61A3DBE5}"/>
              </a:ext>
            </a:extLst>
          </p:cNvPr>
          <p:cNvSpPr>
            <a:spLocks xmlns:a="http://schemas.openxmlformats.org/drawingml/2006/main" noGrp="1"/>
          </p:cNvSpPr>
          <p:nvPr/>
        </p:nvSpPr>
        <p:spPr>
          <a:xfrm xmlns:a="http://schemas.openxmlformats.org/drawingml/2006/main">
            <a:off x="4210050" y="4714875"/>
            <a:ext cx="19050" cy="19050"/>
          </a:xfrm>
          <a:prstGeom xmlns:a="http://schemas.openxmlformats.org/drawingml/2006/main" prst="rect">
            <a:avLst/>
          </a:prstGeom>
          <a:noFill xmlns:a="http://schemas.openxmlformats.org/drawingml/2006/main"/>
          <a:ln xmlns:a="http://schemas.openxmlformats.org/drawingml/2006/main" w="0">
            <a:noFill/>
          </a:ln>
        </p:spPr>
      </p:sp>
      <p:sp>
        <p:nvSpPr>
          <p:cNvPr id="26" name="anchor-78">
            <a:extLst xmlns:a="http://schemas.openxmlformats.org/drawingml/2006/main">
              <a:ext uri="{FF2B5EF4-FFF2-40B4-BE49-F238E27FC236}">
                <a16:creationId xmlns:a16="http://schemas.microsoft.com/office/drawing/2014/main" id="{66DAACCD-1D09-484A-84FB-03910D717AE5}"/>
              </a:ext>
            </a:extLst>
          </p:cNvPr>
          <p:cNvSpPr>
            <a:spLocks xmlns:a="http://schemas.openxmlformats.org/drawingml/2006/main" noGrp="1"/>
          </p:cNvSpPr>
          <p:nvPr/>
        </p:nvSpPr>
        <p:spPr>
          <a:xfrm xmlns:a="http://schemas.openxmlformats.org/drawingml/2006/main">
            <a:off x="4210050" y="3771900"/>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62" name=""/>
          <p:cNvCxnSpPr>
            <a:stCxn xmlns:a="http://schemas.openxmlformats.org/drawingml/2006/main" id="24" idx="3"/>
            <a:endCxn xmlns:a="http://schemas.openxmlformats.org/drawingml/2006/main" id="25" idx="1"/>
          </p:cNvCxnSpPr>
          <p:nvPr/>
        </p:nvCxnSpPr>
        <p:spPr>
          <a:xfrm xmlns:a="http://schemas.openxmlformats.org/drawingml/2006/main">
            <a:off x="3762375" y="4724400"/>
            <a:ext cx="447675" cy="0"/>
          </a:xfrm>
          <a:prstGeom xmlns:a="http://schemas.openxmlformats.org/drawingml/2006/main" prst="straightConnector1">
            <a:avLst/>
          </a:prstGeom>
          <a:ln xmlns:a="http://schemas.openxmlformats.org/drawingml/2006/main" w="19050">
            <a:solidFill>
              <a:srgbClr val="2774AC"/>
            </a:solidFill>
            <a:prstDash val="solid"/>
            <a:tailEnd type="none" w="med" len="med"/>
          </a:ln>
        </p:spPr>
      </p:cxnSp>
      <p:cxnSp>
        <p:nvCxnSpPr>
          <p:cNvPr id="63" name=""/>
          <p:cNvCxnSpPr>
            <a:stCxn xmlns:a="http://schemas.openxmlformats.org/drawingml/2006/main" id="25" idx="0"/>
            <a:endCxn xmlns:a="http://schemas.openxmlformats.org/drawingml/2006/main" id="26" idx="2"/>
          </p:cNvCxnSpPr>
          <p:nvPr/>
        </p:nvCxnSpPr>
        <p:spPr>
          <a:xfrm xmlns:a="http://schemas.openxmlformats.org/drawingml/2006/main" flipV="1">
            <a:off x="4219575" y="3790950"/>
            <a:ext cx="0" cy="923925"/>
          </a:xfrm>
          <a:prstGeom xmlns:a="http://schemas.openxmlformats.org/drawingml/2006/main" prst="straightConnector1">
            <a:avLst/>
          </a:prstGeom>
          <a:ln xmlns:a="http://schemas.openxmlformats.org/drawingml/2006/main" w="19050">
            <a:solidFill>
              <a:srgbClr val="2774AC"/>
            </a:solidFill>
            <a:prstDash val="solid"/>
            <a:tailEnd type="none" w="med" len="med"/>
          </a:ln>
        </p:spPr>
      </p:cxnSp>
      <p:sp>
        <p:nvSpPr>
          <p:cNvPr id="29" name="anchor-79">
            <a:extLst xmlns:a="http://schemas.openxmlformats.org/drawingml/2006/main">
              <a:ext uri="{FF2B5EF4-FFF2-40B4-BE49-F238E27FC236}">
                <a16:creationId xmlns:a16="http://schemas.microsoft.com/office/drawing/2014/main" id="{9FA75E20-ABAE-4CDA-85A2-33C9CE966D08}"/>
              </a:ext>
            </a:extLst>
          </p:cNvPr>
          <p:cNvSpPr>
            <a:spLocks xmlns:a="http://schemas.openxmlformats.org/drawingml/2006/main" noGrp="1"/>
          </p:cNvSpPr>
          <p:nvPr/>
        </p:nvSpPr>
        <p:spPr>
          <a:xfrm xmlns:a="http://schemas.openxmlformats.org/drawingml/2006/main">
            <a:off x="3743325" y="3771900"/>
            <a:ext cx="19050" cy="19050"/>
          </a:xfrm>
          <a:prstGeom xmlns:a="http://schemas.openxmlformats.org/drawingml/2006/main" prst="rect">
            <a:avLst/>
          </a:prstGeom>
          <a:noFill xmlns:a="http://schemas.openxmlformats.org/drawingml/2006/main"/>
          <a:ln xmlns:a="http://schemas.openxmlformats.org/drawingml/2006/main" w="0">
            <a:noFill/>
          </a:ln>
        </p:spPr>
      </p:sp>
      <p:sp>
        <p:nvSpPr>
          <p:cNvPr id="30" name="anchor-80">
            <a:extLst xmlns:a="http://schemas.openxmlformats.org/drawingml/2006/main">
              <a:ext uri="{FF2B5EF4-FFF2-40B4-BE49-F238E27FC236}">
                <a16:creationId xmlns:a16="http://schemas.microsoft.com/office/drawing/2014/main" id="{899AB48F-3976-464B-9D14-7906B28EBCA8}"/>
              </a:ext>
            </a:extLst>
          </p:cNvPr>
          <p:cNvSpPr>
            <a:spLocks xmlns:a="http://schemas.openxmlformats.org/drawingml/2006/main" noGrp="1"/>
          </p:cNvSpPr>
          <p:nvPr/>
        </p:nvSpPr>
        <p:spPr>
          <a:xfrm xmlns:a="http://schemas.openxmlformats.org/drawingml/2006/main">
            <a:off x="4752975" y="3771900"/>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66" name=""/>
          <p:cNvCxnSpPr>
            <a:stCxn xmlns:a="http://schemas.openxmlformats.org/drawingml/2006/main" id="29" idx="3"/>
            <a:endCxn xmlns:a="http://schemas.openxmlformats.org/drawingml/2006/main" id="30" idx="1"/>
          </p:cNvCxnSpPr>
          <p:nvPr/>
        </p:nvCxnSpPr>
        <p:spPr>
          <a:xfrm xmlns:a="http://schemas.openxmlformats.org/drawingml/2006/main">
            <a:off x="3762375" y="3781425"/>
            <a:ext cx="990600" cy="0"/>
          </a:xfrm>
          <a:prstGeom xmlns:a="http://schemas.openxmlformats.org/drawingml/2006/main" prst="straightConnector1">
            <a:avLst/>
          </a:prstGeom>
          <a:ln xmlns:a="http://schemas.openxmlformats.org/drawingml/2006/main" w="19050">
            <a:solidFill>
              <a:srgbClr val="2774AC"/>
            </a:solidFill>
            <a:prstDash val="solid"/>
            <a:tailEnd type="triangle" w="med" len="med"/>
          </a:ln>
        </p:spPr>
      </p:cxnSp>
      <p:sp>
        <p:nvSpPr>
          <p:cNvPr id="32" name="diagram-81">
            <a:extLst xmlns:a="http://schemas.openxmlformats.org/drawingml/2006/main">
              <a:ext uri="{FF2B5EF4-FFF2-40B4-BE49-F238E27FC236}">
                <a16:creationId xmlns:a16="http://schemas.microsoft.com/office/drawing/2014/main" id="{E1F7CBEF-E645-4086-95F1-3174F06FB4FA}"/>
              </a:ext>
            </a:extLst>
          </p:cNvPr>
          <p:cNvSpPr>
            <a:spLocks xmlns:a="http://schemas.openxmlformats.org/drawingml/2006/main" noGrp="1"/>
          </p:cNvSpPr>
          <p:nvPr/>
        </p:nvSpPr>
        <p:spPr>
          <a:xfrm xmlns:a="http://schemas.openxmlformats.org/drawingml/2006/main">
            <a:off x="9191625" y="3028950"/>
            <a:ext cx="2314575" cy="1438275"/>
          </a:xfrm>
          <a:prstGeom xmlns:a="http://schemas.openxmlformats.org/drawingml/2006/main" prst="roundRect">
            <a:avLst>
              <a:gd name="adj" fmla="val 5298"/>
            </a:avLst>
          </a:prstGeom>
          <a:solidFill xmlns:a="http://schemas.openxmlformats.org/drawingml/2006/main">
            <a:srgbClr val="E9F5F2"/>
          </a:solidFill>
          <a:ln xmlns:a="http://schemas.openxmlformats.org/drawingml/2006/main" w="13335">
            <a:solidFill>
              <a:srgbClr val="178477"/>
            </a:solidFill>
          </a:ln>
        </p:spPr>
        <p:txBody>
          <a:bodyPr xmlns:a="http://schemas.openxmlformats.org/drawingml/2006/main" wrap="square" lIns="76200" tIns="76200" rIns="76200" bIns="76200" anchor="ctr">
            <a:noAutofit/>
          </a:bodyPr>
          <a:lstStyle xmlns:a="http://schemas.openxmlformats.org/drawingml/2006/main"/>
          <a:p xmlns:a="http://schemas.openxmlformats.org/drawingml/2006/main">
            <a:pPr algn="ctr">
              <a:lnSpc>
                <a:spcPct val="108000"/>
              </a:lnSpc>
              <a:spcAft>
                <a:spcPts val="700"/>
              </a:spcAft>
              <a:buNone/>
              <a:defRPr sz="1875" b="1">
                <a:solidFill>
                  <a:srgbClr val="1C3C5D"/>
                </a:solidFill>
                <a:latin typeface="微软雅黑"/>
                <a:ea typeface="微软雅黑"/>
                <a:cs typeface="微软雅黑"/>
              </a:defRPr>
            </a:pPr>
            <a:r>
              <a:rPr sz="1875" b="1">
                <a:solidFill>
                  <a:srgbClr val="1C3C5D"/>
                </a:solidFill>
                <a:latin typeface="微软雅黑"/>
                <a:ea typeface="微软雅黑"/>
                <a:cs typeface="微软雅黑"/>
              </a:rPr>
              <a:t>任务执行</a:t>
            </a:r>
          </a:p>
          <a:p xmlns:a="http://schemas.openxmlformats.org/drawingml/2006/main">
            <a:pPr algn="ctr">
              <a:lnSpc>
                <a:spcPct val="108000"/>
              </a:lnSpc>
              <a:spcAft>
                <a:spcPts val="700"/>
              </a:spcAft>
              <a:buNone/>
              <a:defRPr sz="1875" b="1">
                <a:solidFill>
                  <a:srgbClr val="1C3C5D"/>
                </a:solidFill>
                <a:latin typeface="微软雅黑"/>
                <a:ea typeface="微软雅黑"/>
                <a:cs typeface="微软雅黑"/>
              </a:defRPr>
            </a:pPr>
            <a:r>
              <a:rPr sz="1875" b="1">
                <a:solidFill>
                  <a:srgbClr val="1C3C5D"/>
                </a:solidFill>
                <a:latin typeface="微软雅黑"/>
                <a:ea typeface="微软雅黑"/>
                <a:cs typeface="微软雅黑"/>
              </a:rPr>
              <a:t>设备控制</a:t>
            </a:r>
          </a:p>
          <a:p xmlns:a="http://schemas.openxmlformats.org/drawingml/2006/main">
            <a:pPr algn="ctr">
              <a:lnSpc>
                <a:spcPct val="108000"/>
              </a:lnSpc>
              <a:spcAft>
                <a:spcPts val="700"/>
              </a:spcAft>
              <a:buNone/>
              <a:defRPr sz="1875" b="1">
                <a:solidFill>
                  <a:srgbClr val="1C3C5D"/>
                </a:solidFill>
                <a:latin typeface="微软雅黑"/>
                <a:ea typeface="微软雅黑"/>
                <a:cs typeface="微软雅黑"/>
              </a:defRPr>
            </a:pPr>
            <a:r>
              <a:rPr sz="1875" b="1">
                <a:solidFill>
                  <a:srgbClr val="1C3C5D"/>
                </a:solidFill>
                <a:latin typeface="微软雅黑"/>
                <a:ea typeface="微软雅黑"/>
                <a:cs typeface="微软雅黑"/>
              </a:rPr>
              <a:t>状态与数据反馈</a:t>
            </a:r>
          </a:p>
        </p:txBody>
      </p:sp>
      <p:cxnSp>
        <p:nvCxnSpPr>
          <p:cNvPr id="68" name=""/>
          <p:cNvCxnSpPr>
            <a:stCxn xmlns:a="http://schemas.openxmlformats.org/drawingml/2006/main" id="13" idx="3"/>
            <a:endCxn xmlns:a="http://schemas.openxmlformats.org/drawingml/2006/main" id="32" idx="1"/>
          </p:cNvCxnSpPr>
          <p:nvPr/>
        </p:nvCxnSpPr>
        <p:spPr>
          <a:xfrm xmlns:a="http://schemas.openxmlformats.org/drawingml/2006/main">
            <a:off x="8429625" y="3705225"/>
            <a:ext cx="762000" cy="42863"/>
          </a:xfrm>
          <a:prstGeom xmlns:a="http://schemas.openxmlformats.org/drawingml/2006/main" prst="straightConnector1">
            <a:avLst/>
          </a:prstGeom>
          <a:ln xmlns:a="http://schemas.openxmlformats.org/drawingml/2006/main" w="19050">
            <a:solidFill>
              <a:srgbClr val="2774AC"/>
            </a:solidFill>
            <a:prstDash val="solid"/>
            <a:tailEnd type="triangle" w="med" len="med"/>
          </a:ln>
        </p:spPr>
      </p:cxnSp>
      <p:sp>
        <p:nvSpPr>
          <p:cNvPr id="34" name="text-82">
            <a:extLst xmlns:a="http://schemas.openxmlformats.org/drawingml/2006/main">
              <a:ext uri="{FF2B5EF4-FFF2-40B4-BE49-F238E27FC236}">
                <a16:creationId xmlns:a16="http://schemas.microsoft.com/office/drawing/2014/main" id="{5CF9DF1F-4124-411D-B8D2-C7610AE258EB}"/>
              </a:ext>
            </a:extLst>
          </p:cNvPr>
          <p:cNvSpPr>
            <a:spLocks xmlns:a="http://schemas.openxmlformats.org/drawingml/2006/main" noGrp="1"/>
          </p:cNvSpPr>
          <p:nvPr/>
        </p:nvSpPr>
        <p:spPr>
          <a:xfrm xmlns:a="http://schemas.openxmlformats.org/drawingml/2006/main">
            <a:off x="8486775" y="3352800"/>
            <a:ext cx="647700" cy="27622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2000"/>
              </a:lnSpc>
              <a:spcBef>
                <a:spcPts val="0"/>
              </a:spcBef>
              <a:spcAft>
                <a:spcPts val="0"/>
              </a:spcAft>
              <a:buNone/>
              <a:defRPr sz="1575" b="0">
                <a:solidFill>
                  <a:srgbClr val="5B6B78"/>
                </a:solidFill>
                <a:latin typeface="微软雅黑"/>
                <a:ea typeface="微软雅黑"/>
                <a:cs typeface="微软雅黑"/>
              </a:defRPr>
            </a:pPr>
            <a:r>
              <a:rPr sz="1575" b="0">
                <a:solidFill>
                  <a:srgbClr val="5B6B78"/>
                </a:solidFill>
                <a:latin typeface="微软雅黑"/>
                <a:ea typeface="微软雅黑"/>
                <a:cs typeface="微软雅黑"/>
              </a:rPr>
              <a:t>执行</a:t>
            </a:r>
          </a:p>
        </p:txBody>
      </p:sp>
      <p:sp>
        <p:nvSpPr>
          <p:cNvPr id="35" name="anchor-83">
            <a:extLst xmlns:a="http://schemas.openxmlformats.org/drawingml/2006/main">
              <a:ext uri="{FF2B5EF4-FFF2-40B4-BE49-F238E27FC236}">
                <a16:creationId xmlns:a16="http://schemas.microsoft.com/office/drawing/2014/main" id="{E50D4A82-A950-46F0-B31F-542FEBE5D51A}"/>
              </a:ext>
            </a:extLst>
          </p:cNvPr>
          <p:cNvSpPr>
            <a:spLocks xmlns:a="http://schemas.openxmlformats.org/drawingml/2006/main" noGrp="1"/>
          </p:cNvSpPr>
          <p:nvPr/>
        </p:nvSpPr>
        <p:spPr>
          <a:xfrm xmlns:a="http://schemas.openxmlformats.org/drawingml/2006/main">
            <a:off x="542925" y="6010275"/>
            <a:ext cx="19050" cy="19050"/>
          </a:xfrm>
          <a:prstGeom xmlns:a="http://schemas.openxmlformats.org/drawingml/2006/main" prst="rect">
            <a:avLst/>
          </a:prstGeom>
          <a:noFill xmlns:a="http://schemas.openxmlformats.org/drawingml/2006/main"/>
          <a:ln xmlns:a="http://schemas.openxmlformats.org/drawingml/2006/main" w="0">
            <a:noFill/>
          </a:ln>
        </p:spPr>
      </p:sp>
      <p:sp>
        <p:nvSpPr>
          <p:cNvPr id="36" name="anchor-84">
            <a:extLst xmlns:a="http://schemas.openxmlformats.org/drawingml/2006/main">
              <a:ext uri="{FF2B5EF4-FFF2-40B4-BE49-F238E27FC236}">
                <a16:creationId xmlns:a16="http://schemas.microsoft.com/office/drawing/2014/main" id="{88CDE664-A769-430B-A77A-D10DE4BB9B50}"/>
              </a:ext>
            </a:extLst>
          </p:cNvPr>
          <p:cNvSpPr>
            <a:spLocks xmlns:a="http://schemas.openxmlformats.org/drawingml/2006/main" noGrp="1"/>
          </p:cNvSpPr>
          <p:nvPr/>
        </p:nvSpPr>
        <p:spPr>
          <a:xfrm xmlns:a="http://schemas.openxmlformats.org/drawingml/2006/main">
            <a:off x="11630025" y="601027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72" name=""/>
          <p:cNvCxnSpPr>
            <a:stCxn xmlns:a="http://schemas.openxmlformats.org/drawingml/2006/main" id="35" idx="3"/>
            <a:endCxn xmlns:a="http://schemas.openxmlformats.org/drawingml/2006/main" id="36" idx="1"/>
          </p:cNvCxnSpPr>
          <p:nvPr/>
        </p:nvCxnSpPr>
        <p:spPr>
          <a:xfrm xmlns:a="http://schemas.openxmlformats.org/drawingml/2006/main">
            <a:off x="561975" y="6019800"/>
            <a:ext cx="11068050" cy="0"/>
          </a:xfrm>
          <a:prstGeom xmlns:a="http://schemas.openxmlformats.org/drawingml/2006/main" prst="straightConnector1">
            <a:avLst/>
          </a:prstGeom>
          <a:ln xmlns:a="http://schemas.openxmlformats.org/drawingml/2006/main" w="9525">
            <a:solidFill>
              <a:srgbClr val="9BB7CC"/>
            </a:solidFill>
            <a:prstDash val="solid"/>
            <a:tailEnd type="none" w="med" len="med"/>
          </a:ln>
        </p:spPr>
      </p:cxnSp>
      <p:sp>
        <p:nvSpPr>
          <p:cNvPr id="38" name="text-85">
            <a:extLst xmlns:a="http://schemas.openxmlformats.org/drawingml/2006/main">
              <a:ext uri="{FF2B5EF4-FFF2-40B4-BE49-F238E27FC236}">
                <a16:creationId xmlns:a16="http://schemas.microsoft.com/office/drawing/2014/main" id="{542E6385-DDE3-4E74-A847-1C0FD690101F}"/>
              </a:ext>
            </a:extLst>
          </p:cNvPr>
          <p:cNvSpPr>
            <a:spLocks xmlns:a="http://schemas.openxmlformats.org/drawingml/2006/main" noGrp="1"/>
          </p:cNvSpPr>
          <p:nvPr/>
        </p:nvSpPr>
        <p:spPr>
          <a:xfrm xmlns:a="http://schemas.openxmlformats.org/drawingml/2006/main">
            <a:off x="552450" y="61150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1725" b="1">
                <a:solidFill>
                  <a:srgbClr val="1C3C5D"/>
                </a:solidFill>
                <a:latin typeface="微软雅黑"/>
                <a:ea typeface="微软雅黑"/>
                <a:cs typeface="微软雅黑"/>
              </a:defRPr>
            </a:pPr>
            <a:r>
              <a:rPr sz="1725" b="1">
                <a:solidFill>
                  <a:srgbClr val="1C3C5D"/>
                </a:solidFill>
                <a:latin typeface="微软雅黑"/>
                <a:ea typeface="微软雅黑"/>
                <a:cs typeface="微软雅黑"/>
              </a:rPr>
              <a:t>模型决定具体工作，框架按照统一语义解释并执行模型。</a:t>
            </a:r>
          </a:p>
        </p:txBody>
      </p:sp>
    </p:spTree>
    <p:extLst>
      <p:ext uri="{BB962C8B-B14F-4D97-AF65-F5344CB8AC3E}">
        <p14:creationId xmlns:p14="http://schemas.microsoft.com/office/powerpoint/2010/main" val="1382623830"/>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449163D9-980C-4714-9783-06B13EF91553}"/>
              </a:ext>
            </a:extLst>
          </p:cNvPr>
          <p:cNvSpPr>
            <a:spLocks xmlns:a="http://schemas.openxmlformats.org/drawingml/2006/main" noGrp="1"/>
          </p:cNvSpPr>
          <p:nvPr/>
        </p:nvSpPr>
        <p:spPr>
          <a:xfrm xmlns:a="http://schemas.openxmlformats.org/drawingml/2006/main">
            <a:off x="0" y="0"/>
            <a:ext cx="12191695" cy="914400"/>
          </a:xfrm>
          <a:prstGeom xmlns:a="http://schemas.openxmlformats.org/drawingml/2006/main" prst="rect">
            <a:avLst/>
          </a:prstGeom>
          <a:solidFill xmlns:a="http://schemas.openxmlformats.org/drawingml/2006/main">
            <a:srgbClr val="1A3A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642BFAFE-011B-498E-BFF0-F7B9F1D1B5C9}"/>
              </a:ext>
            </a:extLst>
          </p:cNvPr>
          <p:cNvSpPr>
            <a:spLocks xmlns:a="http://schemas.openxmlformats.org/drawingml/2006/main" noGrp="1"/>
          </p:cNvSpPr>
          <p:nvPr/>
        </p:nvSpPr>
        <p:spPr>
          <a:xfrm xmlns:a="http://schemas.openxmlformats.org/drawingml/2006/main">
            <a:off x="552450" y="238125"/>
            <a:ext cx="11087100" cy="57150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spcBef>
                <a:spcPts val="0"/>
              </a:spcBef>
              <a:spcAft>
                <a:spcPts val="0"/>
              </a:spcAft>
              <a:buNone/>
              <a:defRPr sz="2850" b="1">
                <a:solidFill>
                  <a:srgbClr val="FFFFFF"/>
                </a:solidFill>
                <a:latin typeface="微软雅黑"/>
                <a:ea typeface="微软雅黑"/>
                <a:cs typeface="微软雅黑"/>
              </a:defRPr>
            </a:pPr>
            <a:r>
              <a:rPr sz="2850" b="1">
                <a:solidFill>
                  <a:srgbClr val="FFFFFF"/>
                </a:solidFill>
                <a:latin typeface="微软雅黑"/>
                <a:ea typeface="微软雅黑"/>
                <a:cs typeface="微软雅黑"/>
              </a:rPr>
              <a:t>5  统一框架：L = ⟨R, F, C, Π⟩</a:t>
            </a:r>
          </a:p>
        </p:txBody>
      </p:sp>
      <p:sp>
        <p:nvSpPr>
          <p:cNvPr id="10" name="TextBox 9">
            <a:extLst xmlns:a="http://schemas.openxmlformats.org/drawingml/2006/main">
              <a:ext uri="{FF2B5EF4-FFF2-40B4-BE49-F238E27FC236}">
                <a16:creationId xmlns:a16="http://schemas.microsoft.com/office/drawing/2014/main" id="{DE3775A6-0E45-48C4-825B-1CF0C27338D6}"/>
              </a:ext>
            </a:extLst>
          </p:cNvPr>
          <p:cNvSpPr>
            <a:spLocks xmlns:a="http://schemas.openxmlformats.org/drawingml/2006/main" noGrp="1"/>
          </p:cNvSpPr>
          <p:nvPr/>
        </p:nvSpPr>
        <p:spPr>
          <a:xfrm xmlns:a="http://schemas.openxmlformats.org/drawingml/2006/main">
            <a:off x="457200" y="6446520"/>
            <a:ext cx="91440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0">
                <a:solidFill>
                  <a:srgbClr val="555555"/>
                </a:solidFill>
                <a:latin typeface="微软雅黑"/>
                <a:ea typeface="微软雅黑"/>
                <a:cs typeface="微软雅黑"/>
              </a:rPr>
              <a:t>EUROSIM 2026  ·  面向智慧化学实验室的任务导向可执行建模框架</a:t>
            </a:r>
            <a:endParaRPr sz="1100" b="0">
              <a:solidFill>
                <a:srgbClr val="555555"/>
              </a:solidFill>
              <a:latin typeface="微软雅黑"/>
              <a:ea typeface="微软雅黑"/>
              <a:cs typeface="微软雅黑"/>
            </a:endParaRPr>
          </a:p>
        </p:txBody>
      </p:sp>
      <p:sp>
        <p:nvSpPr>
          <p:cNvPr id="11" name="TextBox 10">
            <a:extLst xmlns:a="http://schemas.openxmlformats.org/drawingml/2006/main">
              <a:ext uri="{FF2B5EF4-FFF2-40B4-BE49-F238E27FC236}">
                <a16:creationId xmlns:a16="http://schemas.microsoft.com/office/drawing/2014/main" id="{FC2AF8FB-DF12-4C2C-BEB7-A611C5798668}"/>
              </a:ext>
            </a:extLst>
          </p:cNvPr>
          <p:cNvSpPr>
            <a:spLocks xmlns:a="http://schemas.openxmlformats.org/drawingml/2006/main" noGrp="1"/>
          </p:cNvSpPr>
          <p:nvPr/>
        </p:nvSpPr>
        <p:spPr>
          <a:xfrm xmlns:a="http://schemas.openxmlformats.org/drawingml/2006/main">
            <a:off x="10515600" y="6446520"/>
            <a:ext cx="13716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pPr>
            <a:r>
              <a:rPr sz="1100" b="0">
                <a:solidFill>
                  <a:srgbClr val="555555"/>
                </a:solidFill>
                <a:latin typeface="微软雅黑"/>
                <a:ea typeface="微软雅黑"/>
                <a:cs typeface="微软雅黑"/>
              </a:rPr>
              <a:t>5/16</a:t>
            </a:r>
            <a:endParaRPr sz="1100" b="0">
              <a:solidFill>
                <a:srgbClr val="555555"/>
              </a:solidFill>
              <a:latin typeface="微软雅黑"/>
              <a:ea typeface="微软雅黑"/>
              <a:cs typeface="微软雅黑"/>
            </a:endParaRPr>
          </a:p>
        </p:txBody>
      </p:sp>
      <p:sp>
        <p:nvSpPr>
          <p:cNvPr id="12" name="text-86">
            <a:extLst xmlns:a="http://schemas.openxmlformats.org/drawingml/2006/main">
              <a:ext uri="{FF2B5EF4-FFF2-40B4-BE49-F238E27FC236}">
                <a16:creationId xmlns:a16="http://schemas.microsoft.com/office/drawing/2014/main" id="{5A7B1483-B8F6-45FB-A1F0-1DF2E79F2AEC}"/>
              </a:ext>
            </a:extLst>
          </p:cNvPr>
          <p:cNvSpPr>
            <a:spLocks xmlns:a="http://schemas.openxmlformats.org/drawingml/2006/main" noGrp="1"/>
          </p:cNvSpPr>
          <p:nvPr/>
        </p:nvSpPr>
        <p:spPr>
          <a:xfrm xmlns:a="http://schemas.openxmlformats.org/drawingml/2006/main">
            <a:off x="552450" y="1123950"/>
            <a:ext cx="110871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1875" b="0">
                <a:solidFill>
                  <a:srgbClr val="5B6B78"/>
                </a:solidFill>
                <a:latin typeface="微软雅黑"/>
                <a:ea typeface="微软雅黑"/>
                <a:cs typeface="微软雅黑"/>
              </a:defRPr>
            </a:pPr>
            <a:r>
              <a:rPr sz="1875" b="0">
                <a:solidFill>
                  <a:srgbClr val="5B6B78"/>
                </a:solidFill>
                <a:latin typeface="微软雅黑"/>
                <a:ea typeface="微软雅黑"/>
                <a:cs typeface="微软雅黑"/>
              </a:rPr>
              <a:t>面向任务执行，将实验室抽象为相互协调的资源、工作流与约束</a:t>
            </a:r>
          </a:p>
        </p:txBody>
      </p:sp>
      <p:sp>
        <p:nvSpPr>
          <p:cNvPr id="13" name="diagram-87">
            <a:extLst xmlns:a="http://schemas.openxmlformats.org/drawingml/2006/main">
              <a:ext uri="{FF2B5EF4-FFF2-40B4-BE49-F238E27FC236}">
                <a16:creationId xmlns:a16="http://schemas.microsoft.com/office/drawing/2014/main" id="{24650B8F-A705-487B-8494-E78A939A3BBE}"/>
              </a:ext>
            </a:extLst>
          </p:cNvPr>
          <p:cNvSpPr>
            <a:spLocks xmlns:a="http://schemas.openxmlformats.org/drawingml/2006/main" noGrp="1"/>
          </p:cNvSpPr>
          <p:nvPr/>
        </p:nvSpPr>
        <p:spPr>
          <a:xfrm xmlns:a="http://schemas.openxmlformats.org/drawingml/2006/main">
            <a:off x="666750" y="1971675"/>
            <a:ext cx="3238500" cy="2886075"/>
          </a:xfrm>
          <a:prstGeom xmlns:a="http://schemas.openxmlformats.org/drawingml/2006/main" prst="roundRect">
            <a:avLst>
              <a:gd name="adj" fmla="val 2640"/>
            </a:avLst>
          </a:prstGeom>
          <a:solidFill xmlns:a="http://schemas.openxmlformats.org/drawingml/2006/main">
            <a:srgbClr val="EAF2F8"/>
          </a:solidFill>
          <a:ln xmlns:a="http://schemas.openxmlformats.org/drawingml/2006/main" w="13335">
            <a:solidFill>
              <a:srgbClr val="2774AC"/>
            </a:solidFill>
          </a:ln>
        </p:spPr>
      </p:sp>
      <p:sp>
        <p:nvSpPr>
          <p:cNvPr id="14" name="text-88">
            <a:extLst xmlns:a="http://schemas.openxmlformats.org/drawingml/2006/main">
              <a:ext uri="{FF2B5EF4-FFF2-40B4-BE49-F238E27FC236}">
                <a16:creationId xmlns:a16="http://schemas.microsoft.com/office/drawing/2014/main" id="{EF6F2307-E9A5-4C12-BD43-31C863B29D01}"/>
              </a:ext>
            </a:extLst>
          </p:cNvPr>
          <p:cNvSpPr>
            <a:spLocks xmlns:a="http://schemas.openxmlformats.org/drawingml/2006/main" noGrp="1"/>
          </p:cNvSpPr>
          <p:nvPr/>
        </p:nvSpPr>
        <p:spPr>
          <a:xfrm xmlns:a="http://schemas.openxmlformats.org/drawingml/2006/main">
            <a:off x="923925" y="2209800"/>
            <a:ext cx="27527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2325" b="1">
                <a:solidFill>
                  <a:srgbClr val="1C3C5D"/>
                </a:solidFill>
                <a:latin typeface="微软雅黑"/>
                <a:ea typeface="微软雅黑"/>
                <a:cs typeface="微软雅黑"/>
              </a:defRPr>
            </a:pPr>
            <a:r>
              <a:rPr sz="2325" b="1">
                <a:solidFill>
                  <a:srgbClr val="1C3C5D"/>
                </a:solidFill>
                <a:latin typeface="微软雅黑"/>
                <a:ea typeface="微软雅黑"/>
                <a:cs typeface="微软雅黑"/>
              </a:rPr>
              <a:t>R  资源层</a:t>
            </a:r>
          </a:p>
        </p:txBody>
      </p:sp>
      <p:sp>
        <p:nvSpPr>
          <p:cNvPr id="15" name="text-89">
            <a:extLst xmlns:a="http://schemas.openxmlformats.org/drawingml/2006/main">
              <a:ext uri="{FF2B5EF4-FFF2-40B4-BE49-F238E27FC236}">
                <a16:creationId xmlns:a16="http://schemas.microsoft.com/office/drawing/2014/main" id="{388B4602-7957-4935-9C50-83BF7C65C6EA}"/>
              </a:ext>
            </a:extLst>
          </p:cNvPr>
          <p:cNvSpPr>
            <a:spLocks xmlns:a="http://schemas.openxmlformats.org/drawingml/2006/main" noGrp="1"/>
          </p:cNvSpPr>
          <p:nvPr/>
        </p:nvSpPr>
        <p:spPr>
          <a:xfrm xmlns:a="http://schemas.openxmlformats.org/drawingml/2006/main">
            <a:off x="923925" y="2895600"/>
            <a:ext cx="2752725" cy="163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1600"/>
              </a:spcAft>
              <a:buNone/>
              <a:defRPr sz="1875" b="0">
                <a:solidFill>
                  <a:srgbClr val="243746"/>
                </a:solidFill>
                <a:latin typeface="微软雅黑"/>
                <a:ea typeface="微软雅黑"/>
                <a:cs typeface="微软雅黑"/>
              </a:defRPr>
            </a:pPr>
            <a:r>
              <a:rPr sz="1875" b="0">
                <a:solidFill>
                  <a:srgbClr val="243746"/>
                </a:solidFill>
                <a:latin typeface="微软雅黑"/>
                <a:ea typeface="微软雅黑"/>
                <a:cs typeface="微软雅黑"/>
              </a:rPr>
              <a:t>设备能力与属性</a:t>
            </a:r>
          </a:p>
          <a:p xmlns:a="http://schemas.openxmlformats.org/drawingml/2006/main">
            <a:pPr algn="l">
              <a:lnSpc>
                <a:spcPct val="112000"/>
              </a:lnSpc>
              <a:spcBef>
                <a:spcPts val="0"/>
              </a:spcBef>
              <a:spcAft>
                <a:spcPts val="1600"/>
              </a:spcAft>
              <a:buNone/>
              <a:defRPr sz="1875" b="0">
                <a:solidFill>
                  <a:srgbClr val="243746"/>
                </a:solidFill>
                <a:latin typeface="微软雅黑"/>
                <a:ea typeface="微软雅黑"/>
                <a:cs typeface="微软雅黑"/>
              </a:defRPr>
            </a:pPr>
            <a:r>
              <a:rPr sz="1875" b="0">
                <a:solidFill>
                  <a:srgbClr val="243746"/>
                </a:solidFill>
                <a:latin typeface="微软雅黑"/>
                <a:ea typeface="微软雅黑"/>
                <a:cs typeface="微软雅黑"/>
              </a:rPr>
              <a:t>设备状态机</a:t>
            </a:r>
          </a:p>
          <a:p xmlns:a="http://schemas.openxmlformats.org/drawingml/2006/main">
            <a:pPr algn="l">
              <a:lnSpc>
                <a:spcPct val="112000"/>
              </a:lnSpc>
              <a:spcBef>
                <a:spcPts val="0"/>
              </a:spcBef>
              <a:spcAft>
                <a:spcPts val="1600"/>
              </a:spcAft>
              <a:buNone/>
              <a:defRPr sz="1875" b="0">
                <a:solidFill>
                  <a:srgbClr val="243746"/>
                </a:solidFill>
                <a:latin typeface="微软雅黑"/>
                <a:ea typeface="微软雅黑"/>
                <a:cs typeface="微软雅黑"/>
              </a:defRPr>
            </a:pPr>
            <a:r>
              <a:rPr sz="1875" b="0">
                <a:solidFill>
                  <a:srgbClr val="243746"/>
                </a:solidFill>
                <a:latin typeface="微软雅黑"/>
                <a:ea typeface="微软雅黑"/>
                <a:cs typeface="微软雅黑"/>
              </a:rPr>
              <a:t>设备数据与执行反馈</a:t>
            </a:r>
          </a:p>
        </p:txBody>
      </p:sp>
      <p:sp>
        <p:nvSpPr>
          <p:cNvPr id="16" name="diagram-90">
            <a:extLst xmlns:a="http://schemas.openxmlformats.org/drawingml/2006/main">
              <a:ext uri="{FF2B5EF4-FFF2-40B4-BE49-F238E27FC236}">
                <a16:creationId xmlns:a16="http://schemas.microsoft.com/office/drawing/2014/main" id="{44678653-55D7-4F3E-82EA-5FBC1F727B46}"/>
              </a:ext>
            </a:extLst>
          </p:cNvPr>
          <p:cNvSpPr>
            <a:spLocks xmlns:a="http://schemas.openxmlformats.org/drawingml/2006/main" noGrp="1"/>
          </p:cNvSpPr>
          <p:nvPr/>
        </p:nvSpPr>
        <p:spPr>
          <a:xfrm xmlns:a="http://schemas.openxmlformats.org/drawingml/2006/main">
            <a:off x="4486275" y="1971675"/>
            <a:ext cx="3238500" cy="2886075"/>
          </a:xfrm>
          <a:prstGeom xmlns:a="http://schemas.openxmlformats.org/drawingml/2006/main" prst="roundRect">
            <a:avLst>
              <a:gd name="adj" fmla="val 2640"/>
            </a:avLst>
          </a:prstGeom>
          <a:solidFill xmlns:a="http://schemas.openxmlformats.org/drawingml/2006/main">
            <a:srgbClr val="EAF2F8"/>
          </a:solidFill>
          <a:ln xmlns:a="http://schemas.openxmlformats.org/drawingml/2006/main" w="13335">
            <a:solidFill>
              <a:srgbClr val="2774AC"/>
            </a:solidFill>
          </a:ln>
        </p:spPr>
      </p:sp>
      <p:sp>
        <p:nvSpPr>
          <p:cNvPr id="17" name="text-91">
            <a:extLst xmlns:a="http://schemas.openxmlformats.org/drawingml/2006/main">
              <a:ext uri="{FF2B5EF4-FFF2-40B4-BE49-F238E27FC236}">
                <a16:creationId xmlns:a16="http://schemas.microsoft.com/office/drawing/2014/main" id="{1AAFA051-C157-446F-A09E-51F3F2692517}"/>
              </a:ext>
            </a:extLst>
          </p:cNvPr>
          <p:cNvSpPr>
            <a:spLocks xmlns:a="http://schemas.openxmlformats.org/drawingml/2006/main" noGrp="1"/>
          </p:cNvSpPr>
          <p:nvPr/>
        </p:nvSpPr>
        <p:spPr>
          <a:xfrm xmlns:a="http://schemas.openxmlformats.org/drawingml/2006/main">
            <a:off x="4733925" y="2209800"/>
            <a:ext cx="276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2325" b="1">
                <a:solidFill>
                  <a:srgbClr val="1C3C5D"/>
                </a:solidFill>
                <a:latin typeface="微软雅黑"/>
                <a:ea typeface="微软雅黑"/>
                <a:cs typeface="微软雅黑"/>
              </a:defRPr>
            </a:pPr>
            <a:r>
              <a:rPr sz="2325" b="1">
                <a:solidFill>
                  <a:srgbClr val="1C3C5D"/>
                </a:solidFill>
                <a:latin typeface="微软雅黑"/>
                <a:ea typeface="微软雅黑"/>
                <a:cs typeface="微软雅黑"/>
              </a:rPr>
              <a:t>F  工作流层</a:t>
            </a:r>
          </a:p>
        </p:txBody>
      </p:sp>
      <p:sp>
        <p:nvSpPr>
          <p:cNvPr id="18" name="text-92">
            <a:extLst xmlns:a="http://schemas.openxmlformats.org/drawingml/2006/main">
              <a:ext uri="{FF2B5EF4-FFF2-40B4-BE49-F238E27FC236}">
                <a16:creationId xmlns:a16="http://schemas.microsoft.com/office/drawing/2014/main" id="{DFF7F6E2-F34B-4253-9946-145DC6087CD9}"/>
              </a:ext>
            </a:extLst>
          </p:cNvPr>
          <p:cNvSpPr>
            <a:spLocks xmlns:a="http://schemas.openxmlformats.org/drawingml/2006/main" noGrp="1"/>
          </p:cNvSpPr>
          <p:nvPr/>
        </p:nvSpPr>
        <p:spPr>
          <a:xfrm xmlns:a="http://schemas.openxmlformats.org/drawingml/2006/main">
            <a:off x="4733925" y="2895600"/>
            <a:ext cx="2752725" cy="163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1600"/>
              </a:spcAft>
              <a:buNone/>
              <a:defRPr sz="1875" b="0">
                <a:solidFill>
                  <a:srgbClr val="243746"/>
                </a:solidFill>
                <a:latin typeface="微软雅黑"/>
                <a:ea typeface="微软雅黑"/>
                <a:cs typeface="微软雅黑"/>
              </a:defRPr>
            </a:pPr>
            <a:r>
              <a:rPr sz="1875" b="0">
                <a:solidFill>
                  <a:srgbClr val="243746"/>
                </a:solidFill>
                <a:latin typeface="微软雅黑"/>
                <a:ea typeface="微软雅黑"/>
                <a:cs typeface="微软雅黑"/>
              </a:rPr>
              <a:t>任务节点与生命周期</a:t>
            </a:r>
          </a:p>
          <a:p xmlns:a="http://schemas.openxmlformats.org/drawingml/2006/main">
            <a:pPr algn="l">
              <a:lnSpc>
                <a:spcPct val="112000"/>
              </a:lnSpc>
              <a:spcBef>
                <a:spcPts val="0"/>
              </a:spcBef>
              <a:spcAft>
                <a:spcPts val="1600"/>
              </a:spcAft>
              <a:buNone/>
              <a:defRPr sz="1875" b="0">
                <a:solidFill>
                  <a:srgbClr val="243746"/>
                </a:solidFill>
                <a:latin typeface="微软雅黑"/>
                <a:ea typeface="微软雅黑"/>
                <a:cs typeface="微软雅黑"/>
              </a:defRPr>
            </a:pPr>
            <a:r>
              <a:rPr sz="1875" b="0">
                <a:solidFill>
                  <a:srgbClr val="243746"/>
                </a:solidFill>
                <a:latin typeface="微软雅黑"/>
                <a:ea typeface="微软雅黑"/>
                <a:cs typeface="微软雅黑"/>
              </a:rPr>
              <a:t>接口连接与触发器</a:t>
            </a:r>
          </a:p>
          <a:p xmlns:a="http://schemas.openxmlformats.org/drawingml/2006/main">
            <a:pPr algn="l">
              <a:lnSpc>
                <a:spcPct val="112000"/>
              </a:lnSpc>
              <a:spcBef>
                <a:spcPts val="0"/>
              </a:spcBef>
              <a:spcAft>
                <a:spcPts val="1600"/>
              </a:spcAft>
              <a:buNone/>
              <a:defRPr sz="1875" b="0">
                <a:solidFill>
                  <a:srgbClr val="243746"/>
                </a:solidFill>
                <a:latin typeface="微软雅黑"/>
                <a:ea typeface="微软雅黑"/>
                <a:cs typeface="微软雅黑"/>
              </a:defRPr>
            </a:pPr>
            <a:r>
              <a:rPr sz="1875" b="0">
                <a:solidFill>
                  <a:srgbClr val="243746"/>
                </a:solidFill>
                <a:latin typeface="微软雅黑"/>
                <a:ea typeface="微软雅黑"/>
                <a:cs typeface="微软雅黑"/>
              </a:rPr>
              <a:t>变量空间与数据端口</a:t>
            </a:r>
          </a:p>
        </p:txBody>
      </p:sp>
      <p:sp>
        <p:nvSpPr>
          <p:cNvPr id="19" name="diagram-93">
            <a:extLst xmlns:a="http://schemas.openxmlformats.org/drawingml/2006/main">
              <a:ext uri="{FF2B5EF4-FFF2-40B4-BE49-F238E27FC236}">
                <a16:creationId xmlns:a16="http://schemas.microsoft.com/office/drawing/2014/main" id="{B6B356E1-8A20-41BC-9953-2E0B269EABD7}"/>
              </a:ext>
            </a:extLst>
          </p:cNvPr>
          <p:cNvSpPr>
            <a:spLocks xmlns:a="http://schemas.openxmlformats.org/drawingml/2006/main" noGrp="1"/>
          </p:cNvSpPr>
          <p:nvPr/>
        </p:nvSpPr>
        <p:spPr>
          <a:xfrm xmlns:a="http://schemas.openxmlformats.org/drawingml/2006/main">
            <a:off x="8305800" y="1971675"/>
            <a:ext cx="3238500" cy="2886075"/>
          </a:xfrm>
          <a:prstGeom xmlns:a="http://schemas.openxmlformats.org/drawingml/2006/main" prst="roundRect">
            <a:avLst>
              <a:gd name="adj" fmla="val 2640"/>
            </a:avLst>
          </a:prstGeom>
          <a:solidFill xmlns:a="http://schemas.openxmlformats.org/drawingml/2006/main">
            <a:srgbClr val="FCF2E4"/>
          </a:solidFill>
          <a:ln xmlns:a="http://schemas.openxmlformats.org/drawingml/2006/main" w="13335">
            <a:solidFill>
              <a:srgbClr val="B77623"/>
            </a:solidFill>
          </a:ln>
        </p:spPr>
      </p:sp>
      <p:sp>
        <p:nvSpPr>
          <p:cNvPr id="20" name="text-94">
            <a:extLst xmlns:a="http://schemas.openxmlformats.org/drawingml/2006/main">
              <a:ext uri="{FF2B5EF4-FFF2-40B4-BE49-F238E27FC236}">
                <a16:creationId xmlns:a16="http://schemas.microsoft.com/office/drawing/2014/main" id="{A562A99E-65D0-465B-B13B-687215F23E17}"/>
              </a:ext>
            </a:extLst>
          </p:cNvPr>
          <p:cNvSpPr>
            <a:spLocks xmlns:a="http://schemas.openxmlformats.org/drawingml/2006/main" noGrp="1"/>
          </p:cNvSpPr>
          <p:nvPr/>
        </p:nvSpPr>
        <p:spPr>
          <a:xfrm xmlns:a="http://schemas.openxmlformats.org/drawingml/2006/main">
            <a:off x="8562975" y="2209800"/>
            <a:ext cx="27527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2325" b="1">
                <a:solidFill>
                  <a:srgbClr val="B77623"/>
                </a:solidFill>
                <a:latin typeface="微软雅黑"/>
                <a:ea typeface="微软雅黑"/>
                <a:cs typeface="微软雅黑"/>
              </a:defRPr>
            </a:pPr>
            <a:r>
              <a:rPr sz="2325" b="1">
                <a:solidFill>
                  <a:srgbClr val="B77623"/>
                </a:solidFill>
                <a:latin typeface="微软雅黑"/>
                <a:ea typeface="微软雅黑"/>
                <a:cs typeface="微软雅黑"/>
              </a:rPr>
              <a:t>C  约束层</a:t>
            </a:r>
          </a:p>
        </p:txBody>
      </p:sp>
      <p:sp>
        <p:nvSpPr>
          <p:cNvPr id="21" name="text-95">
            <a:extLst xmlns:a="http://schemas.openxmlformats.org/drawingml/2006/main">
              <a:ext uri="{FF2B5EF4-FFF2-40B4-BE49-F238E27FC236}">
                <a16:creationId xmlns:a16="http://schemas.microsoft.com/office/drawing/2014/main" id="{C58036DF-F346-4B29-9BB2-73B76E4FEC81}"/>
              </a:ext>
            </a:extLst>
          </p:cNvPr>
          <p:cNvSpPr>
            <a:spLocks xmlns:a="http://schemas.openxmlformats.org/drawingml/2006/main" noGrp="1"/>
          </p:cNvSpPr>
          <p:nvPr/>
        </p:nvSpPr>
        <p:spPr>
          <a:xfrm xmlns:a="http://schemas.openxmlformats.org/drawingml/2006/main">
            <a:off x="8562975" y="2895600"/>
            <a:ext cx="2752725" cy="163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1600"/>
              </a:spcAft>
              <a:buNone/>
              <a:defRPr sz="1875" b="0">
                <a:solidFill>
                  <a:srgbClr val="243746"/>
                </a:solidFill>
                <a:latin typeface="微软雅黑"/>
                <a:ea typeface="微软雅黑"/>
                <a:cs typeface="微软雅黑"/>
              </a:defRPr>
            </a:pPr>
            <a:r>
              <a:rPr sz="1875" b="0">
                <a:solidFill>
                  <a:srgbClr val="243746"/>
                </a:solidFill>
                <a:latin typeface="微软雅黑"/>
                <a:ea typeface="微软雅黑"/>
                <a:cs typeface="微软雅黑"/>
              </a:rPr>
              <a:t>实验室基线约束</a:t>
            </a:r>
          </a:p>
          <a:p xmlns:a="http://schemas.openxmlformats.org/drawingml/2006/main">
            <a:pPr algn="l">
              <a:lnSpc>
                <a:spcPct val="112000"/>
              </a:lnSpc>
              <a:spcBef>
                <a:spcPts val="0"/>
              </a:spcBef>
              <a:spcAft>
                <a:spcPts val="1600"/>
              </a:spcAft>
              <a:buNone/>
              <a:defRPr sz="1875" b="0">
                <a:solidFill>
                  <a:srgbClr val="243746"/>
                </a:solidFill>
                <a:latin typeface="微软雅黑"/>
                <a:ea typeface="微软雅黑"/>
                <a:cs typeface="微软雅黑"/>
              </a:defRPr>
            </a:pPr>
            <a:r>
              <a:rPr sz="1875" b="0">
                <a:solidFill>
                  <a:srgbClr val="243746"/>
                </a:solidFill>
                <a:latin typeface="微软雅黑"/>
                <a:ea typeface="微软雅黑"/>
                <a:cs typeface="微软雅黑"/>
              </a:rPr>
              <a:t>任务目标与边界</a:t>
            </a:r>
          </a:p>
          <a:p xmlns:a="http://schemas.openxmlformats.org/drawingml/2006/main">
            <a:pPr algn="l">
              <a:lnSpc>
                <a:spcPct val="112000"/>
              </a:lnSpc>
              <a:spcBef>
                <a:spcPts val="0"/>
              </a:spcBef>
              <a:spcAft>
                <a:spcPts val="1600"/>
              </a:spcAft>
              <a:buNone/>
              <a:defRPr sz="1875" b="0">
                <a:solidFill>
                  <a:srgbClr val="243746"/>
                </a:solidFill>
                <a:latin typeface="微软雅黑"/>
                <a:ea typeface="微软雅黑"/>
                <a:cs typeface="微软雅黑"/>
              </a:defRPr>
            </a:pPr>
            <a:r>
              <a:rPr sz="1875" b="0">
                <a:solidFill>
                  <a:srgbClr val="243746"/>
                </a:solidFill>
                <a:latin typeface="微软雅黑"/>
                <a:ea typeface="微软雅黑"/>
                <a:cs typeface="微软雅黑"/>
              </a:rPr>
              <a:t>观察条件与处理动作</a:t>
            </a:r>
          </a:p>
        </p:txBody>
      </p:sp>
      <p:sp>
        <p:nvSpPr>
          <p:cNvPr id="22" name="anchor-96">
            <a:extLst xmlns:a="http://schemas.openxmlformats.org/drawingml/2006/main">
              <a:ext uri="{FF2B5EF4-FFF2-40B4-BE49-F238E27FC236}">
                <a16:creationId xmlns:a16="http://schemas.microsoft.com/office/drawing/2014/main" id="{0DF17CBC-A4AB-4CA9-B42E-38629F39D6BA}"/>
              </a:ext>
            </a:extLst>
          </p:cNvPr>
          <p:cNvSpPr>
            <a:spLocks xmlns:a="http://schemas.openxmlformats.org/drawingml/2006/main" noGrp="1"/>
          </p:cNvSpPr>
          <p:nvPr/>
        </p:nvSpPr>
        <p:spPr>
          <a:xfrm xmlns:a="http://schemas.openxmlformats.org/drawingml/2006/main">
            <a:off x="4476750" y="3333750"/>
            <a:ext cx="19050" cy="19050"/>
          </a:xfrm>
          <a:prstGeom xmlns:a="http://schemas.openxmlformats.org/drawingml/2006/main" prst="rect">
            <a:avLst/>
          </a:prstGeom>
          <a:noFill xmlns:a="http://schemas.openxmlformats.org/drawingml/2006/main"/>
          <a:ln xmlns:a="http://schemas.openxmlformats.org/drawingml/2006/main" w="0">
            <a:noFill/>
          </a:ln>
        </p:spPr>
      </p:sp>
      <p:sp>
        <p:nvSpPr>
          <p:cNvPr id="23" name="anchor-97">
            <a:extLst xmlns:a="http://schemas.openxmlformats.org/drawingml/2006/main">
              <a:ext uri="{FF2B5EF4-FFF2-40B4-BE49-F238E27FC236}">
                <a16:creationId xmlns:a16="http://schemas.microsoft.com/office/drawing/2014/main" id="{2B0907CC-1988-4322-8FB5-26F61AE1D0F0}"/>
              </a:ext>
            </a:extLst>
          </p:cNvPr>
          <p:cNvSpPr>
            <a:spLocks xmlns:a="http://schemas.openxmlformats.org/drawingml/2006/main" noGrp="1"/>
          </p:cNvSpPr>
          <p:nvPr/>
        </p:nvSpPr>
        <p:spPr>
          <a:xfrm xmlns:a="http://schemas.openxmlformats.org/drawingml/2006/main">
            <a:off x="3895725" y="3333750"/>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59" name=""/>
          <p:cNvCxnSpPr>
            <a:stCxn xmlns:a="http://schemas.openxmlformats.org/drawingml/2006/main" id="22" idx="1"/>
            <a:endCxn xmlns:a="http://schemas.openxmlformats.org/drawingml/2006/main" id="23" idx="3"/>
          </p:cNvCxnSpPr>
          <p:nvPr/>
        </p:nvCxnSpPr>
        <p:spPr>
          <a:xfrm xmlns:a="http://schemas.openxmlformats.org/drawingml/2006/main" flipH="1">
            <a:off x="3914775" y="3343275"/>
            <a:ext cx="561975" cy="0"/>
          </a:xfrm>
          <a:prstGeom xmlns:a="http://schemas.openxmlformats.org/drawingml/2006/main" prst="straightConnector1">
            <a:avLst/>
          </a:prstGeom>
          <a:ln xmlns:a="http://schemas.openxmlformats.org/drawingml/2006/main" w="19050">
            <a:solidFill>
              <a:srgbClr val="2774AC"/>
            </a:solidFill>
            <a:prstDash val="solid"/>
            <a:tailEnd type="triangle" w="med" len="med"/>
          </a:ln>
        </p:spPr>
      </p:cxnSp>
      <p:sp>
        <p:nvSpPr>
          <p:cNvPr id="25" name="anchor-98">
            <a:extLst xmlns:a="http://schemas.openxmlformats.org/drawingml/2006/main">
              <a:ext uri="{FF2B5EF4-FFF2-40B4-BE49-F238E27FC236}">
                <a16:creationId xmlns:a16="http://schemas.microsoft.com/office/drawing/2014/main" id="{8FA47713-C382-4D2C-B628-7B3B18126613}"/>
              </a:ext>
            </a:extLst>
          </p:cNvPr>
          <p:cNvSpPr>
            <a:spLocks xmlns:a="http://schemas.openxmlformats.org/drawingml/2006/main" noGrp="1"/>
          </p:cNvSpPr>
          <p:nvPr/>
        </p:nvSpPr>
        <p:spPr>
          <a:xfrm xmlns:a="http://schemas.openxmlformats.org/drawingml/2006/main">
            <a:off x="7715250" y="3333750"/>
            <a:ext cx="19050" cy="19050"/>
          </a:xfrm>
          <a:prstGeom xmlns:a="http://schemas.openxmlformats.org/drawingml/2006/main" prst="rect">
            <a:avLst/>
          </a:prstGeom>
          <a:noFill xmlns:a="http://schemas.openxmlformats.org/drawingml/2006/main"/>
          <a:ln xmlns:a="http://schemas.openxmlformats.org/drawingml/2006/main" w="0">
            <a:noFill/>
          </a:ln>
        </p:spPr>
      </p:sp>
      <p:sp>
        <p:nvSpPr>
          <p:cNvPr id="26" name="anchor-99">
            <a:extLst xmlns:a="http://schemas.openxmlformats.org/drawingml/2006/main">
              <a:ext uri="{FF2B5EF4-FFF2-40B4-BE49-F238E27FC236}">
                <a16:creationId xmlns:a16="http://schemas.microsoft.com/office/drawing/2014/main" id="{5A9DD19D-7474-4B38-A4C2-907B503246B5}"/>
              </a:ext>
            </a:extLst>
          </p:cNvPr>
          <p:cNvSpPr>
            <a:spLocks xmlns:a="http://schemas.openxmlformats.org/drawingml/2006/main" noGrp="1"/>
          </p:cNvSpPr>
          <p:nvPr/>
        </p:nvSpPr>
        <p:spPr>
          <a:xfrm xmlns:a="http://schemas.openxmlformats.org/drawingml/2006/main">
            <a:off x="8296275" y="3333750"/>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62" name=""/>
          <p:cNvCxnSpPr>
            <a:stCxn xmlns:a="http://schemas.openxmlformats.org/drawingml/2006/main" id="25" idx="3"/>
            <a:endCxn xmlns:a="http://schemas.openxmlformats.org/drawingml/2006/main" id="26" idx="1"/>
          </p:cNvCxnSpPr>
          <p:nvPr/>
        </p:nvCxnSpPr>
        <p:spPr>
          <a:xfrm xmlns:a="http://schemas.openxmlformats.org/drawingml/2006/main">
            <a:off x="7734300" y="3343275"/>
            <a:ext cx="561975" cy="0"/>
          </a:xfrm>
          <a:prstGeom xmlns:a="http://schemas.openxmlformats.org/drawingml/2006/main" prst="straightConnector1">
            <a:avLst/>
          </a:prstGeom>
          <a:ln xmlns:a="http://schemas.openxmlformats.org/drawingml/2006/main" w="19050">
            <a:solidFill>
              <a:srgbClr val="B77623"/>
            </a:solidFill>
            <a:prstDash val="solid"/>
            <a:tailEnd type="triangle" w="med" len="med"/>
          </a:ln>
        </p:spPr>
      </p:cxnSp>
      <p:sp>
        <p:nvSpPr>
          <p:cNvPr id="28" name="text-100">
            <a:extLst xmlns:a="http://schemas.openxmlformats.org/drawingml/2006/main">
              <a:ext uri="{FF2B5EF4-FFF2-40B4-BE49-F238E27FC236}">
                <a16:creationId xmlns:a16="http://schemas.microsoft.com/office/drawing/2014/main" id="{7D55C40A-A5E9-43D6-89F1-21650898D191}"/>
              </a:ext>
            </a:extLst>
          </p:cNvPr>
          <p:cNvSpPr>
            <a:spLocks xmlns:a="http://schemas.openxmlformats.org/drawingml/2006/main" noGrp="1"/>
          </p:cNvSpPr>
          <p:nvPr/>
        </p:nvSpPr>
        <p:spPr>
          <a:xfrm xmlns:a="http://schemas.openxmlformats.org/drawingml/2006/main">
            <a:off x="3914775" y="3009900"/>
            <a:ext cx="561975" cy="27622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2000"/>
              </a:lnSpc>
              <a:spcBef>
                <a:spcPts val="0"/>
              </a:spcBef>
              <a:spcAft>
                <a:spcPts val="0"/>
              </a:spcAft>
              <a:buNone/>
              <a:defRPr sz="1275" b="0">
                <a:solidFill>
                  <a:srgbClr val="5B6B78"/>
                </a:solidFill>
                <a:latin typeface="微软雅黑"/>
                <a:ea typeface="微软雅黑"/>
                <a:cs typeface="微软雅黑"/>
              </a:defRPr>
            </a:pPr>
            <a:r>
              <a:rPr sz="1275" b="0">
                <a:solidFill>
                  <a:srgbClr val="5B6B78"/>
                </a:solidFill>
                <a:latin typeface="微软雅黑"/>
                <a:ea typeface="微软雅黑"/>
                <a:cs typeface="微软雅黑"/>
              </a:rPr>
              <a:t>调用</a:t>
            </a:r>
          </a:p>
        </p:txBody>
      </p:sp>
      <p:sp>
        <p:nvSpPr>
          <p:cNvPr id="29" name="text-101">
            <a:extLst xmlns:a="http://schemas.openxmlformats.org/drawingml/2006/main">
              <a:ext uri="{FF2B5EF4-FFF2-40B4-BE49-F238E27FC236}">
                <a16:creationId xmlns:a16="http://schemas.microsoft.com/office/drawing/2014/main" id="{8CA1FD47-5150-4BE0-A57C-5F2BF00C625C}"/>
              </a:ext>
            </a:extLst>
          </p:cNvPr>
          <p:cNvSpPr>
            <a:spLocks xmlns:a="http://schemas.openxmlformats.org/drawingml/2006/main" noGrp="1"/>
          </p:cNvSpPr>
          <p:nvPr/>
        </p:nvSpPr>
        <p:spPr>
          <a:xfrm xmlns:a="http://schemas.openxmlformats.org/drawingml/2006/main">
            <a:off x="7743825" y="3009900"/>
            <a:ext cx="552450" cy="27622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2000"/>
              </a:lnSpc>
              <a:spcBef>
                <a:spcPts val="0"/>
              </a:spcBef>
              <a:spcAft>
                <a:spcPts val="0"/>
              </a:spcAft>
              <a:buNone/>
              <a:defRPr sz="1275" b="0">
                <a:solidFill>
                  <a:srgbClr val="B77623"/>
                </a:solidFill>
                <a:latin typeface="微软雅黑"/>
                <a:ea typeface="微软雅黑"/>
                <a:cs typeface="微软雅黑"/>
              </a:defRPr>
            </a:pPr>
            <a:r>
              <a:rPr sz="1275" b="0">
                <a:solidFill>
                  <a:srgbClr val="B77623"/>
                </a:solidFill>
                <a:latin typeface="微软雅黑"/>
                <a:ea typeface="微软雅黑"/>
                <a:cs typeface="微软雅黑"/>
              </a:rPr>
              <a:t>观察</a:t>
            </a:r>
          </a:p>
        </p:txBody>
      </p:sp>
      <p:sp>
        <p:nvSpPr>
          <p:cNvPr id="30" name="anchor-102">
            <a:extLst xmlns:a="http://schemas.openxmlformats.org/drawingml/2006/main">
              <a:ext uri="{FF2B5EF4-FFF2-40B4-BE49-F238E27FC236}">
                <a16:creationId xmlns:a16="http://schemas.microsoft.com/office/drawing/2014/main" id="{28C1F51F-C067-4BC8-90C0-222625953D64}"/>
              </a:ext>
            </a:extLst>
          </p:cNvPr>
          <p:cNvSpPr>
            <a:spLocks xmlns:a="http://schemas.openxmlformats.org/drawingml/2006/main" noGrp="1"/>
          </p:cNvSpPr>
          <p:nvPr/>
        </p:nvSpPr>
        <p:spPr>
          <a:xfrm xmlns:a="http://schemas.openxmlformats.org/drawingml/2006/main">
            <a:off x="2266950" y="4848225"/>
            <a:ext cx="19050" cy="19050"/>
          </a:xfrm>
          <a:prstGeom xmlns:a="http://schemas.openxmlformats.org/drawingml/2006/main" prst="rect">
            <a:avLst/>
          </a:prstGeom>
          <a:noFill xmlns:a="http://schemas.openxmlformats.org/drawingml/2006/main"/>
          <a:ln xmlns:a="http://schemas.openxmlformats.org/drawingml/2006/main" w="0">
            <a:noFill/>
          </a:ln>
        </p:spPr>
      </p:sp>
      <p:sp>
        <p:nvSpPr>
          <p:cNvPr id="31" name="anchor-103">
            <a:extLst xmlns:a="http://schemas.openxmlformats.org/drawingml/2006/main">
              <a:ext uri="{FF2B5EF4-FFF2-40B4-BE49-F238E27FC236}">
                <a16:creationId xmlns:a16="http://schemas.microsoft.com/office/drawing/2014/main" id="{A2CA3E7C-9D8D-4CCC-9FF9-7CA88C533CAA}"/>
              </a:ext>
            </a:extLst>
          </p:cNvPr>
          <p:cNvSpPr>
            <a:spLocks xmlns:a="http://schemas.openxmlformats.org/drawingml/2006/main" noGrp="1"/>
          </p:cNvSpPr>
          <p:nvPr/>
        </p:nvSpPr>
        <p:spPr>
          <a:xfrm xmlns:a="http://schemas.openxmlformats.org/drawingml/2006/main">
            <a:off x="2266950" y="5143500"/>
            <a:ext cx="19050" cy="19050"/>
          </a:xfrm>
          <a:prstGeom xmlns:a="http://schemas.openxmlformats.org/drawingml/2006/main" prst="rect">
            <a:avLst/>
          </a:prstGeom>
          <a:noFill xmlns:a="http://schemas.openxmlformats.org/drawingml/2006/main"/>
          <a:ln xmlns:a="http://schemas.openxmlformats.org/drawingml/2006/main" w="0">
            <a:noFill/>
          </a:ln>
        </p:spPr>
      </p:sp>
      <p:sp>
        <p:nvSpPr>
          <p:cNvPr id="32" name="anchor-104">
            <a:extLst xmlns:a="http://schemas.openxmlformats.org/drawingml/2006/main">
              <a:ext uri="{FF2B5EF4-FFF2-40B4-BE49-F238E27FC236}">
                <a16:creationId xmlns:a16="http://schemas.microsoft.com/office/drawing/2014/main" id="{64E62553-7220-442A-85D0-B08AE6359196}"/>
              </a:ext>
            </a:extLst>
          </p:cNvPr>
          <p:cNvSpPr>
            <a:spLocks xmlns:a="http://schemas.openxmlformats.org/drawingml/2006/main" noGrp="1"/>
          </p:cNvSpPr>
          <p:nvPr/>
        </p:nvSpPr>
        <p:spPr>
          <a:xfrm xmlns:a="http://schemas.openxmlformats.org/drawingml/2006/main">
            <a:off x="9906000" y="5143500"/>
            <a:ext cx="19050" cy="19050"/>
          </a:xfrm>
          <a:prstGeom xmlns:a="http://schemas.openxmlformats.org/drawingml/2006/main" prst="rect">
            <a:avLst/>
          </a:prstGeom>
          <a:noFill xmlns:a="http://schemas.openxmlformats.org/drawingml/2006/main"/>
          <a:ln xmlns:a="http://schemas.openxmlformats.org/drawingml/2006/main" w="0">
            <a:noFill/>
          </a:ln>
        </p:spPr>
      </p:sp>
      <p:sp>
        <p:nvSpPr>
          <p:cNvPr id="33" name="anchor-105">
            <a:extLst xmlns:a="http://schemas.openxmlformats.org/drawingml/2006/main">
              <a:ext uri="{FF2B5EF4-FFF2-40B4-BE49-F238E27FC236}">
                <a16:creationId xmlns:a16="http://schemas.microsoft.com/office/drawing/2014/main" id="{BF0922C7-E27A-4CC7-8EF0-466A7F3598E7}"/>
              </a:ext>
            </a:extLst>
          </p:cNvPr>
          <p:cNvSpPr>
            <a:spLocks xmlns:a="http://schemas.openxmlformats.org/drawingml/2006/main" noGrp="1"/>
          </p:cNvSpPr>
          <p:nvPr/>
        </p:nvSpPr>
        <p:spPr>
          <a:xfrm xmlns:a="http://schemas.openxmlformats.org/drawingml/2006/main">
            <a:off x="9906000" y="484822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69" name=""/>
          <p:cNvCxnSpPr>
            <a:stCxn xmlns:a="http://schemas.openxmlformats.org/drawingml/2006/main" id="30" idx="2"/>
            <a:endCxn xmlns:a="http://schemas.openxmlformats.org/drawingml/2006/main" id="31" idx="0"/>
          </p:cNvCxnSpPr>
          <p:nvPr/>
        </p:nvCxnSpPr>
        <p:spPr>
          <a:xfrm xmlns:a="http://schemas.openxmlformats.org/drawingml/2006/main">
            <a:off x="2276475" y="4867275"/>
            <a:ext cx="0" cy="276225"/>
          </a:xfrm>
          <a:prstGeom xmlns:a="http://schemas.openxmlformats.org/drawingml/2006/main" prst="straightConnector1">
            <a:avLst/>
          </a:prstGeom>
          <a:ln xmlns:a="http://schemas.openxmlformats.org/drawingml/2006/main" w="19050">
            <a:solidFill>
              <a:srgbClr val="B77623"/>
            </a:solidFill>
            <a:prstDash val="dash"/>
            <a:tailEnd type="none" w="med" len="med"/>
          </a:ln>
        </p:spPr>
      </p:cxnSp>
      <p:cxnSp>
        <p:nvCxnSpPr>
          <p:cNvPr id="70" name=""/>
          <p:cNvCxnSpPr>
            <a:stCxn xmlns:a="http://schemas.openxmlformats.org/drawingml/2006/main" id="31" idx="3"/>
            <a:endCxn xmlns:a="http://schemas.openxmlformats.org/drawingml/2006/main" id="32" idx="1"/>
          </p:cNvCxnSpPr>
          <p:nvPr/>
        </p:nvCxnSpPr>
        <p:spPr>
          <a:xfrm xmlns:a="http://schemas.openxmlformats.org/drawingml/2006/main">
            <a:off x="2286000" y="5153025"/>
            <a:ext cx="7620000" cy="0"/>
          </a:xfrm>
          <a:prstGeom xmlns:a="http://schemas.openxmlformats.org/drawingml/2006/main" prst="straightConnector1">
            <a:avLst/>
          </a:prstGeom>
          <a:ln xmlns:a="http://schemas.openxmlformats.org/drawingml/2006/main" w="19050">
            <a:solidFill>
              <a:srgbClr val="B77623"/>
            </a:solidFill>
            <a:prstDash val="dash"/>
            <a:tailEnd type="none" w="med" len="med"/>
          </a:ln>
        </p:spPr>
      </p:cxnSp>
      <p:cxnSp>
        <p:nvCxnSpPr>
          <p:cNvPr id="71" name=""/>
          <p:cNvCxnSpPr>
            <a:stCxn xmlns:a="http://schemas.openxmlformats.org/drawingml/2006/main" id="32" idx="0"/>
            <a:endCxn xmlns:a="http://schemas.openxmlformats.org/drawingml/2006/main" id="33" idx="2"/>
          </p:cNvCxnSpPr>
          <p:nvPr/>
        </p:nvCxnSpPr>
        <p:spPr>
          <a:xfrm xmlns:a="http://schemas.openxmlformats.org/drawingml/2006/main" flipV="1">
            <a:off x="9915525" y="4867275"/>
            <a:ext cx="0" cy="276225"/>
          </a:xfrm>
          <a:prstGeom xmlns:a="http://schemas.openxmlformats.org/drawingml/2006/main" prst="straightConnector1">
            <a:avLst/>
          </a:prstGeom>
          <a:ln xmlns:a="http://schemas.openxmlformats.org/drawingml/2006/main" w="19050">
            <a:solidFill>
              <a:srgbClr val="B77623"/>
            </a:solidFill>
            <a:prstDash val="dash"/>
            <a:tailEnd type="triangle" w="med" len="med"/>
          </a:ln>
        </p:spPr>
      </p:cxnSp>
      <p:sp>
        <p:nvSpPr>
          <p:cNvPr id="37" name="text-106">
            <a:extLst xmlns:a="http://schemas.openxmlformats.org/drawingml/2006/main">
              <a:ext uri="{FF2B5EF4-FFF2-40B4-BE49-F238E27FC236}">
                <a16:creationId xmlns:a16="http://schemas.microsoft.com/office/drawing/2014/main" id="{C0AF2868-2325-464E-8780-EFC9CA029822}"/>
              </a:ext>
            </a:extLst>
          </p:cNvPr>
          <p:cNvSpPr>
            <a:spLocks xmlns:a="http://schemas.openxmlformats.org/drawingml/2006/main" noGrp="1"/>
          </p:cNvSpPr>
          <p:nvPr/>
        </p:nvSpPr>
        <p:spPr>
          <a:xfrm xmlns:a="http://schemas.openxmlformats.org/drawingml/2006/main">
            <a:off x="4038600" y="4905375"/>
            <a:ext cx="4114800" cy="2190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2000"/>
              </a:lnSpc>
              <a:spcBef>
                <a:spcPts val="0"/>
              </a:spcBef>
              <a:spcAft>
                <a:spcPts val="0"/>
              </a:spcAft>
              <a:buNone/>
              <a:defRPr sz="1350" b="0">
                <a:solidFill>
                  <a:srgbClr val="B77623"/>
                </a:solidFill>
                <a:latin typeface="微软雅黑"/>
                <a:ea typeface="微软雅黑"/>
                <a:cs typeface="微软雅黑"/>
              </a:defRPr>
            </a:pPr>
            <a:r>
              <a:rPr sz="1350" b="0">
                <a:solidFill>
                  <a:srgbClr val="B77623"/>
                </a:solidFill>
                <a:latin typeface="微软雅黑"/>
                <a:ea typeface="微软雅黑"/>
                <a:cs typeface="微软雅黑"/>
              </a:rPr>
              <a:t>资源状态进入约束观察</a:t>
            </a:r>
          </a:p>
        </p:txBody>
      </p:sp>
      <p:sp>
        <p:nvSpPr>
          <p:cNvPr id="38" name="diagram-107">
            <a:extLst xmlns:a="http://schemas.openxmlformats.org/drawingml/2006/main">
              <a:ext uri="{FF2B5EF4-FFF2-40B4-BE49-F238E27FC236}">
                <a16:creationId xmlns:a16="http://schemas.microsoft.com/office/drawing/2014/main" id="{B5235984-B298-4505-A6E4-8C7A64B3E567}"/>
              </a:ext>
            </a:extLst>
          </p:cNvPr>
          <p:cNvSpPr>
            <a:spLocks xmlns:a="http://schemas.openxmlformats.org/drawingml/2006/main" noGrp="1"/>
          </p:cNvSpPr>
          <p:nvPr/>
        </p:nvSpPr>
        <p:spPr>
          <a:xfrm xmlns:a="http://schemas.openxmlformats.org/drawingml/2006/main">
            <a:off x="666750" y="5257800"/>
            <a:ext cx="10877550" cy="552450"/>
          </a:xfrm>
          <a:prstGeom xmlns:a="http://schemas.openxmlformats.org/drawingml/2006/main" prst="roundRect">
            <a:avLst>
              <a:gd name="adj" fmla="val 13793"/>
            </a:avLst>
          </a:prstGeom>
          <a:solidFill xmlns:a="http://schemas.openxmlformats.org/drawingml/2006/main">
            <a:srgbClr val="F3F6F8"/>
          </a:solidFill>
          <a:ln xmlns:a="http://schemas.openxmlformats.org/drawingml/2006/main" w="13335">
            <a:solidFill>
              <a:srgbClr val="9BB7CC"/>
            </a:solidFill>
          </a:ln>
        </p:spPr>
        <p:txBody>
          <a:bodyPr xmlns:a="http://schemas.openxmlformats.org/drawingml/2006/main" wrap="square" lIns="76200" tIns="76200" rIns="76200" bIns="76200" anchor="ctr">
            <a:noAutofit/>
          </a:bodyPr>
          <a:lstStyle xmlns:a="http://schemas.openxmlformats.org/drawingml/2006/main"/>
          <a:p xmlns:a="http://schemas.openxmlformats.org/drawingml/2006/main">
            <a:pPr algn="ctr">
              <a:lnSpc>
                <a:spcPct val="108000"/>
              </a:lnSpc>
              <a:spcAft>
                <a:spcPts val="250"/>
              </a:spcAft>
              <a:buNone/>
              <a:defRPr sz="1875" b="1">
                <a:solidFill>
                  <a:srgbClr val="1C3C5D"/>
                </a:solidFill>
                <a:latin typeface="微软雅黑"/>
                <a:ea typeface="微软雅黑"/>
                <a:cs typeface="微软雅黑"/>
              </a:defRPr>
            </a:pPr>
            <a:r>
              <a:rPr sz="1875" b="1">
                <a:solidFill>
                  <a:srgbClr val="1C3C5D"/>
                </a:solidFill>
                <a:latin typeface="微软雅黑"/>
                <a:ea typeface="微软雅黑"/>
                <a:cs typeface="微软雅黑"/>
              </a:rPr>
              <a:t>Π  跨层协议：接口类型、允许信号、数据类型与反馈格式</a:t>
            </a:r>
          </a:p>
        </p:txBody>
      </p:sp>
      <p:sp>
        <p:nvSpPr>
          <p:cNvPr id="39" name="anchor-108">
            <a:extLst xmlns:a="http://schemas.openxmlformats.org/drawingml/2006/main">
              <a:ext uri="{FF2B5EF4-FFF2-40B4-BE49-F238E27FC236}">
                <a16:creationId xmlns:a16="http://schemas.microsoft.com/office/drawing/2014/main" id="{AC320649-80D3-4B6A-9FEF-39BC46A59A62}"/>
              </a:ext>
            </a:extLst>
          </p:cNvPr>
          <p:cNvSpPr>
            <a:spLocks xmlns:a="http://schemas.openxmlformats.org/drawingml/2006/main" noGrp="1"/>
          </p:cNvSpPr>
          <p:nvPr/>
        </p:nvSpPr>
        <p:spPr>
          <a:xfrm xmlns:a="http://schemas.openxmlformats.org/drawingml/2006/main">
            <a:off x="542925" y="6010275"/>
            <a:ext cx="19050" cy="19050"/>
          </a:xfrm>
          <a:prstGeom xmlns:a="http://schemas.openxmlformats.org/drawingml/2006/main" prst="rect">
            <a:avLst/>
          </a:prstGeom>
          <a:noFill xmlns:a="http://schemas.openxmlformats.org/drawingml/2006/main"/>
          <a:ln xmlns:a="http://schemas.openxmlformats.org/drawingml/2006/main" w="0">
            <a:noFill/>
          </a:ln>
        </p:spPr>
      </p:sp>
      <p:sp>
        <p:nvSpPr>
          <p:cNvPr id="40" name="anchor-109">
            <a:extLst xmlns:a="http://schemas.openxmlformats.org/drawingml/2006/main">
              <a:ext uri="{FF2B5EF4-FFF2-40B4-BE49-F238E27FC236}">
                <a16:creationId xmlns:a16="http://schemas.microsoft.com/office/drawing/2014/main" id="{ABE1401C-A00E-4475-94F3-FA4A6BA4B1DB}"/>
              </a:ext>
            </a:extLst>
          </p:cNvPr>
          <p:cNvSpPr>
            <a:spLocks xmlns:a="http://schemas.openxmlformats.org/drawingml/2006/main" noGrp="1"/>
          </p:cNvSpPr>
          <p:nvPr/>
        </p:nvSpPr>
        <p:spPr>
          <a:xfrm xmlns:a="http://schemas.openxmlformats.org/drawingml/2006/main">
            <a:off x="11630025" y="601027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76" name=""/>
          <p:cNvCxnSpPr>
            <a:stCxn xmlns:a="http://schemas.openxmlformats.org/drawingml/2006/main" id="39" idx="3"/>
            <a:endCxn xmlns:a="http://schemas.openxmlformats.org/drawingml/2006/main" id="40" idx="1"/>
          </p:cNvCxnSpPr>
          <p:nvPr/>
        </p:nvCxnSpPr>
        <p:spPr>
          <a:xfrm xmlns:a="http://schemas.openxmlformats.org/drawingml/2006/main">
            <a:off x="561975" y="6019800"/>
            <a:ext cx="11068050" cy="0"/>
          </a:xfrm>
          <a:prstGeom xmlns:a="http://schemas.openxmlformats.org/drawingml/2006/main" prst="straightConnector1">
            <a:avLst/>
          </a:prstGeom>
          <a:ln xmlns:a="http://schemas.openxmlformats.org/drawingml/2006/main" w="9525">
            <a:solidFill>
              <a:srgbClr val="9BB7CC"/>
            </a:solidFill>
            <a:prstDash val="solid"/>
            <a:tailEnd type="none" w="med" len="med"/>
          </a:ln>
        </p:spPr>
      </p:cxnSp>
      <p:sp>
        <p:nvSpPr>
          <p:cNvPr id="42" name="text-110">
            <a:extLst xmlns:a="http://schemas.openxmlformats.org/drawingml/2006/main">
              <a:ext uri="{FF2B5EF4-FFF2-40B4-BE49-F238E27FC236}">
                <a16:creationId xmlns:a16="http://schemas.microsoft.com/office/drawing/2014/main" id="{198F6A50-FB80-43F6-AC95-4FBA38B6BA02}"/>
              </a:ext>
            </a:extLst>
          </p:cNvPr>
          <p:cNvSpPr>
            <a:spLocks xmlns:a="http://schemas.openxmlformats.org/drawingml/2006/main" noGrp="1"/>
          </p:cNvSpPr>
          <p:nvPr/>
        </p:nvSpPr>
        <p:spPr>
          <a:xfrm xmlns:a="http://schemas.openxmlformats.org/drawingml/2006/main">
            <a:off x="552450" y="61150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1725" b="1">
                <a:solidFill>
                  <a:srgbClr val="1C3C5D"/>
                </a:solidFill>
                <a:latin typeface="微软雅黑"/>
                <a:ea typeface="微软雅黑"/>
                <a:cs typeface="微软雅黑"/>
              </a:defRPr>
            </a:pPr>
            <a:r>
              <a:rPr sz="1725" b="1">
                <a:solidFill>
                  <a:srgbClr val="1C3C5D"/>
                </a:solidFill>
                <a:latin typeface="微软雅黑"/>
                <a:ea typeface="微软雅黑"/>
                <a:cs typeface="微软雅黑"/>
              </a:rPr>
              <a:t>资源承载能力与状态，工作流组织任务与数据，约束共同界定执行边界。</a:t>
            </a:r>
          </a:p>
        </p:txBody>
      </p:sp>
    </p:spTree>
    <p:extLst>
      <p:ext uri="{BB962C8B-B14F-4D97-AF65-F5344CB8AC3E}">
        <p14:creationId xmlns:p14="http://schemas.microsoft.com/office/powerpoint/2010/main" val="668674280"/>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A260804D-086E-4945-84E5-2B68D152881F}"/>
              </a:ext>
            </a:extLst>
          </p:cNvPr>
          <p:cNvSpPr>
            <a:spLocks xmlns:a="http://schemas.openxmlformats.org/drawingml/2006/main" noGrp="1"/>
          </p:cNvSpPr>
          <p:nvPr/>
        </p:nvSpPr>
        <p:spPr>
          <a:xfrm xmlns:a="http://schemas.openxmlformats.org/drawingml/2006/main">
            <a:off x="0" y="0"/>
            <a:ext cx="12191695" cy="914400"/>
          </a:xfrm>
          <a:prstGeom xmlns:a="http://schemas.openxmlformats.org/drawingml/2006/main" prst="rect">
            <a:avLst/>
          </a:prstGeom>
          <a:solidFill xmlns:a="http://schemas.openxmlformats.org/drawingml/2006/main">
            <a:srgbClr val="1A3A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A15E4D77-DB7B-4B98-BA95-4C69B5000191}"/>
              </a:ext>
            </a:extLst>
          </p:cNvPr>
          <p:cNvSpPr>
            <a:spLocks xmlns:a="http://schemas.openxmlformats.org/drawingml/2006/main" noGrp="1"/>
          </p:cNvSpPr>
          <p:nvPr/>
        </p:nvSpPr>
        <p:spPr>
          <a:xfrm xmlns:a="http://schemas.openxmlformats.org/drawingml/2006/main">
            <a:off x="552450" y="238125"/>
            <a:ext cx="11087100" cy="571500"/>
          </a:xfrm>
          <a:prstGeom xmlns:a="http://schemas.openxmlformats.org/drawingml/2006/main" prst="rect">
            <a:avLst/>
          </a:prstGeom>
          <a:noFill xmlns:a="http://schemas.openxmlformats.org/drawingml/2006/main"/>
        </p:spPr>
        <p:txBody>
          <a:bodyPr xmlns:a="http://schemas.openxmlformats.org/drawingml/2006/main" wrap="none" lIns="0" tIns="0" rIns="0" bIns="0">
            <a:noAutofit/>
          </a:bodyPr>
          <a:lstStyle xmlns:a="http://schemas.openxmlformats.org/drawingml/2006/main"/>
          <a:p xmlns:a="http://schemas.openxmlformats.org/drawingml/2006/main">
            <a:pPr algn="l">
              <a:buNone/>
              <a:defRPr sz="2850" b="1">
                <a:solidFill>
                  <a:srgbClr val="FFFFFF"/>
                </a:solidFill>
                <a:latin typeface="微软雅黑"/>
                <a:ea typeface="微软雅黑"/>
                <a:cs typeface="微软雅黑"/>
              </a:defRPr>
            </a:pPr>
            <a:r>
              <a:rPr sz="2850" b="1">
                <a:solidFill>
                  <a:srgbClr val="FFFFFF"/>
                </a:solidFill>
                <a:latin typeface="微软雅黑"/>
                <a:ea typeface="微软雅黑"/>
                <a:cs typeface="微软雅黑"/>
              </a:rPr>
              <a:t>6  纵向执行结构与逐层展开</a:t>
            </a:r>
            <a:endParaRPr sz="2600" b="1">
              <a:solidFill>
                <a:srgbClr val="FFFFFF"/>
              </a:solidFill>
              <a:latin typeface="微软雅黑"/>
              <a:ea typeface="微软雅黑"/>
              <a:cs typeface="微软雅黑"/>
            </a:endParaRPr>
          </a:p>
        </p:txBody>
      </p:sp>
      <p:sp>
        <p:nvSpPr>
          <p:cNvPr id="10" name="TextBox 9">
            <a:extLst xmlns:a="http://schemas.openxmlformats.org/drawingml/2006/main">
              <a:ext uri="{FF2B5EF4-FFF2-40B4-BE49-F238E27FC236}">
                <a16:creationId xmlns:a16="http://schemas.microsoft.com/office/drawing/2014/main" id="{30F44C43-E1D4-472E-ABB8-444590810FEC}"/>
              </a:ext>
            </a:extLst>
          </p:cNvPr>
          <p:cNvSpPr>
            <a:spLocks xmlns:a="http://schemas.openxmlformats.org/drawingml/2006/main" noGrp="1"/>
          </p:cNvSpPr>
          <p:nvPr/>
        </p:nvSpPr>
        <p:spPr>
          <a:xfrm xmlns:a="http://schemas.openxmlformats.org/drawingml/2006/main">
            <a:off x="457200" y="6446520"/>
            <a:ext cx="91440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0">
                <a:solidFill>
                  <a:srgbClr val="555555"/>
                </a:solidFill>
                <a:latin typeface="微软雅黑"/>
                <a:ea typeface="微软雅黑"/>
                <a:cs typeface="微软雅黑"/>
              </a:rPr>
              <a:t>EUROSIM 2026  ·  面向智慧化学实验室的任务导向可执行建模框架</a:t>
            </a:r>
            <a:endParaRPr sz="1100" b="0">
              <a:solidFill>
                <a:srgbClr val="555555"/>
              </a:solidFill>
              <a:latin typeface="微软雅黑"/>
              <a:ea typeface="微软雅黑"/>
              <a:cs typeface="微软雅黑"/>
            </a:endParaRPr>
          </a:p>
        </p:txBody>
      </p:sp>
      <p:sp>
        <p:nvSpPr>
          <p:cNvPr id="11" name="TextBox 10">
            <a:extLst xmlns:a="http://schemas.openxmlformats.org/drawingml/2006/main">
              <a:ext uri="{FF2B5EF4-FFF2-40B4-BE49-F238E27FC236}">
                <a16:creationId xmlns:a16="http://schemas.microsoft.com/office/drawing/2014/main" id="{0080A827-F079-469D-8F6A-93AD99E05656}"/>
              </a:ext>
            </a:extLst>
          </p:cNvPr>
          <p:cNvSpPr>
            <a:spLocks xmlns:a="http://schemas.openxmlformats.org/drawingml/2006/main" noGrp="1"/>
          </p:cNvSpPr>
          <p:nvPr/>
        </p:nvSpPr>
        <p:spPr>
          <a:xfrm xmlns:a="http://schemas.openxmlformats.org/drawingml/2006/main">
            <a:off x="10515600" y="6446520"/>
            <a:ext cx="13716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pPr>
            <a:r>
              <a:rPr sz="1100" b="0">
                <a:solidFill>
                  <a:srgbClr val="555555"/>
                </a:solidFill>
                <a:latin typeface="微软雅黑"/>
                <a:ea typeface="微软雅黑"/>
                <a:cs typeface="微软雅黑"/>
              </a:rPr>
              <a:t>6/16</a:t>
            </a:r>
            <a:endParaRPr sz="1100" b="0">
              <a:solidFill>
                <a:srgbClr val="555555"/>
              </a:solidFill>
              <a:latin typeface="微软雅黑"/>
              <a:ea typeface="微软雅黑"/>
              <a:cs typeface="微软雅黑"/>
            </a:endParaRPr>
          </a:p>
        </p:txBody>
      </p:sp>
      <p:sp>
        <p:nvSpPr>
          <p:cNvPr id="12" name="text-111">
            <a:extLst xmlns:a="http://schemas.openxmlformats.org/drawingml/2006/main">
              <a:ext uri="{FF2B5EF4-FFF2-40B4-BE49-F238E27FC236}">
                <a16:creationId xmlns:a16="http://schemas.microsoft.com/office/drawing/2014/main" id="{374C274F-BAAC-44CB-8E26-9F318BFC4C28}"/>
              </a:ext>
            </a:extLst>
          </p:cNvPr>
          <p:cNvSpPr>
            <a:spLocks xmlns:a="http://schemas.openxmlformats.org/drawingml/2006/main" noGrp="1"/>
          </p:cNvSpPr>
          <p:nvPr/>
        </p:nvSpPr>
        <p:spPr>
          <a:xfrm xmlns:a="http://schemas.openxmlformats.org/drawingml/2006/main">
            <a:off x="590550" y="1133475"/>
            <a:ext cx="11144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1800" b="0">
                <a:solidFill>
                  <a:srgbClr val="5B6B78"/>
                </a:solidFill>
                <a:latin typeface="微软雅黑"/>
                <a:ea typeface="微软雅黑"/>
                <a:cs typeface="微软雅黑"/>
              </a:defRPr>
            </a:pPr>
            <a:r>
              <a:rPr sz="1800" b="0">
                <a:solidFill>
                  <a:srgbClr val="5B6B78"/>
                </a:solidFill>
                <a:latin typeface="微软雅黑"/>
                <a:ea typeface="微软雅黑"/>
                <a:cs typeface="微软雅黑"/>
              </a:rPr>
              <a:t>工作流先作用于设备模型，状态机经 Adapter 控制设备，反馈沿链路返回</a:t>
            </a:r>
          </a:p>
        </p:txBody>
      </p:sp>
      <p:sp>
        <p:nvSpPr>
          <p:cNvPr id="13" name="text-112">
            <a:extLst xmlns:a="http://schemas.openxmlformats.org/drawingml/2006/main">
              <a:ext uri="{FF2B5EF4-FFF2-40B4-BE49-F238E27FC236}">
                <a16:creationId xmlns:a16="http://schemas.microsoft.com/office/drawing/2014/main" id="{93C47AF6-98B8-4F1A-95BE-3773986021B1}"/>
              </a:ext>
            </a:extLst>
          </p:cNvPr>
          <p:cNvSpPr>
            <a:spLocks xmlns:a="http://schemas.openxmlformats.org/drawingml/2006/main" noGrp="1"/>
          </p:cNvSpPr>
          <p:nvPr/>
        </p:nvSpPr>
        <p:spPr>
          <a:xfrm xmlns:a="http://schemas.openxmlformats.org/drawingml/2006/main">
            <a:off x="1114425" y="1657350"/>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2000"/>
              </a:lnSpc>
              <a:spcBef>
                <a:spcPts val="0"/>
              </a:spcBef>
              <a:spcAft>
                <a:spcPts val="0"/>
              </a:spcAft>
              <a:buNone/>
              <a:defRPr sz="1725" b="1">
                <a:solidFill>
                  <a:srgbClr val="1C3C5D"/>
                </a:solidFill>
                <a:latin typeface="微软雅黑"/>
                <a:ea typeface="微软雅黑"/>
                <a:cs typeface="微软雅黑"/>
              </a:defRPr>
            </a:pPr>
            <a:r>
              <a:rPr sz="1725" b="1">
                <a:solidFill>
                  <a:srgbClr val="1C3C5D"/>
                </a:solidFill>
                <a:latin typeface="微软雅黑"/>
                <a:ea typeface="微软雅黑"/>
                <a:cs typeface="微软雅黑"/>
              </a:rPr>
              <a:t>统一执行路径</a:t>
            </a:r>
          </a:p>
        </p:txBody>
      </p:sp>
      <p:sp>
        <p:nvSpPr>
          <p:cNvPr id="14" name="text-113">
            <a:extLst xmlns:a="http://schemas.openxmlformats.org/drawingml/2006/main">
              <a:ext uri="{FF2B5EF4-FFF2-40B4-BE49-F238E27FC236}">
                <a16:creationId xmlns:a16="http://schemas.microsoft.com/office/drawing/2014/main" id="{BFA59EE2-BCE6-481A-A271-29EA6BF43C00}"/>
              </a:ext>
            </a:extLst>
          </p:cNvPr>
          <p:cNvSpPr>
            <a:spLocks xmlns:a="http://schemas.openxmlformats.org/drawingml/2006/main" noGrp="1"/>
          </p:cNvSpPr>
          <p:nvPr/>
        </p:nvSpPr>
        <p:spPr>
          <a:xfrm xmlns:a="http://schemas.openxmlformats.org/drawingml/2006/main">
            <a:off x="4467225" y="1657350"/>
            <a:ext cx="70770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2000"/>
              </a:lnSpc>
              <a:spcBef>
                <a:spcPts val="0"/>
              </a:spcBef>
              <a:spcAft>
                <a:spcPts val="0"/>
              </a:spcAft>
              <a:buNone/>
              <a:defRPr sz="1725" b="1">
                <a:solidFill>
                  <a:srgbClr val="1C3C5D"/>
                </a:solidFill>
                <a:latin typeface="微软雅黑"/>
                <a:ea typeface="微软雅黑"/>
                <a:cs typeface="微软雅黑"/>
              </a:defRPr>
            </a:pPr>
            <a:r>
              <a:rPr sz="1725" b="1">
                <a:solidFill>
                  <a:srgbClr val="1C3C5D"/>
                </a:solidFill>
                <a:latin typeface="微软雅黑"/>
                <a:ea typeface="微软雅黑"/>
                <a:cs typeface="微软雅黑"/>
              </a:rPr>
              <a:t>各层模型与接口结构</a:t>
            </a:r>
          </a:p>
        </p:txBody>
      </p:sp>
      <p:sp>
        <p:nvSpPr>
          <p:cNvPr id="15" name="diagram-114">
            <a:extLst xmlns:a="http://schemas.openxmlformats.org/drawingml/2006/main">
              <a:ext uri="{FF2B5EF4-FFF2-40B4-BE49-F238E27FC236}">
                <a16:creationId xmlns:a16="http://schemas.microsoft.com/office/drawing/2014/main" id="{6A5577A0-7EC8-4EAA-A7BA-44D98C6BE74D}"/>
              </a:ext>
            </a:extLst>
          </p:cNvPr>
          <p:cNvSpPr>
            <a:spLocks xmlns:a="http://schemas.openxmlformats.org/drawingml/2006/main" noGrp="1"/>
          </p:cNvSpPr>
          <p:nvPr/>
        </p:nvSpPr>
        <p:spPr>
          <a:xfrm xmlns:a="http://schemas.openxmlformats.org/drawingml/2006/main">
            <a:off x="1076325" y="2105025"/>
            <a:ext cx="2257425" cy="790575"/>
          </a:xfrm>
          <a:prstGeom xmlns:a="http://schemas.openxmlformats.org/drawingml/2006/main" prst="roundRect">
            <a:avLst>
              <a:gd name="adj" fmla="val 9639"/>
            </a:avLst>
          </a:prstGeom>
          <a:solidFill xmlns:a="http://schemas.openxmlformats.org/drawingml/2006/main">
            <a:srgbClr val="EAF2F8"/>
          </a:solidFill>
          <a:ln xmlns:a="http://schemas.openxmlformats.org/drawingml/2006/main" w="13335">
            <a:solidFill>
              <a:srgbClr val="9BB7CC"/>
            </a:solidFill>
          </a:ln>
        </p:spPr>
        <p:txBody>
          <a:bodyPr xmlns:a="http://schemas.openxmlformats.org/drawingml/2006/main" wrap="square" lIns="76200" tIns="76200" rIns="76200" bIns="76200" anchor="ctr">
            <a:noAutofit/>
          </a:bodyPr>
          <a:lstStyle xmlns:a="http://schemas.openxmlformats.org/drawingml/2006/main"/>
          <a:p xmlns:a="http://schemas.openxmlformats.org/drawingml/2006/main">
            <a:pPr algn="ctr">
              <a:lnSpc>
                <a:spcPct val="108000"/>
              </a:lnSpc>
              <a:spcAft>
                <a:spcPts val="250"/>
              </a:spcAft>
              <a:buNone/>
              <a:defRPr sz="1950" b="1">
                <a:solidFill>
                  <a:srgbClr val="1C3C5D"/>
                </a:solidFill>
                <a:latin typeface="微软雅黑"/>
                <a:ea typeface="微软雅黑"/>
                <a:cs typeface="微软雅黑"/>
              </a:defRPr>
            </a:pPr>
            <a:r>
              <a:rPr sz="1950" b="1">
                <a:solidFill>
                  <a:srgbClr val="1C3C5D"/>
                </a:solidFill>
                <a:latin typeface="微软雅黑"/>
                <a:ea typeface="微软雅黑"/>
                <a:cs typeface="微软雅黑"/>
              </a:rPr>
              <a:t>工作流层 F</a:t>
            </a:r>
          </a:p>
        </p:txBody>
      </p:sp>
      <p:sp>
        <p:nvSpPr>
          <p:cNvPr id="16" name="diagram-115">
            <a:extLst xmlns:a="http://schemas.openxmlformats.org/drawingml/2006/main">
              <a:ext uri="{FF2B5EF4-FFF2-40B4-BE49-F238E27FC236}">
                <a16:creationId xmlns:a16="http://schemas.microsoft.com/office/drawing/2014/main" id="{8400C4A1-6C6D-420C-A4AB-CD9201C7F07D}"/>
              </a:ext>
            </a:extLst>
          </p:cNvPr>
          <p:cNvSpPr>
            <a:spLocks xmlns:a="http://schemas.openxmlformats.org/drawingml/2006/main" noGrp="1"/>
          </p:cNvSpPr>
          <p:nvPr/>
        </p:nvSpPr>
        <p:spPr>
          <a:xfrm xmlns:a="http://schemas.openxmlformats.org/drawingml/2006/main">
            <a:off x="1076325" y="3276600"/>
            <a:ext cx="2257425" cy="866775"/>
          </a:xfrm>
          <a:prstGeom xmlns:a="http://schemas.openxmlformats.org/drawingml/2006/main" prst="roundRect">
            <a:avLst>
              <a:gd name="adj" fmla="val 8791"/>
            </a:avLst>
          </a:prstGeom>
          <a:solidFill xmlns:a="http://schemas.openxmlformats.org/drawingml/2006/main">
            <a:srgbClr val="EAF2F8"/>
          </a:solidFill>
          <a:ln xmlns:a="http://schemas.openxmlformats.org/drawingml/2006/main" w="13335">
            <a:solidFill>
              <a:srgbClr val="9BB7CC"/>
            </a:solidFill>
          </a:ln>
        </p:spPr>
        <p:txBody>
          <a:bodyPr xmlns:a="http://schemas.openxmlformats.org/drawingml/2006/main" wrap="square" lIns="76200" tIns="76200" rIns="76200" bIns="76200" anchor="ctr">
            <a:noAutofit/>
          </a:bodyPr>
          <a:lstStyle xmlns:a="http://schemas.openxmlformats.org/drawingml/2006/main"/>
          <a:p xmlns:a="http://schemas.openxmlformats.org/drawingml/2006/main">
            <a:pPr algn="ctr">
              <a:lnSpc>
                <a:spcPct val="108000"/>
              </a:lnSpc>
              <a:spcAft>
                <a:spcPts val="250"/>
              </a:spcAft>
              <a:buNone/>
              <a:defRPr sz="1950" b="1">
                <a:solidFill>
                  <a:srgbClr val="1C3C5D"/>
                </a:solidFill>
                <a:latin typeface="微软雅黑"/>
                <a:ea typeface="微软雅黑"/>
                <a:cs typeface="微软雅黑"/>
              </a:defRPr>
            </a:pPr>
            <a:r>
              <a:rPr sz="1950" b="1">
                <a:solidFill>
                  <a:srgbClr val="1C3C5D"/>
                </a:solidFill>
                <a:latin typeface="微软雅黑"/>
                <a:ea typeface="微软雅黑"/>
                <a:cs typeface="微软雅黑"/>
              </a:rPr>
              <a:t>设备资源模型 R</a:t>
            </a:r>
          </a:p>
        </p:txBody>
      </p:sp>
      <p:sp>
        <p:nvSpPr>
          <p:cNvPr id="17" name="diagram-116">
            <a:extLst xmlns:a="http://schemas.openxmlformats.org/drawingml/2006/main">
              <a:ext uri="{FF2B5EF4-FFF2-40B4-BE49-F238E27FC236}">
                <a16:creationId xmlns:a16="http://schemas.microsoft.com/office/drawing/2014/main" id="{11DEEC9D-58A7-4C9E-A1D7-49E99ACB35C2}"/>
              </a:ext>
            </a:extLst>
          </p:cNvPr>
          <p:cNvSpPr>
            <a:spLocks xmlns:a="http://schemas.openxmlformats.org/drawingml/2006/main" noGrp="1"/>
          </p:cNvSpPr>
          <p:nvPr/>
        </p:nvSpPr>
        <p:spPr>
          <a:xfrm xmlns:a="http://schemas.openxmlformats.org/drawingml/2006/main">
            <a:off x="1076325" y="4448175"/>
            <a:ext cx="2257425" cy="600075"/>
          </a:xfrm>
          <a:prstGeom xmlns:a="http://schemas.openxmlformats.org/drawingml/2006/main" prst="roundRect">
            <a:avLst>
              <a:gd name="adj" fmla="val 12698"/>
            </a:avLst>
          </a:prstGeom>
          <a:solidFill xmlns:a="http://schemas.openxmlformats.org/drawingml/2006/main">
            <a:srgbClr val="EAF2F8"/>
          </a:solidFill>
          <a:ln xmlns:a="http://schemas.openxmlformats.org/drawingml/2006/main" w="13335">
            <a:solidFill>
              <a:srgbClr val="9BB7CC"/>
            </a:solidFill>
          </a:ln>
        </p:spPr>
        <p:txBody>
          <a:bodyPr xmlns:a="http://schemas.openxmlformats.org/drawingml/2006/main" wrap="square" lIns="76200" tIns="76200" rIns="76200" bIns="76200" anchor="ctr">
            <a:noAutofit/>
          </a:bodyPr>
          <a:lstStyle xmlns:a="http://schemas.openxmlformats.org/drawingml/2006/main"/>
          <a:p xmlns:a="http://schemas.openxmlformats.org/drawingml/2006/main">
            <a:pPr algn="ctr">
              <a:lnSpc>
                <a:spcPct val="108000"/>
              </a:lnSpc>
              <a:spcAft>
                <a:spcPts val="250"/>
              </a:spcAft>
              <a:buNone/>
              <a:defRPr sz="1800" b="1">
                <a:solidFill>
                  <a:srgbClr val="1C3C5D"/>
                </a:solidFill>
                <a:latin typeface="微软雅黑"/>
                <a:ea typeface="微软雅黑"/>
                <a:cs typeface="微软雅黑"/>
              </a:defRPr>
            </a:pPr>
            <a:r>
              <a:rPr sz="1800" b="1">
                <a:solidFill>
                  <a:srgbClr val="1C3C5D"/>
                </a:solidFill>
                <a:latin typeface="微软雅黑"/>
                <a:ea typeface="微软雅黑"/>
                <a:cs typeface="微软雅黑"/>
              </a:rPr>
              <a:t>Adapter</a:t>
            </a:r>
          </a:p>
        </p:txBody>
      </p:sp>
      <p:sp>
        <p:nvSpPr>
          <p:cNvPr id="18" name="diagram-117">
            <a:extLst xmlns:a="http://schemas.openxmlformats.org/drawingml/2006/main">
              <a:ext uri="{FF2B5EF4-FFF2-40B4-BE49-F238E27FC236}">
                <a16:creationId xmlns:a16="http://schemas.microsoft.com/office/drawing/2014/main" id="{993142DE-EE5C-40D4-91F9-F5891A823282}"/>
              </a:ext>
            </a:extLst>
          </p:cNvPr>
          <p:cNvSpPr>
            <a:spLocks xmlns:a="http://schemas.openxmlformats.org/drawingml/2006/main" noGrp="1"/>
          </p:cNvSpPr>
          <p:nvPr/>
        </p:nvSpPr>
        <p:spPr>
          <a:xfrm xmlns:a="http://schemas.openxmlformats.org/drawingml/2006/main">
            <a:off x="1076325" y="5353050"/>
            <a:ext cx="2257425" cy="504825"/>
          </a:xfrm>
          <a:prstGeom xmlns:a="http://schemas.openxmlformats.org/drawingml/2006/main" prst="roundRect">
            <a:avLst>
              <a:gd name="adj" fmla="val 15094"/>
            </a:avLst>
          </a:prstGeom>
          <a:solidFill xmlns:a="http://schemas.openxmlformats.org/drawingml/2006/main">
            <a:srgbClr val="E9F5F2"/>
          </a:solidFill>
          <a:ln xmlns:a="http://schemas.openxmlformats.org/drawingml/2006/main" w="13335">
            <a:solidFill>
              <a:srgbClr val="9BB7CC"/>
            </a:solidFill>
          </a:ln>
        </p:spPr>
        <p:txBody>
          <a:bodyPr xmlns:a="http://schemas.openxmlformats.org/drawingml/2006/main" wrap="square" lIns="76200" tIns="76200" rIns="76200" bIns="76200" anchor="ctr">
            <a:noAutofit/>
          </a:bodyPr>
          <a:lstStyle xmlns:a="http://schemas.openxmlformats.org/drawingml/2006/main"/>
          <a:p xmlns:a="http://schemas.openxmlformats.org/drawingml/2006/main">
            <a:pPr algn="ctr">
              <a:lnSpc>
                <a:spcPct val="108000"/>
              </a:lnSpc>
              <a:spcAft>
                <a:spcPts val="250"/>
              </a:spcAft>
              <a:buNone/>
              <a:defRPr sz="1800" b="1">
                <a:solidFill>
                  <a:srgbClr val="1C3C5D"/>
                </a:solidFill>
                <a:latin typeface="微软雅黑"/>
                <a:ea typeface="微软雅黑"/>
                <a:cs typeface="微软雅黑"/>
              </a:defRPr>
            </a:pPr>
            <a:r>
              <a:rPr sz="1800" b="1">
                <a:solidFill>
                  <a:srgbClr val="1C3C5D"/>
                </a:solidFill>
                <a:latin typeface="微软雅黑"/>
                <a:ea typeface="微软雅黑"/>
                <a:cs typeface="微软雅黑"/>
              </a:rPr>
              <a:t>物理设备</a:t>
            </a:r>
          </a:p>
        </p:txBody>
      </p:sp>
      <p:sp>
        <p:nvSpPr>
          <p:cNvPr id="19" name="anchor-118">
            <a:extLst xmlns:a="http://schemas.openxmlformats.org/drawingml/2006/main">
              <a:ext uri="{FF2B5EF4-FFF2-40B4-BE49-F238E27FC236}">
                <a16:creationId xmlns:a16="http://schemas.microsoft.com/office/drawing/2014/main" id="{1B801BD3-047D-4CC5-AB6F-7D0FF2AECD4C}"/>
              </a:ext>
            </a:extLst>
          </p:cNvPr>
          <p:cNvSpPr>
            <a:spLocks xmlns:a="http://schemas.openxmlformats.org/drawingml/2006/main" noGrp="1"/>
          </p:cNvSpPr>
          <p:nvPr/>
        </p:nvSpPr>
        <p:spPr>
          <a:xfrm xmlns:a="http://schemas.openxmlformats.org/drawingml/2006/main">
            <a:off x="1857375" y="2886075"/>
            <a:ext cx="19050" cy="19050"/>
          </a:xfrm>
          <a:prstGeom xmlns:a="http://schemas.openxmlformats.org/drawingml/2006/main" prst="rect">
            <a:avLst/>
          </a:prstGeom>
          <a:noFill xmlns:a="http://schemas.openxmlformats.org/drawingml/2006/main"/>
          <a:ln xmlns:a="http://schemas.openxmlformats.org/drawingml/2006/main" w="0">
            <a:noFill/>
          </a:ln>
        </p:spPr>
      </p:sp>
      <p:sp>
        <p:nvSpPr>
          <p:cNvPr id="20" name="anchor-119">
            <a:extLst xmlns:a="http://schemas.openxmlformats.org/drawingml/2006/main">
              <a:ext uri="{FF2B5EF4-FFF2-40B4-BE49-F238E27FC236}">
                <a16:creationId xmlns:a16="http://schemas.microsoft.com/office/drawing/2014/main" id="{B13E01C3-DCBA-42F8-AFF7-6BB321BD3DBA}"/>
              </a:ext>
            </a:extLst>
          </p:cNvPr>
          <p:cNvSpPr>
            <a:spLocks xmlns:a="http://schemas.openxmlformats.org/drawingml/2006/main" noGrp="1"/>
          </p:cNvSpPr>
          <p:nvPr/>
        </p:nvSpPr>
        <p:spPr>
          <a:xfrm xmlns:a="http://schemas.openxmlformats.org/drawingml/2006/main">
            <a:off x="1857375" y="326707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103" name=""/>
          <p:cNvCxnSpPr>
            <a:stCxn xmlns:a="http://schemas.openxmlformats.org/drawingml/2006/main" id="19" idx="2"/>
            <a:endCxn xmlns:a="http://schemas.openxmlformats.org/drawingml/2006/main" id="20" idx="0"/>
          </p:cNvCxnSpPr>
          <p:nvPr/>
        </p:nvCxnSpPr>
        <p:spPr>
          <a:xfrm xmlns:a="http://schemas.openxmlformats.org/drawingml/2006/main">
            <a:off x="1866900" y="2905125"/>
            <a:ext cx="0" cy="361950"/>
          </a:xfrm>
          <a:prstGeom xmlns:a="http://schemas.openxmlformats.org/drawingml/2006/main" prst="straightConnector1">
            <a:avLst/>
          </a:prstGeom>
          <a:ln xmlns:a="http://schemas.openxmlformats.org/drawingml/2006/main" w="19050">
            <a:solidFill>
              <a:srgbClr val="2774AC"/>
            </a:solidFill>
            <a:prstDash val="solid"/>
            <a:tailEnd type="triangle" w="med" len="med"/>
          </a:ln>
        </p:spPr>
      </p:cxnSp>
      <p:sp>
        <p:nvSpPr>
          <p:cNvPr id="22" name="anchor-120">
            <a:extLst xmlns:a="http://schemas.openxmlformats.org/drawingml/2006/main">
              <a:ext uri="{FF2B5EF4-FFF2-40B4-BE49-F238E27FC236}">
                <a16:creationId xmlns:a16="http://schemas.microsoft.com/office/drawing/2014/main" id="{2D29450E-5C7D-4CEC-AAB5-3E88BAFB47DB}"/>
              </a:ext>
            </a:extLst>
          </p:cNvPr>
          <p:cNvSpPr>
            <a:spLocks xmlns:a="http://schemas.openxmlformats.org/drawingml/2006/main" noGrp="1"/>
          </p:cNvSpPr>
          <p:nvPr/>
        </p:nvSpPr>
        <p:spPr>
          <a:xfrm xmlns:a="http://schemas.openxmlformats.org/drawingml/2006/main">
            <a:off x="2609850" y="3267075"/>
            <a:ext cx="19050" cy="19050"/>
          </a:xfrm>
          <a:prstGeom xmlns:a="http://schemas.openxmlformats.org/drawingml/2006/main" prst="rect">
            <a:avLst/>
          </a:prstGeom>
          <a:noFill xmlns:a="http://schemas.openxmlformats.org/drawingml/2006/main"/>
          <a:ln xmlns:a="http://schemas.openxmlformats.org/drawingml/2006/main" w="0">
            <a:noFill/>
          </a:ln>
        </p:spPr>
      </p:sp>
      <p:sp>
        <p:nvSpPr>
          <p:cNvPr id="23" name="anchor-121">
            <a:extLst xmlns:a="http://schemas.openxmlformats.org/drawingml/2006/main">
              <a:ext uri="{FF2B5EF4-FFF2-40B4-BE49-F238E27FC236}">
                <a16:creationId xmlns:a16="http://schemas.microsoft.com/office/drawing/2014/main" id="{FFD7AC35-075C-4DA5-9534-A7E891F7F451}"/>
              </a:ext>
            </a:extLst>
          </p:cNvPr>
          <p:cNvSpPr>
            <a:spLocks xmlns:a="http://schemas.openxmlformats.org/drawingml/2006/main" noGrp="1"/>
          </p:cNvSpPr>
          <p:nvPr/>
        </p:nvSpPr>
        <p:spPr>
          <a:xfrm xmlns:a="http://schemas.openxmlformats.org/drawingml/2006/main">
            <a:off x="2609850" y="288607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106" name=""/>
          <p:cNvCxnSpPr>
            <a:stCxn xmlns:a="http://schemas.openxmlformats.org/drawingml/2006/main" id="22" idx="0"/>
            <a:endCxn xmlns:a="http://schemas.openxmlformats.org/drawingml/2006/main" id="23" idx="2"/>
          </p:cNvCxnSpPr>
          <p:nvPr/>
        </p:nvCxnSpPr>
        <p:spPr>
          <a:xfrm xmlns:a="http://schemas.openxmlformats.org/drawingml/2006/main" flipV="1">
            <a:off x="2619375" y="2905125"/>
            <a:ext cx="0" cy="361950"/>
          </a:xfrm>
          <a:prstGeom xmlns:a="http://schemas.openxmlformats.org/drawingml/2006/main" prst="straightConnector1">
            <a:avLst/>
          </a:prstGeom>
          <a:ln xmlns:a="http://schemas.openxmlformats.org/drawingml/2006/main" w="19050">
            <a:solidFill>
              <a:srgbClr val="178477"/>
            </a:solidFill>
            <a:prstDash val="dash"/>
            <a:tailEnd type="triangle" w="med" len="med"/>
          </a:ln>
        </p:spPr>
      </p:cxnSp>
      <p:sp>
        <p:nvSpPr>
          <p:cNvPr id="25" name="anchor-122">
            <a:extLst xmlns:a="http://schemas.openxmlformats.org/drawingml/2006/main">
              <a:ext uri="{FF2B5EF4-FFF2-40B4-BE49-F238E27FC236}">
                <a16:creationId xmlns:a16="http://schemas.microsoft.com/office/drawing/2014/main" id="{2BB28144-A7EB-46D4-BEAA-5897A448108B}"/>
              </a:ext>
            </a:extLst>
          </p:cNvPr>
          <p:cNvSpPr>
            <a:spLocks xmlns:a="http://schemas.openxmlformats.org/drawingml/2006/main" noGrp="1"/>
          </p:cNvSpPr>
          <p:nvPr/>
        </p:nvSpPr>
        <p:spPr>
          <a:xfrm xmlns:a="http://schemas.openxmlformats.org/drawingml/2006/main">
            <a:off x="1857375" y="4133850"/>
            <a:ext cx="19050" cy="19050"/>
          </a:xfrm>
          <a:prstGeom xmlns:a="http://schemas.openxmlformats.org/drawingml/2006/main" prst="rect">
            <a:avLst/>
          </a:prstGeom>
          <a:noFill xmlns:a="http://schemas.openxmlformats.org/drawingml/2006/main"/>
          <a:ln xmlns:a="http://schemas.openxmlformats.org/drawingml/2006/main" w="0">
            <a:noFill/>
          </a:ln>
        </p:spPr>
      </p:sp>
      <p:sp>
        <p:nvSpPr>
          <p:cNvPr id="26" name="anchor-123">
            <a:extLst xmlns:a="http://schemas.openxmlformats.org/drawingml/2006/main">
              <a:ext uri="{FF2B5EF4-FFF2-40B4-BE49-F238E27FC236}">
                <a16:creationId xmlns:a16="http://schemas.microsoft.com/office/drawing/2014/main" id="{E0AC6E22-73BD-487A-B65E-2A82C87599CC}"/>
              </a:ext>
            </a:extLst>
          </p:cNvPr>
          <p:cNvSpPr>
            <a:spLocks xmlns:a="http://schemas.openxmlformats.org/drawingml/2006/main" noGrp="1"/>
          </p:cNvSpPr>
          <p:nvPr/>
        </p:nvSpPr>
        <p:spPr>
          <a:xfrm xmlns:a="http://schemas.openxmlformats.org/drawingml/2006/main">
            <a:off x="1857375" y="4438650"/>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109" name=""/>
          <p:cNvCxnSpPr>
            <a:stCxn xmlns:a="http://schemas.openxmlformats.org/drawingml/2006/main" id="25" idx="2"/>
            <a:endCxn xmlns:a="http://schemas.openxmlformats.org/drawingml/2006/main" id="26" idx="0"/>
          </p:cNvCxnSpPr>
          <p:nvPr/>
        </p:nvCxnSpPr>
        <p:spPr>
          <a:xfrm xmlns:a="http://schemas.openxmlformats.org/drawingml/2006/main">
            <a:off x="1866900" y="4152900"/>
            <a:ext cx="0" cy="285750"/>
          </a:xfrm>
          <a:prstGeom xmlns:a="http://schemas.openxmlformats.org/drawingml/2006/main" prst="straightConnector1">
            <a:avLst/>
          </a:prstGeom>
          <a:ln xmlns:a="http://schemas.openxmlformats.org/drawingml/2006/main" w="19050">
            <a:solidFill>
              <a:srgbClr val="2774AC"/>
            </a:solidFill>
            <a:prstDash val="solid"/>
            <a:tailEnd type="triangle" w="med" len="med"/>
          </a:ln>
        </p:spPr>
      </p:cxnSp>
      <p:sp>
        <p:nvSpPr>
          <p:cNvPr id="28" name="anchor-124">
            <a:extLst xmlns:a="http://schemas.openxmlformats.org/drawingml/2006/main">
              <a:ext uri="{FF2B5EF4-FFF2-40B4-BE49-F238E27FC236}">
                <a16:creationId xmlns:a16="http://schemas.microsoft.com/office/drawing/2014/main" id="{CD0AD7A2-17FF-43CC-9775-630CF4CFA049}"/>
              </a:ext>
            </a:extLst>
          </p:cNvPr>
          <p:cNvSpPr>
            <a:spLocks xmlns:a="http://schemas.openxmlformats.org/drawingml/2006/main" noGrp="1"/>
          </p:cNvSpPr>
          <p:nvPr/>
        </p:nvSpPr>
        <p:spPr>
          <a:xfrm xmlns:a="http://schemas.openxmlformats.org/drawingml/2006/main">
            <a:off x="2609850" y="4438650"/>
            <a:ext cx="19050" cy="19050"/>
          </a:xfrm>
          <a:prstGeom xmlns:a="http://schemas.openxmlformats.org/drawingml/2006/main" prst="rect">
            <a:avLst/>
          </a:prstGeom>
          <a:noFill xmlns:a="http://schemas.openxmlformats.org/drawingml/2006/main"/>
          <a:ln xmlns:a="http://schemas.openxmlformats.org/drawingml/2006/main" w="0">
            <a:noFill/>
          </a:ln>
        </p:spPr>
      </p:sp>
      <p:sp>
        <p:nvSpPr>
          <p:cNvPr id="29" name="anchor-125">
            <a:extLst xmlns:a="http://schemas.openxmlformats.org/drawingml/2006/main">
              <a:ext uri="{FF2B5EF4-FFF2-40B4-BE49-F238E27FC236}">
                <a16:creationId xmlns:a16="http://schemas.microsoft.com/office/drawing/2014/main" id="{6BCF5A06-36E7-4EEE-9EE0-33B424C02DDB}"/>
              </a:ext>
            </a:extLst>
          </p:cNvPr>
          <p:cNvSpPr>
            <a:spLocks xmlns:a="http://schemas.openxmlformats.org/drawingml/2006/main" noGrp="1"/>
          </p:cNvSpPr>
          <p:nvPr/>
        </p:nvSpPr>
        <p:spPr>
          <a:xfrm xmlns:a="http://schemas.openxmlformats.org/drawingml/2006/main">
            <a:off x="2609850" y="4133850"/>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112" name=""/>
          <p:cNvCxnSpPr>
            <a:stCxn xmlns:a="http://schemas.openxmlformats.org/drawingml/2006/main" id="28" idx="0"/>
            <a:endCxn xmlns:a="http://schemas.openxmlformats.org/drawingml/2006/main" id="29" idx="2"/>
          </p:cNvCxnSpPr>
          <p:nvPr/>
        </p:nvCxnSpPr>
        <p:spPr>
          <a:xfrm xmlns:a="http://schemas.openxmlformats.org/drawingml/2006/main" flipV="1">
            <a:off x="2619375" y="4152900"/>
            <a:ext cx="0" cy="285750"/>
          </a:xfrm>
          <a:prstGeom xmlns:a="http://schemas.openxmlformats.org/drawingml/2006/main" prst="straightConnector1">
            <a:avLst/>
          </a:prstGeom>
          <a:ln xmlns:a="http://schemas.openxmlformats.org/drawingml/2006/main" w="19050">
            <a:solidFill>
              <a:srgbClr val="178477"/>
            </a:solidFill>
            <a:prstDash val="dash"/>
            <a:tailEnd type="triangle" w="med" len="med"/>
          </a:ln>
        </p:spPr>
      </p:cxnSp>
      <p:sp>
        <p:nvSpPr>
          <p:cNvPr id="31" name="anchor-126">
            <a:extLst xmlns:a="http://schemas.openxmlformats.org/drawingml/2006/main">
              <a:ext uri="{FF2B5EF4-FFF2-40B4-BE49-F238E27FC236}">
                <a16:creationId xmlns:a16="http://schemas.microsoft.com/office/drawing/2014/main" id="{AA09EBDD-2407-475C-82AE-E3089BE86D43}"/>
              </a:ext>
            </a:extLst>
          </p:cNvPr>
          <p:cNvSpPr>
            <a:spLocks xmlns:a="http://schemas.openxmlformats.org/drawingml/2006/main" noGrp="1"/>
          </p:cNvSpPr>
          <p:nvPr/>
        </p:nvSpPr>
        <p:spPr>
          <a:xfrm xmlns:a="http://schemas.openxmlformats.org/drawingml/2006/main">
            <a:off x="1857375" y="5038725"/>
            <a:ext cx="19050" cy="19050"/>
          </a:xfrm>
          <a:prstGeom xmlns:a="http://schemas.openxmlformats.org/drawingml/2006/main" prst="rect">
            <a:avLst/>
          </a:prstGeom>
          <a:noFill xmlns:a="http://schemas.openxmlformats.org/drawingml/2006/main"/>
          <a:ln xmlns:a="http://schemas.openxmlformats.org/drawingml/2006/main" w="0">
            <a:noFill/>
          </a:ln>
        </p:spPr>
      </p:sp>
      <p:sp>
        <p:nvSpPr>
          <p:cNvPr id="32" name="anchor-127">
            <a:extLst xmlns:a="http://schemas.openxmlformats.org/drawingml/2006/main">
              <a:ext uri="{FF2B5EF4-FFF2-40B4-BE49-F238E27FC236}">
                <a16:creationId xmlns:a16="http://schemas.microsoft.com/office/drawing/2014/main" id="{E3988AAC-23F2-4FFC-AB92-67C89B300F15}"/>
              </a:ext>
            </a:extLst>
          </p:cNvPr>
          <p:cNvSpPr>
            <a:spLocks xmlns:a="http://schemas.openxmlformats.org/drawingml/2006/main" noGrp="1"/>
          </p:cNvSpPr>
          <p:nvPr/>
        </p:nvSpPr>
        <p:spPr>
          <a:xfrm xmlns:a="http://schemas.openxmlformats.org/drawingml/2006/main">
            <a:off x="1857375" y="534352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115" name=""/>
          <p:cNvCxnSpPr>
            <a:stCxn xmlns:a="http://schemas.openxmlformats.org/drawingml/2006/main" id="31" idx="2"/>
            <a:endCxn xmlns:a="http://schemas.openxmlformats.org/drawingml/2006/main" id="32" idx="0"/>
          </p:cNvCxnSpPr>
          <p:nvPr/>
        </p:nvCxnSpPr>
        <p:spPr>
          <a:xfrm xmlns:a="http://schemas.openxmlformats.org/drawingml/2006/main">
            <a:off x="1866900" y="5057775"/>
            <a:ext cx="0" cy="285750"/>
          </a:xfrm>
          <a:prstGeom xmlns:a="http://schemas.openxmlformats.org/drawingml/2006/main" prst="straightConnector1">
            <a:avLst/>
          </a:prstGeom>
          <a:ln xmlns:a="http://schemas.openxmlformats.org/drawingml/2006/main" w="19050">
            <a:solidFill>
              <a:srgbClr val="2774AC"/>
            </a:solidFill>
            <a:prstDash val="solid"/>
            <a:tailEnd type="triangle" w="med" len="med"/>
          </a:ln>
        </p:spPr>
      </p:cxnSp>
      <p:sp>
        <p:nvSpPr>
          <p:cNvPr id="34" name="anchor-128">
            <a:extLst xmlns:a="http://schemas.openxmlformats.org/drawingml/2006/main">
              <a:ext uri="{FF2B5EF4-FFF2-40B4-BE49-F238E27FC236}">
                <a16:creationId xmlns:a16="http://schemas.microsoft.com/office/drawing/2014/main" id="{EE1D4F78-362E-4B0C-9F46-43A7ABFAA3CA}"/>
              </a:ext>
            </a:extLst>
          </p:cNvPr>
          <p:cNvSpPr>
            <a:spLocks xmlns:a="http://schemas.openxmlformats.org/drawingml/2006/main" noGrp="1"/>
          </p:cNvSpPr>
          <p:nvPr/>
        </p:nvSpPr>
        <p:spPr>
          <a:xfrm xmlns:a="http://schemas.openxmlformats.org/drawingml/2006/main">
            <a:off x="2609850" y="5343525"/>
            <a:ext cx="19050" cy="19050"/>
          </a:xfrm>
          <a:prstGeom xmlns:a="http://schemas.openxmlformats.org/drawingml/2006/main" prst="rect">
            <a:avLst/>
          </a:prstGeom>
          <a:noFill xmlns:a="http://schemas.openxmlformats.org/drawingml/2006/main"/>
          <a:ln xmlns:a="http://schemas.openxmlformats.org/drawingml/2006/main" w="0">
            <a:noFill/>
          </a:ln>
        </p:spPr>
      </p:sp>
      <p:sp>
        <p:nvSpPr>
          <p:cNvPr id="35" name="anchor-129">
            <a:extLst xmlns:a="http://schemas.openxmlformats.org/drawingml/2006/main">
              <a:ext uri="{FF2B5EF4-FFF2-40B4-BE49-F238E27FC236}">
                <a16:creationId xmlns:a16="http://schemas.microsoft.com/office/drawing/2014/main" id="{EB8170E6-EEF2-48CC-89B5-201EB9A2CBC1}"/>
              </a:ext>
            </a:extLst>
          </p:cNvPr>
          <p:cNvSpPr>
            <a:spLocks xmlns:a="http://schemas.openxmlformats.org/drawingml/2006/main" noGrp="1"/>
          </p:cNvSpPr>
          <p:nvPr/>
        </p:nvSpPr>
        <p:spPr>
          <a:xfrm xmlns:a="http://schemas.openxmlformats.org/drawingml/2006/main">
            <a:off x="2609850" y="503872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118" name=""/>
          <p:cNvCxnSpPr>
            <a:stCxn xmlns:a="http://schemas.openxmlformats.org/drawingml/2006/main" id="34" idx="0"/>
            <a:endCxn xmlns:a="http://schemas.openxmlformats.org/drawingml/2006/main" id="35" idx="2"/>
          </p:cNvCxnSpPr>
          <p:nvPr/>
        </p:nvCxnSpPr>
        <p:spPr>
          <a:xfrm xmlns:a="http://schemas.openxmlformats.org/drawingml/2006/main" flipV="1">
            <a:off x="2619375" y="5057775"/>
            <a:ext cx="0" cy="285750"/>
          </a:xfrm>
          <a:prstGeom xmlns:a="http://schemas.openxmlformats.org/drawingml/2006/main" prst="straightConnector1">
            <a:avLst/>
          </a:prstGeom>
          <a:ln xmlns:a="http://schemas.openxmlformats.org/drawingml/2006/main" w="19050">
            <a:solidFill>
              <a:srgbClr val="178477"/>
            </a:solidFill>
            <a:prstDash val="dash"/>
            <a:tailEnd type="triangle" w="med" len="med"/>
          </a:ln>
        </p:spPr>
      </p:cxnSp>
      <p:sp>
        <p:nvSpPr>
          <p:cNvPr id="37" name="diagram-130">
            <a:extLst xmlns:a="http://schemas.openxmlformats.org/drawingml/2006/main">
              <a:ext uri="{FF2B5EF4-FFF2-40B4-BE49-F238E27FC236}">
                <a16:creationId xmlns:a16="http://schemas.microsoft.com/office/drawing/2014/main" id="{223B5B77-80EA-4B05-A75A-F4953B35286A}"/>
              </a:ext>
            </a:extLst>
          </p:cNvPr>
          <p:cNvSpPr>
            <a:spLocks xmlns:a="http://schemas.openxmlformats.org/drawingml/2006/main" noGrp="1"/>
          </p:cNvSpPr>
          <p:nvPr/>
        </p:nvSpPr>
        <p:spPr>
          <a:xfrm xmlns:a="http://schemas.openxmlformats.org/drawingml/2006/main">
            <a:off x="247650" y="2114550"/>
            <a:ext cx="523875" cy="3743325"/>
          </a:xfrm>
          <a:prstGeom xmlns:a="http://schemas.openxmlformats.org/drawingml/2006/main" prst="roundRect">
            <a:avLst>
              <a:gd name="adj" fmla="val 14545"/>
            </a:avLst>
          </a:prstGeom>
          <a:solidFill xmlns:a="http://schemas.openxmlformats.org/drawingml/2006/main">
            <a:srgbClr val="FCF2E4"/>
          </a:solidFill>
          <a:ln xmlns:a="http://schemas.openxmlformats.org/drawingml/2006/main" w="13335">
            <a:solidFill>
              <a:srgbClr val="B77623"/>
            </a:solidFill>
          </a:ln>
        </p:spPr>
        <p:txBody>
          <a:bodyPr xmlns:a="http://schemas.openxmlformats.org/drawingml/2006/main" wrap="square" lIns="76200" tIns="76200" rIns="76200" bIns="76200" anchor="ctr">
            <a:noAutofit/>
          </a:bodyPr>
          <a:lstStyle xmlns:a="http://schemas.openxmlformats.org/drawingml/2006/main"/>
          <a:p xmlns:a="http://schemas.openxmlformats.org/drawingml/2006/main">
            <a:pPr algn="ctr">
              <a:lnSpc>
                <a:spcPct val="108000"/>
              </a:lnSpc>
              <a:spcAft>
                <a:spcPts val="250"/>
              </a:spcAft>
              <a:buNone/>
              <a:defRPr sz="1800" b="1">
                <a:solidFill>
                  <a:srgbClr val="B77623"/>
                </a:solidFill>
                <a:latin typeface="微软雅黑"/>
                <a:ea typeface="微软雅黑"/>
                <a:cs typeface="微软雅黑"/>
              </a:defRPr>
            </a:pPr>
            <a:r>
              <a:rPr sz="1800" b="1">
                <a:solidFill>
                  <a:srgbClr val="B77623"/>
                </a:solidFill>
                <a:latin typeface="微软雅黑"/>
                <a:ea typeface="微软雅黑"/>
                <a:cs typeface="微软雅黑"/>
              </a:rPr>
              <a:t>约</a:t>
            </a:r>
          </a:p>
          <a:p xmlns:a="http://schemas.openxmlformats.org/drawingml/2006/main">
            <a:pPr algn="ctr">
              <a:lnSpc>
                <a:spcPct val="108000"/>
              </a:lnSpc>
              <a:spcAft>
                <a:spcPts val="250"/>
              </a:spcAft>
              <a:buNone/>
              <a:defRPr sz="1800" b="1">
                <a:solidFill>
                  <a:srgbClr val="B77623"/>
                </a:solidFill>
                <a:latin typeface="微软雅黑"/>
                <a:ea typeface="微软雅黑"/>
                <a:cs typeface="微软雅黑"/>
              </a:defRPr>
            </a:pPr>
            <a:r>
              <a:rPr sz="1800" b="1">
                <a:solidFill>
                  <a:srgbClr val="B77623"/>
                </a:solidFill>
                <a:latin typeface="微软雅黑"/>
                <a:ea typeface="微软雅黑"/>
                <a:cs typeface="微软雅黑"/>
              </a:rPr>
              <a:t>束</a:t>
            </a:r>
          </a:p>
          <a:p xmlns:a="http://schemas.openxmlformats.org/drawingml/2006/main">
            <a:pPr algn="ctr">
              <a:lnSpc>
                <a:spcPct val="108000"/>
              </a:lnSpc>
              <a:spcAft>
                <a:spcPts val="250"/>
              </a:spcAft>
              <a:buNone/>
              <a:defRPr sz="1800" b="1">
                <a:solidFill>
                  <a:srgbClr val="B77623"/>
                </a:solidFill>
                <a:latin typeface="微软雅黑"/>
                <a:ea typeface="微软雅黑"/>
                <a:cs typeface="微软雅黑"/>
              </a:defRPr>
            </a:pPr>
            <a:r>
              <a:rPr sz="1800" b="1">
                <a:solidFill>
                  <a:srgbClr val="B77623"/>
                </a:solidFill>
                <a:latin typeface="微软雅黑"/>
                <a:ea typeface="微软雅黑"/>
                <a:cs typeface="微软雅黑"/>
              </a:rPr>
              <a:t>层</a:t>
            </a:r>
          </a:p>
          <a:p xmlns:a="http://schemas.openxmlformats.org/drawingml/2006/main">
            <a:pPr algn="ctr">
              <a:lnSpc>
                <a:spcPct val="108000"/>
              </a:lnSpc>
              <a:spcAft>
                <a:spcPts val="250"/>
              </a:spcAft>
              <a:buNone/>
              <a:defRPr sz="1800" b="1">
                <a:solidFill>
                  <a:srgbClr val="B77623"/>
                </a:solidFill>
                <a:latin typeface="微软雅黑"/>
                <a:ea typeface="微软雅黑"/>
                <a:cs typeface="微软雅黑"/>
              </a:defRPr>
            </a:pPr>
            <a:r>
              <a:rPr sz="1800" b="1">
                <a:solidFill>
                  <a:srgbClr val="B77623"/>
                </a:solidFill>
                <a:latin typeface="微软雅黑"/>
                <a:ea typeface="微软雅黑"/>
                <a:cs typeface="微软雅黑"/>
              </a:rPr>
              <a:t>C</a:t>
            </a:r>
          </a:p>
        </p:txBody>
      </p:sp>
      <p:sp>
        <p:nvSpPr>
          <p:cNvPr id="38" name="anchor-131">
            <a:extLst xmlns:a="http://schemas.openxmlformats.org/drawingml/2006/main">
              <a:ext uri="{FF2B5EF4-FFF2-40B4-BE49-F238E27FC236}">
                <a16:creationId xmlns:a16="http://schemas.microsoft.com/office/drawing/2014/main" id="{81A1EC2A-892D-43D3-A01E-3ECB4731B2E6}"/>
              </a:ext>
            </a:extLst>
          </p:cNvPr>
          <p:cNvSpPr>
            <a:spLocks xmlns:a="http://schemas.openxmlformats.org/drawingml/2006/main" noGrp="1"/>
          </p:cNvSpPr>
          <p:nvPr/>
        </p:nvSpPr>
        <p:spPr>
          <a:xfrm xmlns:a="http://schemas.openxmlformats.org/drawingml/2006/main">
            <a:off x="771525" y="2514600"/>
            <a:ext cx="19050" cy="19050"/>
          </a:xfrm>
          <a:prstGeom xmlns:a="http://schemas.openxmlformats.org/drawingml/2006/main" prst="rect">
            <a:avLst/>
          </a:prstGeom>
          <a:noFill xmlns:a="http://schemas.openxmlformats.org/drawingml/2006/main"/>
          <a:ln xmlns:a="http://schemas.openxmlformats.org/drawingml/2006/main" w="0">
            <a:noFill/>
          </a:ln>
        </p:spPr>
      </p:sp>
      <p:sp>
        <p:nvSpPr>
          <p:cNvPr id="39" name="anchor-132">
            <a:extLst xmlns:a="http://schemas.openxmlformats.org/drawingml/2006/main">
              <a:ext uri="{FF2B5EF4-FFF2-40B4-BE49-F238E27FC236}">
                <a16:creationId xmlns:a16="http://schemas.microsoft.com/office/drawing/2014/main" id="{8DC11D69-D234-48F2-B0B5-7C7240A1CD68}"/>
              </a:ext>
            </a:extLst>
          </p:cNvPr>
          <p:cNvSpPr>
            <a:spLocks xmlns:a="http://schemas.openxmlformats.org/drawingml/2006/main" noGrp="1"/>
          </p:cNvSpPr>
          <p:nvPr/>
        </p:nvSpPr>
        <p:spPr>
          <a:xfrm xmlns:a="http://schemas.openxmlformats.org/drawingml/2006/main">
            <a:off x="1057275" y="2514600"/>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122" name=""/>
          <p:cNvCxnSpPr>
            <a:stCxn xmlns:a="http://schemas.openxmlformats.org/drawingml/2006/main" id="38" idx="3"/>
            <a:endCxn xmlns:a="http://schemas.openxmlformats.org/drawingml/2006/main" id="39" idx="1"/>
          </p:cNvCxnSpPr>
          <p:nvPr/>
        </p:nvCxnSpPr>
        <p:spPr>
          <a:xfrm xmlns:a="http://schemas.openxmlformats.org/drawingml/2006/main">
            <a:off x="790575" y="2524125"/>
            <a:ext cx="266700" cy="0"/>
          </a:xfrm>
          <a:prstGeom xmlns:a="http://schemas.openxmlformats.org/drawingml/2006/main" prst="straightConnector1">
            <a:avLst/>
          </a:prstGeom>
          <a:ln xmlns:a="http://schemas.openxmlformats.org/drawingml/2006/main" w="19050">
            <a:solidFill>
              <a:srgbClr val="B77623"/>
            </a:solidFill>
            <a:prstDash val="dash"/>
            <a:tailEnd type="triangle" w="med" len="med"/>
          </a:ln>
        </p:spPr>
      </p:cxnSp>
      <p:sp>
        <p:nvSpPr>
          <p:cNvPr id="41" name="anchor-133">
            <a:extLst xmlns:a="http://schemas.openxmlformats.org/drawingml/2006/main">
              <a:ext uri="{FF2B5EF4-FFF2-40B4-BE49-F238E27FC236}">
                <a16:creationId xmlns:a16="http://schemas.microsoft.com/office/drawing/2014/main" id="{C218B9CC-BEC5-4D55-BFBD-ABF038EC3E34}"/>
              </a:ext>
            </a:extLst>
          </p:cNvPr>
          <p:cNvSpPr>
            <a:spLocks xmlns:a="http://schemas.openxmlformats.org/drawingml/2006/main" noGrp="1"/>
          </p:cNvSpPr>
          <p:nvPr/>
        </p:nvSpPr>
        <p:spPr>
          <a:xfrm xmlns:a="http://schemas.openxmlformats.org/drawingml/2006/main">
            <a:off x="771525" y="3705225"/>
            <a:ext cx="19050" cy="19050"/>
          </a:xfrm>
          <a:prstGeom xmlns:a="http://schemas.openxmlformats.org/drawingml/2006/main" prst="rect">
            <a:avLst/>
          </a:prstGeom>
          <a:noFill xmlns:a="http://schemas.openxmlformats.org/drawingml/2006/main"/>
          <a:ln xmlns:a="http://schemas.openxmlformats.org/drawingml/2006/main" w="0">
            <a:noFill/>
          </a:ln>
        </p:spPr>
      </p:sp>
      <p:sp>
        <p:nvSpPr>
          <p:cNvPr id="42" name="anchor-134">
            <a:extLst xmlns:a="http://schemas.openxmlformats.org/drawingml/2006/main">
              <a:ext uri="{FF2B5EF4-FFF2-40B4-BE49-F238E27FC236}">
                <a16:creationId xmlns:a16="http://schemas.microsoft.com/office/drawing/2014/main" id="{2B8F7E6D-88D3-40BC-9527-EB1B260921F6}"/>
              </a:ext>
            </a:extLst>
          </p:cNvPr>
          <p:cNvSpPr>
            <a:spLocks xmlns:a="http://schemas.openxmlformats.org/drawingml/2006/main" noGrp="1"/>
          </p:cNvSpPr>
          <p:nvPr/>
        </p:nvSpPr>
        <p:spPr>
          <a:xfrm xmlns:a="http://schemas.openxmlformats.org/drawingml/2006/main">
            <a:off x="1057275" y="370522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125" name=""/>
          <p:cNvCxnSpPr>
            <a:stCxn xmlns:a="http://schemas.openxmlformats.org/drawingml/2006/main" id="41" idx="3"/>
            <a:endCxn xmlns:a="http://schemas.openxmlformats.org/drawingml/2006/main" id="42" idx="1"/>
          </p:cNvCxnSpPr>
          <p:nvPr/>
        </p:nvCxnSpPr>
        <p:spPr>
          <a:xfrm xmlns:a="http://schemas.openxmlformats.org/drawingml/2006/main">
            <a:off x="790575" y="3714750"/>
            <a:ext cx="266700" cy="0"/>
          </a:xfrm>
          <a:prstGeom xmlns:a="http://schemas.openxmlformats.org/drawingml/2006/main" prst="straightConnector1">
            <a:avLst/>
          </a:prstGeom>
          <a:ln xmlns:a="http://schemas.openxmlformats.org/drawingml/2006/main" w="19050">
            <a:solidFill>
              <a:srgbClr val="B77623"/>
            </a:solidFill>
            <a:prstDash val="dash"/>
            <a:tailEnd type="triangle" w="med" len="med"/>
          </a:ln>
        </p:spPr>
      </p:cxnSp>
      <p:sp>
        <p:nvSpPr>
          <p:cNvPr id="44" name="diagram-135">
            <a:extLst xmlns:a="http://schemas.openxmlformats.org/drawingml/2006/main">
              <a:ext uri="{FF2B5EF4-FFF2-40B4-BE49-F238E27FC236}">
                <a16:creationId xmlns:a16="http://schemas.microsoft.com/office/drawing/2014/main" id="{92994DF5-0EAE-43AF-95C7-8F994CC057C3}"/>
              </a:ext>
            </a:extLst>
          </p:cNvPr>
          <p:cNvSpPr>
            <a:spLocks xmlns:a="http://schemas.openxmlformats.org/drawingml/2006/main" noGrp="1"/>
          </p:cNvSpPr>
          <p:nvPr/>
        </p:nvSpPr>
        <p:spPr>
          <a:xfrm xmlns:a="http://schemas.openxmlformats.org/drawingml/2006/main">
            <a:off x="4448175" y="2095500"/>
            <a:ext cx="7096125" cy="885825"/>
          </a:xfrm>
          <a:prstGeom xmlns:a="http://schemas.openxmlformats.org/drawingml/2006/main" prst="roundRect">
            <a:avLst>
              <a:gd name="adj" fmla="val 8602"/>
            </a:avLst>
          </a:prstGeom>
          <a:solidFill xmlns:a="http://schemas.openxmlformats.org/drawingml/2006/main">
            <a:srgbClr val="FFFFFF"/>
          </a:solidFill>
          <a:ln xmlns:a="http://schemas.openxmlformats.org/drawingml/2006/main" w="13335">
            <a:solidFill>
              <a:srgbClr val="9BB7CC"/>
            </a:solidFill>
          </a:ln>
        </p:spPr>
      </p:sp>
      <p:sp>
        <p:nvSpPr>
          <p:cNvPr id="45" name="diagram-136">
            <a:extLst xmlns:a="http://schemas.openxmlformats.org/drawingml/2006/main">
              <a:ext uri="{FF2B5EF4-FFF2-40B4-BE49-F238E27FC236}">
                <a16:creationId xmlns:a16="http://schemas.microsoft.com/office/drawing/2014/main" id="{803857FF-286E-4DC6-9BA6-AAB78262E1AD}"/>
              </a:ext>
            </a:extLst>
          </p:cNvPr>
          <p:cNvSpPr>
            <a:spLocks xmlns:a="http://schemas.openxmlformats.org/drawingml/2006/main" noGrp="1"/>
          </p:cNvSpPr>
          <p:nvPr/>
        </p:nvSpPr>
        <p:spPr>
          <a:xfrm xmlns:a="http://schemas.openxmlformats.org/drawingml/2006/main">
            <a:off x="4714875" y="2257425"/>
            <a:ext cx="1819275" cy="533400"/>
          </a:xfrm>
          <a:prstGeom xmlns:a="http://schemas.openxmlformats.org/drawingml/2006/main" prst="roundRect">
            <a:avLst>
              <a:gd name="adj" fmla="val 14286"/>
            </a:avLst>
          </a:prstGeom>
          <a:solidFill xmlns:a="http://schemas.openxmlformats.org/drawingml/2006/main">
            <a:srgbClr val="EAF2F8"/>
          </a:solidFill>
          <a:ln xmlns:a="http://schemas.openxmlformats.org/drawingml/2006/main" w="13335">
            <a:solidFill>
              <a:srgbClr val="9BB7CC"/>
            </a:solidFill>
          </a:ln>
        </p:spPr>
        <p:txBody>
          <a:bodyPr xmlns:a="http://schemas.openxmlformats.org/drawingml/2006/main" wrap="square" lIns="76200" tIns="76200" rIns="76200" bIns="76200" anchor="ctr">
            <a:noAutofit/>
          </a:bodyPr>
          <a:lstStyle xmlns:a="http://schemas.openxmlformats.org/drawingml/2006/main"/>
          <a:p xmlns:a="http://schemas.openxmlformats.org/drawingml/2006/main">
            <a:pPr algn="ctr">
              <a:lnSpc>
                <a:spcPct val="108000"/>
              </a:lnSpc>
              <a:spcAft>
                <a:spcPts val="250"/>
              </a:spcAft>
              <a:buNone/>
              <a:defRPr sz="1800" b="1">
                <a:solidFill>
                  <a:srgbClr val="1C3C5D"/>
                </a:solidFill>
                <a:latin typeface="微软雅黑"/>
                <a:ea typeface="微软雅黑"/>
                <a:cs typeface="微软雅黑"/>
              </a:defRPr>
            </a:pPr>
            <a:r>
              <a:rPr sz="1800" b="1">
                <a:solidFill>
                  <a:srgbClr val="1C3C5D"/>
                </a:solidFill>
                <a:latin typeface="微软雅黑"/>
                <a:ea typeface="微软雅黑"/>
                <a:cs typeface="微软雅黑"/>
              </a:rPr>
              <a:t>节点 A</a:t>
            </a:r>
          </a:p>
        </p:txBody>
      </p:sp>
      <p:sp>
        <p:nvSpPr>
          <p:cNvPr id="46" name="diagram-137">
            <a:extLst xmlns:a="http://schemas.openxmlformats.org/drawingml/2006/main">
              <a:ext uri="{FF2B5EF4-FFF2-40B4-BE49-F238E27FC236}">
                <a16:creationId xmlns:a16="http://schemas.microsoft.com/office/drawing/2014/main" id="{C2218BCE-FC7B-4316-BFF8-2A5801B2034C}"/>
              </a:ext>
            </a:extLst>
          </p:cNvPr>
          <p:cNvSpPr>
            <a:spLocks xmlns:a="http://schemas.openxmlformats.org/drawingml/2006/main" noGrp="1"/>
          </p:cNvSpPr>
          <p:nvPr/>
        </p:nvSpPr>
        <p:spPr>
          <a:xfrm xmlns:a="http://schemas.openxmlformats.org/drawingml/2006/main">
            <a:off x="8810625" y="2257425"/>
            <a:ext cx="2419350" cy="533400"/>
          </a:xfrm>
          <a:prstGeom xmlns:a="http://schemas.openxmlformats.org/drawingml/2006/main" prst="roundRect">
            <a:avLst>
              <a:gd name="adj" fmla="val 14286"/>
            </a:avLst>
          </a:prstGeom>
          <a:solidFill xmlns:a="http://schemas.openxmlformats.org/drawingml/2006/main">
            <a:srgbClr val="EAF2F8"/>
          </a:solidFill>
          <a:ln xmlns:a="http://schemas.openxmlformats.org/drawingml/2006/main" w="13335">
            <a:solidFill>
              <a:srgbClr val="9BB7CC"/>
            </a:solidFill>
          </a:ln>
        </p:spPr>
        <p:txBody>
          <a:bodyPr xmlns:a="http://schemas.openxmlformats.org/drawingml/2006/main" wrap="square" lIns="76200" tIns="76200" rIns="76200" bIns="76200" anchor="ctr">
            <a:noAutofit/>
          </a:bodyPr>
          <a:lstStyle xmlns:a="http://schemas.openxmlformats.org/drawingml/2006/main"/>
          <a:p xmlns:a="http://schemas.openxmlformats.org/drawingml/2006/main">
            <a:pPr algn="ctr">
              <a:lnSpc>
                <a:spcPct val="108000"/>
              </a:lnSpc>
              <a:spcAft>
                <a:spcPts val="250"/>
              </a:spcAft>
              <a:buNone/>
              <a:defRPr sz="1800" b="1">
                <a:solidFill>
                  <a:srgbClr val="1C3C5D"/>
                </a:solidFill>
                <a:latin typeface="微软雅黑"/>
                <a:ea typeface="微软雅黑"/>
                <a:cs typeface="微软雅黑"/>
              </a:defRPr>
            </a:pPr>
            <a:r>
              <a:rPr sz="1800" b="1">
                <a:solidFill>
                  <a:srgbClr val="1C3C5D"/>
                </a:solidFill>
                <a:latin typeface="微软雅黑"/>
                <a:ea typeface="微软雅黑"/>
                <a:cs typeface="微软雅黑"/>
              </a:rPr>
              <a:t>节点 B</a:t>
            </a:r>
          </a:p>
        </p:txBody>
      </p:sp>
      <p:sp>
        <p:nvSpPr>
          <p:cNvPr id="47" name="diagram-138">
            <a:extLst xmlns:a="http://schemas.openxmlformats.org/drawingml/2006/main">
              <a:ext uri="{FF2B5EF4-FFF2-40B4-BE49-F238E27FC236}">
                <a16:creationId xmlns:a16="http://schemas.microsoft.com/office/drawing/2014/main" id="{E99E2C46-F6CF-4BFD-B061-6D16EAB1AC49}"/>
              </a:ext>
            </a:extLst>
          </p:cNvPr>
          <p:cNvSpPr>
            <a:spLocks xmlns:a="http://schemas.openxmlformats.org/drawingml/2006/main" noGrp="1"/>
          </p:cNvSpPr>
          <p:nvPr/>
        </p:nvSpPr>
        <p:spPr>
          <a:xfrm xmlns:a="http://schemas.openxmlformats.org/drawingml/2006/main">
            <a:off x="6467475" y="2371725"/>
            <a:ext cx="152400" cy="152400"/>
          </a:xfrm>
          <a:prstGeom xmlns:a="http://schemas.openxmlformats.org/drawingml/2006/main" prst="roundRect">
            <a:avLst>
              <a:gd name="adj" fmla="val 6250"/>
            </a:avLst>
          </a:prstGeom>
          <a:solidFill xmlns:a="http://schemas.openxmlformats.org/drawingml/2006/main">
            <a:srgbClr val="2774AC"/>
          </a:solidFill>
          <a:ln xmlns:a="http://schemas.openxmlformats.org/drawingml/2006/main" w="13335">
            <a:solidFill>
              <a:srgbClr val="2774AC"/>
            </a:solidFill>
          </a:ln>
        </p:spPr>
      </p:sp>
      <p:sp>
        <p:nvSpPr>
          <p:cNvPr id="48" name="diagram-139">
            <a:extLst xmlns:a="http://schemas.openxmlformats.org/drawingml/2006/main">
              <a:ext uri="{FF2B5EF4-FFF2-40B4-BE49-F238E27FC236}">
                <a16:creationId xmlns:a16="http://schemas.microsoft.com/office/drawing/2014/main" id="{CACF72BF-D407-4A96-88AE-432B6CD2FFF5}"/>
              </a:ext>
            </a:extLst>
          </p:cNvPr>
          <p:cNvSpPr>
            <a:spLocks xmlns:a="http://schemas.openxmlformats.org/drawingml/2006/main" noGrp="1"/>
          </p:cNvSpPr>
          <p:nvPr/>
        </p:nvSpPr>
        <p:spPr>
          <a:xfrm xmlns:a="http://schemas.openxmlformats.org/drawingml/2006/main">
            <a:off x="8734425" y="2371725"/>
            <a:ext cx="152400" cy="152400"/>
          </a:xfrm>
          <a:prstGeom xmlns:a="http://schemas.openxmlformats.org/drawingml/2006/main" prst="roundRect">
            <a:avLst>
              <a:gd name="adj" fmla="val 6250"/>
            </a:avLst>
          </a:prstGeom>
          <a:solidFill xmlns:a="http://schemas.openxmlformats.org/drawingml/2006/main">
            <a:srgbClr val="2774AC"/>
          </a:solidFill>
          <a:ln xmlns:a="http://schemas.openxmlformats.org/drawingml/2006/main" w="13335">
            <a:solidFill>
              <a:srgbClr val="2774AC"/>
            </a:solidFill>
          </a:ln>
        </p:spPr>
      </p:sp>
      <p:sp>
        <p:nvSpPr>
          <p:cNvPr id="49" name="anchor-140">
            <a:extLst xmlns:a="http://schemas.openxmlformats.org/drawingml/2006/main">
              <a:ext uri="{FF2B5EF4-FFF2-40B4-BE49-F238E27FC236}">
                <a16:creationId xmlns:a16="http://schemas.microsoft.com/office/drawing/2014/main" id="{70C8C97A-275D-4876-AE7A-6C99D6F1BEF1}"/>
              </a:ext>
            </a:extLst>
          </p:cNvPr>
          <p:cNvSpPr>
            <a:spLocks xmlns:a="http://schemas.openxmlformats.org/drawingml/2006/main" noGrp="1"/>
          </p:cNvSpPr>
          <p:nvPr/>
        </p:nvSpPr>
        <p:spPr>
          <a:xfrm xmlns:a="http://schemas.openxmlformats.org/drawingml/2006/main">
            <a:off x="6610350" y="2438400"/>
            <a:ext cx="19050" cy="19050"/>
          </a:xfrm>
          <a:prstGeom xmlns:a="http://schemas.openxmlformats.org/drawingml/2006/main" prst="rect">
            <a:avLst/>
          </a:prstGeom>
          <a:noFill xmlns:a="http://schemas.openxmlformats.org/drawingml/2006/main"/>
          <a:ln xmlns:a="http://schemas.openxmlformats.org/drawingml/2006/main" w="0">
            <a:noFill/>
          </a:ln>
        </p:spPr>
      </p:sp>
      <p:sp>
        <p:nvSpPr>
          <p:cNvPr id="50" name="anchor-141">
            <a:extLst xmlns:a="http://schemas.openxmlformats.org/drawingml/2006/main">
              <a:ext uri="{FF2B5EF4-FFF2-40B4-BE49-F238E27FC236}">
                <a16:creationId xmlns:a16="http://schemas.microsoft.com/office/drawing/2014/main" id="{56AEF0ED-0BC2-4865-B561-9CDBC840BFA2}"/>
              </a:ext>
            </a:extLst>
          </p:cNvPr>
          <p:cNvSpPr>
            <a:spLocks xmlns:a="http://schemas.openxmlformats.org/drawingml/2006/main" noGrp="1"/>
          </p:cNvSpPr>
          <p:nvPr/>
        </p:nvSpPr>
        <p:spPr>
          <a:xfrm xmlns:a="http://schemas.openxmlformats.org/drawingml/2006/main">
            <a:off x="8724900" y="2438400"/>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133" name=""/>
          <p:cNvCxnSpPr>
            <a:stCxn xmlns:a="http://schemas.openxmlformats.org/drawingml/2006/main" id="49" idx="3"/>
            <a:endCxn xmlns:a="http://schemas.openxmlformats.org/drawingml/2006/main" id="50" idx="1"/>
          </p:cNvCxnSpPr>
          <p:nvPr/>
        </p:nvCxnSpPr>
        <p:spPr>
          <a:xfrm xmlns:a="http://schemas.openxmlformats.org/drawingml/2006/main">
            <a:off x="6629400" y="2447925"/>
            <a:ext cx="2095500" cy="0"/>
          </a:xfrm>
          <a:prstGeom xmlns:a="http://schemas.openxmlformats.org/drawingml/2006/main" prst="straightConnector1">
            <a:avLst/>
          </a:prstGeom>
          <a:ln xmlns:a="http://schemas.openxmlformats.org/drawingml/2006/main" w="19050">
            <a:solidFill>
              <a:srgbClr val="2774AC"/>
            </a:solidFill>
            <a:prstDash val="solid"/>
            <a:tailEnd type="triangle" w="med" len="med"/>
          </a:ln>
        </p:spPr>
      </p:cxnSp>
      <p:sp>
        <p:nvSpPr>
          <p:cNvPr id="52" name="text-142">
            <a:extLst xmlns:a="http://schemas.openxmlformats.org/drawingml/2006/main">
              <a:ext uri="{FF2B5EF4-FFF2-40B4-BE49-F238E27FC236}">
                <a16:creationId xmlns:a16="http://schemas.microsoft.com/office/drawing/2014/main" id="{6C692AA4-D4E2-40ED-A8D5-8889F74708A6}"/>
              </a:ext>
            </a:extLst>
          </p:cNvPr>
          <p:cNvSpPr>
            <a:spLocks xmlns:a="http://schemas.openxmlformats.org/drawingml/2006/main" noGrp="1"/>
          </p:cNvSpPr>
          <p:nvPr/>
        </p:nvSpPr>
        <p:spPr>
          <a:xfrm xmlns:a="http://schemas.openxmlformats.org/drawingml/2006/main">
            <a:off x="6791325" y="2152650"/>
            <a:ext cx="1762125" cy="27622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2000"/>
              </a:lnSpc>
              <a:spcBef>
                <a:spcPts val="0"/>
              </a:spcBef>
              <a:spcAft>
                <a:spcPts val="0"/>
              </a:spcAft>
              <a:buNone/>
              <a:defRPr sz="1350" b="0">
                <a:solidFill>
                  <a:srgbClr val="2774AC"/>
                </a:solidFill>
                <a:latin typeface="微软雅黑"/>
                <a:ea typeface="微软雅黑"/>
                <a:cs typeface="微软雅黑"/>
              </a:defRPr>
            </a:pPr>
            <a:r>
              <a:rPr sz="1350" b="0">
                <a:solidFill>
                  <a:srgbClr val="2774AC"/>
                </a:solidFill>
                <a:latin typeface="微软雅黑"/>
                <a:ea typeface="微软雅黑"/>
                <a:cs typeface="微软雅黑"/>
              </a:rPr>
              <a:t>控制接口连接</a:t>
            </a:r>
          </a:p>
        </p:txBody>
      </p:sp>
      <p:sp>
        <p:nvSpPr>
          <p:cNvPr id="53" name="diagram-143">
            <a:extLst xmlns:a="http://schemas.openxmlformats.org/drawingml/2006/main">
              <a:ext uri="{FF2B5EF4-FFF2-40B4-BE49-F238E27FC236}">
                <a16:creationId xmlns:a16="http://schemas.microsoft.com/office/drawing/2014/main" id="{DA6535BE-86C1-46C5-8F55-576A188E5D24}"/>
              </a:ext>
            </a:extLst>
          </p:cNvPr>
          <p:cNvSpPr>
            <a:spLocks xmlns:a="http://schemas.openxmlformats.org/drawingml/2006/main" noGrp="1"/>
          </p:cNvSpPr>
          <p:nvPr/>
        </p:nvSpPr>
        <p:spPr>
          <a:xfrm xmlns:a="http://schemas.openxmlformats.org/drawingml/2006/main">
            <a:off x="6477000" y="2705100"/>
            <a:ext cx="114300" cy="114300"/>
          </a:xfrm>
          <a:prstGeom xmlns:a="http://schemas.openxmlformats.org/drawingml/2006/main" prst="roundRect">
            <a:avLst>
              <a:gd name="adj" fmla="val 8333"/>
            </a:avLst>
          </a:prstGeom>
          <a:solidFill xmlns:a="http://schemas.openxmlformats.org/drawingml/2006/main">
            <a:srgbClr val="178477"/>
          </a:solidFill>
          <a:ln xmlns:a="http://schemas.openxmlformats.org/drawingml/2006/main" w="13335">
            <a:solidFill>
              <a:srgbClr val="178477"/>
            </a:solidFill>
          </a:ln>
        </p:spPr>
      </p:sp>
      <p:sp>
        <p:nvSpPr>
          <p:cNvPr id="54" name="diagram-144">
            <a:extLst xmlns:a="http://schemas.openxmlformats.org/drawingml/2006/main">
              <a:ext uri="{FF2B5EF4-FFF2-40B4-BE49-F238E27FC236}">
                <a16:creationId xmlns:a16="http://schemas.microsoft.com/office/drawing/2014/main" id="{AA2623FC-B80D-4659-BCA5-224CF667BA0A}"/>
              </a:ext>
            </a:extLst>
          </p:cNvPr>
          <p:cNvSpPr>
            <a:spLocks xmlns:a="http://schemas.openxmlformats.org/drawingml/2006/main" noGrp="1"/>
          </p:cNvSpPr>
          <p:nvPr/>
        </p:nvSpPr>
        <p:spPr>
          <a:xfrm xmlns:a="http://schemas.openxmlformats.org/drawingml/2006/main">
            <a:off x="8753475" y="2705100"/>
            <a:ext cx="114300" cy="114300"/>
          </a:xfrm>
          <a:prstGeom xmlns:a="http://schemas.openxmlformats.org/drawingml/2006/main" prst="roundRect">
            <a:avLst>
              <a:gd name="adj" fmla="val 8333"/>
            </a:avLst>
          </a:prstGeom>
          <a:solidFill xmlns:a="http://schemas.openxmlformats.org/drawingml/2006/main">
            <a:srgbClr val="178477"/>
          </a:solidFill>
          <a:ln xmlns:a="http://schemas.openxmlformats.org/drawingml/2006/main" w="13335">
            <a:solidFill>
              <a:srgbClr val="178477"/>
            </a:solidFill>
          </a:ln>
        </p:spPr>
      </p:sp>
      <p:sp>
        <p:nvSpPr>
          <p:cNvPr id="55" name="anchor-145">
            <a:extLst xmlns:a="http://schemas.openxmlformats.org/drawingml/2006/main">
              <a:ext uri="{FF2B5EF4-FFF2-40B4-BE49-F238E27FC236}">
                <a16:creationId xmlns:a16="http://schemas.microsoft.com/office/drawing/2014/main" id="{EEF81205-FBBC-483F-9B22-C4067B9BA83E}"/>
              </a:ext>
            </a:extLst>
          </p:cNvPr>
          <p:cNvSpPr>
            <a:spLocks xmlns:a="http://schemas.openxmlformats.org/drawingml/2006/main" noGrp="1"/>
          </p:cNvSpPr>
          <p:nvPr/>
        </p:nvSpPr>
        <p:spPr>
          <a:xfrm xmlns:a="http://schemas.openxmlformats.org/drawingml/2006/main">
            <a:off x="6581775" y="2752725"/>
            <a:ext cx="19050" cy="19050"/>
          </a:xfrm>
          <a:prstGeom xmlns:a="http://schemas.openxmlformats.org/drawingml/2006/main" prst="rect">
            <a:avLst/>
          </a:prstGeom>
          <a:noFill xmlns:a="http://schemas.openxmlformats.org/drawingml/2006/main"/>
          <a:ln xmlns:a="http://schemas.openxmlformats.org/drawingml/2006/main" w="0">
            <a:noFill/>
          </a:ln>
        </p:spPr>
      </p:sp>
      <p:sp>
        <p:nvSpPr>
          <p:cNvPr id="56" name="anchor-146">
            <a:extLst xmlns:a="http://schemas.openxmlformats.org/drawingml/2006/main">
              <a:ext uri="{FF2B5EF4-FFF2-40B4-BE49-F238E27FC236}">
                <a16:creationId xmlns:a16="http://schemas.microsoft.com/office/drawing/2014/main" id="{F7C6A80C-9494-43F0-9C33-0AE14822A896}"/>
              </a:ext>
            </a:extLst>
          </p:cNvPr>
          <p:cNvSpPr>
            <a:spLocks xmlns:a="http://schemas.openxmlformats.org/drawingml/2006/main" noGrp="1"/>
          </p:cNvSpPr>
          <p:nvPr/>
        </p:nvSpPr>
        <p:spPr>
          <a:xfrm xmlns:a="http://schemas.openxmlformats.org/drawingml/2006/main">
            <a:off x="8743950" y="275272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139" name=""/>
          <p:cNvCxnSpPr>
            <a:stCxn xmlns:a="http://schemas.openxmlformats.org/drawingml/2006/main" id="55" idx="3"/>
            <a:endCxn xmlns:a="http://schemas.openxmlformats.org/drawingml/2006/main" id="56" idx="1"/>
          </p:cNvCxnSpPr>
          <p:nvPr/>
        </p:nvCxnSpPr>
        <p:spPr>
          <a:xfrm xmlns:a="http://schemas.openxmlformats.org/drawingml/2006/main">
            <a:off x="6600825" y="2762250"/>
            <a:ext cx="2143125" cy="0"/>
          </a:xfrm>
          <a:prstGeom xmlns:a="http://schemas.openxmlformats.org/drawingml/2006/main" prst="straightConnector1">
            <a:avLst/>
          </a:prstGeom>
          <a:ln xmlns:a="http://schemas.openxmlformats.org/drawingml/2006/main" w="19050">
            <a:solidFill>
              <a:srgbClr val="178477"/>
            </a:solidFill>
            <a:prstDash val="dash"/>
            <a:tailEnd type="triangle" w="med" len="med"/>
          </a:ln>
        </p:spPr>
      </p:cxnSp>
      <p:sp>
        <p:nvSpPr>
          <p:cNvPr id="58" name="text-147">
            <a:extLst xmlns:a="http://schemas.openxmlformats.org/drawingml/2006/main">
              <a:ext uri="{FF2B5EF4-FFF2-40B4-BE49-F238E27FC236}">
                <a16:creationId xmlns:a16="http://schemas.microsoft.com/office/drawing/2014/main" id="{8E82FFC3-E557-4494-8979-B7856E193E70}"/>
              </a:ext>
            </a:extLst>
          </p:cNvPr>
          <p:cNvSpPr>
            <a:spLocks xmlns:a="http://schemas.openxmlformats.org/drawingml/2006/main" noGrp="1"/>
          </p:cNvSpPr>
          <p:nvPr/>
        </p:nvSpPr>
        <p:spPr>
          <a:xfrm xmlns:a="http://schemas.openxmlformats.org/drawingml/2006/main">
            <a:off x="6791325" y="2609850"/>
            <a:ext cx="1743075" cy="27622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2000"/>
              </a:lnSpc>
              <a:spcBef>
                <a:spcPts val="0"/>
              </a:spcBef>
              <a:spcAft>
                <a:spcPts val="0"/>
              </a:spcAft>
              <a:buNone/>
              <a:defRPr sz="1275" b="0">
                <a:solidFill>
                  <a:srgbClr val="178477"/>
                </a:solidFill>
                <a:latin typeface="微软雅黑"/>
                <a:ea typeface="微软雅黑"/>
                <a:cs typeface="微软雅黑"/>
              </a:defRPr>
            </a:pPr>
            <a:r>
              <a:rPr sz="1275" b="0">
                <a:solidFill>
                  <a:srgbClr val="178477"/>
                </a:solidFill>
                <a:latin typeface="微软雅黑"/>
                <a:ea typeface="微软雅黑"/>
                <a:cs typeface="微软雅黑"/>
              </a:rPr>
              <a:t>数据端口连接</a:t>
            </a:r>
          </a:p>
        </p:txBody>
      </p:sp>
      <p:sp>
        <p:nvSpPr>
          <p:cNvPr id="59" name="diagram-148">
            <a:extLst xmlns:a="http://schemas.openxmlformats.org/drawingml/2006/main">
              <a:ext uri="{FF2B5EF4-FFF2-40B4-BE49-F238E27FC236}">
                <a16:creationId xmlns:a16="http://schemas.microsoft.com/office/drawing/2014/main" id="{20DA99C4-E62E-4C11-BE46-6575DF9175B8}"/>
              </a:ext>
            </a:extLst>
          </p:cNvPr>
          <p:cNvSpPr>
            <a:spLocks xmlns:a="http://schemas.openxmlformats.org/drawingml/2006/main" noGrp="1"/>
          </p:cNvSpPr>
          <p:nvPr/>
        </p:nvSpPr>
        <p:spPr>
          <a:xfrm xmlns:a="http://schemas.openxmlformats.org/drawingml/2006/main">
            <a:off x="4448175" y="3248025"/>
            <a:ext cx="7096125" cy="971550"/>
          </a:xfrm>
          <a:prstGeom xmlns:a="http://schemas.openxmlformats.org/drawingml/2006/main" prst="roundRect">
            <a:avLst>
              <a:gd name="adj" fmla="val 7843"/>
            </a:avLst>
          </a:prstGeom>
          <a:solidFill xmlns:a="http://schemas.openxmlformats.org/drawingml/2006/main">
            <a:srgbClr val="FFFFFF"/>
          </a:solidFill>
          <a:ln xmlns:a="http://schemas.openxmlformats.org/drawingml/2006/main" w="13335">
            <a:solidFill>
              <a:srgbClr val="9BB7CC"/>
            </a:solidFill>
          </a:ln>
        </p:spPr>
      </p:sp>
      <p:sp>
        <p:nvSpPr>
          <p:cNvPr id="60" name="diagram-149">
            <a:extLst xmlns:a="http://schemas.openxmlformats.org/drawingml/2006/main">
              <a:ext uri="{FF2B5EF4-FFF2-40B4-BE49-F238E27FC236}">
                <a16:creationId xmlns:a16="http://schemas.microsoft.com/office/drawing/2014/main" id="{4BA7B6EB-FDA7-4C3D-8E47-AD634CB014D3}"/>
              </a:ext>
            </a:extLst>
          </p:cNvPr>
          <p:cNvSpPr>
            <a:spLocks xmlns:a="http://schemas.openxmlformats.org/drawingml/2006/main" noGrp="1"/>
          </p:cNvSpPr>
          <p:nvPr/>
        </p:nvSpPr>
        <p:spPr>
          <a:xfrm xmlns:a="http://schemas.openxmlformats.org/drawingml/2006/main">
            <a:off x="4657725" y="3400425"/>
            <a:ext cx="2428875" cy="638175"/>
          </a:xfrm>
          <a:prstGeom xmlns:a="http://schemas.openxmlformats.org/drawingml/2006/main" prst="roundRect">
            <a:avLst>
              <a:gd name="adj" fmla="val 11940"/>
            </a:avLst>
          </a:prstGeom>
          <a:solidFill xmlns:a="http://schemas.openxmlformats.org/drawingml/2006/main">
            <a:srgbClr val="F3F6F8"/>
          </a:solidFill>
          <a:ln xmlns:a="http://schemas.openxmlformats.org/drawingml/2006/main" w="13335">
            <a:solidFill>
              <a:srgbClr val="9BB7CC"/>
            </a:solidFill>
          </a:ln>
        </p:spPr>
        <p:txBody>
          <a:bodyPr xmlns:a="http://schemas.openxmlformats.org/drawingml/2006/main" wrap="square" lIns="76200" tIns="76200" rIns="76200" bIns="76200" anchor="ctr">
            <a:noAutofit/>
          </a:bodyPr>
          <a:lstStyle xmlns:a="http://schemas.openxmlformats.org/drawingml/2006/main"/>
          <a:p xmlns:a="http://schemas.openxmlformats.org/drawingml/2006/main">
            <a:pPr algn="ctr">
              <a:lnSpc>
                <a:spcPct val="108000"/>
              </a:lnSpc>
              <a:spcAft>
                <a:spcPts val="300"/>
              </a:spcAft>
              <a:buNone/>
              <a:defRPr sz="1650" b="0">
                <a:solidFill>
                  <a:srgbClr val="1C3C5D"/>
                </a:solidFill>
                <a:latin typeface="微软雅黑"/>
                <a:ea typeface="微软雅黑"/>
                <a:cs typeface="微软雅黑"/>
              </a:defRPr>
            </a:pPr>
            <a:r>
              <a:rPr sz="1650" b="0">
                <a:solidFill>
                  <a:srgbClr val="1C3C5D"/>
                </a:solidFill>
                <a:latin typeface="微软雅黑"/>
                <a:ea typeface="微软雅黑"/>
                <a:cs typeface="微软雅黑"/>
              </a:rPr>
              <a:t>能力模型</a:t>
            </a:r>
          </a:p>
          <a:p xmlns:a="http://schemas.openxmlformats.org/drawingml/2006/main">
            <a:pPr algn="ctr">
              <a:lnSpc>
                <a:spcPct val="108000"/>
              </a:lnSpc>
              <a:spcAft>
                <a:spcPts val="300"/>
              </a:spcAft>
              <a:buNone/>
              <a:defRPr sz="1650" b="0">
                <a:solidFill>
                  <a:srgbClr val="1C3C5D"/>
                </a:solidFill>
                <a:latin typeface="微软雅黑"/>
                <a:ea typeface="微软雅黑"/>
                <a:cs typeface="微软雅黑"/>
              </a:defRPr>
            </a:pPr>
            <a:r>
              <a:rPr sz="1650" b="0">
                <a:solidFill>
                  <a:srgbClr val="1C3C5D"/>
                </a:solidFill>
                <a:latin typeface="微软雅黑"/>
                <a:ea typeface="微软雅黑"/>
                <a:cs typeface="微软雅黑"/>
              </a:rPr>
              <a:t>属性、能力、端口</a:t>
            </a:r>
          </a:p>
        </p:txBody>
      </p:sp>
      <p:sp>
        <p:nvSpPr>
          <p:cNvPr id="61" name="diagram-150">
            <a:extLst xmlns:a="http://schemas.openxmlformats.org/drawingml/2006/main">
              <a:ext uri="{FF2B5EF4-FFF2-40B4-BE49-F238E27FC236}">
                <a16:creationId xmlns:a16="http://schemas.microsoft.com/office/drawing/2014/main" id="{1D63F398-438C-4B26-9AE0-B3182E8A85BC}"/>
              </a:ext>
            </a:extLst>
          </p:cNvPr>
          <p:cNvSpPr>
            <a:spLocks xmlns:a="http://schemas.openxmlformats.org/drawingml/2006/main" noGrp="1"/>
          </p:cNvSpPr>
          <p:nvPr/>
        </p:nvSpPr>
        <p:spPr>
          <a:xfrm xmlns:a="http://schemas.openxmlformats.org/drawingml/2006/main">
            <a:off x="7600950" y="3400425"/>
            <a:ext cx="3638550" cy="638175"/>
          </a:xfrm>
          <a:prstGeom xmlns:a="http://schemas.openxmlformats.org/drawingml/2006/main" prst="roundRect">
            <a:avLst>
              <a:gd name="adj" fmla="val 11940"/>
            </a:avLst>
          </a:prstGeom>
          <a:solidFill xmlns:a="http://schemas.openxmlformats.org/drawingml/2006/main">
            <a:srgbClr val="EAF2F8"/>
          </a:solidFill>
          <a:ln xmlns:a="http://schemas.openxmlformats.org/drawingml/2006/main" w="13335">
            <a:solidFill>
              <a:srgbClr val="9BB7CC"/>
            </a:solidFill>
          </a:ln>
        </p:spPr>
        <p:txBody>
          <a:bodyPr xmlns:a="http://schemas.openxmlformats.org/drawingml/2006/main" wrap="square" lIns="76200" tIns="76200" rIns="76200" bIns="76200" anchor="ctr">
            <a:noAutofit/>
          </a:bodyPr>
          <a:lstStyle xmlns:a="http://schemas.openxmlformats.org/drawingml/2006/main"/>
          <a:p xmlns:a="http://schemas.openxmlformats.org/drawingml/2006/main">
            <a:pPr algn="ctr">
              <a:lnSpc>
                <a:spcPct val="108000"/>
              </a:lnSpc>
              <a:spcAft>
                <a:spcPts val="300"/>
              </a:spcAft>
              <a:buNone/>
              <a:defRPr sz="1650" b="0">
                <a:solidFill>
                  <a:srgbClr val="1C3C5D"/>
                </a:solidFill>
                <a:latin typeface="微软雅黑"/>
                <a:ea typeface="微软雅黑"/>
                <a:cs typeface="微软雅黑"/>
              </a:defRPr>
            </a:pPr>
            <a:r>
              <a:rPr sz="1650" b="0">
                <a:solidFill>
                  <a:srgbClr val="1C3C5D"/>
                </a:solidFill>
                <a:latin typeface="微软雅黑"/>
                <a:ea typeface="微软雅黑"/>
                <a:cs typeface="微软雅黑"/>
              </a:rPr>
              <a:t>设备状态机</a:t>
            </a:r>
          </a:p>
          <a:p xmlns:a="http://schemas.openxmlformats.org/drawingml/2006/main">
            <a:pPr algn="ctr">
              <a:lnSpc>
                <a:spcPct val="108000"/>
              </a:lnSpc>
              <a:spcAft>
                <a:spcPts val="300"/>
              </a:spcAft>
              <a:buNone/>
              <a:defRPr sz="1650" b="0">
                <a:solidFill>
                  <a:srgbClr val="1C3C5D"/>
                </a:solidFill>
                <a:latin typeface="微软雅黑"/>
                <a:ea typeface="微软雅黑"/>
                <a:cs typeface="微软雅黑"/>
              </a:defRPr>
            </a:pPr>
            <a:r>
              <a:rPr sz="1650" b="0">
                <a:solidFill>
                  <a:srgbClr val="1C3C5D"/>
                </a:solidFill>
                <a:latin typeface="微软雅黑"/>
                <a:ea typeface="微软雅黑"/>
                <a:cs typeface="微软雅黑"/>
              </a:rPr>
              <a:t>状态空间、接口与转移规则</a:t>
            </a:r>
          </a:p>
        </p:txBody>
      </p:sp>
      <p:sp>
        <p:nvSpPr>
          <p:cNvPr id="62" name="anchor-151">
            <a:extLst xmlns:a="http://schemas.openxmlformats.org/drawingml/2006/main">
              <a:ext uri="{FF2B5EF4-FFF2-40B4-BE49-F238E27FC236}">
                <a16:creationId xmlns:a16="http://schemas.microsoft.com/office/drawing/2014/main" id="{8B770BA5-FDE1-4B9D-BF7F-A5A0C5B73A6F}"/>
              </a:ext>
            </a:extLst>
          </p:cNvPr>
          <p:cNvSpPr>
            <a:spLocks xmlns:a="http://schemas.openxmlformats.org/drawingml/2006/main" noGrp="1"/>
          </p:cNvSpPr>
          <p:nvPr/>
        </p:nvSpPr>
        <p:spPr>
          <a:xfrm xmlns:a="http://schemas.openxmlformats.org/drawingml/2006/main">
            <a:off x="7077075" y="3705225"/>
            <a:ext cx="19050" cy="19050"/>
          </a:xfrm>
          <a:prstGeom xmlns:a="http://schemas.openxmlformats.org/drawingml/2006/main" prst="rect">
            <a:avLst/>
          </a:prstGeom>
          <a:noFill xmlns:a="http://schemas.openxmlformats.org/drawingml/2006/main"/>
          <a:ln xmlns:a="http://schemas.openxmlformats.org/drawingml/2006/main" w="0">
            <a:noFill/>
          </a:ln>
        </p:spPr>
      </p:sp>
      <p:sp>
        <p:nvSpPr>
          <p:cNvPr id="63" name="anchor-152">
            <a:extLst xmlns:a="http://schemas.openxmlformats.org/drawingml/2006/main">
              <a:ext uri="{FF2B5EF4-FFF2-40B4-BE49-F238E27FC236}">
                <a16:creationId xmlns:a16="http://schemas.microsoft.com/office/drawing/2014/main" id="{A60976FB-2A8A-4741-8C9C-2D5910E0E2B4}"/>
              </a:ext>
            </a:extLst>
          </p:cNvPr>
          <p:cNvSpPr>
            <a:spLocks xmlns:a="http://schemas.openxmlformats.org/drawingml/2006/main" noGrp="1"/>
          </p:cNvSpPr>
          <p:nvPr/>
        </p:nvSpPr>
        <p:spPr>
          <a:xfrm xmlns:a="http://schemas.openxmlformats.org/drawingml/2006/main">
            <a:off x="7591425" y="370522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146" name=""/>
          <p:cNvCxnSpPr>
            <a:stCxn xmlns:a="http://schemas.openxmlformats.org/drawingml/2006/main" id="62" idx="3"/>
            <a:endCxn xmlns:a="http://schemas.openxmlformats.org/drawingml/2006/main" id="63" idx="1"/>
          </p:cNvCxnSpPr>
          <p:nvPr/>
        </p:nvCxnSpPr>
        <p:spPr>
          <a:xfrm xmlns:a="http://schemas.openxmlformats.org/drawingml/2006/main">
            <a:off x="7096125" y="3714750"/>
            <a:ext cx="495300" cy="0"/>
          </a:xfrm>
          <a:prstGeom xmlns:a="http://schemas.openxmlformats.org/drawingml/2006/main" prst="straightConnector1">
            <a:avLst/>
          </a:prstGeom>
          <a:ln xmlns:a="http://schemas.openxmlformats.org/drawingml/2006/main" w="19050">
            <a:solidFill>
              <a:srgbClr val="2774AC"/>
            </a:solidFill>
            <a:prstDash val="solid"/>
            <a:tailEnd type="none" w="med" len="med"/>
          </a:ln>
        </p:spPr>
      </p:cxnSp>
      <p:sp>
        <p:nvSpPr>
          <p:cNvPr id="65" name="anchor-153">
            <a:extLst xmlns:a="http://schemas.openxmlformats.org/drawingml/2006/main">
              <a:ext uri="{FF2B5EF4-FFF2-40B4-BE49-F238E27FC236}">
                <a16:creationId xmlns:a16="http://schemas.microsoft.com/office/drawing/2014/main" id="{D6DD6691-FEAB-4E16-A6BC-5FB3753CCFFD}"/>
              </a:ext>
            </a:extLst>
          </p:cNvPr>
          <p:cNvSpPr>
            <a:spLocks xmlns:a="http://schemas.openxmlformats.org/drawingml/2006/main" noGrp="1"/>
          </p:cNvSpPr>
          <p:nvPr/>
        </p:nvSpPr>
        <p:spPr>
          <a:xfrm xmlns:a="http://schemas.openxmlformats.org/drawingml/2006/main">
            <a:off x="9896475" y="2971800"/>
            <a:ext cx="19050" cy="19050"/>
          </a:xfrm>
          <a:prstGeom xmlns:a="http://schemas.openxmlformats.org/drawingml/2006/main" prst="rect">
            <a:avLst/>
          </a:prstGeom>
          <a:noFill xmlns:a="http://schemas.openxmlformats.org/drawingml/2006/main"/>
          <a:ln xmlns:a="http://schemas.openxmlformats.org/drawingml/2006/main" w="0">
            <a:noFill/>
          </a:ln>
        </p:spPr>
      </p:sp>
      <p:sp>
        <p:nvSpPr>
          <p:cNvPr id="66" name="anchor-154">
            <a:extLst xmlns:a="http://schemas.openxmlformats.org/drawingml/2006/main">
              <a:ext uri="{FF2B5EF4-FFF2-40B4-BE49-F238E27FC236}">
                <a16:creationId xmlns:a16="http://schemas.microsoft.com/office/drawing/2014/main" id="{71168C04-4040-4295-8CF2-C79C2051954C}"/>
              </a:ext>
            </a:extLst>
          </p:cNvPr>
          <p:cNvSpPr>
            <a:spLocks xmlns:a="http://schemas.openxmlformats.org/drawingml/2006/main" noGrp="1"/>
          </p:cNvSpPr>
          <p:nvPr/>
        </p:nvSpPr>
        <p:spPr>
          <a:xfrm xmlns:a="http://schemas.openxmlformats.org/drawingml/2006/main">
            <a:off x="9896475" y="3238500"/>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149" name=""/>
          <p:cNvCxnSpPr>
            <a:stCxn xmlns:a="http://schemas.openxmlformats.org/drawingml/2006/main" id="65" idx="2"/>
            <a:endCxn xmlns:a="http://schemas.openxmlformats.org/drawingml/2006/main" id="66" idx="0"/>
          </p:cNvCxnSpPr>
          <p:nvPr/>
        </p:nvCxnSpPr>
        <p:spPr>
          <a:xfrm xmlns:a="http://schemas.openxmlformats.org/drawingml/2006/main">
            <a:off x="9906000" y="2990850"/>
            <a:ext cx="0" cy="247650"/>
          </a:xfrm>
          <a:prstGeom xmlns:a="http://schemas.openxmlformats.org/drawingml/2006/main" prst="straightConnector1">
            <a:avLst/>
          </a:prstGeom>
          <a:ln xmlns:a="http://schemas.openxmlformats.org/drawingml/2006/main" w="19050">
            <a:solidFill>
              <a:srgbClr val="2774AC"/>
            </a:solidFill>
            <a:prstDash val="solid"/>
            <a:tailEnd type="triangle" w="med" len="med"/>
          </a:ln>
        </p:spPr>
      </p:cxnSp>
      <p:sp>
        <p:nvSpPr>
          <p:cNvPr id="68" name="anchor-155">
            <a:extLst xmlns:a="http://schemas.openxmlformats.org/drawingml/2006/main">
              <a:ext uri="{FF2B5EF4-FFF2-40B4-BE49-F238E27FC236}">
                <a16:creationId xmlns:a16="http://schemas.microsoft.com/office/drawing/2014/main" id="{7352F9FA-E334-4317-9873-D8BB724C85F3}"/>
              </a:ext>
            </a:extLst>
          </p:cNvPr>
          <p:cNvSpPr>
            <a:spLocks xmlns:a="http://schemas.openxmlformats.org/drawingml/2006/main" noGrp="1"/>
          </p:cNvSpPr>
          <p:nvPr/>
        </p:nvSpPr>
        <p:spPr>
          <a:xfrm xmlns:a="http://schemas.openxmlformats.org/drawingml/2006/main">
            <a:off x="10829925" y="3238500"/>
            <a:ext cx="19050" cy="19050"/>
          </a:xfrm>
          <a:prstGeom xmlns:a="http://schemas.openxmlformats.org/drawingml/2006/main" prst="rect">
            <a:avLst/>
          </a:prstGeom>
          <a:noFill xmlns:a="http://schemas.openxmlformats.org/drawingml/2006/main"/>
          <a:ln xmlns:a="http://schemas.openxmlformats.org/drawingml/2006/main" w="0">
            <a:noFill/>
          </a:ln>
        </p:spPr>
      </p:sp>
      <p:sp>
        <p:nvSpPr>
          <p:cNvPr id="69" name="anchor-156">
            <a:extLst xmlns:a="http://schemas.openxmlformats.org/drawingml/2006/main">
              <a:ext uri="{FF2B5EF4-FFF2-40B4-BE49-F238E27FC236}">
                <a16:creationId xmlns:a16="http://schemas.microsoft.com/office/drawing/2014/main" id="{7DE86E47-ADA3-4DCD-B50B-F79E4802EDD4}"/>
              </a:ext>
            </a:extLst>
          </p:cNvPr>
          <p:cNvSpPr>
            <a:spLocks xmlns:a="http://schemas.openxmlformats.org/drawingml/2006/main" noGrp="1"/>
          </p:cNvSpPr>
          <p:nvPr/>
        </p:nvSpPr>
        <p:spPr>
          <a:xfrm xmlns:a="http://schemas.openxmlformats.org/drawingml/2006/main">
            <a:off x="10829925" y="2971800"/>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152" name=""/>
          <p:cNvCxnSpPr>
            <a:stCxn xmlns:a="http://schemas.openxmlformats.org/drawingml/2006/main" id="68" idx="0"/>
            <a:endCxn xmlns:a="http://schemas.openxmlformats.org/drawingml/2006/main" id="69" idx="2"/>
          </p:cNvCxnSpPr>
          <p:nvPr/>
        </p:nvCxnSpPr>
        <p:spPr>
          <a:xfrm xmlns:a="http://schemas.openxmlformats.org/drawingml/2006/main" flipV="1">
            <a:off x="10839450" y="2990850"/>
            <a:ext cx="0" cy="247650"/>
          </a:xfrm>
          <a:prstGeom xmlns:a="http://schemas.openxmlformats.org/drawingml/2006/main" prst="straightConnector1">
            <a:avLst/>
          </a:prstGeom>
          <a:ln xmlns:a="http://schemas.openxmlformats.org/drawingml/2006/main" w="19050">
            <a:solidFill>
              <a:srgbClr val="178477"/>
            </a:solidFill>
            <a:prstDash val="dash"/>
            <a:tailEnd type="triangle" w="med" len="med"/>
          </a:ln>
        </p:spPr>
      </p:cxnSp>
      <p:sp>
        <p:nvSpPr>
          <p:cNvPr id="71" name="text-157">
            <a:extLst xmlns:a="http://schemas.openxmlformats.org/drawingml/2006/main">
              <a:ext uri="{FF2B5EF4-FFF2-40B4-BE49-F238E27FC236}">
                <a16:creationId xmlns:a16="http://schemas.microsoft.com/office/drawing/2014/main" id="{6B784696-F7DC-48E2-B147-9A11DB7FA161}"/>
              </a:ext>
            </a:extLst>
          </p:cNvPr>
          <p:cNvSpPr>
            <a:spLocks xmlns:a="http://schemas.openxmlformats.org/drawingml/2006/main" noGrp="1"/>
          </p:cNvSpPr>
          <p:nvPr/>
        </p:nvSpPr>
        <p:spPr>
          <a:xfrm xmlns:a="http://schemas.openxmlformats.org/drawingml/2006/main">
            <a:off x="7172325" y="3000375"/>
            <a:ext cx="2533650" cy="22860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2000"/>
              </a:lnSpc>
              <a:spcBef>
                <a:spcPts val="0"/>
              </a:spcBef>
              <a:spcAft>
                <a:spcPts val="0"/>
              </a:spcAft>
              <a:buNone/>
              <a:defRPr sz="1275" b="0">
                <a:solidFill>
                  <a:srgbClr val="5B6B78"/>
                </a:solidFill>
                <a:latin typeface="微软雅黑"/>
                <a:ea typeface="微软雅黑"/>
                <a:cs typeface="微软雅黑"/>
              </a:defRPr>
            </a:pPr>
            <a:r>
              <a:rPr sz="1275" b="0">
                <a:solidFill>
                  <a:srgbClr val="5B6B78"/>
                </a:solidFill>
                <a:latin typeface="微软雅黑"/>
                <a:ea typeface="微软雅黑"/>
                <a:cs typeface="微软雅黑"/>
              </a:rPr>
              <a:t>控制请求 / 状态反馈</a:t>
            </a:r>
          </a:p>
        </p:txBody>
      </p:sp>
      <p:sp>
        <p:nvSpPr>
          <p:cNvPr id="72" name="diagram-158">
            <a:extLst xmlns:a="http://schemas.openxmlformats.org/drawingml/2006/main">
              <a:ext uri="{FF2B5EF4-FFF2-40B4-BE49-F238E27FC236}">
                <a16:creationId xmlns:a16="http://schemas.microsoft.com/office/drawing/2014/main" id="{F38D2E61-2194-4EDA-BB3D-A74897E3D5B0}"/>
              </a:ext>
            </a:extLst>
          </p:cNvPr>
          <p:cNvSpPr>
            <a:spLocks xmlns:a="http://schemas.openxmlformats.org/drawingml/2006/main" noGrp="1"/>
          </p:cNvSpPr>
          <p:nvPr/>
        </p:nvSpPr>
        <p:spPr>
          <a:xfrm xmlns:a="http://schemas.openxmlformats.org/drawingml/2006/main">
            <a:off x="4448175" y="4457700"/>
            <a:ext cx="7096125" cy="609600"/>
          </a:xfrm>
          <a:prstGeom xmlns:a="http://schemas.openxmlformats.org/drawingml/2006/main" prst="roundRect">
            <a:avLst>
              <a:gd name="adj" fmla="val 12500"/>
            </a:avLst>
          </a:prstGeom>
          <a:solidFill xmlns:a="http://schemas.openxmlformats.org/drawingml/2006/main">
            <a:srgbClr val="F3F6F8"/>
          </a:solidFill>
          <a:ln xmlns:a="http://schemas.openxmlformats.org/drawingml/2006/main" w="13335">
            <a:solidFill>
              <a:srgbClr val="9BB7CC"/>
            </a:solidFill>
          </a:ln>
        </p:spPr>
        <p:txBody>
          <a:bodyPr xmlns:a="http://schemas.openxmlformats.org/drawingml/2006/main" wrap="square" lIns="76200" tIns="76200" rIns="76200" bIns="76200" anchor="ctr">
            <a:noAutofit/>
          </a:bodyPr>
          <a:lstStyle xmlns:a="http://schemas.openxmlformats.org/drawingml/2006/main"/>
          <a:p xmlns:a="http://schemas.openxmlformats.org/drawingml/2006/main">
            <a:pPr algn="ctr">
              <a:lnSpc>
                <a:spcPct val="108000"/>
              </a:lnSpc>
              <a:spcAft>
                <a:spcPts val="250"/>
              </a:spcAft>
              <a:buNone/>
              <a:defRPr sz="1725" b="0">
                <a:solidFill>
                  <a:srgbClr val="1C3C5D"/>
                </a:solidFill>
                <a:latin typeface="微软雅黑"/>
                <a:ea typeface="微软雅黑"/>
                <a:cs typeface="微软雅黑"/>
              </a:defRPr>
            </a:pPr>
            <a:r>
              <a:rPr sz="1725" b="0">
                <a:solidFill>
                  <a:srgbClr val="1C3C5D"/>
                </a:solidFill>
                <a:latin typeface="微软雅黑"/>
                <a:ea typeface="微软雅黑"/>
                <a:cs typeface="微软雅黑"/>
              </a:rPr>
              <a:t>指令映射与协议执行　　设备事件与数据反馈</a:t>
            </a:r>
          </a:p>
        </p:txBody>
      </p:sp>
      <p:sp>
        <p:nvSpPr>
          <p:cNvPr id="73" name="diagram-159">
            <a:extLst xmlns:a="http://schemas.openxmlformats.org/drawingml/2006/main">
              <a:ext uri="{FF2B5EF4-FFF2-40B4-BE49-F238E27FC236}">
                <a16:creationId xmlns:a16="http://schemas.microsoft.com/office/drawing/2014/main" id="{27C1EF9A-3F41-465B-93A0-77D2A3FDC9F8}"/>
              </a:ext>
            </a:extLst>
          </p:cNvPr>
          <p:cNvSpPr>
            <a:spLocks xmlns:a="http://schemas.openxmlformats.org/drawingml/2006/main" noGrp="1"/>
          </p:cNvSpPr>
          <p:nvPr/>
        </p:nvSpPr>
        <p:spPr>
          <a:xfrm xmlns:a="http://schemas.openxmlformats.org/drawingml/2006/main">
            <a:off x="4448175" y="5353050"/>
            <a:ext cx="7096125" cy="514350"/>
          </a:xfrm>
          <a:prstGeom xmlns:a="http://schemas.openxmlformats.org/drawingml/2006/main" prst="roundRect">
            <a:avLst>
              <a:gd name="adj" fmla="val 14815"/>
            </a:avLst>
          </a:prstGeom>
          <a:solidFill xmlns:a="http://schemas.openxmlformats.org/drawingml/2006/main">
            <a:srgbClr val="E9F5F2"/>
          </a:solidFill>
          <a:ln xmlns:a="http://schemas.openxmlformats.org/drawingml/2006/main" w="13335">
            <a:solidFill>
              <a:srgbClr val="178477"/>
            </a:solidFill>
          </a:ln>
        </p:spPr>
        <p:txBody>
          <a:bodyPr xmlns:a="http://schemas.openxmlformats.org/drawingml/2006/main" wrap="square" lIns="76200" tIns="76200" rIns="76200" bIns="76200" anchor="ctr">
            <a:noAutofit/>
          </a:bodyPr>
          <a:lstStyle xmlns:a="http://schemas.openxmlformats.org/drawingml/2006/main"/>
          <a:p xmlns:a="http://schemas.openxmlformats.org/drawingml/2006/main">
            <a:pPr algn="ctr">
              <a:lnSpc>
                <a:spcPct val="108000"/>
              </a:lnSpc>
              <a:spcAft>
                <a:spcPts val="250"/>
              </a:spcAft>
              <a:buNone/>
              <a:defRPr sz="1725" b="0">
                <a:solidFill>
                  <a:srgbClr val="1C3C5D"/>
                </a:solidFill>
                <a:latin typeface="微软雅黑"/>
                <a:ea typeface="微软雅黑"/>
                <a:cs typeface="微软雅黑"/>
              </a:defRPr>
            </a:pPr>
            <a:r>
              <a:rPr sz="1725" b="0">
                <a:solidFill>
                  <a:srgbClr val="1C3C5D"/>
                </a:solidFill>
                <a:latin typeface="微软雅黑"/>
                <a:ea typeface="微软雅黑"/>
                <a:cs typeface="微软雅黑"/>
              </a:rPr>
              <a:t>设备操作　　传感器测量　　执行结果</a:t>
            </a:r>
          </a:p>
        </p:txBody>
      </p:sp>
      <p:sp>
        <p:nvSpPr>
          <p:cNvPr id="74" name="anchor-160">
            <a:extLst xmlns:a="http://schemas.openxmlformats.org/drawingml/2006/main">
              <a:ext uri="{FF2B5EF4-FFF2-40B4-BE49-F238E27FC236}">
                <a16:creationId xmlns:a16="http://schemas.microsoft.com/office/drawing/2014/main" id="{AFC2F8E6-4E71-4451-A88A-EC26851BC800}"/>
              </a:ext>
            </a:extLst>
          </p:cNvPr>
          <p:cNvSpPr>
            <a:spLocks xmlns:a="http://schemas.openxmlformats.org/drawingml/2006/main" noGrp="1"/>
          </p:cNvSpPr>
          <p:nvPr/>
        </p:nvSpPr>
        <p:spPr>
          <a:xfrm xmlns:a="http://schemas.openxmlformats.org/drawingml/2006/main">
            <a:off x="3324225" y="2490788"/>
            <a:ext cx="19050" cy="19050"/>
          </a:xfrm>
          <a:prstGeom xmlns:a="http://schemas.openxmlformats.org/drawingml/2006/main" prst="rect">
            <a:avLst/>
          </a:prstGeom>
          <a:noFill xmlns:a="http://schemas.openxmlformats.org/drawingml/2006/main"/>
          <a:ln xmlns:a="http://schemas.openxmlformats.org/drawingml/2006/main" w="0">
            <a:noFill/>
          </a:ln>
        </p:spPr>
      </p:sp>
      <p:sp>
        <p:nvSpPr>
          <p:cNvPr id="75" name="anchor-161">
            <a:extLst xmlns:a="http://schemas.openxmlformats.org/drawingml/2006/main">
              <a:ext uri="{FF2B5EF4-FFF2-40B4-BE49-F238E27FC236}">
                <a16:creationId xmlns:a16="http://schemas.microsoft.com/office/drawing/2014/main" id="{D607AA42-41C0-4F23-8D54-38358953AB40}"/>
              </a:ext>
            </a:extLst>
          </p:cNvPr>
          <p:cNvSpPr>
            <a:spLocks xmlns:a="http://schemas.openxmlformats.org/drawingml/2006/main" noGrp="1"/>
          </p:cNvSpPr>
          <p:nvPr/>
        </p:nvSpPr>
        <p:spPr>
          <a:xfrm xmlns:a="http://schemas.openxmlformats.org/drawingml/2006/main">
            <a:off x="4438650" y="2490788"/>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158" name=""/>
          <p:cNvCxnSpPr>
            <a:stCxn xmlns:a="http://schemas.openxmlformats.org/drawingml/2006/main" id="74" idx="3"/>
            <a:endCxn xmlns:a="http://schemas.openxmlformats.org/drawingml/2006/main" id="75" idx="1"/>
          </p:cNvCxnSpPr>
          <p:nvPr/>
        </p:nvCxnSpPr>
        <p:spPr>
          <a:xfrm xmlns:a="http://schemas.openxmlformats.org/drawingml/2006/main">
            <a:off x="3343275" y="2500313"/>
            <a:ext cx="1095375" cy="0"/>
          </a:xfrm>
          <a:prstGeom xmlns:a="http://schemas.openxmlformats.org/drawingml/2006/main" prst="straightConnector1">
            <a:avLst/>
          </a:prstGeom>
          <a:ln xmlns:a="http://schemas.openxmlformats.org/drawingml/2006/main" w="19050">
            <a:solidFill>
              <a:srgbClr val="9BB7CC"/>
            </a:solidFill>
            <a:prstDash val="dash"/>
            <a:tailEnd type="none" w="med" len="med"/>
          </a:ln>
        </p:spPr>
      </p:cxnSp>
      <p:sp>
        <p:nvSpPr>
          <p:cNvPr id="77" name="anchor-162">
            <a:extLst xmlns:a="http://schemas.openxmlformats.org/drawingml/2006/main">
              <a:ext uri="{FF2B5EF4-FFF2-40B4-BE49-F238E27FC236}">
                <a16:creationId xmlns:a16="http://schemas.microsoft.com/office/drawing/2014/main" id="{CD7AFAD7-4E64-4D71-9DDE-B896E3AA6FD8}"/>
              </a:ext>
            </a:extLst>
          </p:cNvPr>
          <p:cNvSpPr>
            <a:spLocks xmlns:a="http://schemas.openxmlformats.org/drawingml/2006/main" noGrp="1"/>
          </p:cNvSpPr>
          <p:nvPr/>
        </p:nvSpPr>
        <p:spPr>
          <a:xfrm xmlns:a="http://schemas.openxmlformats.org/drawingml/2006/main">
            <a:off x="3324225" y="3700463"/>
            <a:ext cx="19050" cy="19050"/>
          </a:xfrm>
          <a:prstGeom xmlns:a="http://schemas.openxmlformats.org/drawingml/2006/main" prst="rect">
            <a:avLst/>
          </a:prstGeom>
          <a:noFill xmlns:a="http://schemas.openxmlformats.org/drawingml/2006/main"/>
          <a:ln xmlns:a="http://schemas.openxmlformats.org/drawingml/2006/main" w="0">
            <a:noFill/>
          </a:ln>
        </p:spPr>
      </p:sp>
      <p:sp>
        <p:nvSpPr>
          <p:cNvPr id="78" name="anchor-163">
            <a:extLst xmlns:a="http://schemas.openxmlformats.org/drawingml/2006/main">
              <a:ext uri="{FF2B5EF4-FFF2-40B4-BE49-F238E27FC236}">
                <a16:creationId xmlns:a16="http://schemas.microsoft.com/office/drawing/2014/main" id="{CC0734D3-2901-429D-98CF-C52221FC436C}"/>
              </a:ext>
            </a:extLst>
          </p:cNvPr>
          <p:cNvSpPr>
            <a:spLocks xmlns:a="http://schemas.openxmlformats.org/drawingml/2006/main" noGrp="1"/>
          </p:cNvSpPr>
          <p:nvPr/>
        </p:nvSpPr>
        <p:spPr>
          <a:xfrm xmlns:a="http://schemas.openxmlformats.org/drawingml/2006/main">
            <a:off x="4438650" y="3700463"/>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161" name=""/>
          <p:cNvCxnSpPr>
            <a:stCxn xmlns:a="http://schemas.openxmlformats.org/drawingml/2006/main" id="77" idx="3"/>
            <a:endCxn xmlns:a="http://schemas.openxmlformats.org/drawingml/2006/main" id="78" idx="1"/>
          </p:cNvCxnSpPr>
          <p:nvPr/>
        </p:nvCxnSpPr>
        <p:spPr>
          <a:xfrm xmlns:a="http://schemas.openxmlformats.org/drawingml/2006/main">
            <a:off x="3343275" y="3709988"/>
            <a:ext cx="1095375" cy="0"/>
          </a:xfrm>
          <a:prstGeom xmlns:a="http://schemas.openxmlformats.org/drawingml/2006/main" prst="straightConnector1">
            <a:avLst/>
          </a:prstGeom>
          <a:ln xmlns:a="http://schemas.openxmlformats.org/drawingml/2006/main" w="19050">
            <a:solidFill>
              <a:srgbClr val="9BB7CC"/>
            </a:solidFill>
            <a:prstDash val="dash"/>
            <a:tailEnd type="none" w="med" len="med"/>
          </a:ln>
        </p:spPr>
      </p:cxnSp>
      <p:sp>
        <p:nvSpPr>
          <p:cNvPr id="80" name="anchor-164">
            <a:extLst xmlns:a="http://schemas.openxmlformats.org/drawingml/2006/main">
              <a:ext uri="{FF2B5EF4-FFF2-40B4-BE49-F238E27FC236}">
                <a16:creationId xmlns:a16="http://schemas.microsoft.com/office/drawing/2014/main" id="{D478FEE0-8C4A-40F7-9D6B-643D1C6246D2}"/>
              </a:ext>
            </a:extLst>
          </p:cNvPr>
          <p:cNvSpPr>
            <a:spLocks xmlns:a="http://schemas.openxmlformats.org/drawingml/2006/main" noGrp="1"/>
          </p:cNvSpPr>
          <p:nvPr/>
        </p:nvSpPr>
        <p:spPr>
          <a:xfrm xmlns:a="http://schemas.openxmlformats.org/drawingml/2006/main">
            <a:off x="3324225" y="4738688"/>
            <a:ext cx="19050" cy="19050"/>
          </a:xfrm>
          <a:prstGeom xmlns:a="http://schemas.openxmlformats.org/drawingml/2006/main" prst="rect">
            <a:avLst/>
          </a:prstGeom>
          <a:noFill xmlns:a="http://schemas.openxmlformats.org/drawingml/2006/main"/>
          <a:ln xmlns:a="http://schemas.openxmlformats.org/drawingml/2006/main" w="0">
            <a:noFill/>
          </a:ln>
        </p:spPr>
      </p:sp>
      <p:sp>
        <p:nvSpPr>
          <p:cNvPr id="81" name="anchor-165">
            <a:extLst xmlns:a="http://schemas.openxmlformats.org/drawingml/2006/main">
              <a:ext uri="{FF2B5EF4-FFF2-40B4-BE49-F238E27FC236}">
                <a16:creationId xmlns:a16="http://schemas.microsoft.com/office/drawing/2014/main" id="{677AF3E2-099A-4966-99F4-9BC7370D9D79}"/>
              </a:ext>
            </a:extLst>
          </p:cNvPr>
          <p:cNvSpPr>
            <a:spLocks xmlns:a="http://schemas.openxmlformats.org/drawingml/2006/main" noGrp="1"/>
          </p:cNvSpPr>
          <p:nvPr/>
        </p:nvSpPr>
        <p:spPr>
          <a:xfrm xmlns:a="http://schemas.openxmlformats.org/drawingml/2006/main">
            <a:off x="4438650" y="4738688"/>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164" name=""/>
          <p:cNvCxnSpPr>
            <a:stCxn xmlns:a="http://schemas.openxmlformats.org/drawingml/2006/main" id="80" idx="3"/>
            <a:endCxn xmlns:a="http://schemas.openxmlformats.org/drawingml/2006/main" id="81" idx="1"/>
          </p:cNvCxnSpPr>
          <p:nvPr/>
        </p:nvCxnSpPr>
        <p:spPr>
          <a:xfrm xmlns:a="http://schemas.openxmlformats.org/drawingml/2006/main">
            <a:off x="3343275" y="4748213"/>
            <a:ext cx="1095375" cy="0"/>
          </a:xfrm>
          <a:prstGeom xmlns:a="http://schemas.openxmlformats.org/drawingml/2006/main" prst="straightConnector1">
            <a:avLst/>
          </a:prstGeom>
          <a:ln xmlns:a="http://schemas.openxmlformats.org/drawingml/2006/main" w="19050">
            <a:solidFill>
              <a:srgbClr val="9BB7CC"/>
            </a:solidFill>
            <a:prstDash val="dash"/>
            <a:tailEnd type="none" w="med" len="med"/>
          </a:ln>
        </p:spPr>
      </p:cxnSp>
      <p:sp>
        <p:nvSpPr>
          <p:cNvPr id="83" name="anchor-166">
            <a:extLst xmlns:a="http://schemas.openxmlformats.org/drawingml/2006/main">
              <a:ext uri="{FF2B5EF4-FFF2-40B4-BE49-F238E27FC236}">
                <a16:creationId xmlns:a16="http://schemas.microsoft.com/office/drawing/2014/main" id="{BD9EAE75-8C34-4109-B59F-28A3CD2D1D4A}"/>
              </a:ext>
            </a:extLst>
          </p:cNvPr>
          <p:cNvSpPr>
            <a:spLocks xmlns:a="http://schemas.openxmlformats.org/drawingml/2006/main" noGrp="1"/>
          </p:cNvSpPr>
          <p:nvPr/>
        </p:nvSpPr>
        <p:spPr>
          <a:xfrm xmlns:a="http://schemas.openxmlformats.org/drawingml/2006/main">
            <a:off x="3324225" y="5595938"/>
            <a:ext cx="19050" cy="19050"/>
          </a:xfrm>
          <a:prstGeom xmlns:a="http://schemas.openxmlformats.org/drawingml/2006/main" prst="rect">
            <a:avLst/>
          </a:prstGeom>
          <a:noFill xmlns:a="http://schemas.openxmlformats.org/drawingml/2006/main"/>
          <a:ln xmlns:a="http://schemas.openxmlformats.org/drawingml/2006/main" w="0">
            <a:noFill/>
          </a:ln>
        </p:spPr>
      </p:sp>
      <p:sp>
        <p:nvSpPr>
          <p:cNvPr id="84" name="anchor-167">
            <a:extLst xmlns:a="http://schemas.openxmlformats.org/drawingml/2006/main">
              <a:ext uri="{FF2B5EF4-FFF2-40B4-BE49-F238E27FC236}">
                <a16:creationId xmlns:a16="http://schemas.microsoft.com/office/drawing/2014/main" id="{8521858B-D99F-48AB-B273-F054610E20A7}"/>
              </a:ext>
            </a:extLst>
          </p:cNvPr>
          <p:cNvSpPr>
            <a:spLocks xmlns:a="http://schemas.openxmlformats.org/drawingml/2006/main" noGrp="1"/>
          </p:cNvSpPr>
          <p:nvPr/>
        </p:nvSpPr>
        <p:spPr>
          <a:xfrm xmlns:a="http://schemas.openxmlformats.org/drawingml/2006/main">
            <a:off x="4438650" y="5595938"/>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167" name=""/>
          <p:cNvCxnSpPr>
            <a:stCxn xmlns:a="http://schemas.openxmlformats.org/drawingml/2006/main" id="83" idx="3"/>
            <a:endCxn xmlns:a="http://schemas.openxmlformats.org/drawingml/2006/main" id="84" idx="1"/>
          </p:cNvCxnSpPr>
          <p:nvPr/>
        </p:nvCxnSpPr>
        <p:spPr>
          <a:xfrm xmlns:a="http://schemas.openxmlformats.org/drawingml/2006/main">
            <a:off x="3343275" y="5605463"/>
            <a:ext cx="1095375" cy="0"/>
          </a:xfrm>
          <a:prstGeom xmlns:a="http://schemas.openxmlformats.org/drawingml/2006/main" prst="straightConnector1">
            <a:avLst/>
          </a:prstGeom>
          <a:ln xmlns:a="http://schemas.openxmlformats.org/drawingml/2006/main" w="19050">
            <a:solidFill>
              <a:srgbClr val="9BB7CC"/>
            </a:solidFill>
            <a:prstDash val="dash"/>
            <a:tailEnd type="none" w="med" len="med"/>
          </a:ln>
        </p:spPr>
      </p:cxnSp>
      <p:sp>
        <p:nvSpPr>
          <p:cNvPr id="86" name="anchor-168">
            <a:extLst xmlns:a="http://schemas.openxmlformats.org/drawingml/2006/main">
              <a:ext uri="{FF2B5EF4-FFF2-40B4-BE49-F238E27FC236}">
                <a16:creationId xmlns:a16="http://schemas.microsoft.com/office/drawing/2014/main" id="{89BEF2B1-1A3C-469C-ADF1-60A9D50B468D}"/>
              </a:ext>
            </a:extLst>
          </p:cNvPr>
          <p:cNvSpPr>
            <a:spLocks xmlns:a="http://schemas.openxmlformats.org/drawingml/2006/main" noGrp="1"/>
          </p:cNvSpPr>
          <p:nvPr/>
        </p:nvSpPr>
        <p:spPr>
          <a:xfrm xmlns:a="http://schemas.openxmlformats.org/drawingml/2006/main">
            <a:off x="542925" y="6010275"/>
            <a:ext cx="19050" cy="19050"/>
          </a:xfrm>
          <a:prstGeom xmlns:a="http://schemas.openxmlformats.org/drawingml/2006/main" prst="rect">
            <a:avLst/>
          </a:prstGeom>
          <a:noFill xmlns:a="http://schemas.openxmlformats.org/drawingml/2006/main"/>
          <a:ln xmlns:a="http://schemas.openxmlformats.org/drawingml/2006/main" w="0">
            <a:noFill/>
          </a:ln>
        </p:spPr>
      </p:sp>
      <p:sp>
        <p:nvSpPr>
          <p:cNvPr id="87" name="anchor-169">
            <a:extLst xmlns:a="http://schemas.openxmlformats.org/drawingml/2006/main">
              <a:ext uri="{FF2B5EF4-FFF2-40B4-BE49-F238E27FC236}">
                <a16:creationId xmlns:a16="http://schemas.microsoft.com/office/drawing/2014/main" id="{1F4EBC35-F3C3-48F9-B11F-3E0C9A0C04C9}"/>
              </a:ext>
            </a:extLst>
          </p:cNvPr>
          <p:cNvSpPr>
            <a:spLocks xmlns:a="http://schemas.openxmlformats.org/drawingml/2006/main" noGrp="1"/>
          </p:cNvSpPr>
          <p:nvPr/>
        </p:nvSpPr>
        <p:spPr>
          <a:xfrm xmlns:a="http://schemas.openxmlformats.org/drawingml/2006/main">
            <a:off x="11630025" y="601027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170" name=""/>
          <p:cNvCxnSpPr>
            <a:stCxn xmlns:a="http://schemas.openxmlformats.org/drawingml/2006/main" id="86" idx="3"/>
            <a:endCxn xmlns:a="http://schemas.openxmlformats.org/drawingml/2006/main" id="87" idx="1"/>
          </p:cNvCxnSpPr>
          <p:nvPr/>
        </p:nvCxnSpPr>
        <p:spPr>
          <a:xfrm xmlns:a="http://schemas.openxmlformats.org/drawingml/2006/main">
            <a:off x="561975" y="6019800"/>
            <a:ext cx="11068050" cy="0"/>
          </a:xfrm>
          <a:prstGeom xmlns:a="http://schemas.openxmlformats.org/drawingml/2006/main" prst="straightConnector1">
            <a:avLst/>
          </a:prstGeom>
          <a:ln xmlns:a="http://schemas.openxmlformats.org/drawingml/2006/main" w="9525">
            <a:solidFill>
              <a:srgbClr val="9BB7CC"/>
            </a:solidFill>
            <a:prstDash val="solid"/>
            <a:tailEnd type="none" w="med" len="med"/>
          </a:ln>
        </p:spPr>
      </p:cxnSp>
      <p:sp>
        <p:nvSpPr>
          <p:cNvPr id="89" name="text-170">
            <a:extLst xmlns:a="http://schemas.openxmlformats.org/drawingml/2006/main">
              <a:ext uri="{FF2B5EF4-FFF2-40B4-BE49-F238E27FC236}">
                <a16:creationId xmlns:a16="http://schemas.microsoft.com/office/drawing/2014/main" id="{AFD78CDB-584D-46DB-96CE-2D3B1EE1C7AA}"/>
              </a:ext>
            </a:extLst>
          </p:cNvPr>
          <p:cNvSpPr>
            <a:spLocks xmlns:a="http://schemas.openxmlformats.org/drawingml/2006/main" noGrp="1"/>
          </p:cNvSpPr>
          <p:nvPr/>
        </p:nvSpPr>
        <p:spPr>
          <a:xfrm xmlns:a="http://schemas.openxmlformats.org/drawingml/2006/main">
            <a:off x="552450" y="61150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1725" b="1">
                <a:solidFill>
                  <a:srgbClr val="1C3C5D"/>
                </a:solidFill>
                <a:latin typeface="微软雅黑"/>
                <a:ea typeface="微软雅黑"/>
                <a:cs typeface="微软雅黑"/>
              </a:defRPr>
            </a:pPr>
            <a:r>
              <a:rPr sz="1725" b="1">
                <a:solidFill>
                  <a:srgbClr val="1C3C5D"/>
                </a:solidFill>
                <a:latin typeface="微软雅黑"/>
                <a:ea typeface="微软雅黑"/>
                <a:cs typeface="微软雅黑"/>
              </a:rPr>
              <a:t>模型结构与执行路径一一对应，接口与数据关系都在模型中显式表达。</a:t>
            </a:r>
          </a:p>
        </p:txBody>
      </p:sp>
    </p:spTree>
    <p:extLst>
      <p:ext uri="{BB962C8B-B14F-4D97-AF65-F5344CB8AC3E}">
        <p14:creationId xmlns:p14="http://schemas.microsoft.com/office/powerpoint/2010/main" val="810616715"/>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6DDB1527-8C0F-401F-8516-77B16C03E2E1}"/>
              </a:ext>
            </a:extLst>
          </p:cNvPr>
          <p:cNvSpPr>
            <a:spLocks xmlns:a="http://schemas.openxmlformats.org/drawingml/2006/main" noGrp="1"/>
          </p:cNvSpPr>
          <p:nvPr/>
        </p:nvSpPr>
        <p:spPr>
          <a:xfrm xmlns:a="http://schemas.openxmlformats.org/drawingml/2006/main">
            <a:off x="0" y="0"/>
            <a:ext cx="12191695" cy="914400"/>
          </a:xfrm>
          <a:prstGeom xmlns:a="http://schemas.openxmlformats.org/drawingml/2006/main" prst="rect">
            <a:avLst/>
          </a:prstGeom>
          <a:solidFill xmlns:a="http://schemas.openxmlformats.org/drawingml/2006/main">
            <a:srgbClr val="1A3A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21DED688-C690-43F6-8690-CE2B63486DB2}"/>
              </a:ext>
            </a:extLst>
          </p:cNvPr>
          <p:cNvSpPr>
            <a:spLocks xmlns:a="http://schemas.openxmlformats.org/drawingml/2006/main" noGrp="1"/>
          </p:cNvSpPr>
          <p:nvPr/>
        </p:nvSpPr>
        <p:spPr>
          <a:xfrm xmlns:a="http://schemas.openxmlformats.org/drawingml/2006/main">
            <a:off x="552450" y="238125"/>
            <a:ext cx="11087100" cy="571500"/>
          </a:xfrm>
          <a:prstGeom xmlns:a="http://schemas.openxmlformats.org/drawingml/2006/main" prst="rect">
            <a:avLst/>
          </a:prstGeom>
          <a:noFill xmlns:a="http://schemas.openxmlformats.org/drawingml/2006/main"/>
        </p:spPr>
        <p:txBody>
          <a:bodyPr xmlns:a="http://schemas.openxmlformats.org/drawingml/2006/main" wrap="none" lIns="0" tIns="0" rIns="0" bIns="0">
            <a:noAutofit/>
          </a:bodyPr>
          <a:lstStyle xmlns:a="http://schemas.openxmlformats.org/drawingml/2006/main"/>
          <a:p xmlns:a="http://schemas.openxmlformats.org/drawingml/2006/main">
            <a:pPr algn="l">
              <a:buNone/>
              <a:defRPr sz="2850" b="1">
                <a:solidFill>
                  <a:srgbClr val="FFFFFF"/>
                </a:solidFill>
                <a:latin typeface="微软雅黑"/>
                <a:ea typeface="微软雅黑"/>
                <a:cs typeface="微软雅黑"/>
              </a:defRPr>
            </a:pPr>
            <a:r>
              <a:rPr sz="2850" b="1">
                <a:solidFill>
                  <a:srgbClr val="FFFFFF"/>
                </a:solidFill>
                <a:latin typeface="微软雅黑"/>
                <a:ea typeface="微软雅黑"/>
                <a:cs typeface="微软雅黑"/>
              </a:rPr>
              <a:t>7  节点模型：变量、接口与生命周期</a:t>
            </a:r>
            <a:endParaRPr sz="2600" b="1">
              <a:solidFill>
                <a:srgbClr val="FFFFFF"/>
              </a:solidFill>
              <a:latin typeface="微软雅黑"/>
              <a:ea typeface="微软雅黑"/>
              <a:cs typeface="微软雅黑"/>
            </a:endParaRPr>
          </a:p>
        </p:txBody>
      </p:sp>
      <p:sp>
        <p:nvSpPr>
          <p:cNvPr id="16" name="TextBox 15">
            <a:extLst xmlns:a="http://schemas.openxmlformats.org/drawingml/2006/main">
              <a:ext uri="{FF2B5EF4-FFF2-40B4-BE49-F238E27FC236}">
                <a16:creationId xmlns:a16="http://schemas.microsoft.com/office/drawing/2014/main" id="{46642D7E-4B01-4235-AF51-2C3F27E5BB4D}"/>
              </a:ext>
            </a:extLst>
          </p:cNvPr>
          <p:cNvSpPr>
            <a:spLocks xmlns:a="http://schemas.openxmlformats.org/drawingml/2006/main" noGrp="1"/>
          </p:cNvSpPr>
          <p:nvPr/>
        </p:nvSpPr>
        <p:spPr>
          <a:xfrm xmlns:a="http://schemas.openxmlformats.org/drawingml/2006/main">
            <a:off x="457200" y="6446520"/>
            <a:ext cx="91440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0">
                <a:solidFill>
                  <a:srgbClr val="555555"/>
                </a:solidFill>
                <a:latin typeface="微软雅黑"/>
                <a:ea typeface="微软雅黑"/>
                <a:cs typeface="微软雅黑"/>
              </a:rPr>
              <a:t>EUROSIM 2026  ·  面向智慧化学实验室的任务导向可执行建模框架</a:t>
            </a:r>
            <a:endParaRPr sz="1100" b="0">
              <a:solidFill>
                <a:srgbClr val="555555"/>
              </a:solidFill>
              <a:latin typeface="微软雅黑"/>
              <a:ea typeface="微软雅黑"/>
              <a:cs typeface="微软雅黑"/>
            </a:endParaRPr>
          </a:p>
        </p:txBody>
      </p:sp>
      <p:sp>
        <p:nvSpPr>
          <p:cNvPr id="17" name="TextBox 16">
            <a:extLst xmlns:a="http://schemas.openxmlformats.org/drawingml/2006/main">
              <a:ext uri="{FF2B5EF4-FFF2-40B4-BE49-F238E27FC236}">
                <a16:creationId xmlns:a16="http://schemas.microsoft.com/office/drawing/2014/main" id="{91766548-9FCA-4D53-B49B-4956B626139C}"/>
              </a:ext>
            </a:extLst>
          </p:cNvPr>
          <p:cNvSpPr>
            <a:spLocks xmlns:a="http://schemas.openxmlformats.org/drawingml/2006/main" noGrp="1"/>
          </p:cNvSpPr>
          <p:nvPr/>
        </p:nvSpPr>
        <p:spPr>
          <a:xfrm xmlns:a="http://schemas.openxmlformats.org/drawingml/2006/main">
            <a:off x="10515600" y="6446520"/>
            <a:ext cx="13716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pPr>
            <a:r>
              <a:rPr sz="1100" b="0">
                <a:solidFill>
                  <a:srgbClr val="555555"/>
                </a:solidFill>
                <a:latin typeface="微软雅黑"/>
                <a:ea typeface="微软雅黑"/>
                <a:cs typeface="微软雅黑"/>
              </a:rPr>
              <a:t>7/16</a:t>
            </a:r>
            <a:endParaRPr sz="1100" b="0">
              <a:solidFill>
                <a:srgbClr val="555555"/>
              </a:solidFill>
              <a:latin typeface="微软雅黑"/>
              <a:ea typeface="微软雅黑"/>
              <a:cs typeface="微软雅黑"/>
            </a:endParaRPr>
          </a:p>
        </p:txBody>
      </p:sp>
      <p:sp>
        <p:nvSpPr>
          <p:cNvPr id="18" name="text-171">
            <a:extLst xmlns:a="http://schemas.openxmlformats.org/drawingml/2006/main">
              <a:ext uri="{FF2B5EF4-FFF2-40B4-BE49-F238E27FC236}">
                <a16:creationId xmlns:a16="http://schemas.microsoft.com/office/drawing/2014/main" id="{E3CCA960-15F2-41CF-BB72-477706B7FB35}"/>
              </a:ext>
            </a:extLst>
          </p:cNvPr>
          <p:cNvSpPr>
            <a:spLocks xmlns:a="http://schemas.openxmlformats.org/drawingml/2006/main" noGrp="1"/>
          </p:cNvSpPr>
          <p:nvPr/>
        </p:nvSpPr>
        <p:spPr>
          <a:xfrm xmlns:a="http://schemas.openxmlformats.org/drawingml/2006/main">
            <a:off x="552450" y="1123950"/>
            <a:ext cx="110871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1875" b="0">
                <a:solidFill>
                  <a:srgbClr val="5B6B78"/>
                </a:solidFill>
                <a:latin typeface="微软雅黑"/>
                <a:ea typeface="微软雅黑"/>
                <a:cs typeface="微软雅黑"/>
              </a:defRPr>
            </a:pPr>
            <a:r>
              <a:rPr sz="1875" b="0">
                <a:solidFill>
                  <a:srgbClr val="5B6B78"/>
                </a:solidFill>
                <a:latin typeface="微软雅黑"/>
                <a:ea typeface="微软雅黑"/>
                <a:cs typeface="微软雅黑"/>
              </a:rPr>
              <a:t>节点既表达一次任务操作，也具有明确的数据、交互和行为结构</a:t>
            </a:r>
          </a:p>
        </p:txBody>
      </p:sp>
      <p:sp>
        <p:nvSpPr>
          <p:cNvPr id="19" name="diagram-172">
            <a:extLst xmlns:a="http://schemas.openxmlformats.org/drawingml/2006/main">
              <a:ext uri="{FF2B5EF4-FFF2-40B4-BE49-F238E27FC236}">
                <a16:creationId xmlns:a16="http://schemas.microsoft.com/office/drawing/2014/main" id="{58F59312-6FFD-4155-8A86-01901CED7925}"/>
              </a:ext>
            </a:extLst>
          </p:cNvPr>
          <p:cNvSpPr>
            <a:spLocks xmlns:a="http://schemas.openxmlformats.org/drawingml/2006/main" noGrp="1"/>
          </p:cNvSpPr>
          <p:nvPr/>
        </p:nvSpPr>
        <p:spPr>
          <a:xfrm xmlns:a="http://schemas.openxmlformats.org/drawingml/2006/main">
            <a:off x="2724150" y="1885950"/>
            <a:ext cx="6743700" cy="3657600"/>
          </a:xfrm>
          <a:prstGeom xmlns:a="http://schemas.openxmlformats.org/drawingml/2006/main" prst="roundRect">
            <a:avLst>
              <a:gd name="adj" fmla="val 2083"/>
            </a:avLst>
          </a:prstGeom>
          <a:solidFill xmlns:a="http://schemas.openxmlformats.org/drawingml/2006/main">
            <a:srgbClr val="FFFFFF"/>
          </a:solidFill>
          <a:ln xmlns:a="http://schemas.openxmlformats.org/drawingml/2006/main" w="19050">
            <a:solidFill>
              <a:srgbClr val="2774AC"/>
            </a:solidFill>
          </a:ln>
        </p:spPr>
      </p:sp>
      <p:sp>
        <p:nvSpPr>
          <p:cNvPr id="20" name="text-173">
            <a:extLst xmlns:a="http://schemas.openxmlformats.org/drawingml/2006/main">
              <a:ext uri="{FF2B5EF4-FFF2-40B4-BE49-F238E27FC236}">
                <a16:creationId xmlns:a16="http://schemas.microsoft.com/office/drawing/2014/main" id="{71C5C360-AD99-4CA5-9A39-9A216611670A}"/>
              </a:ext>
            </a:extLst>
          </p:cNvPr>
          <p:cNvSpPr>
            <a:spLocks xmlns:a="http://schemas.openxmlformats.org/drawingml/2006/main" noGrp="1"/>
          </p:cNvSpPr>
          <p:nvPr/>
        </p:nvSpPr>
        <p:spPr>
          <a:xfrm xmlns:a="http://schemas.openxmlformats.org/drawingml/2006/main">
            <a:off x="2933700" y="2028825"/>
            <a:ext cx="63055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2000"/>
              </a:lnSpc>
              <a:spcBef>
                <a:spcPts val="0"/>
              </a:spcBef>
              <a:spcAft>
                <a:spcPts val="0"/>
              </a:spcAft>
              <a:buNone/>
              <a:defRPr sz="2175" b="1">
                <a:solidFill>
                  <a:srgbClr val="1C3C5D"/>
                </a:solidFill>
                <a:latin typeface="微软雅黑"/>
                <a:ea typeface="微软雅黑"/>
                <a:cs typeface="微软雅黑"/>
              </a:defRPr>
            </a:pPr>
            <a:r>
              <a:rPr sz="2175" b="1">
                <a:solidFill>
                  <a:srgbClr val="1C3C5D"/>
                </a:solidFill>
                <a:latin typeface="微软雅黑"/>
                <a:ea typeface="微软雅黑"/>
                <a:cs typeface="微软雅黑"/>
              </a:rPr>
              <a:t>工作流节点</a:t>
            </a:r>
          </a:p>
        </p:txBody>
      </p:sp>
      <p:sp>
        <p:nvSpPr>
          <p:cNvPr id="21" name="anchor-174">
            <a:extLst xmlns:a="http://schemas.openxmlformats.org/drawingml/2006/main">
              <a:ext uri="{FF2B5EF4-FFF2-40B4-BE49-F238E27FC236}">
                <a16:creationId xmlns:a16="http://schemas.microsoft.com/office/drawing/2014/main" id="{EBF68125-E129-49BA-9EF0-1A55D7C05943}"/>
              </a:ext>
            </a:extLst>
          </p:cNvPr>
          <p:cNvSpPr>
            <a:spLocks xmlns:a="http://schemas.openxmlformats.org/drawingml/2006/main" noGrp="1"/>
          </p:cNvSpPr>
          <p:nvPr/>
        </p:nvSpPr>
        <p:spPr>
          <a:xfrm xmlns:a="http://schemas.openxmlformats.org/drawingml/2006/main">
            <a:off x="2867025" y="2514600"/>
            <a:ext cx="19050" cy="19050"/>
          </a:xfrm>
          <a:prstGeom xmlns:a="http://schemas.openxmlformats.org/drawingml/2006/main" prst="rect">
            <a:avLst/>
          </a:prstGeom>
          <a:noFill xmlns:a="http://schemas.openxmlformats.org/drawingml/2006/main"/>
          <a:ln xmlns:a="http://schemas.openxmlformats.org/drawingml/2006/main" w="0">
            <a:noFill/>
          </a:ln>
        </p:spPr>
      </p:sp>
      <p:sp>
        <p:nvSpPr>
          <p:cNvPr id="22" name="anchor-175">
            <a:extLst xmlns:a="http://schemas.openxmlformats.org/drawingml/2006/main">
              <a:ext uri="{FF2B5EF4-FFF2-40B4-BE49-F238E27FC236}">
                <a16:creationId xmlns:a16="http://schemas.microsoft.com/office/drawing/2014/main" id="{25E19C41-1DD4-4A26-A0A6-5A31D529962B}"/>
              </a:ext>
            </a:extLst>
          </p:cNvPr>
          <p:cNvSpPr>
            <a:spLocks xmlns:a="http://schemas.openxmlformats.org/drawingml/2006/main" noGrp="1"/>
          </p:cNvSpPr>
          <p:nvPr/>
        </p:nvSpPr>
        <p:spPr>
          <a:xfrm xmlns:a="http://schemas.openxmlformats.org/drawingml/2006/main">
            <a:off x="9305925" y="2514600"/>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78" name=""/>
          <p:cNvCxnSpPr>
            <a:stCxn xmlns:a="http://schemas.openxmlformats.org/drawingml/2006/main" id="21" idx="3"/>
            <a:endCxn xmlns:a="http://schemas.openxmlformats.org/drawingml/2006/main" id="22" idx="1"/>
          </p:cNvCxnSpPr>
          <p:nvPr/>
        </p:nvCxnSpPr>
        <p:spPr>
          <a:xfrm xmlns:a="http://schemas.openxmlformats.org/drawingml/2006/main">
            <a:off x="2886075" y="2524125"/>
            <a:ext cx="6419850" cy="0"/>
          </a:xfrm>
          <a:prstGeom xmlns:a="http://schemas.openxmlformats.org/drawingml/2006/main" prst="straightConnector1">
            <a:avLst/>
          </a:prstGeom>
          <a:ln xmlns:a="http://schemas.openxmlformats.org/drawingml/2006/main" w="9525">
            <a:solidFill>
              <a:srgbClr val="9BB7CC"/>
            </a:solidFill>
            <a:prstDash val="solid"/>
            <a:tailEnd type="none" w="med" len="med"/>
          </a:ln>
        </p:spPr>
      </p:cxnSp>
      <p:sp>
        <p:nvSpPr>
          <p:cNvPr id="24" name="diagram-176">
            <a:extLst xmlns:a="http://schemas.openxmlformats.org/drawingml/2006/main">
              <a:ext uri="{FF2B5EF4-FFF2-40B4-BE49-F238E27FC236}">
                <a16:creationId xmlns:a16="http://schemas.microsoft.com/office/drawing/2014/main" id="{6E8EEB71-79CE-4FFF-BC2B-40FC50395780}"/>
              </a:ext>
            </a:extLst>
          </p:cNvPr>
          <p:cNvSpPr>
            <a:spLocks xmlns:a="http://schemas.openxmlformats.org/drawingml/2006/main" noGrp="1"/>
          </p:cNvSpPr>
          <p:nvPr/>
        </p:nvSpPr>
        <p:spPr>
          <a:xfrm xmlns:a="http://schemas.openxmlformats.org/drawingml/2006/main">
            <a:off x="2971800" y="2733675"/>
            <a:ext cx="2914650" cy="1362075"/>
          </a:xfrm>
          <a:prstGeom xmlns:a="http://schemas.openxmlformats.org/drawingml/2006/main" prst="roundRect">
            <a:avLst>
              <a:gd name="adj" fmla="val 5594"/>
            </a:avLst>
          </a:prstGeom>
          <a:solidFill xmlns:a="http://schemas.openxmlformats.org/drawingml/2006/main">
            <a:srgbClr val="E9F5F2"/>
          </a:solidFill>
          <a:ln xmlns:a="http://schemas.openxmlformats.org/drawingml/2006/main" w="13335">
            <a:solidFill>
              <a:srgbClr val="178477"/>
            </a:solidFill>
          </a:ln>
        </p:spPr>
      </p:sp>
      <p:sp>
        <p:nvSpPr>
          <p:cNvPr id="25" name="text-177">
            <a:extLst xmlns:a="http://schemas.openxmlformats.org/drawingml/2006/main">
              <a:ext uri="{FF2B5EF4-FFF2-40B4-BE49-F238E27FC236}">
                <a16:creationId xmlns:a16="http://schemas.microsoft.com/office/drawing/2014/main" id="{32F0D6AB-7578-49E6-8E72-BDD36906B341}"/>
              </a:ext>
            </a:extLst>
          </p:cNvPr>
          <p:cNvSpPr>
            <a:spLocks xmlns:a="http://schemas.openxmlformats.org/drawingml/2006/main" noGrp="1"/>
          </p:cNvSpPr>
          <p:nvPr/>
        </p:nvSpPr>
        <p:spPr>
          <a:xfrm xmlns:a="http://schemas.openxmlformats.org/drawingml/2006/main">
            <a:off x="3181350" y="2924175"/>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1875" b="1">
                <a:solidFill>
                  <a:srgbClr val="178477"/>
                </a:solidFill>
                <a:latin typeface="微软雅黑"/>
                <a:ea typeface="微软雅黑"/>
                <a:cs typeface="微软雅黑"/>
              </a:defRPr>
            </a:pPr>
            <a:r>
              <a:rPr sz="1875" b="1">
                <a:solidFill>
                  <a:srgbClr val="178477"/>
                </a:solidFill>
                <a:latin typeface="微软雅黑"/>
                <a:ea typeface="微软雅黑"/>
                <a:cs typeface="微软雅黑"/>
              </a:rPr>
              <a:t>内部变量空间</a:t>
            </a:r>
          </a:p>
        </p:txBody>
      </p:sp>
      <p:sp>
        <p:nvSpPr>
          <p:cNvPr id="26" name="text-178">
            <a:extLst xmlns:a="http://schemas.openxmlformats.org/drawingml/2006/main">
              <a:ext uri="{FF2B5EF4-FFF2-40B4-BE49-F238E27FC236}">
                <a16:creationId xmlns:a16="http://schemas.microsoft.com/office/drawing/2014/main" id="{BE35D628-11AC-40A7-AE37-456FA9281B79}"/>
              </a:ext>
            </a:extLst>
          </p:cNvPr>
          <p:cNvSpPr>
            <a:spLocks xmlns:a="http://schemas.openxmlformats.org/drawingml/2006/main" noGrp="1"/>
          </p:cNvSpPr>
          <p:nvPr/>
        </p:nvSpPr>
        <p:spPr>
          <a:xfrm xmlns:a="http://schemas.openxmlformats.org/drawingml/2006/main">
            <a:off x="3181350" y="3362325"/>
            <a:ext cx="2476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450"/>
              </a:spcAft>
              <a:buNone/>
              <a:defRPr sz="1725" b="0">
                <a:solidFill>
                  <a:srgbClr val="243746"/>
                </a:solidFill>
                <a:latin typeface="微软雅黑"/>
                <a:ea typeface="微软雅黑"/>
                <a:cs typeface="微软雅黑"/>
              </a:defRPr>
            </a:pPr>
            <a:r>
              <a:rPr sz="1725" b="0">
                <a:solidFill>
                  <a:srgbClr val="243746"/>
                </a:solidFill>
                <a:latin typeface="微软雅黑"/>
                <a:ea typeface="微软雅黑"/>
                <a:cs typeface="微软雅黑"/>
              </a:rPr>
              <a:t>当前温度　目标温度</a:t>
            </a:r>
          </a:p>
          <a:p xmlns:a="http://schemas.openxmlformats.org/drawingml/2006/main">
            <a:pPr algn="l">
              <a:lnSpc>
                <a:spcPct val="112000"/>
              </a:lnSpc>
              <a:spcBef>
                <a:spcPts val="0"/>
              </a:spcBef>
              <a:spcAft>
                <a:spcPts val="450"/>
              </a:spcAft>
              <a:buNone/>
              <a:defRPr sz="1725" b="0">
                <a:solidFill>
                  <a:srgbClr val="243746"/>
                </a:solidFill>
                <a:latin typeface="微软雅黑"/>
                <a:ea typeface="微软雅黑"/>
                <a:cs typeface="微软雅黑"/>
              </a:defRPr>
            </a:pPr>
            <a:r>
              <a:rPr sz="1725" b="0">
                <a:solidFill>
                  <a:srgbClr val="243746"/>
                </a:solidFill>
                <a:latin typeface="微软雅黑"/>
                <a:ea typeface="微软雅黑"/>
                <a:cs typeface="微软雅黑"/>
              </a:rPr>
              <a:t>业务标志与计算结果</a:t>
            </a:r>
          </a:p>
        </p:txBody>
      </p:sp>
      <p:sp>
        <p:nvSpPr>
          <p:cNvPr id="27" name="diagram-179">
            <a:extLst xmlns:a="http://schemas.openxmlformats.org/drawingml/2006/main">
              <a:ext uri="{FF2B5EF4-FFF2-40B4-BE49-F238E27FC236}">
                <a16:creationId xmlns:a16="http://schemas.microsoft.com/office/drawing/2014/main" id="{830ABA54-A6F9-480D-923D-098AFF0A80FF}"/>
              </a:ext>
            </a:extLst>
          </p:cNvPr>
          <p:cNvSpPr>
            <a:spLocks xmlns:a="http://schemas.openxmlformats.org/drawingml/2006/main" noGrp="1"/>
          </p:cNvSpPr>
          <p:nvPr/>
        </p:nvSpPr>
        <p:spPr>
          <a:xfrm xmlns:a="http://schemas.openxmlformats.org/drawingml/2006/main">
            <a:off x="6219825" y="2733675"/>
            <a:ext cx="2981325" cy="1362075"/>
          </a:xfrm>
          <a:prstGeom xmlns:a="http://schemas.openxmlformats.org/drawingml/2006/main" prst="roundRect">
            <a:avLst>
              <a:gd name="adj" fmla="val 5594"/>
            </a:avLst>
          </a:prstGeom>
          <a:solidFill xmlns:a="http://schemas.openxmlformats.org/drawingml/2006/main">
            <a:srgbClr val="EAF2F8"/>
          </a:solidFill>
          <a:ln xmlns:a="http://schemas.openxmlformats.org/drawingml/2006/main" w="13335">
            <a:solidFill>
              <a:srgbClr val="2774AC"/>
            </a:solidFill>
          </a:ln>
        </p:spPr>
      </p:sp>
      <p:sp>
        <p:nvSpPr>
          <p:cNvPr id="28" name="text-180">
            <a:extLst xmlns:a="http://schemas.openxmlformats.org/drawingml/2006/main">
              <a:ext uri="{FF2B5EF4-FFF2-40B4-BE49-F238E27FC236}">
                <a16:creationId xmlns:a16="http://schemas.microsoft.com/office/drawing/2014/main" id="{DACECA2E-B394-4784-AB0A-3DE30EF407F9}"/>
              </a:ext>
            </a:extLst>
          </p:cNvPr>
          <p:cNvSpPr>
            <a:spLocks xmlns:a="http://schemas.openxmlformats.org/drawingml/2006/main" noGrp="1"/>
          </p:cNvSpPr>
          <p:nvPr/>
        </p:nvSpPr>
        <p:spPr>
          <a:xfrm xmlns:a="http://schemas.openxmlformats.org/drawingml/2006/main">
            <a:off x="6419850" y="2924175"/>
            <a:ext cx="26003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1875" b="1">
                <a:solidFill>
                  <a:srgbClr val="1C3C5D"/>
                </a:solidFill>
                <a:latin typeface="微软雅黑"/>
                <a:ea typeface="微软雅黑"/>
                <a:cs typeface="微软雅黑"/>
              </a:defRPr>
            </a:pPr>
            <a:r>
              <a:rPr sz="1875" b="1">
                <a:solidFill>
                  <a:srgbClr val="1C3C5D"/>
                </a:solidFill>
                <a:latin typeface="微软雅黑"/>
                <a:ea typeface="微软雅黑"/>
                <a:cs typeface="微软雅黑"/>
              </a:rPr>
              <a:t>节点生命周期</a:t>
            </a:r>
          </a:p>
        </p:txBody>
      </p:sp>
      <p:sp>
        <p:nvSpPr>
          <p:cNvPr id="29" name="text-181">
            <a:extLst xmlns:a="http://schemas.openxmlformats.org/drawingml/2006/main">
              <a:ext uri="{FF2B5EF4-FFF2-40B4-BE49-F238E27FC236}">
                <a16:creationId xmlns:a16="http://schemas.microsoft.com/office/drawing/2014/main" id="{0E686D34-C200-4738-8CEE-FE8E1E54D97C}"/>
              </a:ext>
            </a:extLst>
          </p:cNvPr>
          <p:cNvSpPr>
            <a:spLocks xmlns:a="http://schemas.openxmlformats.org/drawingml/2006/main" noGrp="1"/>
          </p:cNvSpPr>
          <p:nvPr/>
        </p:nvSpPr>
        <p:spPr>
          <a:xfrm xmlns:a="http://schemas.openxmlformats.org/drawingml/2006/main">
            <a:off x="6419850" y="3362325"/>
            <a:ext cx="2600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450"/>
              </a:spcAft>
              <a:buNone/>
              <a:defRPr sz="1725" b="0">
                <a:solidFill>
                  <a:srgbClr val="243746"/>
                </a:solidFill>
                <a:latin typeface="微软雅黑"/>
                <a:ea typeface="微软雅黑"/>
                <a:cs typeface="微软雅黑"/>
              </a:defRPr>
            </a:pPr>
            <a:r>
              <a:rPr sz="1725" b="0">
                <a:solidFill>
                  <a:srgbClr val="243746"/>
                </a:solidFill>
                <a:latin typeface="微软雅黑"/>
                <a:ea typeface="微软雅黑"/>
                <a:cs typeface="微软雅黑"/>
              </a:rPr>
              <a:t>待执行　运行中　已完成</a:t>
            </a:r>
          </a:p>
          <a:p xmlns:a="http://schemas.openxmlformats.org/drawingml/2006/main">
            <a:pPr algn="l">
              <a:lnSpc>
                <a:spcPct val="112000"/>
              </a:lnSpc>
              <a:spcBef>
                <a:spcPts val="0"/>
              </a:spcBef>
              <a:spcAft>
                <a:spcPts val="450"/>
              </a:spcAft>
              <a:buNone/>
              <a:defRPr sz="1725" b="0">
                <a:solidFill>
                  <a:srgbClr val="243746"/>
                </a:solidFill>
                <a:latin typeface="微软雅黑"/>
                <a:ea typeface="微软雅黑"/>
                <a:cs typeface="微软雅黑"/>
              </a:defRPr>
            </a:pPr>
            <a:r>
              <a:rPr sz="1725" b="0">
                <a:solidFill>
                  <a:srgbClr val="243746"/>
                </a:solidFill>
                <a:latin typeface="微软雅黑"/>
                <a:ea typeface="微软雅黑"/>
                <a:cs typeface="微软雅黑"/>
              </a:rPr>
              <a:t>失败与终止状态</a:t>
            </a:r>
          </a:p>
        </p:txBody>
      </p:sp>
      <p:sp>
        <p:nvSpPr>
          <p:cNvPr id="30" name="diagram-182">
            <a:extLst xmlns:a="http://schemas.openxmlformats.org/drawingml/2006/main">
              <a:ext uri="{FF2B5EF4-FFF2-40B4-BE49-F238E27FC236}">
                <a16:creationId xmlns:a16="http://schemas.microsoft.com/office/drawing/2014/main" id="{D00D9149-1560-4329-9379-62CDEA32238B}"/>
              </a:ext>
            </a:extLst>
          </p:cNvPr>
          <p:cNvSpPr>
            <a:spLocks xmlns:a="http://schemas.openxmlformats.org/drawingml/2006/main" noGrp="1"/>
          </p:cNvSpPr>
          <p:nvPr/>
        </p:nvSpPr>
        <p:spPr>
          <a:xfrm xmlns:a="http://schemas.openxmlformats.org/drawingml/2006/main">
            <a:off x="2971800" y="4343400"/>
            <a:ext cx="6229350" cy="895350"/>
          </a:xfrm>
          <a:prstGeom xmlns:a="http://schemas.openxmlformats.org/drawingml/2006/main" prst="roundRect">
            <a:avLst>
              <a:gd name="adj" fmla="val 8511"/>
            </a:avLst>
          </a:prstGeom>
          <a:solidFill xmlns:a="http://schemas.openxmlformats.org/drawingml/2006/main">
            <a:srgbClr val="F3F6F8"/>
          </a:solidFill>
          <a:ln xmlns:a="http://schemas.openxmlformats.org/drawingml/2006/main" w="13335">
            <a:solidFill>
              <a:srgbClr val="9BB7CC"/>
            </a:solidFill>
          </a:ln>
        </p:spPr>
        <p:txBody>
          <a:bodyPr xmlns:a="http://schemas.openxmlformats.org/drawingml/2006/main" wrap="square" lIns="76200" tIns="76200" rIns="76200" bIns="76200" anchor="ctr">
            <a:noAutofit/>
          </a:bodyPr>
          <a:lstStyle xmlns:a="http://schemas.openxmlformats.org/drawingml/2006/main"/>
          <a:p xmlns:a="http://schemas.openxmlformats.org/drawingml/2006/main">
            <a:pPr algn="ctr">
              <a:lnSpc>
                <a:spcPct val="108000"/>
              </a:lnSpc>
              <a:spcAft>
                <a:spcPts val="650"/>
              </a:spcAft>
              <a:buNone/>
              <a:defRPr sz="1725" b="0">
                <a:solidFill>
                  <a:srgbClr val="1C3C5D"/>
                </a:solidFill>
                <a:latin typeface="微软雅黑"/>
                <a:ea typeface="微软雅黑"/>
                <a:cs typeface="微软雅黑"/>
              </a:defRPr>
            </a:pPr>
            <a:r>
              <a:rPr sz="1725" b="0">
                <a:solidFill>
                  <a:srgbClr val="1C3C5D"/>
                </a:solidFill>
                <a:latin typeface="微软雅黑"/>
                <a:ea typeface="微软雅黑"/>
                <a:cs typeface="微软雅黑"/>
              </a:rPr>
              <a:t>触发器：条件与动作</a:t>
            </a:r>
          </a:p>
          <a:p xmlns:a="http://schemas.openxmlformats.org/drawingml/2006/main">
            <a:pPr algn="ctr">
              <a:lnSpc>
                <a:spcPct val="108000"/>
              </a:lnSpc>
              <a:spcAft>
                <a:spcPts val="650"/>
              </a:spcAft>
              <a:buNone/>
              <a:defRPr sz="1725" b="0">
                <a:solidFill>
                  <a:srgbClr val="1C3C5D"/>
                </a:solidFill>
                <a:latin typeface="微软雅黑"/>
                <a:ea typeface="微软雅黑"/>
                <a:cs typeface="微软雅黑"/>
              </a:defRPr>
            </a:pPr>
            <a:r>
              <a:rPr sz="1725" b="0">
                <a:solidFill>
                  <a:srgbClr val="1C3C5D"/>
                </a:solidFill>
                <a:latin typeface="微软雅黑"/>
                <a:ea typeface="微软雅黑"/>
                <a:cs typeface="微软雅黑"/>
              </a:rPr>
              <a:t>读取变量、接口值和生命周期，驱动 UPDATE / EMIT</a:t>
            </a:r>
          </a:p>
        </p:txBody>
      </p:sp>
      <p:sp>
        <p:nvSpPr>
          <p:cNvPr id="31" name="anchor-183">
            <a:extLst xmlns:a="http://schemas.openxmlformats.org/drawingml/2006/main">
              <a:ext uri="{FF2B5EF4-FFF2-40B4-BE49-F238E27FC236}">
                <a16:creationId xmlns:a16="http://schemas.microsoft.com/office/drawing/2014/main" id="{7935E46C-D9CE-40FD-A732-AC276C5793B1}"/>
              </a:ext>
            </a:extLst>
          </p:cNvPr>
          <p:cNvSpPr>
            <a:spLocks xmlns:a="http://schemas.openxmlformats.org/drawingml/2006/main" noGrp="1"/>
          </p:cNvSpPr>
          <p:nvPr/>
        </p:nvSpPr>
        <p:spPr>
          <a:xfrm xmlns:a="http://schemas.openxmlformats.org/drawingml/2006/main">
            <a:off x="4419600" y="4086225"/>
            <a:ext cx="19050" cy="19050"/>
          </a:xfrm>
          <a:prstGeom xmlns:a="http://schemas.openxmlformats.org/drawingml/2006/main" prst="rect">
            <a:avLst/>
          </a:prstGeom>
          <a:noFill xmlns:a="http://schemas.openxmlformats.org/drawingml/2006/main"/>
          <a:ln xmlns:a="http://schemas.openxmlformats.org/drawingml/2006/main" w="0">
            <a:noFill/>
          </a:ln>
        </p:spPr>
      </p:sp>
      <p:sp>
        <p:nvSpPr>
          <p:cNvPr id="32" name="anchor-184">
            <a:extLst xmlns:a="http://schemas.openxmlformats.org/drawingml/2006/main">
              <a:ext uri="{FF2B5EF4-FFF2-40B4-BE49-F238E27FC236}">
                <a16:creationId xmlns:a16="http://schemas.microsoft.com/office/drawing/2014/main" id="{AC202AEB-AA05-4722-9772-9A347C2BF486}"/>
              </a:ext>
            </a:extLst>
          </p:cNvPr>
          <p:cNvSpPr>
            <a:spLocks xmlns:a="http://schemas.openxmlformats.org/drawingml/2006/main" noGrp="1"/>
          </p:cNvSpPr>
          <p:nvPr/>
        </p:nvSpPr>
        <p:spPr>
          <a:xfrm xmlns:a="http://schemas.openxmlformats.org/drawingml/2006/main">
            <a:off x="4419600" y="433387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88" name=""/>
          <p:cNvCxnSpPr>
            <a:stCxn xmlns:a="http://schemas.openxmlformats.org/drawingml/2006/main" id="31" idx="2"/>
            <a:endCxn xmlns:a="http://schemas.openxmlformats.org/drawingml/2006/main" id="32" idx="0"/>
          </p:cNvCxnSpPr>
          <p:nvPr/>
        </p:nvCxnSpPr>
        <p:spPr>
          <a:xfrm xmlns:a="http://schemas.openxmlformats.org/drawingml/2006/main">
            <a:off x="4429125" y="4105275"/>
            <a:ext cx="0" cy="228600"/>
          </a:xfrm>
          <a:prstGeom xmlns:a="http://schemas.openxmlformats.org/drawingml/2006/main" prst="straightConnector1">
            <a:avLst/>
          </a:prstGeom>
          <a:ln xmlns:a="http://schemas.openxmlformats.org/drawingml/2006/main" w="19050">
            <a:solidFill>
              <a:srgbClr val="178477"/>
            </a:solidFill>
            <a:prstDash val="solid"/>
            <a:tailEnd type="triangle" w="med" len="med"/>
          </a:ln>
        </p:spPr>
      </p:cxnSp>
      <p:sp>
        <p:nvSpPr>
          <p:cNvPr id="34" name="anchor-185">
            <a:extLst xmlns:a="http://schemas.openxmlformats.org/drawingml/2006/main">
              <a:ext uri="{FF2B5EF4-FFF2-40B4-BE49-F238E27FC236}">
                <a16:creationId xmlns:a16="http://schemas.microsoft.com/office/drawing/2014/main" id="{B2434768-2E6C-4DAA-B59F-4891DCC44A16}"/>
              </a:ext>
            </a:extLst>
          </p:cNvPr>
          <p:cNvSpPr>
            <a:spLocks xmlns:a="http://schemas.openxmlformats.org/drawingml/2006/main" noGrp="1"/>
          </p:cNvSpPr>
          <p:nvPr/>
        </p:nvSpPr>
        <p:spPr>
          <a:xfrm xmlns:a="http://schemas.openxmlformats.org/drawingml/2006/main">
            <a:off x="7696200" y="4086225"/>
            <a:ext cx="19050" cy="19050"/>
          </a:xfrm>
          <a:prstGeom xmlns:a="http://schemas.openxmlformats.org/drawingml/2006/main" prst="rect">
            <a:avLst/>
          </a:prstGeom>
          <a:noFill xmlns:a="http://schemas.openxmlformats.org/drawingml/2006/main"/>
          <a:ln xmlns:a="http://schemas.openxmlformats.org/drawingml/2006/main" w="0">
            <a:noFill/>
          </a:ln>
        </p:spPr>
      </p:sp>
      <p:sp>
        <p:nvSpPr>
          <p:cNvPr id="35" name="anchor-186">
            <a:extLst xmlns:a="http://schemas.openxmlformats.org/drawingml/2006/main">
              <a:ext uri="{FF2B5EF4-FFF2-40B4-BE49-F238E27FC236}">
                <a16:creationId xmlns:a16="http://schemas.microsoft.com/office/drawing/2014/main" id="{DDAAFF4B-450D-48A2-899F-5CFF305E356D}"/>
              </a:ext>
            </a:extLst>
          </p:cNvPr>
          <p:cNvSpPr>
            <a:spLocks xmlns:a="http://schemas.openxmlformats.org/drawingml/2006/main" noGrp="1"/>
          </p:cNvSpPr>
          <p:nvPr/>
        </p:nvSpPr>
        <p:spPr>
          <a:xfrm xmlns:a="http://schemas.openxmlformats.org/drawingml/2006/main">
            <a:off x="7696200" y="433387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91" name=""/>
          <p:cNvCxnSpPr>
            <a:stCxn xmlns:a="http://schemas.openxmlformats.org/drawingml/2006/main" id="34" idx="2"/>
            <a:endCxn xmlns:a="http://schemas.openxmlformats.org/drawingml/2006/main" id="35" idx="0"/>
          </p:cNvCxnSpPr>
          <p:nvPr/>
        </p:nvCxnSpPr>
        <p:spPr>
          <a:xfrm xmlns:a="http://schemas.openxmlformats.org/drawingml/2006/main">
            <a:off x="7705725" y="4105275"/>
            <a:ext cx="0" cy="228600"/>
          </a:xfrm>
          <a:prstGeom xmlns:a="http://schemas.openxmlformats.org/drawingml/2006/main" prst="straightConnector1">
            <a:avLst/>
          </a:prstGeom>
          <a:ln xmlns:a="http://schemas.openxmlformats.org/drawingml/2006/main" w="19050">
            <a:solidFill>
              <a:srgbClr val="2774AC"/>
            </a:solidFill>
            <a:prstDash val="solid"/>
            <a:tailEnd type="triangle" w="med" len="med"/>
          </a:ln>
        </p:spPr>
      </p:cxnSp>
      <p:sp>
        <p:nvSpPr>
          <p:cNvPr id="37" name="diagram-187">
            <a:extLst xmlns:a="http://schemas.openxmlformats.org/drawingml/2006/main">
              <a:ext uri="{FF2B5EF4-FFF2-40B4-BE49-F238E27FC236}">
                <a16:creationId xmlns:a16="http://schemas.microsoft.com/office/drawing/2014/main" id="{0C028ADB-EAA3-4D1B-A6C4-5341A9464451}"/>
              </a:ext>
            </a:extLst>
          </p:cNvPr>
          <p:cNvSpPr>
            <a:spLocks xmlns:a="http://schemas.openxmlformats.org/drawingml/2006/main" noGrp="1"/>
          </p:cNvSpPr>
          <p:nvPr/>
        </p:nvSpPr>
        <p:spPr>
          <a:xfrm xmlns:a="http://schemas.openxmlformats.org/drawingml/2006/main">
            <a:off x="600075" y="2457450"/>
            <a:ext cx="1590675" cy="762000"/>
          </a:xfrm>
          <a:prstGeom xmlns:a="http://schemas.openxmlformats.org/drawingml/2006/main" prst="roundRect">
            <a:avLst>
              <a:gd name="adj" fmla="val 10000"/>
            </a:avLst>
          </a:prstGeom>
          <a:solidFill xmlns:a="http://schemas.openxmlformats.org/drawingml/2006/main">
            <a:srgbClr val="E9F5F2"/>
          </a:solidFill>
          <a:ln xmlns:a="http://schemas.openxmlformats.org/drawingml/2006/main" w="13335">
            <a:solidFill>
              <a:srgbClr val="178477"/>
            </a:solidFill>
          </a:ln>
        </p:spPr>
        <p:txBody>
          <a:bodyPr xmlns:a="http://schemas.openxmlformats.org/drawingml/2006/main" wrap="square" lIns="76200" tIns="76200" rIns="76200" bIns="76200" anchor="ctr">
            <a:noAutofit/>
          </a:bodyPr>
          <a:lstStyle xmlns:a="http://schemas.openxmlformats.org/drawingml/2006/main"/>
          <a:p xmlns:a="http://schemas.openxmlformats.org/drawingml/2006/main">
            <a:pPr algn="ctr">
              <a:lnSpc>
                <a:spcPct val="108000"/>
              </a:lnSpc>
              <a:spcAft>
                <a:spcPts val="500"/>
              </a:spcAft>
              <a:buNone/>
              <a:defRPr sz="1650" b="0">
                <a:solidFill>
                  <a:srgbClr val="1C3C5D"/>
                </a:solidFill>
                <a:latin typeface="微软雅黑"/>
                <a:ea typeface="微软雅黑"/>
                <a:cs typeface="微软雅黑"/>
              </a:defRPr>
            </a:pPr>
            <a:r>
              <a:rPr sz="1650" b="0">
                <a:solidFill>
                  <a:srgbClr val="1C3C5D"/>
                </a:solidFill>
                <a:latin typeface="微软雅黑"/>
                <a:ea typeface="微软雅黑"/>
                <a:cs typeface="微软雅黑"/>
              </a:rPr>
              <a:t>数据输入端口</a:t>
            </a:r>
          </a:p>
          <a:p xmlns:a="http://schemas.openxmlformats.org/drawingml/2006/main">
            <a:pPr algn="ctr">
              <a:lnSpc>
                <a:spcPct val="108000"/>
              </a:lnSpc>
              <a:spcAft>
                <a:spcPts val="500"/>
              </a:spcAft>
              <a:buNone/>
              <a:defRPr sz="1650" b="0">
                <a:solidFill>
                  <a:srgbClr val="1C3C5D"/>
                </a:solidFill>
                <a:latin typeface="微软雅黑"/>
                <a:ea typeface="微软雅黑"/>
                <a:cs typeface="微软雅黑"/>
              </a:defRPr>
            </a:pPr>
            <a:r>
              <a:rPr sz="1650" b="0">
                <a:solidFill>
                  <a:srgbClr val="1C3C5D"/>
                </a:solidFill>
                <a:latin typeface="微软雅黑"/>
                <a:ea typeface="微软雅黑"/>
                <a:cs typeface="微软雅黑"/>
              </a:rPr>
              <a:t>设备属性映射</a:t>
            </a:r>
          </a:p>
        </p:txBody>
      </p:sp>
      <p:sp>
        <p:nvSpPr>
          <p:cNvPr id="38" name="anchor-188">
            <a:extLst xmlns:a="http://schemas.openxmlformats.org/drawingml/2006/main">
              <a:ext uri="{FF2B5EF4-FFF2-40B4-BE49-F238E27FC236}">
                <a16:creationId xmlns:a16="http://schemas.microsoft.com/office/drawing/2014/main" id="{FF421701-FFD3-4F41-A800-4D0916A4FAFF}"/>
              </a:ext>
            </a:extLst>
          </p:cNvPr>
          <p:cNvSpPr>
            <a:spLocks xmlns:a="http://schemas.openxmlformats.org/drawingml/2006/main" noGrp="1"/>
          </p:cNvSpPr>
          <p:nvPr/>
        </p:nvSpPr>
        <p:spPr>
          <a:xfrm xmlns:a="http://schemas.openxmlformats.org/drawingml/2006/main">
            <a:off x="2181225" y="2847975"/>
            <a:ext cx="19050" cy="19050"/>
          </a:xfrm>
          <a:prstGeom xmlns:a="http://schemas.openxmlformats.org/drawingml/2006/main" prst="rect">
            <a:avLst/>
          </a:prstGeom>
          <a:noFill xmlns:a="http://schemas.openxmlformats.org/drawingml/2006/main"/>
          <a:ln xmlns:a="http://schemas.openxmlformats.org/drawingml/2006/main" w="0">
            <a:noFill/>
          </a:ln>
        </p:spPr>
      </p:sp>
      <p:sp>
        <p:nvSpPr>
          <p:cNvPr id="39" name="anchor-189">
            <a:extLst xmlns:a="http://schemas.openxmlformats.org/drawingml/2006/main">
              <a:ext uri="{FF2B5EF4-FFF2-40B4-BE49-F238E27FC236}">
                <a16:creationId xmlns:a16="http://schemas.microsoft.com/office/drawing/2014/main" id="{8DA476EE-C972-4F7C-A1E9-7E14036B3104}"/>
              </a:ext>
            </a:extLst>
          </p:cNvPr>
          <p:cNvSpPr>
            <a:spLocks xmlns:a="http://schemas.openxmlformats.org/drawingml/2006/main" noGrp="1"/>
          </p:cNvSpPr>
          <p:nvPr/>
        </p:nvSpPr>
        <p:spPr>
          <a:xfrm xmlns:a="http://schemas.openxmlformats.org/drawingml/2006/main">
            <a:off x="2524125" y="2847975"/>
            <a:ext cx="19050" cy="19050"/>
          </a:xfrm>
          <a:prstGeom xmlns:a="http://schemas.openxmlformats.org/drawingml/2006/main" prst="rect">
            <a:avLst/>
          </a:prstGeom>
          <a:noFill xmlns:a="http://schemas.openxmlformats.org/drawingml/2006/main"/>
          <a:ln xmlns:a="http://schemas.openxmlformats.org/drawingml/2006/main" w="0">
            <a:noFill/>
          </a:ln>
        </p:spPr>
      </p:sp>
      <p:sp>
        <p:nvSpPr>
          <p:cNvPr id="40" name="anchor-190">
            <a:extLst xmlns:a="http://schemas.openxmlformats.org/drawingml/2006/main">
              <a:ext uri="{FF2B5EF4-FFF2-40B4-BE49-F238E27FC236}">
                <a16:creationId xmlns:a16="http://schemas.microsoft.com/office/drawing/2014/main" id="{E71E16C0-7A25-40BD-AA46-40F0EF605A46}"/>
              </a:ext>
            </a:extLst>
          </p:cNvPr>
          <p:cNvSpPr>
            <a:spLocks xmlns:a="http://schemas.openxmlformats.org/drawingml/2006/main" noGrp="1"/>
          </p:cNvSpPr>
          <p:nvPr/>
        </p:nvSpPr>
        <p:spPr>
          <a:xfrm xmlns:a="http://schemas.openxmlformats.org/drawingml/2006/main">
            <a:off x="2524125" y="3400425"/>
            <a:ext cx="19050" cy="19050"/>
          </a:xfrm>
          <a:prstGeom xmlns:a="http://schemas.openxmlformats.org/drawingml/2006/main" prst="rect">
            <a:avLst/>
          </a:prstGeom>
          <a:noFill xmlns:a="http://schemas.openxmlformats.org/drawingml/2006/main"/>
          <a:ln xmlns:a="http://schemas.openxmlformats.org/drawingml/2006/main" w="0">
            <a:noFill/>
          </a:ln>
        </p:spPr>
      </p:sp>
      <p:sp>
        <p:nvSpPr>
          <p:cNvPr id="41" name="anchor-191">
            <a:extLst xmlns:a="http://schemas.openxmlformats.org/drawingml/2006/main">
              <a:ext uri="{FF2B5EF4-FFF2-40B4-BE49-F238E27FC236}">
                <a16:creationId xmlns:a16="http://schemas.microsoft.com/office/drawing/2014/main" id="{F1270DFC-CADA-41BE-9A75-22D5EE065AAB}"/>
              </a:ext>
            </a:extLst>
          </p:cNvPr>
          <p:cNvSpPr>
            <a:spLocks xmlns:a="http://schemas.openxmlformats.org/drawingml/2006/main" noGrp="1"/>
          </p:cNvSpPr>
          <p:nvPr/>
        </p:nvSpPr>
        <p:spPr>
          <a:xfrm xmlns:a="http://schemas.openxmlformats.org/drawingml/2006/main">
            <a:off x="2962275" y="340042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97" name=""/>
          <p:cNvCxnSpPr>
            <a:stCxn xmlns:a="http://schemas.openxmlformats.org/drawingml/2006/main" id="38" idx="3"/>
            <a:endCxn xmlns:a="http://schemas.openxmlformats.org/drawingml/2006/main" id="39" idx="1"/>
          </p:cNvCxnSpPr>
          <p:nvPr/>
        </p:nvCxnSpPr>
        <p:spPr>
          <a:xfrm xmlns:a="http://schemas.openxmlformats.org/drawingml/2006/main">
            <a:off x="2200275" y="2857500"/>
            <a:ext cx="323850" cy="0"/>
          </a:xfrm>
          <a:prstGeom xmlns:a="http://schemas.openxmlformats.org/drawingml/2006/main" prst="straightConnector1">
            <a:avLst/>
          </a:prstGeom>
          <a:ln xmlns:a="http://schemas.openxmlformats.org/drawingml/2006/main" w="19050">
            <a:solidFill>
              <a:srgbClr val="178477"/>
            </a:solidFill>
            <a:prstDash val="dash"/>
            <a:tailEnd type="none" w="med" len="med"/>
          </a:ln>
        </p:spPr>
      </p:cxnSp>
      <p:cxnSp>
        <p:nvCxnSpPr>
          <p:cNvPr id="98" name=""/>
          <p:cNvCxnSpPr>
            <a:stCxn xmlns:a="http://schemas.openxmlformats.org/drawingml/2006/main" id="39" idx="2"/>
            <a:endCxn xmlns:a="http://schemas.openxmlformats.org/drawingml/2006/main" id="40" idx="0"/>
          </p:cNvCxnSpPr>
          <p:nvPr/>
        </p:nvCxnSpPr>
        <p:spPr>
          <a:xfrm xmlns:a="http://schemas.openxmlformats.org/drawingml/2006/main">
            <a:off x="2533650" y="2867025"/>
            <a:ext cx="0" cy="533400"/>
          </a:xfrm>
          <a:prstGeom xmlns:a="http://schemas.openxmlformats.org/drawingml/2006/main" prst="straightConnector1">
            <a:avLst/>
          </a:prstGeom>
          <a:ln xmlns:a="http://schemas.openxmlformats.org/drawingml/2006/main" w="19050">
            <a:solidFill>
              <a:srgbClr val="178477"/>
            </a:solidFill>
            <a:prstDash val="dash"/>
            <a:tailEnd type="none" w="med" len="med"/>
          </a:ln>
        </p:spPr>
      </p:cxnSp>
      <p:cxnSp>
        <p:nvCxnSpPr>
          <p:cNvPr id="99" name=""/>
          <p:cNvCxnSpPr>
            <a:stCxn xmlns:a="http://schemas.openxmlformats.org/drawingml/2006/main" id="40" idx="3"/>
            <a:endCxn xmlns:a="http://schemas.openxmlformats.org/drawingml/2006/main" id="41" idx="1"/>
          </p:cNvCxnSpPr>
          <p:nvPr/>
        </p:nvCxnSpPr>
        <p:spPr>
          <a:xfrm xmlns:a="http://schemas.openxmlformats.org/drawingml/2006/main">
            <a:off x="2543175" y="3409950"/>
            <a:ext cx="419100" cy="0"/>
          </a:xfrm>
          <a:prstGeom xmlns:a="http://schemas.openxmlformats.org/drawingml/2006/main" prst="straightConnector1">
            <a:avLst/>
          </a:prstGeom>
          <a:ln xmlns:a="http://schemas.openxmlformats.org/drawingml/2006/main" w="19050">
            <a:solidFill>
              <a:srgbClr val="178477"/>
            </a:solidFill>
            <a:prstDash val="dash"/>
            <a:tailEnd type="triangle" w="med" len="med"/>
          </a:ln>
        </p:spPr>
      </p:cxnSp>
      <p:sp>
        <p:nvSpPr>
          <p:cNvPr id="45" name="diagram-192">
            <a:extLst xmlns:a="http://schemas.openxmlformats.org/drawingml/2006/main">
              <a:ext uri="{FF2B5EF4-FFF2-40B4-BE49-F238E27FC236}">
                <a16:creationId xmlns:a16="http://schemas.microsoft.com/office/drawing/2014/main" id="{93E922F5-C408-43F3-9E18-5C12EAB56930}"/>
              </a:ext>
            </a:extLst>
          </p:cNvPr>
          <p:cNvSpPr>
            <a:spLocks xmlns:a="http://schemas.openxmlformats.org/drawingml/2006/main" noGrp="1"/>
          </p:cNvSpPr>
          <p:nvPr/>
        </p:nvSpPr>
        <p:spPr>
          <a:xfrm xmlns:a="http://schemas.openxmlformats.org/drawingml/2006/main">
            <a:off x="600075" y="4333875"/>
            <a:ext cx="1590675" cy="723900"/>
          </a:xfrm>
          <a:prstGeom xmlns:a="http://schemas.openxmlformats.org/drawingml/2006/main" prst="roundRect">
            <a:avLst>
              <a:gd name="adj" fmla="val 10526"/>
            </a:avLst>
          </a:prstGeom>
          <a:solidFill xmlns:a="http://schemas.openxmlformats.org/drawingml/2006/main">
            <a:srgbClr val="EAF2F8"/>
          </a:solidFill>
          <a:ln xmlns:a="http://schemas.openxmlformats.org/drawingml/2006/main" w="13335">
            <a:solidFill>
              <a:srgbClr val="9BB7CC"/>
            </a:solidFill>
          </a:ln>
        </p:spPr>
        <p:txBody>
          <a:bodyPr xmlns:a="http://schemas.openxmlformats.org/drawingml/2006/main" wrap="square" lIns="76200" tIns="76200" rIns="76200" bIns="76200" anchor="ctr">
            <a:noAutofit/>
          </a:bodyPr>
          <a:lstStyle xmlns:a="http://schemas.openxmlformats.org/drawingml/2006/main"/>
          <a:p xmlns:a="http://schemas.openxmlformats.org/drawingml/2006/main">
            <a:pPr algn="ctr">
              <a:lnSpc>
                <a:spcPct val="108000"/>
              </a:lnSpc>
              <a:spcAft>
                <a:spcPts val="500"/>
              </a:spcAft>
              <a:buNone/>
              <a:defRPr sz="1650" b="0">
                <a:solidFill>
                  <a:srgbClr val="1C3C5D"/>
                </a:solidFill>
                <a:latin typeface="微软雅黑"/>
                <a:ea typeface="微软雅黑"/>
                <a:cs typeface="微软雅黑"/>
              </a:defRPr>
            </a:pPr>
            <a:r>
              <a:rPr sz="1650" b="0">
                <a:solidFill>
                  <a:srgbClr val="1C3C5D"/>
                </a:solidFill>
                <a:latin typeface="微软雅黑"/>
                <a:ea typeface="微软雅黑"/>
                <a:cs typeface="微软雅黑"/>
              </a:rPr>
              <a:t>控制输入接口</a:t>
            </a:r>
          </a:p>
          <a:p xmlns:a="http://schemas.openxmlformats.org/drawingml/2006/main">
            <a:pPr algn="ctr">
              <a:lnSpc>
                <a:spcPct val="108000"/>
              </a:lnSpc>
              <a:spcAft>
                <a:spcPts val="500"/>
              </a:spcAft>
              <a:buNone/>
              <a:defRPr sz="1650" b="0">
                <a:solidFill>
                  <a:srgbClr val="1C3C5D"/>
                </a:solidFill>
                <a:latin typeface="微软雅黑"/>
                <a:ea typeface="微软雅黑"/>
                <a:cs typeface="微软雅黑"/>
              </a:defRPr>
            </a:pPr>
            <a:r>
              <a:rPr sz="1650" b="0">
                <a:solidFill>
                  <a:srgbClr val="1C3C5D"/>
                </a:solidFill>
                <a:latin typeface="微软雅黑"/>
                <a:ea typeface="微软雅黑"/>
                <a:cs typeface="微软雅黑"/>
              </a:rPr>
              <a:t>信号及载荷</a:t>
            </a:r>
          </a:p>
        </p:txBody>
      </p:sp>
      <p:sp>
        <p:nvSpPr>
          <p:cNvPr id="46" name="anchor-193">
            <a:extLst xmlns:a="http://schemas.openxmlformats.org/drawingml/2006/main">
              <a:ext uri="{FF2B5EF4-FFF2-40B4-BE49-F238E27FC236}">
                <a16:creationId xmlns:a16="http://schemas.microsoft.com/office/drawing/2014/main" id="{75824E86-3071-474D-A11B-6781C3F4CD92}"/>
              </a:ext>
            </a:extLst>
          </p:cNvPr>
          <p:cNvSpPr>
            <a:spLocks xmlns:a="http://schemas.openxmlformats.org/drawingml/2006/main" noGrp="1"/>
          </p:cNvSpPr>
          <p:nvPr/>
        </p:nvSpPr>
        <p:spPr>
          <a:xfrm xmlns:a="http://schemas.openxmlformats.org/drawingml/2006/main">
            <a:off x="2181225" y="4686300"/>
            <a:ext cx="19050" cy="19050"/>
          </a:xfrm>
          <a:prstGeom xmlns:a="http://schemas.openxmlformats.org/drawingml/2006/main" prst="rect">
            <a:avLst/>
          </a:prstGeom>
          <a:noFill xmlns:a="http://schemas.openxmlformats.org/drawingml/2006/main"/>
          <a:ln xmlns:a="http://schemas.openxmlformats.org/drawingml/2006/main" w="0">
            <a:noFill/>
          </a:ln>
        </p:spPr>
      </p:sp>
      <p:sp>
        <p:nvSpPr>
          <p:cNvPr id="47" name="anchor-194">
            <a:extLst xmlns:a="http://schemas.openxmlformats.org/drawingml/2006/main">
              <a:ext uri="{FF2B5EF4-FFF2-40B4-BE49-F238E27FC236}">
                <a16:creationId xmlns:a16="http://schemas.microsoft.com/office/drawing/2014/main" id="{29E26AD5-C0C5-45E9-B62A-2B7B0ADF750B}"/>
              </a:ext>
            </a:extLst>
          </p:cNvPr>
          <p:cNvSpPr>
            <a:spLocks xmlns:a="http://schemas.openxmlformats.org/drawingml/2006/main" noGrp="1"/>
          </p:cNvSpPr>
          <p:nvPr/>
        </p:nvSpPr>
        <p:spPr>
          <a:xfrm xmlns:a="http://schemas.openxmlformats.org/drawingml/2006/main">
            <a:off x="2962275" y="4686300"/>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103" name=""/>
          <p:cNvCxnSpPr>
            <a:stCxn xmlns:a="http://schemas.openxmlformats.org/drawingml/2006/main" id="46" idx="3"/>
            <a:endCxn xmlns:a="http://schemas.openxmlformats.org/drawingml/2006/main" id="47" idx="1"/>
          </p:cNvCxnSpPr>
          <p:nvPr/>
        </p:nvCxnSpPr>
        <p:spPr>
          <a:xfrm xmlns:a="http://schemas.openxmlformats.org/drawingml/2006/main">
            <a:off x="2200275" y="4695825"/>
            <a:ext cx="762000" cy="0"/>
          </a:xfrm>
          <a:prstGeom xmlns:a="http://schemas.openxmlformats.org/drawingml/2006/main" prst="straightConnector1">
            <a:avLst/>
          </a:prstGeom>
          <a:ln xmlns:a="http://schemas.openxmlformats.org/drawingml/2006/main" w="19050">
            <a:solidFill>
              <a:srgbClr val="2774AC"/>
            </a:solidFill>
            <a:prstDash val="solid"/>
            <a:tailEnd type="triangle" w="med" len="med"/>
          </a:ln>
        </p:spPr>
      </p:cxnSp>
      <p:sp>
        <p:nvSpPr>
          <p:cNvPr id="49" name="diagram-195">
            <a:extLst xmlns:a="http://schemas.openxmlformats.org/drawingml/2006/main">
              <a:ext uri="{FF2B5EF4-FFF2-40B4-BE49-F238E27FC236}">
                <a16:creationId xmlns:a16="http://schemas.microsoft.com/office/drawing/2014/main" id="{59D26459-52E2-4A85-83AE-E2E514F2E7CA}"/>
              </a:ext>
            </a:extLst>
          </p:cNvPr>
          <p:cNvSpPr>
            <a:spLocks xmlns:a="http://schemas.openxmlformats.org/drawingml/2006/main" noGrp="1"/>
          </p:cNvSpPr>
          <p:nvPr/>
        </p:nvSpPr>
        <p:spPr>
          <a:xfrm xmlns:a="http://schemas.openxmlformats.org/drawingml/2006/main">
            <a:off x="9944100" y="2590800"/>
            <a:ext cx="1600200" cy="733425"/>
          </a:xfrm>
          <a:prstGeom xmlns:a="http://schemas.openxmlformats.org/drawingml/2006/main" prst="roundRect">
            <a:avLst>
              <a:gd name="adj" fmla="val 10390"/>
            </a:avLst>
          </a:prstGeom>
          <a:solidFill xmlns:a="http://schemas.openxmlformats.org/drawingml/2006/main">
            <a:srgbClr val="E9F5F2"/>
          </a:solidFill>
          <a:ln xmlns:a="http://schemas.openxmlformats.org/drawingml/2006/main" w="13335">
            <a:solidFill>
              <a:srgbClr val="178477"/>
            </a:solidFill>
          </a:ln>
        </p:spPr>
        <p:txBody>
          <a:bodyPr xmlns:a="http://schemas.openxmlformats.org/drawingml/2006/main" wrap="square" lIns="76200" tIns="76200" rIns="76200" bIns="76200" anchor="ctr">
            <a:noAutofit/>
          </a:bodyPr>
          <a:lstStyle xmlns:a="http://schemas.openxmlformats.org/drawingml/2006/main"/>
          <a:p xmlns:a="http://schemas.openxmlformats.org/drawingml/2006/main">
            <a:pPr algn="ctr">
              <a:lnSpc>
                <a:spcPct val="108000"/>
              </a:lnSpc>
              <a:spcAft>
                <a:spcPts val="500"/>
              </a:spcAft>
              <a:buNone/>
              <a:defRPr sz="1575" b="0">
                <a:solidFill>
                  <a:srgbClr val="1C3C5D"/>
                </a:solidFill>
                <a:latin typeface="微软雅黑"/>
                <a:ea typeface="微软雅黑"/>
                <a:cs typeface="微软雅黑"/>
              </a:defRPr>
            </a:pPr>
            <a:r>
              <a:rPr sz="1575" b="0">
                <a:solidFill>
                  <a:srgbClr val="1C3C5D"/>
                </a:solidFill>
                <a:latin typeface="微软雅黑"/>
                <a:ea typeface="微软雅黑"/>
                <a:cs typeface="微软雅黑"/>
              </a:rPr>
              <a:t>数据输出端口</a:t>
            </a:r>
          </a:p>
          <a:p xmlns:a="http://schemas.openxmlformats.org/drawingml/2006/main">
            <a:pPr algn="ctr">
              <a:lnSpc>
                <a:spcPct val="108000"/>
              </a:lnSpc>
              <a:spcAft>
                <a:spcPts val="500"/>
              </a:spcAft>
              <a:buNone/>
              <a:defRPr sz="1575" b="0">
                <a:solidFill>
                  <a:srgbClr val="1C3C5D"/>
                </a:solidFill>
                <a:latin typeface="微软雅黑"/>
                <a:ea typeface="微软雅黑"/>
                <a:cs typeface="微软雅黑"/>
              </a:defRPr>
            </a:pPr>
            <a:r>
              <a:rPr sz="1575" b="0">
                <a:solidFill>
                  <a:srgbClr val="1C3C5D"/>
                </a:solidFill>
                <a:latin typeface="微软雅黑"/>
                <a:ea typeface="微软雅黑"/>
                <a:cs typeface="微软雅黑"/>
              </a:rPr>
              <a:t>供下游节点使用</a:t>
            </a:r>
          </a:p>
        </p:txBody>
      </p:sp>
      <p:sp>
        <p:nvSpPr>
          <p:cNvPr id="50" name="anchor-196">
            <a:extLst xmlns:a="http://schemas.openxmlformats.org/drawingml/2006/main">
              <a:ext uri="{FF2B5EF4-FFF2-40B4-BE49-F238E27FC236}">
                <a16:creationId xmlns:a16="http://schemas.microsoft.com/office/drawing/2014/main" id="{C9AFE368-ACBA-45A3-8537-1153F8FAF2D0}"/>
              </a:ext>
            </a:extLst>
          </p:cNvPr>
          <p:cNvSpPr>
            <a:spLocks xmlns:a="http://schemas.openxmlformats.org/drawingml/2006/main" noGrp="1"/>
          </p:cNvSpPr>
          <p:nvPr/>
        </p:nvSpPr>
        <p:spPr>
          <a:xfrm xmlns:a="http://schemas.openxmlformats.org/drawingml/2006/main">
            <a:off x="5876925" y="3409950"/>
            <a:ext cx="19050" cy="19050"/>
          </a:xfrm>
          <a:prstGeom xmlns:a="http://schemas.openxmlformats.org/drawingml/2006/main" prst="rect">
            <a:avLst/>
          </a:prstGeom>
          <a:noFill xmlns:a="http://schemas.openxmlformats.org/drawingml/2006/main"/>
          <a:ln xmlns:a="http://schemas.openxmlformats.org/drawingml/2006/main" w="0">
            <a:noFill/>
          </a:ln>
        </p:spPr>
      </p:sp>
      <p:sp>
        <p:nvSpPr>
          <p:cNvPr id="51" name="anchor-197">
            <a:extLst xmlns:a="http://schemas.openxmlformats.org/drawingml/2006/main">
              <a:ext uri="{FF2B5EF4-FFF2-40B4-BE49-F238E27FC236}">
                <a16:creationId xmlns:a16="http://schemas.microsoft.com/office/drawing/2014/main" id="{931FD29C-41FB-4A08-A1C0-E8B166650F55}"/>
              </a:ext>
            </a:extLst>
          </p:cNvPr>
          <p:cNvSpPr>
            <a:spLocks xmlns:a="http://schemas.openxmlformats.org/drawingml/2006/main" noGrp="1"/>
          </p:cNvSpPr>
          <p:nvPr/>
        </p:nvSpPr>
        <p:spPr>
          <a:xfrm xmlns:a="http://schemas.openxmlformats.org/drawingml/2006/main">
            <a:off x="6038850" y="3409950"/>
            <a:ext cx="19050" cy="19050"/>
          </a:xfrm>
          <a:prstGeom xmlns:a="http://schemas.openxmlformats.org/drawingml/2006/main" prst="rect">
            <a:avLst/>
          </a:prstGeom>
          <a:noFill xmlns:a="http://schemas.openxmlformats.org/drawingml/2006/main"/>
          <a:ln xmlns:a="http://schemas.openxmlformats.org/drawingml/2006/main" w="0">
            <a:noFill/>
          </a:ln>
        </p:spPr>
      </p:sp>
      <p:sp>
        <p:nvSpPr>
          <p:cNvPr id="52" name="anchor-198">
            <a:extLst xmlns:a="http://schemas.openxmlformats.org/drawingml/2006/main">
              <a:ext uri="{FF2B5EF4-FFF2-40B4-BE49-F238E27FC236}">
                <a16:creationId xmlns:a16="http://schemas.microsoft.com/office/drawing/2014/main" id="{F3A1DCEE-529A-42CC-B909-68BCFC1E8FBA}"/>
              </a:ext>
            </a:extLst>
          </p:cNvPr>
          <p:cNvSpPr>
            <a:spLocks xmlns:a="http://schemas.openxmlformats.org/drawingml/2006/main" noGrp="1"/>
          </p:cNvSpPr>
          <p:nvPr/>
        </p:nvSpPr>
        <p:spPr>
          <a:xfrm xmlns:a="http://schemas.openxmlformats.org/drawingml/2006/main">
            <a:off x="6038850" y="2524125"/>
            <a:ext cx="19050" cy="19050"/>
          </a:xfrm>
          <a:prstGeom xmlns:a="http://schemas.openxmlformats.org/drawingml/2006/main" prst="rect">
            <a:avLst/>
          </a:prstGeom>
          <a:noFill xmlns:a="http://schemas.openxmlformats.org/drawingml/2006/main"/>
          <a:ln xmlns:a="http://schemas.openxmlformats.org/drawingml/2006/main" w="0">
            <a:noFill/>
          </a:ln>
        </p:spPr>
      </p:sp>
      <p:sp>
        <p:nvSpPr>
          <p:cNvPr id="53" name="anchor-199">
            <a:extLst xmlns:a="http://schemas.openxmlformats.org/drawingml/2006/main">
              <a:ext uri="{FF2B5EF4-FFF2-40B4-BE49-F238E27FC236}">
                <a16:creationId xmlns:a16="http://schemas.microsoft.com/office/drawing/2014/main" id="{CB8B15D7-D22F-425F-9982-FB44C4557DAC}"/>
              </a:ext>
            </a:extLst>
          </p:cNvPr>
          <p:cNvSpPr>
            <a:spLocks xmlns:a="http://schemas.openxmlformats.org/drawingml/2006/main" noGrp="1"/>
          </p:cNvSpPr>
          <p:nvPr/>
        </p:nvSpPr>
        <p:spPr>
          <a:xfrm xmlns:a="http://schemas.openxmlformats.org/drawingml/2006/main">
            <a:off x="9705975" y="2524125"/>
            <a:ext cx="19050" cy="19050"/>
          </a:xfrm>
          <a:prstGeom xmlns:a="http://schemas.openxmlformats.org/drawingml/2006/main" prst="rect">
            <a:avLst/>
          </a:prstGeom>
          <a:noFill xmlns:a="http://schemas.openxmlformats.org/drawingml/2006/main"/>
          <a:ln xmlns:a="http://schemas.openxmlformats.org/drawingml/2006/main" w="0">
            <a:noFill/>
          </a:ln>
        </p:spPr>
      </p:sp>
      <p:sp>
        <p:nvSpPr>
          <p:cNvPr id="54" name="anchor-200">
            <a:extLst xmlns:a="http://schemas.openxmlformats.org/drawingml/2006/main">
              <a:ext uri="{FF2B5EF4-FFF2-40B4-BE49-F238E27FC236}">
                <a16:creationId xmlns:a16="http://schemas.microsoft.com/office/drawing/2014/main" id="{6A5699B4-6F0D-4041-8E22-AEF7A5389BB0}"/>
              </a:ext>
            </a:extLst>
          </p:cNvPr>
          <p:cNvSpPr>
            <a:spLocks xmlns:a="http://schemas.openxmlformats.org/drawingml/2006/main" noGrp="1"/>
          </p:cNvSpPr>
          <p:nvPr/>
        </p:nvSpPr>
        <p:spPr>
          <a:xfrm xmlns:a="http://schemas.openxmlformats.org/drawingml/2006/main">
            <a:off x="9705975" y="2943225"/>
            <a:ext cx="19050" cy="19050"/>
          </a:xfrm>
          <a:prstGeom xmlns:a="http://schemas.openxmlformats.org/drawingml/2006/main" prst="rect">
            <a:avLst/>
          </a:prstGeom>
          <a:noFill xmlns:a="http://schemas.openxmlformats.org/drawingml/2006/main"/>
          <a:ln xmlns:a="http://schemas.openxmlformats.org/drawingml/2006/main" w="0">
            <a:noFill/>
          </a:ln>
        </p:spPr>
      </p:sp>
      <p:sp>
        <p:nvSpPr>
          <p:cNvPr id="55" name="anchor-201">
            <a:extLst xmlns:a="http://schemas.openxmlformats.org/drawingml/2006/main">
              <a:ext uri="{FF2B5EF4-FFF2-40B4-BE49-F238E27FC236}">
                <a16:creationId xmlns:a16="http://schemas.microsoft.com/office/drawing/2014/main" id="{B9C4CDE1-C99C-4951-8B4E-6E69FDAB24FF}"/>
              </a:ext>
            </a:extLst>
          </p:cNvPr>
          <p:cNvSpPr>
            <a:spLocks xmlns:a="http://schemas.openxmlformats.org/drawingml/2006/main" noGrp="1"/>
          </p:cNvSpPr>
          <p:nvPr/>
        </p:nvSpPr>
        <p:spPr>
          <a:xfrm xmlns:a="http://schemas.openxmlformats.org/drawingml/2006/main">
            <a:off x="9934575" y="294322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111" name=""/>
          <p:cNvCxnSpPr>
            <a:stCxn xmlns:a="http://schemas.openxmlformats.org/drawingml/2006/main" id="50" idx="3"/>
            <a:endCxn xmlns:a="http://schemas.openxmlformats.org/drawingml/2006/main" id="51" idx="1"/>
          </p:cNvCxnSpPr>
          <p:nvPr/>
        </p:nvCxnSpPr>
        <p:spPr>
          <a:xfrm xmlns:a="http://schemas.openxmlformats.org/drawingml/2006/main">
            <a:off x="5895975" y="3419475"/>
            <a:ext cx="142875" cy="0"/>
          </a:xfrm>
          <a:prstGeom xmlns:a="http://schemas.openxmlformats.org/drawingml/2006/main" prst="straightConnector1">
            <a:avLst/>
          </a:prstGeom>
          <a:ln xmlns:a="http://schemas.openxmlformats.org/drawingml/2006/main" w="19050">
            <a:solidFill>
              <a:srgbClr val="178477"/>
            </a:solidFill>
            <a:prstDash val="dash"/>
            <a:tailEnd type="none" w="med" len="med"/>
          </a:ln>
        </p:spPr>
      </p:cxnSp>
      <p:cxnSp>
        <p:nvCxnSpPr>
          <p:cNvPr id="112" name=""/>
          <p:cNvCxnSpPr>
            <a:stCxn xmlns:a="http://schemas.openxmlformats.org/drawingml/2006/main" id="51" idx="0"/>
            <a:endCxn xmlns:a="http://schemas.openxmlformats.org/drawingml/2006/main" id="52" idx="2"/>
          </p:cNvCxnSpPr>
          <p:nvPr/>
        </p:nvCxnSpPr>
        <p:spPr>
          <a:xfrm xmlns:a="http://schemas.openxmlformats.org/drawingml/2006/main" flipV="1">
            <a:off x="6048375" y="2543175"/>
            <a:ext cx="0" cy="866775"/>
          </a:xfrm>
          <a:prstGeom xmlns:a="http://schemas.openxmlformats.org/drawingml/2006/main" prst="straightConnector1">
            <a:avLst/>
          </a:prstGeom>
          <a:ln xmlns:a="http://schemas.openxmlformats.org/drawingml/2006/main" w="19050">
            <a:solidFill>
              <a:srgbClr val="178477"/>
            </a:solidFill>
            <a:prstDash val="dash"/>
            <a:tailEnd type="none" w="med" len="med"/>
          </a:ln>
        </p:spPr>
      </p:cxnSp>
      <p:cxnSp>
        <p:nvCxnSpPr>
          <p:cNvPr id="113" name=""/>
          <p:cNvCxnSpPr>
            <a:stCxn xmlns:a="http://schemas.openxmlformats.org/drawingml/2006/main" id="52" idx="3"/>
            <a:endCxn xmlns:a="http://schemas.openxmlformats.org/drawingml/2006/main" id="53" idx="1"/>
          </p:cNvCxnSpPr>
          <p:nvPr/>
        </p:nvCxnSpPr>
        <p:spPr>
          <a:xfrm xmlns:a="http://schemas.openxmlformats.org/drawingml/2006/main">
            <a:off x="6057900" y="2533650"/>
            <a:ext cx="3648075" cy="0"/>
          </a:xfrm>
          <a:prstGeom xmlns:a="http://schemas.openxmlformats.org/drawingml/2006/main" prst="straightConnector1">
            <a:avLst/>
          </a:prstGeom>
          <a:ln xmlns:a="http://schemas.openxmlformats.org/drawingml/2006/main" w="19050">
            <a:solidFill>
              <a:srgbClr val="178477"/>
            </a:solidFill>
            <a:prstDash val="dash"/>
            <a:tailEnd type="none" w="med" len="med"/>
          </a:ln>
        </p:spPr>
      </p:cxnSp>
      <p:cxnSp>
        <p:nvCxnSpPr>
          <p:cNvPr id="114" name=""/>
          <p:cNvCxnSpPr>
            <a:stCxn xmlns:a="http://schemas.openxmlformats.org/drawingml/2006/main" id="53" idx="2"/>
            <a:endCxn xmlns:a="http://schemas.openxmlformats.org/drawingml/2006/main" id="54" idx="0"/>
          </p:cNvCxnSpPr>
          <p:nvPr/>
        </p:nvCxnSpPr>
        <p:spPr>
          <a:xfrm xmlns:a="http://schemas.openxmlformats.org/drawingml/2006/main">
            <a:off x="9715500" y="2543175"/>
            <a:ext cx="0" cy="400050"/>
          </a:xfrm>
          <a:prstGeom xmlns:a="http://schemas.openxmlformats.org/drawingml/2006/main" prst="straightConnector1">
            <a:avLst/>
          </a:prstGeom>
          <a:ln xmlns:a="http://schemas.openxmlformats.org/drawingml/2006/main" w="19050">
            <a:solidFill>
              <a:srgbClr val="178477"/>
            </a:solidFill>
            <a:prstDash val="dash"/>
            <a:tailEnd type="none" w="med" len="med"/>
          </a:ln>
        </p:spPr>
      </p:cxnSp>
      <p:cxnSp>
        <p:nvCxnSpPr>
          <p:cNvPr id="115" name=""/>
          <p:cNvCxnSpPr>
            <a:stCxn xmlns:a="http://schemas.openxmlformats.org/drawingml/2006/main" id="54" idx="3"/>
            <a:endCxn xmlns:a="http://schemas.openxmlformats.org/drawingml/2006/main" id="55" idx="1"/>
          </p:cNvCxnSpPr>
          <p:nvPr/>
        </p:nvCxnSpPr>
        <p:spPr>
          <a:xfrm xmlns:a="http://schemas.openxmlformats.org/drawingml/2006/main">
            <a:off x="9725025" y="2952750"/>
            <a:ext cx="209550" cy="0"/>
          </a:xfrm>
          <a:prstGeom xmlns:a="http://schemas.openxmlformats.org/drawingml/2006/main" prst="straightConnector1">
            <a:avLst/>
          </a:prstGeom>
          <a:ln xmlns:a="http://schemas.openxmlformats.org/drawingml/2006/main" w="19050">
            <a:solidFill>
              <a:srgbClr val="178477"/>
            </a:solidFill>
            <a:prstDash val="dash"/>
            <a:tailEnd type="triangle" w="med" len="med"/>
          </a:ln>
        </p:spPr>
      </p:cxnSp>
      <p:sp>
        <p:nvSpPr>
          <p:cNvPr id="61" name="diagram-202">
            <a:extLst xmlns:a="http://schemas.openxmlformats.org/drawingml/2006/main">
              <a:ext uri="{FF2B5EF4-FFF2-40B4-BE49-F238E27FC236}">
                <a16:creationId xmlns:a16="http://schemas.microsoft.com/office/drawing/2014/main" id="{0F72282F-C92E-482B-878D-B78795BE65D3}"/>
              </a:ext>
            </a:extLst>
          </p:cNvPr>
          <p:cNvSpPr>
            <a:spLocks xmlns:a="http://schemas.openxmlformats.org/drawingml/2006/main" noGrp="1"/>
          </p:cNvSpPr>
          <p:nvPr/>
        </p:nvSpPr>
        <p:spPr>
          <a:xfrm xmlns:a="http://schemas.openxmlformats.org/drawingml/2006/main">
            <a:off x="9944100" y="4333875"/>
            <a:ext cx="1600200" cy="723900"/>
          </a:xfrm>
          <a:prstGeom xmlns:a="http://schemas.openxmlformats.org/drawingml/2006/main" prst="roundRect">
            <a:avLst>
              <a:gd name="adj" fmla="val 10526"/>
            </a:avLst>
          </a:prstGeom>
          <a:solidFill xmlns:a="http://schemas.openxmlformats.org/drawingml/2006/main">
            <a:srgbClr val="EAF2F8"/>
          </a:solidFill>
          <a:ln xmlns:a="http://schemas.openxmlformats.org/drawingml/2006/main" w="13335">
            <a:solidFill>
              <a:srgbClr val="9BB7CC"/>
            </a:solidFill>
          </a:ln>
        </p:spPr>
        <p:txBody>
          <a:bodyPr xmlns:a="http://schemas.openxmlformats.org/drawingml/2006/main" wrap="square" lIns="76200" tIns="76200" rIns="76200" bIns="76200" anchor="ctr">
            <a:noAutofit/>
          </a:bodyPr>
          <a:lstStyle xmlns:a="http://schemas.openxmlformats.org/drawingml/2006/main"/>
          <a:p xmlns:a="http://schemas.openxmlformats.org/drawingml/2006/main">
            <a:pPr algn="ctr">
              <a:lnSpc>
                <a:spcPct val="108000"/>
              </a:lnSpc>
              <a:spcAft>
                <a:spcPts val="500"/>
              </a:spcAft>
              <a:buNone/>
              <a:defRPr sz="1575" b="0">
                <a:solidFill>
                  <a:srgbClr val="1C3C5D"/>
                </a:solidFill>
                <a:latin typeface="微软雅黑"/>
                <a:ea typeface="微软雅黑"/>
                <a:cs typeface="微软雅黑"/>
              </a:defRPr>
            </a:pPr>
            <a:r>
              <a:rPr sz="1575" b="0">
                <a:solidFill>
                  <a:srgbClr val="1C3C5D"/>
                </a:solidFill>
                <a:latin typeface="微软雅黑"/>
                <a:ea typeface="微软雅黑"/>
                <a:cs typeface="微软雅黑"/>
              </a:rPr>
              <a:t>控制输出接口</a:t>
            </a:r>
          </a:p>
          <a:p xmlns:a="http://schemas.openxmlformats.org/drawingml/2006/main">
            <a:pPr algn="ctr">
              <a:lnSpc>
                <a:spcPct val="108000"/>
              </a:lnSpc>
              <a:spcAft>
                <a:spcPts val="500"/>
              </a:spcAft>
              <a:buNone/>
              <a:defRPr sz="1575" b="0">
                <a:solidFill>
                  <a:srgbClr val="1C3C5D"/>
                </a:solidFill>
                <a:latin typeface="微软雅黑"/>
                <a:ea typeface="微软雅黑"/>
                <a:cs typeface="微软雅黑"/>
              </a:defRPr>
            </a:pPr>
            <a:r>
              <a:rPr sz="1575" b="0">
                <a:solidFill>
                  <a:srgbClr val="1C3C5D"/>
                </a:solidFill>
                <a:latin typeface="微软雅黑"/>
                <a:ea typeface="微软雅黑"/>
                <a:cs typeface="微软雅黑"/>
              </a:rPr>
              <a:t>节点或设备模型</a:t>
            </a:r>
          </a:p>
        </p:txBody>
      </p:sp>
      <p:sp>
        <p:nvSpPr>
          <p:cNvPr id="62" name="anchor-203">
            <a:extLst xmlns:a="http://schemas.openxmlformats.org/drawingml/2006/main">
              <a:ext uri="{FF2B5EF4-FFF2-40B4-BE49-F238E27FC236}">
                <a16:creationId xmlns:a16="http://schemas.microsoft.com/office/drawing/2014/main" id="{B5CE641E-3C92-491C-919E-1EA7884CF10C}"/>
              </a:ext>
            </a:extLst>
          </p:cNvPr>
          <p:cNvSpPr>
            <a:spLocks xmlns:a="http://schemas.openxmlformats.org/drawingml/2006/main" noGrp="1"/>
          </p:cNvSpPr>
          <p:nvPr/>
        </p:nvSpPr>
        <p:spPr>
          <a:xfrm xmlns:a="http://schemas.openxmlformats.org/drawingml/2006/main">
            <a:off x="9191625" y="4686300"/>
            <a:ext cx="19050" cy="19050"/>
          </a:xfrm>
          <a:prstGeom xmlns:a="http://schemas.openxmlformats.org/drawingml/2006/main" prst="rect">
            <a:avLst/>
          </a:prstGeom>
          <a:noFill xmlns:a="http://schemas.openxmlformats.org/drawingml/2006/main"/>
          <a:ln xmlns:a="http://schemas.openxmlformats.org/drawingml/2006/main" w="0">
            <a:noFill/>
          </a:ln>
        </p:spPr>
      </p:sp>
      <p:sp>
        <p:nvSpPr>
          <p:cNvPr id="63" name="anchor-204">
            <a:extLst xmlns:a="http://schemas.openxmlformats.org/drawingml/2006/main">
              <a:ext uri="{FF2B5EF4-FFF2-40B4-BE49-F238E27FC236}">
                <a16:creationId xmlns:a16="http://schemas.microsoft.com/office/drawing/2014/main" id="{0401C299-CE22-4205-A40B-3C95A6C7625A}"/>
              </a:ext>
            </a:extLst>
          </p:cNvPr>
          <p:cNvSpPr>
            <a:spLocks xmlns:a="http://schemas.openxmlformats.org/drawingml/2006/main" noGrp="1"/>
          </p:cNvSpPr>
          <p:nvPr/>
        </p:nvSpPr>
        <p:spPr>
          <a:xfrm xmlns:a="http://schemas.openxmlformats.org/drawingml/2006/main">
            <a:off x="9934575" y="4686300"/>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119" name=""/>
          <p:cNvCxnSpPr>
            <a:stCxn xmlns:a="http://schemas.openxmlformats.org/drawingml/2006/main" id="62" idx="3"/>
            <a:endCxn xmlns:a="http://schemas.openxmlformats.org/drawingml/2006/main" id="63" idx="1"/>
          </p:cNvCxnSpPr>
          <p:nvPr/>
        </p:nvCxnSpPr>
        <p:spPr>
          <a:xfrm xmlns:a="http://schemas.openxmlformats.org/drawingml/2006/main">
            <a:off x="9210675" y="4695825"/>
            <a:ext cx="723900" cy="0"/>
          </a:xfrm>
          <a:prstGeom xmlns:a="http://schemas.openxmlformats.org/drawingml/2006/main" prst="straightConnector1">
            <a:avLst/>
          </a:prstGeom>
          <a:ln xmlns:a="http://schemas.openxmlformats.org/drawingml/2006/main" w="19050">
            <a:solidFill>
              <a:srgbClr val="2774AC"/>
            </a:solidFill>
            <a:prstDash val="solid"/>
            <a:tailEnd type="triangle" w="med" len="med"/>
          </a:ln>
        </p:spPr>
      </p:cxnSp>
      <p:sp>
        <p:nvSpPr>
          <p:cNvPr id="65" name="anchor-205">
            <a:extLst xmlns:a="http://schemas.openxmlformats.org/drawingml/2006/main">
              <a:ext uri="{FF2B5EF4-FFF2-40B4-BE49-F238E27FC236}">
                <a16:creationId xmlns:a16="http://schemas.microsoft.com/office/drawing/2014/main" id="{59814010-C8E3-4CC6-9C8F-21DB886EF368}"/>
              </a:ext>
            </a:extLst>
          </p:cNvPr>
          <p:cNvSpPr>
            <a:spLocks xmlns:a="http://schemas.openxmlformats.org/drawingml/2006/main" noGrp="1"/>
          </p:cNvSpPr>
          <p:nvPr/>
        </p:nvSpPr>
        <p:spPr>
          <a:xfrm xmlns:a="http://schemas.openxmlformats.org/drawingml/2006/main">
            <a:off x="542925" y="6010275"/>
            <a:ext cx="19050" cy="19050"/>
          </a:xfrm>
          <a:prstGeom xmlns:a="http://schemas.openxmlformats.org/drawingml/2006/main" prst="rect">
            <a:avLst/>
          </a:prstGeom>
          <a:noFill xmlns:a="http://schemas.openxmlformats.org/drawingml/2006/main"/>
          <a:ln xmlns:a="http://schemas.openxmlformats.org/drawingml/2006/main" w="0">
            <a:noFill/>
          </a:ln>
        </p:spPr>
      </p:sp>
      <p:sp>
        <p:nvSpPr>
          <p:cNvPr id="66" name="anchor-206">
            <a:extLst xmlns:a="http://schemas.openxmlformats.org/drawingml/2006/main">
              <a:ext uri="{FF2B5EF4-FFF2-40B4-BE49-F238E27FC236}">
                <a16:creationId xmlns:a16="http://schemas.microsoft.com/office/drawing/2014/main" id="{77EA59AF-9FF3-44F7-B42E-8A8F34C2F520}"/>
              </a:ext>
            </a:extLst>
          </p:cNvPr>
          <p:cNvSpPr>
            <a:spLocks xmlns:a="http://schemas.openxmlformats.org/drawingml/2006/main" noGrp="1"/>
          </p:cNvSpPr>
          <p:nvPr/>
        </p:nvSpPr>
        <p:spPr>
          <a:xfrm xmlns:a="http://schemas.openxmlformats.org/drawingml/2006/main">
            <a:off x="11630025" y="601027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122" name=""/>
          <p:cNvCxnSpPr>
            <a:stCxn xmlns:a="http://schemas.openxmlformats.org/drawingml/2006/main" id="65" idx="3"/>
            <a:endCxn xmlns:a="http://schemas.openxmlformats.org/drawingml/2006/main" id="66" idx="1"/>
          </p:cNvCxnSpPr>
          <p:nvPr/>
        </p:nvCxnSpPr>
        <p:spPr>
          <a:xfrm xmlns:a="http://schemas.openxmlformats.org/drawingml/2006/main">
            <a:off x="561975" y="6019800"/>
            <a:ext cx="11068050" cy="0"/>
          </a:xfrm>
          <a:prstGeom xmlns:a="http://schemas.openxmlformats.org/drawingml/2006/main" prst="straightConnector1">
            <a:avLst/>
          </a:prstGeom>
          <a:ln xmlns:a="http://schemas.openxmlformats.org/drawingml/2006/main" w="9525">
            <a:solidFill>
              <a:srgbClr val="9BB7CC"/>
            </a:solidFill>
            <a:prstDash val="solid"/>
            <a:tailEnd type="none" w="med" len="med"/>
          </a:ln>
        </p:spPr>
      </p:cxnSp>
      <p:sp>
        <p:nvSpPr>
          <p:cNvPr id="68" name="text-207">
            <a:extLst xmlns:a="http://schemas.openxmlformats.org/drawingml/2006/main">
              <a:ext uri="{FF2B5EF4-FFF2-40B4-BE49-F238E27FC236}">
                <a16:creationId xmlns:a16="http://schemas.microsoft.com/office/drawing/2014/main" id="{B760155C-679B-4B73-AEDF-7FFB3747B515}"/>
              </a:ext>
            </a:extLst>
          </p:cNvPr>
          <p:cNvSpPr>
            <a:spLocks xmlns:a="http://schemas.openxmlformats.org/drawingml/2006/main" noGrp="1"/>
          </p:cNvSpPr>
          <p:nvPr/>
        </p:nvSpPr>
        <p:spPr>
          <a:xfrm xmlns:a="http://schemas.openxmlformats.org/drawingml/2006/main">
            <a:off x="552450" y="61150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1725" b="1">
                <a:solidFill>
                  <a:srgbClr val="1C3C5D"/>
                </a:solidFill>
                <a:latin typeface="微软雅黑"/>
                <a:ea typeface="微软雅黑"/>
                <a:cs typeface="微软雅黑"/>
              </a:defRPr>
            </a:pPr>
            <a:r>
              <a:rPr sz="1725" b="1">
                <a:solidFill>
                  <a:srgbClr val="1C3C5D"/>
                </a:solidFill>
                <a:latin typeface="微软雅黑"/>
                <a:ea typeface="微软雅黑"/>
                <a:cs typeface="微软雅黑"/>
              </a:rPr>
              <a:t>变量有归属，接口有定义，生命周期有规则，节点行为有模型依据。</a:t>
            </a:r>
          </a:p>
        </p:txBody>
      </p:sp>
    </p:spTree>
    <p:extLst>
      <p:ext uri="{BB962C8B-B14F-4D97-AF65-F5344CB8AC3E}">
        <p14:creationId xmlns:p14="http://schemas.microsoft.com/office/powerpoint/2010/main" val="1816701174"/>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A94A7FCF-90AA-4A43-A59B-460F6397903B}"/>
              </a:ext>
            </a:extLst>
          </p:cNvPr>
          <p:cNvSpPr>
            <a:spLocks xmlns:a="http://schemas.openxmlformats.org/drawingml/2006/main" noGrp="1"/>
          </p:cNvSpPr>
          <p:nvPr/>
        </p:nvSpPr>
        <p:spPr>
          <a:xfrm xmlns:a="http://schemas.openxmlformats.org/drawingml/2006/main">
            <a:off x="0" y="0"/>
            <a:ext cx="12191695" cy="914400"/>
          </a:xfrm>
          <a:prstGeom xmlns:a="http://schemas.openxmlformats.org/drawingml/2006/main" prst="rect">
            <a:avLst/>
          </a:prstGeom>
          <a:solidFill xmlns:a="http://schemas.openxmlformats.org/drawingml/2006/main">
            <a:srgbClr val="1A3A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E6B6F955-271D-494A-9C8C-34DC837C5B7D}"/>
              </a:ext>
            </a:extLst>
          </p:cNvPr>
          <p:cNvSpPr>
            <a:spLocks xmlns:a="http://schemas.openxmlformats.org/drawingml/2006/main" noGrp="1"/>
          </p:cNvSpPr>
          <p:nvPr/>
        </p:nvSpPr>
        <p:spPr>
          <a:xfrm xmlns:a="http://schemas.openxmlformats.org/drawingml/2006/main">
            <a:off x="552450" y="238125"/>
            <a:ext cx="11087100" cy="571500"/>
          </a:xfrm>
          <a:prstGeom xmlns:a="http://schemas.openxmlformats.org/drawingml/2006/main" prst="rect">
            <a:avLst/>
          </a:prstGeom>
          <a:noFill xmlns:a="http://schemas.openxmlformats.org/drawingml/2006/main"/>
        </p:spPr>
        <p:txBody>
          <a:bodyPr xmlns:a="http://schemas.openxmlformats.org/drawingml/2006/main" wrap="none" lIns="0" tIns="0" rIns="0" bIns="0">
            <a:noAutofit/>
          </a:bodyPr>
          <a:lstStyle xmlns:a="http://schemas.openxmlformats.org/drawingml/2006/main"/>
          <a:p xmlns:a="http://schemas.openxmlformats.org/drawingml/2006/main">
            <a:pPr algn="l">
              <a:buNone/>
              <a:defRPr sz="2850" b="1">
                <a:solidFill>
                  <a:srgbClr val="FFFFFF"/>
                </a:solidFill>
                <a:latin typeface="微软雅黑"/>
                <a:ea typeface="微软雅黑"/>
                <a:cs typeface="微软雅黑"/>
              </a:defRPr>
            </a:pPr>
            <a:r>
              <a:rPr sz="2850" b="1">
                <a:solidFill>
                  <a:srgbClr val="FFFFFF"/>
                </a:solidFill>
                <a:latin typeface="微软雅黑"/>
                <a:ea typeface="微软雅黑"/>
                <a:cs typeface="微软雅黑"/>
              </a:rPr>
              <a:t>8  触发器：条件与动作定义执行逻辑</a:t>
            </a:r>
            <a:endParaRPr sz="2600" b="1">
              <a:solidFill>
                <a:srgbClr val="FFFFFF"/>
              </a:solidFill>
              <a:latin typeface="微软雅黑"/>
              <a:ea typeface="微软雅黑"/>
              <a:cs typeface="微软雅黑"/>
            </a:endParaRPr>
          </a:p>
        </p:txBody>
      </p:sp>
      <p:sp>
        <p:nvSpPr>
          <p:cNvPr id="6" name="TextBox 5">
            <a:extLst xmlns:a="http://schemas.openxmlformats.org/drawingml/2006/main">
              <a:ext uri="{FF2B5EF4-FFF2-40B4-BE49-F238E27FC236}">
                <a16:creationId xmlns:a16="http://schemas.microsoft.com/office/drawing/2014/main" id="{872C22E5-345A-4C5B-84E1-6CE6E2511128}"/>
              </a:ext>
            </a:extLst>
          </p:cNvPr>
          <p:cNvSpPr>
            <a:spLocks xmlns:a="http://schemas.openxmlformats.org/drawingml/2006/main" noGrp="1"/>
          </p:cNvSpPr>
          <p:nvPr/>
        </p:nvSpPr>
        <p:spPr>
          <a:xfrm xmlns:a="http://schemas.openxmlformats.org/drawingml/2006/main">
            <a:off x="457200" y="6446520"/>
            <a:ext cx="91440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0">
                <a:solidFill>
                  <a:srgbClr val="555555"/>
                </a:solidFill>
                <a:latin typeface="微软雅黑"/>
                <a:ea typeface="微软雅黑"/>
                <a:cs typeface="微软雅黑"/>
              </a:rPr>
              <a:t>EUROSIM 2026  ·  面向智慧化学实验室的任务导向可执行建模框架</a:t>
            </a:r>
            <a:endParaRPr sz="1100" b="0">
              <a:solidFill>
                <a:srgbClr val="555555"/>
              </a:solidFill>
              <a:latin typeface="微软雅黑"/>
              <a:ea typeface="微软雅黑"/>
              <a:cs typeface="微软雅黑"/>
            </a:endParaRPr>
          </a:p>
        </p:txBody>
      </p:sp>
      <p:sp>
        <p:nvSpPr>
          <p:cNvPr id="7" name="TextBox 6">
            <a:extLst xmlns:a="http://schemas.openxmlformats.org/drawingml/2006/main">
              <a:ext uri="{FF2B5EF4-FFF2-40B4-BE49-F238E27FC236}">
                <a16:creationId xmlns:a16="http://schemas.microsoft.com/office/drawing/2014/main" id="{7034F3B0-DC9C-4B8B-AD4A-E5E1AADFE248}"/>
              </a:ext>
            </a:extLst>
          </p:cNvPr>
          <p:cNvSpPr>
            <a:spLocks xmlns:a="http://schemas.openxmlformats.org/drawingml/2006/main" noGrp="1"/>
          </p:cNvSpPr>
          <p:nvPr/>
        </p:nvSpPr>
        <p:spPr>
          <a:xfrm xmlns:a="http://schemas.openxmlformats.org/drawingml/2006/main">
            <a:off x="10515600" y="6446520"/>
            <a:ext cx="13716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pPr>
            <a:r>
              <a:rPr sz="1100" b="0">
                <a:solidFill>
                  <a:srgbClr val="555555"/>
                </a:solidFill>
                <a:latin typeface="微软雅黑"/>
                <a:ea typeface="微软雅黑"/>
                <a:cs typeface="微软雅黑"/>
              </a:rPr>
              <a:t>8/16</a:t>
            </a:r>
            <a:endParaRPr sz="1100" b="0">
              <a:solidFill>
                <a:srgbClr val="555555"/>
              </a:solidFill>
              <a:latin typeface="微软雅黑"/>
              <a:ea typeface="微软雅黑"/>
              <a:cs typeface="微软雅黑"/>
            </a:endParaRPr>
          </a:p>
        </p:txBody>
      </p:sp>
      <p:sp>
        <p:nvSpPr>
          <p:cNvPr id="8" name="text-208">
            <a:extLst xmlns:a="http://schemas.openxmlformats.org/drawingml/2006/main">
              <a:ext uri="{FF2B5EF4-FFF2-40B4-BE49-F238E27FC236}">
                <a16:creationId xmlns:a16="http://schemas.microsoft.com/office/drawing/2014/main" id="{5B3D4149-BED3-48F7-B9F9-4E30B4785E12}"/>
              </a:ext>
            </a:extLst>
          </p:cNvPr>
          <p:cNvSpPr>
            <a:spLocks xmlns:a="http://schemas.openxmlformats.org/drawingml/2006/main" noGrp="1"/>
          </p:cNvSpPr>
          <p:nvPr/>
        </p:nvSpPr>
        <p:spPr>
          <a:xfrm xmlns:a="http://schemas.openxmlformats.org/drawingml/2006/main">
            <a:off x="552450" y="1123950"/>
            <a:ext cx="110871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1875" b="0">
                <a:solidFill>
                  <a:srgbClr val="5B6B78"/>
                </a:solidFill>
                <a:latin typeface="微软雅黑"/>
                <a:ea typeface="微软雅黑"/>
                <a:cs typeface="微软雅黑"/>
              </a:defRPr>
            </a:pPr>
            <a:r>
              <a:rPr sz="1875" b="0">
                <a:solidFill>
                  <a:srgbClr val="5B6B78"/>
                </a:solidFill>
                <a:latin typeface="微软雅黑"/>
                <a:ea typeface="微软雅黑"/>
                <a:cs typeface="微软雅黑"/>
              </a:rPr>
              <a:t>触发器绑定在接口上，以明确的条件判断驱动节点动作</a:t>
            </a:r>
          </a:p>
        </p:txBody>
      </p:sp>
      <p:sp>
        <p:nvSpPr>
          <p:cNvPr id="9" name="diagram-209">
            <a:extLst xmlns:a="http://schemas.openxmlformats.org/drawingml/2006/main">
              <a:ext uri="{FF2B5EF4-FFF2-40B4-BE49-F238E27FC236}">
                <a16:creationId xmlns:a16="http://schemas.microsoft.com/office/drawing/2014/main" id="{6FAB4E7B-50CE-42CA-9E62-D58B76B41C1D}"/>
              </a:ext>
            </a:extLst>
          </p:cNvPr>
          <p:cNvSpPr>
            <a:spLocks xmlns:a="http://schemas.openxmlformats.org/drawingml/2006/main" noGrp="1"/>
          </p:cNvSpPr>
          <p:nvPr/>
        </p:nvSpPr>
        <p:spPr>
          <a:xfrm xmlns:a="http://schemas.openxmlformats.org/drawingml/2006/main">
            <a:off x="628650" y="1990725"/>
            <a:ext cx="2752725" cy="704850"/>
          </a:xfrm>
          <a:prstGeom xmlns:a="http://schemas.openxmlformats.org/drawingml/2006/main" prst="roundRect">
            <a:avLst>
              <a:gd name="adj" fmla="val 10811"/>
            </a:avLst>
          </a:prstGeom>
          <a:solidFill xmlns:a="http://schemas.openxmlformats.org/drawingml/2006/main">
            <a:srgbClr val="E9F5F2"/>
          </a:solidFill>
          <a:ln xmlns:a="http://schemas.openxmlformats.org/drawingml/2006/main" w="13335">
            <a:solidFill>
              <a:srgbClr val="9BB7CC"/>
            </a:solidFill>
          </a:ln>
        </p:spPr>
        <p:txBody>
          <a:bodyPr xmlns:a="http://schemas.openxmlformats.org/drawingml/2006/main" wrap="square" lIns="76200" tIns="76200" rIns="76200" bIns="76200" anchor="ctr">
            <a:noAutofit/>
          </a:bodyPr>
          <a:lstStyle xmlns:a="http://schemas.openxmlformats.org/drawingml/2006/main"/>
          <a:p xmlns:a="http://schemas.openxmlformats.org/drawingml/2006/main">
            <a:pPr algn="ctr">
              <a:lnSpc>
                <a:spcPct val="108000"/>
              </a:lnSpc>
              <a:spcAft>
                <a:spcPts val="350"/>
              </a:spcAft>
              <a:buNone/>
              <a:defRPr sz="1650" b="0">
                <a:solidFill>
                  <a:srgbClr val="1C3C5D"/>
                </a:solidFill>
                <a:latin typeface="微软雅黑"/>
                <a:ea typeface="微软雅黑"/>
                <a:cs typeface="微软雅黑"/>
              </a:defRPr>
            </a:pPr>
            <a:r>
              <a:rPr sz="1650" b="0">
                <a:solidFill>
                  <a:srgbClr val="1C3C5D"/>
                </a:solidFill>
                <a:latin typeface="微软雅黑"/>
                <a:ea typeface="微软雅黑"/>
                <a:cs typeface="微软雅黑"/>
              </a:rPr>
              <a:t>内部变量</a:t>
            </a:r>
          </a:p>
          <a:p xmlns:a="http://schemas.openxmlformats.org/drawingml/2006/main">
            <a:pPr algn="ctr">
              <a:lnSpc>
                <a:spcPct val="108000"/>
              </a:lnSpc>
              <a:spcAft>
                <a:spcPts val="350"/>
              </a:spcAft>
              <a:buNone/>
              <a:defRPr sz="1650" b="0">
                <a:solidFill>
                  <a:srgbClr val="1C3C5D"/>
                </a:solidFill>
                <a:latin typeface="微软雅黑"/>
                <a:ea typeface="微软雅黑"/>
                <a:cs typeface="微软雅黑"/>
              </a:defRPr>
            </a:pPr>
            <a:r>
              <a:rPr sz="1650" b="0">
                <a:solidFill>
                  <a:srgbClr val="1C3C5D"/>
                </a:solidFill>
                <a:latin typeface="微软雅黑"/>
                <a:ea typeface="微软雅黑"/>
                <a:cs typeface="微软雅黑"/>
              </a:rPr>
              <a:t>温度、目标值、业务标志</a:t>
            </a:r>
          </a:p>
        </p:txBody>
      </p:sp>
      <p:sp>
        <p:nvSpPr>
          <p:cNvPr id="10" name="diagram-210">
            <a:extLst xmlns:a="http://schemas.openxmlformats.org/drawingml/2006/main">
              <a:ext uri="{FF2B5EF4-FFF2-40B4-BE49-F238E27FC236}">
                <a16:creationId xmlns:a16="http://schemas.microsoft.com/office/drawing/2014/main" id="{98655829-BCEB-4B92-B464-0C8B4CCE7C15}"/>
              </a:ext>
            </a:extLst>
          </p:cNvPr>
          <p:cNvSpPr>
            <a:spLocks xmlns:a="http://schemas.openxmlformats.org/drawingml/2006/main" noGrp="1"/>
          </p:cNvSpPr>
          <p:nvPr/>
        </p:nvSpPr>
        <p:spPr>
          <a:xfrm xmlns:a="http://schemas.openxmlformats.org/drawingml/2006/main">
            <a:off x="628650" y="2933700"/>
            <a:ext cx="2752725" cy="704850"/>
          </a:xfrm>
          <a:prstGeom xmlns:a="http://schemas.openxmlformats.org/drawingml/2006/main" prst="roundRect">
            <a:avLst>
              <a:gd name="adj" fmla="val 10811"/>
            </a:avLst>
          </a:prstGeom>
          <a:solidFill xmlns:a="http://schemas.openxmlformats.org/drawingml/2006/main">
            <a:srgbClr val="F3F6F8"/>
          </a:solidFill>
          <a:ln xmlns:a="http://schemas.openxmlformats.org/drawingml/2006/main" w="13335">
            <a:solidFill>
              <a:srgbClr val="9BB7CC"/>
            </a:solidFill>
          </a:ln>
        </p:spPr>
        <p:txBody>
          <a:bodyPr xmlns:a="http://schemas.openxmlformats.org/drawingml/2006/main" wrap="square" lIns="76200" tIns="76200" rIns="76200" bIns="76200" anchor="ctr">
            <a:noAutofit/>
          </a:bodyPr>
          <a:lstStyle xmlns:a="http://schemas.openxmlformats.org/drawingml/2006/main"/>
          <a:p xmlns:a="http://schemas.openxmlformats.org/drawingml/2006/main">
            <a:pPr algn="ctr">
              <a:lnSpc>
                <a:spcPct val="108000"/>
              </a:lnSpc>
              <a:spcAft>
                <a:spcPts val="350"/>
              </a:spcAft>
              <a:buNone/>
              <a:defRPr sz="1650" b="0">
                <a:solidFill>
                  <a:srgbClr val="1C3C5D"/>
                </a:solidFill>
                <a:latin typeface="微软雅黑"/>
                <a:ea typeface="微软雅黑"/>
                <a:cs typeface="微软雅黑"/>
              </a:defRPr>
            </a:pPr>
            <a:r>
              <a:rPr sz="1650" b="0">
                <a:solidFill>
                  <a:srgbClr val="1C3C5D"/>
                </a:solidFill>
                <a:latin typeface="微软雅黑"/>
                <a:ea typeface="微软雅黑"/>
                <a:cs typeface="微软雅黑"/>
              </a:rPr>
              <a:t>接口接收值</a:t>
            </a:r>
          </a:p>
          <a:p xmlns:a="http://schemas.openxmlformats.org/drawingml/2006/main">
            <a:pPr algn="ctr">
              <a:lnSpc>
                <a:spcPct val="108000"/>
              </a:lnSpc>
              <a:spcAft>
                <a:spcPts val="350"/>
              </a:spcAft>
              <a:buNone/>
              <a:defRPr sz="1650" b="0">
                <a:solidFill>
                  <a:srgbClr val="1C3C5D"/>
                </a:solidFill>
                <a:latin typeface="微软雅黑"/>
                <a:ea typeface="微软雅黑"/>
                <a:cs typeface="微软雅黑"/>
              </a:defRPr>
            </a:pPr>
            <a:r>
              <a:rPr sz="1650" b="0">
                <a:solidFill>
                  <a:srgbClr val="1C3C5D"/>
                </a:solidFill>
                <a:latin typeface="微软雅黑"/>
                <a:ea typeface="微软雅黑"/>
                <a:cs typeface="微软雅黑"/>
              </a:rPr>
              <a:t>信号名称与载荷</a:t>
            </a:r>
          </a:p>
        </p:txBody>
      </p:sp>
      <p:sp>
        <p:nvSpPr>
          <p:cNvPr id="11" name="diagram-211">
            <a:extLst xmlns:a="http://schemas.openxmlformats.org/drawingml/2006/main">
              <a:ext uri="{FF2B5EF4-FFF2-40B4-BE49-F238E27FC236}">
                <a16:creationId xmlns:a16="http://schemas.microsoft.com/office/drawing/2014/main" id="{E57AB102-22D0-4F25-92C6-10385CD0BE52}"/>
              </a:ext>
            </a:extLst>
          </p:cNvPr>
          <p:cNvSpPr>
            <a:spLocks xmlns:a="http://schemas.openxmlformats.org/drawingml/2006/main" noGrp="1"/>
          </p:cNvSpPr>
          <p:nvPr/>
        </p:nvSpPr>
        <p:spPr>
          <a:xfrm xmlns:a="http://schemas.openxmlformats.org/drawingml/2006/main">
            <a:off x="628650" y="3876675"/>
            <a:ext cx="2752725" cy="704850"/>
          </a:xfrm>
          <a:prstGeom xmlns:a="http://schemas.openxmlformats.org/drawingml/2006/main" prst="roundRect">
            <a:avLst>
              <a:gd name="adj" fmla="val 10811"/>
            </a:avLst>
          </a:prstGeom>
          <a:solidFill xmlns:a="http://schemas.openxmlformats.org/drawingml/2006/main">
            <a:srgbClr val="F3F6F8"/>
          </a:solidFill>
          <a:ln xmlns:a="http://schemas.openxmlformats.org/drawingml/2006/main" w="13335">
            <a:solidFill>
              <a:srgbClr val="9BB7CC"/>
            </a:solidFill>
          </a:ln>
        </p:spPr>
        <p:txBody>
          <a:bodyPr xmlns:a="http://schemas.openxmlformats.org/drawingml/2006/main" wrap="square" lIns="76200" tIns="76200" rIns="76200" bIns="76200" anchor="ctr">
            <a:noAutofit/>
          </a:bodyPr>
          <a:lstStyle xmlns:a="http://schemas.openxmlformats.org/drawingml/2006/main"/>
          <a:p xmlns:a="http://schemas.openxmlformats.org/drawingml/2006/main">
            <a:pPr algn="ctr">
              <a:lnSpc>
                <a:spcPct val="108000"/>
              </a:lnSpc>
              <a:spcAft>
                <a:spcPts val="350"/>
              </a:spcAft>
              <a:buNone/>
              <a:defRPr sz="1650" b="0">
                <a:solidFill>
                  <a:srgbClr val="1C3C5D"/>
                </a:solidFill>
                <a:latin typeface="微软雅黑"/>
                <a:ea typeface="微软雅黑"/>
                <a:cs typeface="微软雅黑"/>
              </a:defRPr>
            </a:pPr>
            <a:r>
              <a:rPr sz="1650" b="0">
                <a:solidFill>
                  <a:srgbClr val="1C3C5D"/>
                </a:solidFill>
                <a:latin typeface="微软雅黑"/>
                <a:ea typeface="微软雅黑"/>
                <a:cs typeface="微软雅黑"/>
              </a:rPr>
              <a:t>生命周期</a:t>
            </a:r>
          </a:p>
          <a:p xmlns:a="http://schemas.openxmlformats.org/drawingml/2006/main">
            <a:pPr algn="ctr">
              <a:lnSpc>
                <a:spcPct val="108000"/>
              </a:lnSpc>
              <a:spcAft>
                <a:spcPts val="350"/>
              </a:spcAft>
              <a:buNone/>
              <a:defRPr sz="1650" b="0">
                <a:solidFill>
                  <a:srgbClr val="1C3C5D"/>
                </a:solidFill>
                <a:latin typeface="微软雅黑"/>
                <a:ea typeface="微软雅黑"/>
                <a:cs typeface="微软雅黑"/>
              </a:defRPr>
            </a:pPr>
            <a:r>
              <a:rPr sz="1650" b="0">
                <a:solidFill>
                  <a:srgbClr val="1C3C5D"/>
                </a:solidFill>
                <a:latin typeface="微软雅黑"/>
                <a:ea typeface="微软雅黑"/>
                <a:cs typeface="微软雅黑"/>
              </a:rPr>
              <a:t>节点当前执行状态</a:t>
            </a:r>
          </a:p>
        </p:txBody>
      </p:sp>
      <p:sp>
        <p:nvSpPr>
          <p:cNvPr id="12" name="diagram-212">
            <a:extLst xmlns:a="http://schemas.openxmlformats.org/drawingml/2006/main">
              <a:ext uri="{FF2B5EF4-FFF2-40B4-BE49-F238E27FC236}">
                <a16:creationId xmlns:a16="http://schemas.microsoft.com/office/drawing/2014/main" id="{FDCD897E-D9C9-471B-A075-026E03C040F3}"/>
              </a:ext>
            </a:extLst>
          </p:cNvPr>
          <p:cNvSpPr>
            <a:spLocks xmlns:a="http://schemas.openxmlformats.org/drawingml/2006/main" noGrp="1"/>
          </p:cNvSpPr>
          <p:nvPr/>
        </p:nvSpPr>
        <p:spPr>
          <a:xfrm xmlns:a="http://schemas.openxmlformats.org/drawingml/2006/main">
            <a:off x="4371975" y="2419350"/>
            <a:ext cx="2876550" cy="1600200"/>
          </a:xfrm>
          <a:prstGeom xmlns:a="http://schemas.openxmlformats.org/drawingml/2006/main" prst="roundRect">
            <a:avLst>
              <a:gd name="adj" fmla="val 4762"/>
            </a:avLst>
          </a:prstGeom>
          <a:solidFill xmlns:a="http://schemas.openxmlformats.org/drawingml/2006/main">
            <a:srgbClr val="EAF2F8"/>
          </a:solidFill>
          <a:ln xmlns:a="http://schemas.openxmlformats.org/drawingml/2006/main" w="13335">
            <a:solidFill>
              <a:srgbClr val="2774AC"/>
            </a:solidFill>
          </a:ln>
        </p:spPr>
        <p:txBody>
          <a:bodyPr xmlns:a="http://schemas.openxmlformats.org/drawingml/2006/main" wrap="square" lIns="76200" tIns="76200" rIns="76200" bIns="76200" anchor="ctr">
            <a:noAutofit/>
          </a:bodyPr>
          <a:lstStyle xmlns:a="http://schemas.openxmlformats.org/drawingml/2006/main"/>
          <a:p xmlns:a="http://schemas.openxmlformats.org/drawingml/2006/main">
            <a:pPr algn="ctr">
              <a:lnSpc>
                <a:spcPct val="108000"/>
              </a:lnSpc>
              <a:spcAft>
                <a:spcPts val="900"/>
              </a:spcAft>
              <a:buNone/>
              <a:defRPr sz="1875" b="0">
                <a:solidFill>
                  <a:srgbClr val="1C3C5D"/>
                </a:solidFill>
                <a:latin typeface="微软雅黑"/>
                <a:ea typeface="微软雅黑"/>
                <a:cs typeface="微软雅黑"/>
              </a:defRPr>
            </a:pPr>
            <a:r>
              <a:rPr sz="1875" b="0">
                <a:solidFill>
                  <a:srgbClr val="1C3C5D"/>
                </a:solidFill>
                <a:latin typeface="微软雅黑"/>
                <a:ea typeface="微软雅黑"/>
                <a:cs typeface="微软雅黑"/>
              </a:rPr>
              <a:t>条件判断</a:t>
            </a:r>
          </a:p>
          <a:p xmlns:a="http://schemas.openxmlformats.org/drawingml/2006/main">
            <a:pPr algn="ctr">
              <a:lnSpc>
                <a:spcPct val="108000"/>
              </a:lnSpc>
              <a:spcAft>
                <a:spcPts val="900"/>
              </a:spcAft>
              <a:buNone/>
              <a:defRPr sz="1875" b="0">
                <a:solidFill>
                  <a:srgbClr val="1C3C5D"/>
                </a:solidFill>
                <a:latin typeface="微软雅黑"/>
                <a:ea typeface="微软雅黑"/>
                <a:cs typeface="微软雅黑"/>
              </a:defRPr>
            </a:pPr>
            <a:r>
              <a:rPr sz="1875" b="0">
                <a:solidFill>
                  <a:srgbClr val="1C3C5D"/>
                </a:solidFill>
                <a:latin typeface="微软雅黑"/>
                <a:ea typeface="微软雅黑"/>
                <a:cs typeface="微软雅黑"/>
              </a:rPr>
              <a:t>对象、操作符与判定值</a:t>
            </a:r>
          </a:p>
          <a:p xmlns:a="http://schemas.openxmlformats.org/drawingml/2006/main">
            <a:pPr algn="ctr">
              <a:lnSpc>
                <a:spcPct val="108000"/>
              </a:lnSpc>
              <a:spcAft>
                <a:spcPts val="900"/>
              </a:spcAft>
              <a:buNone/>
              <a:defRPr sz="1875" b="0">
                <a:solidFill>
                  <a:srgbClr val="1C3C5D"/>
                </a:solidFill>
                <a:latin typeface="微软雅黑"/>
                <a:ea typeface="微软雅黑"/>
                <a:cs typeface="微软雅黑"/>
              </a:defRPr>
            </a:pPr>
            <a:r>
              <a:rPr sz="1875" b="0">
                <a:solidFill>
                  <a:srgbClr val="1C3C5D"/>
                </a:solidFill>
                <a:latin typeface="微软雅黑"/>
                <a:ea typeface="微软雅黑"/>
                <a:cs typeface="微软雅黑"/>
              </a:rPr>
              <a:t>条件成立时触发动作</a:t>
            </a:r>
          </a:p>
        </p:txBody>
      </p:sp>
      <p:sp>
        <p:nvSpPr>
          <p:cNvPr id="13" name="anchor-213">
            <a:extLst xmlns:a="http://schemas.openxmlformats.org/drawingml/2006/main">
              <a:ext uri="{FF2B5EF4-FFF2-40B4-BE49-F238E27FC236}">
                <a16:creationId xmlns:a16="http://schemas.microsoft.com/office/drawing/2014/main" id="{3259AE8E-BB11-482B-AFDD-B732D54F1155}"/>
              </a:ext>
            </a:extLst>
          </p:cNvPr>
          <p:cNvSpPr>
            <a:spLocks xmlns:a="http://schemas.openxmlformats.org/drawingml/2006/main" noGrp="1"/>
          </p:cNvSpPr>
          <p:nvPr/>
        </p:nvSpPr>
        <p:spPr>
          <a:xfrm xmlns:a="http://schemas.openxmlformats.org/drawingml/2006/main">
            <a:off x="3371850" y="2333625"/>
            <a:ext cx="19050" cy="19050"/>
          </a:xfrm>
          <a:prstGeom xmlns:a="http://schemas.openxmlformats.org/drawingml/2006/main" prst="rect">
            <a:avLst/>
          </a:prstGeom>
          <a:noFill xmlns:a="http://schemas.openxmlformats.org/drawingml/2006/main"/>
          <a:ln xmlns:a="http://schemas.openxmlformats.org/drawingml/2006/main" w="0">
            <a:noFill/>
          </a:ln>
        </p:spPr>
      </p:sp>
      <p:sp>
        <p:nvSpPr>
          <p:cNvPr id="14" name="anchor-214">
            <a:extLst xmlns:a="http://schemas.openxmlformats.org/drawingml/2006/main">
              <a:ext uri="{FF2B5EF4-FFF2-40B4-BE49-F238E27FC236}">
                <a16:creationId xmlns:a16="http://schemas.microsoft.com/office/drawing/2014/main" id="{ED35BDB6-9660-41FE-86AF-7EF920AB4ED8}"/>
              </a:ext>
            </a:extLst>
          </p:cNvPr>
          <p:cNvSpPr>
            <a:spLocks xmlns:a="http://schemas.openxmlformats.org/drawingml/2006/main" noGrp="1"/>
          </p:cNvSpPr>
          <p:nvPr/>
        </p:nvSpPr>
        <p:spPr>
          <a:xfrm xmlns:a="http://schemas.openxmlformats.org/drawingml/2006/main">
            <a:off x="3848100" y="2333625"/>
            <a:ext cx="19050" cy="19050"/>
          </a:xfrm>
          <a:prstGeom xmlns:a="http://schemas.openxmlformats.org/drawingml/2006/main" prst="rect">
            <a:avLst/>
          </a:prstGeom>
          <a:noFill xmlns:a="http://schemas.openxmlformats.org/drawingml/2006/main"/>
          <a:ln xmlns:a="http://schemas.openxmlformats.org/drawingml/2006/main" w="0">
            <a:noFill/>
          </a:ln>
        </p:spPr>
      </p:sp>
      <p:sp>
        <p:nvSpPr>
          <p:cNvPr id="15" name="anchor-215">
            <a:extLst xmlns:a="http://schemas.openxmlformats.org/drawingml/2006/main">
              <a:ext uri="{FF2B5EF4-FFF2-40B4-BE49-F238E27FC236}">
                <a16:creationId xmlns:a16="http://schemas.microsoft.com/office/drawing/2014/main" id="{F8C151C8-CD40-44B4-B328-D493F8A06D1E}"/>
              </a:ext>
            </a:extLst>
          </p:cNvPr>
          <p:cNvSpPr>
            <a:spLocks xmlns:a="http://schemas.openxmlformats.org/drawingml/2006/main" noGrp="1"/>
          </p:cNvSpPr>
          <p:nvPr/>
        </p:nvSpPr>
        <p:spPr>
          <a:xfrm xmlns:a="http://schemas.openxmlformats.org/drawingml/2006/main">
            <a:off x="3848100" y="3209925"/>
            <a:ext cx="19050" cy="19050"/>
          </a:xfrm>
          <a:prstGeom xmlns:a="http://schemas.openxmlformats.org/drawingml/2006/main" prst="rect">
            <a:avLst/>
          </a:prstGeom>
          <a:noFill xmlns:a="http://schemas.openxmlformats.org/drawingml/2006/main"/>
          <a:ln xmlns:a="http://schemas.openxmlformats.org/drawingml/2006/main" w="0">
            <a:noFill/>
          </a:ln>
        </p:spPr>
      </p:sp>
      <p:sp>
        <p:nvSpPr>
          <p:cNvPr id="16" name="anchor-216">
            <a:extLst xmlns:a="http://schemas.openxmlformats.org/drawingml/2006/main">
              <a:ext uri="{FF2B5EF4-FFF2-40B4-BE49-F238E27FC236}">
                <a16:creationId xmlns:a16="http://schemas.microsoft.com/office/drawing/2014/main" id="{86C3095B-D8D1-4763-98D7-A6F97C4710BB}"/>
              </a:ext>
            </a:extLst>
          </p:cNvPr>
          <p:cNvSpPr>
            <a:spLocks xmlns:a="http://schemas.openxmlformats.org/drawingml/2006/main" noGrp="1"/>
          </p:cNvSpPr>
          <p:nvPr/>
        </p:nvSpPr>
        <p:spPr>
          <a:xfrm xmlns:a="http://schemas.openxmlformats.org/drawingml/2006/main">
            <a:off x="4362450" y="320992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66" name=""/>
          <p:cNvCxnSpPr>
            <a:stCxn xmlns:a="http://schemas.openxmlformats.org/drawingml/2006/main" id="13" idx="3"/>
            <a:endCxn xmlns:a="http://schemas.openxmlformats.org/drawingml/2006/main" id="14" idx="1"/>
          </p:cNvCxnSpPr>
          <p:nvPr/>
        </p:nvCxnSpPr>
        <p:spPr>
          <a:xfrm xmlns:a="http://schemas.openxmlformats.org/drawingml/2006/main">
            <a:off x="3390900" y="2343150"/>
            <a:ext cx="457200" cy="0"/>
          </a:xfrm>
          <a:prstGeom xmlns:a="http://schemas.openxmlformats.org/drawingml/2006/main" prst="straightConnector1">
            <a:avLst/>
          </a:prstGeom>
          <a:ln xmlns:a="http://schemas.openxmlformats.org/drawingml/2006/main" w="19050">
            <a:solidFill>
              <a:srgbClr val="178477"/>
            </a:solidFill>
            <a:prstDash val="solid"/>
            <a:tailEnd type="none" w="med" len="med"/>
          </a:ln>
        </p:spPr>
      </p:cxnSp>
      <p:cxnSp>
        <p:nvCxnSpPr>
          <p:cNvPr id="67" name=""/>
          <p:cNvCxnSpPr>
            <a:stCxn xmlns:a="http://schemas.openxmlformats.org/drawingml/2006/main" id="14" idx="2"/>
            <a:endCxn xmlns:a="http://schemas.openxmlformats.org/drawingml/2006/main" id="15" idx="0"/>
          </p:cNvCxnSpPr>
          <p:nvPr/>
        </p:nvCxnSpPr>
        <p:spPr>
          <a:xfrm xmlns:a="http://schemas.openxmlformats.org/drawingml/2006/main">
            <a:off x="3857625" y="2352675"/>
            <a:ext cx="0" cy="857250"/>
          </a:xfrm>
          <a:prstGeom xmlns:a="http://schemas.openxmlformats.org/drawingml/2006/main" prst="straightConnector1">
            <a:avLst/>
          </a:prstGeom>
          <a:ln xmlns:a="http://schemas.openxmlformats.org/drawingml/2006/main" w="19050">
            <a:solidFill>
              <a:srgbClr val="178477"/>
            </a:solidFill>
            <a:prstDash val="solid"/>
            <a:tailEnd type="none" w="med" len="med"/>
          </a:ln>
        </p:spPr>
      </p:cxnSp>
      <p:cxnSp>
        <p:nvCxnSpPr>
          <p:cNvPr id="68" name=""/>
          <p:cNvCxnSpPr>
            <a:stCxn xmlns:a="http://schemas.openxmlformats.org/drawingml/2006/main" id="15" idx="3"/>
            <a:endCxn xmlns:a="http://schemas.openxmlformats.org/drawingml/2006/main" id="16" idx="1"/>
          </p:cNvCxnSpPr>
          <p:nvPr/>
        </p:nvCxnSpPr>
        <p:spPr>
          <a:xfrm xmlns:a="http://schemas.openxmlformats.org/drawingml/2006/main">
            <a:off x="3867150" y="3219450"/>
            <a:ext cx="495300" cy="0"/>
          </a:xfrm>
          <a:prstGeom xmlns:a="http://schemas.openxmlformats.org/drawingml/2006/main" prst="straightConnector1">
            <a:avLst/>
          </a:prstGeom>
          <a:ln xmlns:a="http://schemas.openxmlformats.org/drawingml/2006/main" w="19050">
            <a:solidFill>
              <a:srgbClr val="178477"/>
            </a:solidFill>
            <a:prstDash val="solid"/>
            <a:tailEnd type="triangle" w="med" len="med"/>
          </a:ln>
        </p:spPr>
      </p:cxnSp>
      <p:sp>
        <p:nvSpPr>
          <p:cNvPr id="20" name="anchor-217">
            <a:extLst xmlns:a="http://schemas.openxmlformats.org/drawingml/2006/main">
              <a:ext uri="{FF2B5EF4-FFF2-40B4-BE49-F238E27FC236}">
                <a16:creationId xmlns:a16="http://schemas.microsoft.com/office/drawing/2014/main" id="{77E9AD74-217D-4FE0-8D11-354F9D9E7BEA}"/>
              </a:ext>
            </a:extLst>
          </p:cNvPr>
          <p:cNvSpPr>
            <a:spLocks xmlns:a="http://schemas.openxmlformats.org/drawingml/2006/main" noGrp="1"/>
          </p:cNvSpPr>
          <p:nvPr/>
        </p:nvSpPr>
        <p:spPr>
          <a:xfrm xmlns:a="http://schemas.openxmlformats.org/drawingml/2006/main">
            <a:off x="3371850" y="3276600"/>
            <a:ext cx="19050" cy="19050"/>
          </a:xfrm>
          <a:prstGeom xmlns:a="http://schemas.openxmlformats.org/drawingml/2006/main" prst="rect">
            <a:avLst/>
          </a:prstGeom>
          <a:noFill xmlns:a="http://schemas.openxmlformats.org/drawingml/2006/main"/>
          <a:ln xmlns:a="http://schemas.openxmlformats.org/drawingml/2006/main" w="0">
            <a:noFill/>
          </a:ln>
        </p:spPr>
      </p:sp>
      <p:sp>
        <p:nvSpPr>
          <p:cNvPr id="21" name="anchor-218">
            <a:extLst xmlns:a="http://schemas.openxmlformats.org/drawingml/2006/main">
              <a:ext uri="{FF2B5EF4-FFF2-40B4-BE49-F238E27FC236}">
                <a16:creationId xmlns:a16="http://schemas.microsoft.com/office/drawing/2014/main" id="{5BBED059-043C-42C1-8765-353F66ECFE1F}"/>
              </a:ext>
            </a:extLst>
          </p:cNvPr>
          <p:cNvSpPr>
            <a:spLocks xmlns:a="http://schemas.openxmlformats.org/drawingml/2006/main" noGrp="1"/>
          </p:cNvSpPr>
          <p:nvPr/>
        </p:nvSpPr>
        <p:spPr>
          <a:xfrm xmlns:a="http://schemas.openxmlformats.org/drawingml/2006/main">
            <a:off x="3848100" y="3276600"/>
            <a:ext cx="19050" cy="19050"/>
          </a:xfrm>
          <a:prstGeom xmlns:a="http://schemas.openxmlformats.org/drawingml/2006/main" prst="rect">
            <a:avLst/>
          </a:prstGeom>
          <a:noFill xmlns:a="http://schemas.openxmlformats.org/drawingml/2006/main"/>
          <a:ln xmlns:a="http://schemas.openxmlformats.org/drawingml/2006/main" w="0">
            <a:noFill/>
          </a:ln>
        </p:spPr>
      </p:sp>
      <p:sp>
        <p:nvSpPr>
          <p:cNvPr id="22" name="anchor-219">
            <a:extLst xmlns:a="http://schemas.openxmlformats.org/drawingml/2006/main">
              <a:ext uri="{FF2B5EF4-FFF2-40B4-BE49-F238E27FC236}">
                <a16:creationId xmlns:a16="http://schemas.microsoft.com/office/drawing/2014/main" id="{DEF1A15A-06AF-469E-8D73-6DC1EBF5C5EB}"/>
              </a:ext>
            </a:extLst>
          </p:cNvPr>
          <p:cNvSpPr>
            <a:spLocks xmlns:a="http://schemas.openxmlformats.org/drawingml/2006/main" noGrp="1"/>
          </p:cNvSpPr>
          <p:nvPr/>
        </p:nvSpPr>
        <p:spPr>
          <a:xfrm xmlns:a="http://schemas.openxmlformats.org/drawingml/2006/main">
            <a:off x="3848100" y="3209925"/>
            <a:ext cx="19050" cy="19050"/>
          </a:xfrm>
          <a:prstGeom xmlns:a="http://schemas.openxmlformats.org/drawingml/2006/main" prst="rect">
            <a:avLst/>
          </a:prstGeom>
          <a:noFill xmlns:a="http://schemas.openxmlformats.org/drawingml/2006/main"/>
          <a:ln xmlns:a="http://schemas.openxmlformats.org/drawingml/2006/main" w="0">
            <a:noFill/>
          </a:ln>
        </p:spPr>
      </p:sp>
      <p:sp>
        <p:nvSpPr>
          <p:cNvPr id="23" name="anchor-220">
            <a:extLst xmlns:a="http://schemas.openxmlformats.org/drawingml/2006/main">
              <a:ext uri="{FF2B5EF4-FFF2-40B4-BE49-F238E27FC236}">
                <a16:creationId xmlns:a16="http://schemas.microsoft.com/office/drawing/2014/main" id="{FCFA33B0-9D0C-4297-A400-4D9E8C854412}"/>
              </a:ext>
            </a:extLst>
          </p:cNvPr>
          <p:cNvSpPr>
            <a:spLocks xmlns:a="http://schemas.openxmlformats.org/drawingml/2006/main" noGrp="1"/>
          </p:cNvSpPr>
          <p:nvPr/>
        </p:nvSpPr>
        <p:spPr>
          <a:xfrm xmlns:a="http://schemas.openxmlformats.org/drawingml/2006/main">
            <a:off x="4362450" y="320992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73" name=""/>
          <p:cNvCxnSpPr>
            <a:stCxn xmlns:a="http://schemas.openxmlformats.org/drawingml/2006/main" id="20" idx="3"/>
            <a:endCxn xmlns:a="http://schemas.openxmlformats.org/drawingml/2006/main" id="21" idx="1"/>
          </p:cNvCxnSpPr>
          <p:nvPr/>
        </p:nvCxnSpPr>
        <p:spPr>
          <a:xfrm xmlns:a="http://schemas.openxmlformats.org/drawingml/2006/main">
            <a:off x="3390900" y="3286125"/>
            <a:ext cx="457200" cy="0"/>
          </a:xfrm>
          <a:prstGeom xmlns:a="http://schemas.openxmlformats.org/drawingml/2006/main" prst="straightConnector1">
            <a:avLst/>
          </a:prstGeom>
          <a:ln xmlns:a="http://schemas.openxmlformats.org/drawingml/2006/main" w="19050">
            <a:solidFill>
              <a:srgbClr val="2774AC"/>
            </a:solidFill>
            <a:prstDash val="solid"/>
            <a:tailEnd type="none" w="med" len="med"/>
          </a:ln>
        </p:spPr>
      </p:cxnSp>
      <p:cxnSp>
        <p:nvCxnSpPr>
          <p:cNvPr id="74" name=""/>
          <p:cNvCxnSpPr>
            <a:stCxn xmlns:a="http://schemas.openxmlformats.org/drawingml/2006/main" id="21" idx="0"/>
            <a:endCxn xmlns:a="http://schemas.openxmlformats.org/drawingml/2006/main" id="22" idx="2"/>
          </p:cNvCxnSpPr>
          <p:nvPr/>
        </p:nvCxnSpPr>
        <p:spPr>
          <a:xfrm xmlns:a="http://schemas.openxmlformats.org/drawingml/2006/main" flipV="1">
            <a:off x="3857625" y="3228975"/>
            <a:ext cx="0" cy="47625"/>
          </a:xfrm>
          <a:prstGeom xmlns:a="http://schemas.openxmlformats.org/drawingml/2006/main" prst="straightConnector1">
            <a:avLst/>
          </a:prstGeom>
          <a:ln xmlns:a="http://schemas.openxmlformats.org/drawingml/2006/main" w="19050">
            <a:solidFill>
              <a:srgbClr val="2774AC"/>
            </a:solidFill>
            <a:prstDash val="solid"/>
            <a:tailEnd type="none" w="med" len="med"/>
          </a:ln>
        </p:spPr>
      </p:cxnSp>
      <p:cxnSp>
        <p:nvCxnSpPr>
          <p:cNvPr id="75" name=""/>
          <p:cNvCxnSpPr>
            <a:stCxn xmlns:a="http://schemas.openxmlformats.org/drawingml/2006/main" id="22" idx="3"/>
            <a:endCxn xmlns:a="http://schemas.openxmlformats.org/drawingml/2006/main" id="23" idx="1"/>
          </p:cNvCxnSpPr>
          <p:nvPr/>
        </p:nvCxnSpPr>
        <p:spPr>
          <a:xfrm xmlns:a="http://schemas.openxmlformats.org/drawingml/2006/main">
            <a:off x="3867150" y="3219450"/>
            <a:ext cx="495300" cy="0"/>
          </a:xfrm>
          <a:prstGeom xmlns:a="http://schemas.openxmlformats.org/drawingml/2006/main" prst="straightConnector1">
            <a:avLst/>
          </a:prstGeom>
          <a:ln xmlns:a="http://schemas.openxmlformats.org/drawingml/2006/main" w="19050">
            <a:solidFill>
              <a:srgbClr val="2774AC"/>
            </a:solidFill>
            <a:prstDash val="solid"/>
            <a:tailEnd type="triangle" w="med" len="med"/>
          </a:ln>
        </p:spPr>
      </p:cxnSp>
      <p:sp>
        <p:nvSpPr>
          <p:cNvPr id="27" name="anchor-221">
            <a:extLst xmlns:a="http://schemas.openxmlformats.org/drawingml/2006/main">
              <a:ext uri="{FF2B5EF4-FFF2-40B4-BE49-F238E27FC236}">
                <a16:creationId xmlns:a16="http://schemas.microsoft.com/office/drawing/2014/main" id="{5FC8387B-4BA4-4DE6-94F7-53A5B260603E}"/>
              </a:ext>
            </a:extLst>
          </p:cNvPr>
          <p:cNvSpPr>
            <a:spLocks xmlns:a="http://schemas.openxmlformats.org/drawingml/2006/main" noGrp="1"/>
          </p:cNvSpPr>
          <p:nvPr/>
        </p:nvSpPr>
        <p:spPr>
          <a:xfrm xmlns:a="http://schemas.openxmlformats.org/drawingml/2006/main">
            <a:off x="3371850" y="4219575"/>
            <a:ext cx="19050" cy="19050"/>
          </a:xfrm>
          <a:prstGeom xmlns:a="http://schemas.openxmlformats.org/drawingml/2006/main" prst="rect">
            <a:avLst/>
          </a:prstGeom>
          <a:noFill xmlns:a="http://schemas.openxmlformats.org/drawingml/2006/main"/>
          <a:ln xmlns:a="http://schemas.openxmlformats.org/drawingml/2006/main" w="0">
            <a:noFill/>
          </a:ln>
        </p:spPr>
      </p:sp>
      <p:sp>
        <p:nvSpPr>
          <p:cNvPr id="28" name="anchor-222">
            <a:extLst xmlns:a="http://schemas.openxmlformats.org/drawingml/2006/main">
              <a:ext uri="{FF2B5EF4-FFF2-40B4-BE49-F238E27FC236}">
                <a16:creationId xmlns:a16="http://schemas.microsoft.com/office/drawing/2014/main" id="{718D6028-0455-431A-BE28-080ACFFB78FA}"/>
              </a:ext>
            </a:extLst>
          </p:cNvPr>
          <p:cNvSpPr>
            <a:spLocks xmlns:a="http://schemas.openxmlformats.org/drawingml/2006/main" noGrp="1"/>
          </p:cNvSpPr>
          <p:nvPr/>
        </p:nvSpPr>
        <p:spPr>
          <a:xfrm xmlns:a="http://schemas.openxmlformats.org/drawingml/2006/main">
            <a:off x="3848100" y="4219575"/>
            <a:ext cx="19050" cy="19050"/>
          </a:xfrm>
          <a:prstGeom xmlns:a="http://schemas.openxmlformats.org/drawingml/2006/main" prst="rect">
            <a:avLst/>
          </a:prstGeom>
          <a:noFill xmlns:a="http://schemas.openxmlformats.org/drawingml/2006/main"/>
          <a:ln xmlns:a="http://schemas.openxmlformats.org/drawingml/2006/main" w="0">
            <a:noFill/>
          </a:ln>
        </p:spPr>
      </p:sp>
      <p:sp>
        <p:nvSpPr>
          <p:cNvPr id="29" name="anchor-223">
            <a:extLst xmlns:a="http://schemas.openxmlformats.org/drawingml/2006/main">
              <a:ext uri="{FF2B5EF4-FFF2-40B4-BE49-F238E27FC236}">
                <a16:creationId xmlns:a16="http://schemas.microsoft.com/office/drawing/2014/main" id="{E1317B04-00EF-4A8C-B9E9-35A530FE7B5F}"/>
              </a:ext>
            </a:extLst>
          </p:cNvPr>
          <p:cNvSpPr>
            <a:spLocks xmlns:a="http://schemas.openxmlformats.org/drawingml/2006/main" noGrp="1"/>
          </p:cNvSpPr>
          <p:nvPr/>
        </p:nvSpPr>
        <p:spPr>
          <a:xfrm xmlns:a="http://schemas.openxmlformats.org/drawingml/2006/main">
            <a:off x="3848100" y="3209925"/>
            <a:ext cx="19050" cy="19050"/>
          </a:xfrm>
          <a:prstGeom xmlns:a="http://schemas.openxmlformats.org/drawingml/2006/main" prst="rect">
            <a:avLst/>
          </a:prstGeom>
          <a:noFill xmlns:a="http://schemas.openxmlformats.org/drawingml/2006/main"/>
          <a:ln xmlns:a="http://schemas.openxmlformats.org/drawingml/2006/main" w="0">
            <a:noFill/>
          </a:ln>
        </p:spPr>
      </p:sp>
      <p:sp>
        <p:nvSpPr>
          <p:cNvPr id="30" name="anchor-224">
            <a:extLst xmlns:a="http://schemas.openxmlformats.org/drawingml/2006/main">
              <a:ext uri="{FF2B5EF4-FFF2-40B4-BE49-F238E27FC236}">
                <a16:creationId xmlns:a16="http://schemas.microsoft.com/office/drawing/2014/main" id="{3E35B12B-4D38-4888-9FA7-6F9C6783F309}"/>
              </a:ext>
            </a:extLst>
          </p:cNvPr>
          <p:cNvSpPr>
            <a:spLocks xmlns:a="http://schemas.openxmlformats.org/drawingml/2006/main" noGrp="1"/>
          </p:cNvSpPr>
          <p:nvPr/>
        </p:nvSpPr>
        <p:spPr>
          <a:xfrm xmlns:a="http://schemas.openxmlformats.org/drawingml/2006/main">
            <a:off x="4362450" y="320992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80" name=""/>
          <p:cNvCxnSpPr>
            <a:stCxn xmlns:a="http://schemas.openxmlformats.org/drawingml/2006/main" id="27" idx="3"/>
            <a:endCxn xmlns:a="http://schemas.openxmlformats.org/drawingml/2006/main" id="28" idx="1"/>
          </p:cNvCxnSpPr>
          <p:nvPr/>
        </p:nvCxnSpPr>
        <p:spPr>
          <a:xfrm xmlns:a="http://schemas.openxmlformats.org/drawingml/2006/main">
            <a:off x="3390900" y="4229100"/>
            <a:ext cx="457200" cy="0"/>
          </a:xfrm>
          <a:prstGeom xmlns:a="http://schemas.openxmlformats.org/drawingml/2006/main" prst="straightConnector1">
            <a:avLst/>
          </a:prstGeom>
          <a:ln xmlns:a="http://schemas.openxmlformats.org/drawingml/2006/main" w="19050">
            <a:solidFill>
              <a:srgbClr val="2774AC"/>
            </a:solidFill>
            <a:prstDash val="solid"/>
            <a:tailEnd type="none" w="med" len="med"/>
          </a:ln>
        </p:spPr>
      </p:cxnSp>
      <p:cxnSp>
        <p:nvCxnSpPr>
          <p:cNvPr id="81" name=""/>
          <p:cNvCxnSpPr>
            <a:stCxn xmlns:a="http://schemas.openxmlformats.org/drawingml/2006/main" id="28" idx="0"/>
            <a:endCxn xmlns:a="http://schemas.openxmlformats.org/drawingml/2006/main" id="29" idx="2"/>
          </p:cNvCxnSpPr>
          <p:nvPr/>
        </p:nvCxnSpPr>
        <p:spPr>
          <a:xfrm xmlns:a="http://schemas.openxmlformats.org/drawingml/2006/main" flipV="1">
            <a:off x="3857625" y="3228975"/>
            <a:ext cx="0" cy="990600"/>
          </a:xfrm>
          <a:prstGeom xmlns:a="http://schemas.openxmlformats.org/drawingml/2006/main" prst="straightConnector1">
            <a:avLst/>
          </a:prstGeom>
          <a:ln xmlns:a="http://schemas.openxmlformats.org/drawingml/2006/main" w="19050">
            <a:solidFill>
              <a:srgbClr val="2774AC"/>
            </a:solidFill>
            <a:prstDash val="solid"/>
            <a:tailEnd type="none" w="med" len="med"/>
          </a:ln>
        </p:spPr>
      </p:cxnSp>
      <p:cxnSp>
        <p:nvCxnSpPr>
          <p:cNvPr id="82" name=""/>
          <p:cNvCxnSpPr>
            <a:stCxn xmlns:a="http://schemas.openxmlformats.org/drawingml/2006/main" id="29" idx="3"/>
            <a:endCxn xmlns:a="http://schemas.openxmlformats.org/drawingml/2006/main" id="30" idx="1"/>
          </p:cNvCxnSpPr>
          <p:nvPr/>
        </p:nvCxnSpPr>
        <p:spPr>
          <a:xfrm xmlns:a="http://schemas.openxmlformats.org/drawingml/2006/main">
            <a:off x="3867150" y="3219450"/>
            <a:ext cx="495300" cy="0"/>
          </a:xfrm>
          <a:prstGeom xmlns:a="http://schemas.openxmlformats.org/drawingml/2006/main" prst="straightConnector1">
            <a:avLst/>
          </a:prstGeom>
          <a:ln xmlns:a="http://schemas.openxmlformats.org/drawingml/2006/main" w="19050">
            <a:solidFill>
              <a:srgbClr val="2774AC"/>
            </a:solidFill>
            <a:prstDash val="solid"/>
            <a:tailEnd type="triangle" w="med" len="med"/>
          </a:ln>
        </p:spPr>
      </p:cxnSp>
      <p:sp>
        <p:nvSpPr>
          <p:cNvPr id="34" name="diagram-225">
            <a:extLst xmlns:a="http://schemas.openxmlformats.org/drawingml/2006/main">
              <a:ext uri="{FF2B5EF4-FFF2-40B4-BE49-F238E27FC236}">
                <a16:creationId xmlns:a16="http://schemas.microsoft.com/office/drawing/2014/main" id="{52000D2E-5965-4B78-ACFF-15AA11D55952}"/>
              </a:ext>
            </a:extLst>
          </p:cNvPr>
          <p:cNvSpPr>
            <a:spLocks xmlns:a="http://schemas.openxmlformats.org/drawingml/2006/main" noGrp="1"/>
          </p:cNvSpPr>
          <p:nvPr/>
        </p:nvSpPr>
        <p:spPr>
          <a:xfrm xmlns:a="http://schemas.openxmlformats.org/drawingml/2006/main">
            <a:off x="8448675" y="2200275"/>
            <a:ext cx="3000375" cy="914400"/>
          </a:xfrm>
          <a:prstGeom xmlns:a="http://schemas.openxmlformats.org/drawingml/2006/main" prst="roundRect">
            <a:avLst>
              <a:gd name="adj" fmla="val 8333"/>
            </a:avLst>
          </a:prstGeom>
          <a:solidFill xmlns:a="http://schemas.openxmlformats.org/drawingml/2006/main">
            <a:srgbClr val="E9F5F2"/>
          </a:solidFill>
          <a:ln xmlns:a="http://schemas.openxmlformats.org/drawingml/2006/main" w="13335">
            <a:solidFill>
              <a:srgbClr val="178477"/>
            </a:solidFill>
          </a:ln>
        </p:spPr>
        <p:txBody>
          <a:bodyPr xmlns:a="http://schemas.openxmlformats.org/drawingml/2006/main" wrap="square" lIns="76200" tIns="76200" rIns="76200" bIns="76200" anchor="ctr">
            <a:noAutofit/>
          </a:bodyPr>
          <a:lstStyle xmlns:a="http://schemas.openxmlformats.org/drawingml/2006/main"/>
          <a:p xmlns:a="http://schemas.openxmlformats.org/drawingml/2006/main">
            <a:pPr algn="ctr">
              <a:lnSpc>
                <a:spcPct val="108000"/>
              </a:lnSpc>
              <a:spcAft>
                <a:spcPts val="600"/>
              </a:spcAft>
              <a:buNone/>
              <a:defRPr sz="1800" b="0">
                <a:solidFill>
                  <a:srgbClr val="1C3C5D"/>
                </a:solidFill>
                <a:latin typeface="微软雅黑"/>
                <a:ea typeface="微软雅黑"/>
                <a:cs typeface="微软雅黑"/>
              </a:defRPr>
            </a:pPr>
            <a:r>
              <a:rPr sz="1800" b="0">
                <a:solidFill>
                  <a:srgbClr val="1C3C5D"/>
                </a:solidFill>
                <a:latin typeface="微软雅黑"/>
                <a:ea typeface="微软雅黑"/>
                <a:cs typeface="微软雅黑"/>
              </a:rPr>
              <a:t>UPDATE</a:t>
            </a:r>
          </a:p>
          <a:p xmlns:a="http://schemas.openxmlformats.org/drawingml/2006/main">
            <a:pPr algn="ctr">
              <a:lnSpc>
                <a:spcPct val="108000"/>
              </a:lnSpc>
              <a:spcAft>
                <a:spcPts val="600"/>
              </a:spcAft>
              <a:buNone/>
              <a:defRPr sz="1800" b="0">
                <a:solidFill>
                  <a:srgbClr val="1C3C5D"/>
                </a:solidFill>
                <a:latin typeface="微软雅黑"/>
                <a:ea typeface="微软雅黑"/>
                <a:cs typeface="微软雅黑"/>
              </a:defRPr>
            </a:pPr>
            <a:r>
              <a:rPr sz="1800" b="0">
                <a:solidFill>
                  <a:srgbClr val="1C3C5D"/>
                </a:solidFill>
                <a:latin typeface="微软雅黑"/>
                <a:ea typeface="微软雅黑"/>
                <a:cs typeface="微软雅黑"/>
              </a:rPr>
              <a:t>更新变量或节点生命周期</a:t>
            </a:r>
          </a:p>
        </p:txBody>
      </p:sp>
      <p:sp>
        <p:nvSpPr>
          <p:cNvPr id="35" name="diagram-226">
            <a:extLst xmlns:a="http://schemas.openxmlformats.org/drawingml/2006/main">
              <a:ext uri="{FF2B5EF4-FFF2-40B4-BE49-F238E27FC236}">
                <a16:creationId xmlns:a16="http://schemas.microsoft.com/office/drawing/2014/main" id="{6854FD6B-C433-4838-87DC-8AB854A9C352}"/>
              </a:ext>
            </a:extLst>
          </p:cNvPr>
          <p:cNvSpPr>
            <a:spLocks xmlns:a="http://schemas.openxmlformats.org/drawingml/2006/main" noGrp="1"/>
          </p:cNvSpPr>
          <p:nvPr/>
        </p:nvSpPr>
        <p:spPr>
          <a:xfrm xmlns:a="http://schemas.openxmlformats.org/drawingml/2006/main">
            <a:off x="8448675" y="3581400"/>
            <a:ext cx="3000375" cy="914400"/>
          </a:xfrm>
          <a:prstGeom xmlns:a="http://schemas.openxmlformats.org/drawingml/2006/main" prst="roundRect">
            <a:avLst>
              <a:gd name="adj" fmla="val 8333"/>
            </a:avLst>
          </a:prstGeom>
          <a:solidFill xmlns:a="http://schemas.openxmlformats.org/drawingml/2006/main">
            <a:srgbClr val="EAF2F8"/>
          </a:solidFill>
          <a:ln xmlns:a="http://schemas.openxmlformats.org/drawingml/2006/main" w="13335">
            <a:solidFill>
              <a:srgbClr val="2774AC"/>
            </a:solidFill>
          </a:ln>
        </p:spPr>
        <p:txBody>
          <a:bodyPr xmlns:a="http://schemas.openxmlformats.org/drawingml/2006/main" wrap="square" lIns="76200" tIns="76200" rIns="76200" bIns="76200" anchor="ctr">
            <a:noAutofit/>
          </a:bodyPr>
          <a:lstStyle xmlns:a="http://schemas.openxmlformats.org/drawingml/2006/main"/>
          <a:p xmlns:a="http://schemas.openxmlformats.org/drawingml/2006/main">
            <a:pPr algn="ctr">
              <a:lnSpc>
                <a:spcPct val="108000"/>
              </a:lnSpc>
              <a:spcAft>
                <a:spcPts val="600"/>
              </a:spcAft>
              <a:buNone/>
              <a:defRPr sz="1800" b="0">
                <a:solidFill>
                  <a:srgbClr val="1C3C5D"/>
                </a:solidFill>
                <a:latin typeface="微软雅黑"/>
                <a:ea typeface="微软雅黑"/>
                <a:cs typeface="微软雅黑"/>
              </a:defRPr>
            </a:pPr>
            <a:r>
              <a:rPr sz="1800" b="0">
                <a:solidFill>
                  <a:srgbClr val="1C3C5D"/>
                </a:solidFill>
                <a:latin typeface="微软雅黑"/>
                <a:ea typeface="微软雅黑"/>
                <a:cs typeface="微软雅黑"/>
              </a:rPr>
              <a:t>EMIT</a:t>
            </a:r>
          </a:p>
          <a:p xmlns:a="http://schemas.openxmlformats.org/drawingml/2006/main">
            <a:pPr algn="ctr">
              <a:lnSpc>
                <a:spcPct val="108000"/>
              </a:lnSpc>
              <a:spcAft>
                <a:spcPts val="600"/>
              </a:spcAft>
              <a:buNone/>
              <a:defRPr sz="1800" b="0">
                <a:solidFill>
                  <a:srgbClr val="1C3C5D"/>
                </a:solidFill>
                <a:latin typeface="微软雅黑"/>
                <a:ea typeface="微软雅黑"/>
                <a:cs typeface="微软雅黑"/>
              </a:defRPr>
            </a:pPr>
            <a:r>
              <a:rPr sz="1800" b="0">
                <a:solidFill>
                  <a:srgbClr val="1C3C5D"/>
                </a:solidFill>
                <a:latin typeface="微软雅黑"/>
                <a:ea typeface="微软雅黑"/>
                <a:cs typeface="微软雅黑"/>
              </a:rPr>
              <a:t>通过指定接口发出信号</a:t>
            </a:r>
          </a:p>
        </p:txBody>
      </p:sp>
      <p:sp>
        <p:nvSpPr>
          <p:cNvPr id="36" name="anchor-227">
            <a:extLst xmlns:a="http://schemas.openxmlformats.org/drawingml/2006/main">
              <a:ext uri="{FF2B5EF4-FFF2-40B4-BE49-F238E27FC236}">
                <a16:creationId xmlns:a16="http://schemas.microsoft.com/office/drawing/2014/main" id="{2D5CE69E-F8C3-4567-8135-5EA6EB18B477}"/>
              </a:ext>
            </a:extLst>
          </p:cNvPr>
          <p:cNvSpPr>
            <a:spLocks xmlns:a="http://schemas.openxmlformats.org/drawingml/2006/main" noGrp="1"/>
          </p:cNvSpPr>
          <p:nvPr/>
        </p:nvSpPr>
        <p:spPr>
          <a:xfrm xmlns:a="http://schemas.openxmlformats.org/drawingml/2006/main">
            <a:off x="7239000" y="3209925"/>
            <a:ext cx="19050" cy="19050"/>
          </a:xfrm>
          <a:prstGeom xmlns:a="http://schemas.openxmlformats.org/drawingml/2006/main" prst="rect">
            <a:avLst/>
          </a:prstGeom>
          <a:noFill xmlns:a="http://schemas.openxmlformats.org/drawingml/2006/main"/>
          <a:ln xmlns:a="http://schemas.openxmlformats.org/drawingml/2006/main" w="0">
            <a:noFill/>
          </a:ln>
        </p:spPr>
      </p:sp>
      <p:sp>
        <p:nvSpPr>
          <p:cNvPr id="37" name="anchor-228">
            <a:extLst xmlns:a="http://schemas.openxmlformats.org/drawingml/2006/main">
              <a:ext uri="{FF2B5EF4-FFF2-40B4-BE49-F238E27FC236}">
                <a16:creationId xmlns:a16="http://schemas.microsoft.com/office/drawing/2014/main" id="{6693F5D4-3852-41A4-918E-B1D47B2CFF5B}"/>
              </a:ext>
            </a:extLst>
          </p:cNvPr>
          <p:cNvSpPr>
            <a:spLocks xmlns:a="http://schemas.openxmlformats.org/drawingml/2006/main" noGrp="1"/>
          </p:cNvSpPr>
          <p:nvPr/>
        </p:nvSpPr>
        <p:spPr>
          <a:xfrm xmlns:a="http://schemas.openxmlformats.org/drawingml/2006/main">
            <a:off x="7781925" y="3209925"/>
            <a:ext cx="19050" cy="19050"/>
          </a:xfrm>
          <a:prstGeom xmlns:a="http://schemas.openxmlformats.org/drawingml/2006/main" prst="rect">
            <a:avLst/>
          </a:prstGeom>
          <a:noFill xmlns:a="http://schemas.openxmlformats.org/drawingml/2006/main"/>
          <a:ln xmlns:a="http://schemas.openxmlformats.org/drawingml/2006/main" w="0">
            <a:noFill/>
          </a:ln>
        </p:spPr>
      </p:sp>
      <p:sp>
        <p:nvSpPr>
          <p:cNvPr id="38" name="anchor-229">
            <a:extLst xmlns:a="http://schemas.openxmlformats.org/drawingml/2006/main">
              <a:ext uri="{FF2B5EF4-FFF2-40B4-BE49-F238E27FC236}">
                <a16:creationId xmlns:a16="http://schemas.microsoft.com/office/drawing/2014/main" id="{4F67FD61-16CC-4A3E-A68D-731A2ABAACE5}"/>
              </a:ext>
            </a:extLst>
          </p:cNvPr>
          <p:cNvSpPr>
            <a:spLocks xmlns:a="http://schemas.openxmlformats.org/drawingml/2006/main" noGrp="1"/>
          </p:cNvSpPr>
          <p:nvPr/>
        </p:nvSpPr>
        <p:spPr>
          <a:xfrm xmlns:a="http://schemas.openxmlformats.org/drawingml/2006/main">
            <a:off x="7781925" y="2647950"/>
            <a:ext cx="19050" cy="19050"/>
          </a:xfrm>
          <a:prstGeom xmlns:a="http://schemas.openxmlformats.org/drawingml/2006/main" prst="rect">
            <a:avLst/>
          </a:prstGeom>
          <a:noFill xmlns:a="http://schemas.openxmlformats.org/drawingml/2006/main"/>
          <a:ln xmlns:a="http://schemas.openxmlformats.org/drawingml/2006/main" w="0">
            <a:noFill/>
          </a:ln>
        </p:spPr>
      </p:sp>
      <p:sp>
        <p:nvSpPr>
          <p:cNvPr id="39" name="anchor-230">
            <a:extLst xmlns:a="http://schemas.openxmlformats.org/drawingml/2006/main">
              <a:ext uri="{FF2B5EF4-FFF2-40B4-BE49-F238E27FC236}">
                <a16:creationId xmlns:a16="http://schemas.microsoft.com/office/drawing/2014/main" id="{7E518286-D60A-4335-89C1-26233BF1A3AA}"/>
              </a:ext>
            </a:extLst>
          </p:cNvPr>
          <p:cNvSpPr>
            <a:spLocks xmlns:a="http://schemas.openxmlformats.org/drawingml/2006/main" noGrp="1"/>
          </p:cNvSpPr>
          <p:nvPr/>
        </p:nvSpPr>
        <p:spPr>
          <a:xfrm xmlns:a="http://schemas.openxmlformats.org/drawingml/2006/main">
            <a:off x="8439150" y="2647950"/>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89" name=""/>
          <p:cNvCxnSpPr>
            <a:stCxn xmlns:a="http://schemas.openxmlformats.org/drawingml/2006/main" id="36" idx="3"/>
            <a:endCxn xmlns:a="http://schemas.openxmlformats.org/drawingml/2006/main" id="37" idx="1"/>
          </p:cNvCxnSpPr>
          <p:nvPr/>
        </p:nvCxnSpPr>
        <p:spPr>
          <a:xfrm xmlns:a="http://schemas.openxmlformats.org/drawingml/2006/main">
            <a:off x="7258050" y="3219450"/>
            <a:ext cx="523875" cy="0"/>
          </a:xfrm>
          <a:prstGeom xmlns:a="http://schemas.openxmlformats.org/drawingml/2006/main" prst="straightConnector1">
            <a:avLst/>
          </a:prstGeom>
          <a:ln xmlns:a="http://schemas.openxmlformats.org/drawingml/2006/main" w="19050">
            <a:solidFill>
              <a:srgbClr val="178477"/>
            </a:solidFill>
            <a:prstDash val="solid"/>
            <a:tailEnd type="none" w="med" len="med"/>
          </a:ln>
        </p:spPr>
      </p:cxnSp>
      <p:cxnSp>
        <p:nvCxnSpPr>
          <p:cNvPr id="90" name=""/>
          <p:cNvCxnSpPr>
            <a:stCxn xmlns:a="http://schemas.openxmlformats.org/drawingml/2006/main" id="37" idx="0"/>
            <a:endCxn xmlns:a="http://schemas.openxmlformats.org/drawingml/2006/main" id="38" idx="2"/>
          </p:cNvCxnSpPr>
          <p:nvPr/>
        </p:nvCxnSpPr>
        <p:spPr>
          <a:xfrm xmlns:a="http://schemas.openxmlformats.org/drawingml/2006/main" flipV="1">
            <a:off x="7791450" y="2667000"/>
            <a:ext cx="0" cy="542925"/>
          </a:xfrm>
          <a:prstGeom xmlns:a="http://schemas.openxmlformats.org/drawingml/2006/main" prst="straightConnector1">
            <a:avLst/>
          </a:prstGeom>
          <a:ln xmlns:a="http://schemas.openxmlformats.org/drawingml/2006/main" w="19050">
            <a:solidFill>
              <a:srgbClr val="178477"/>
            </a:solidFill>
            <a:prstDash val="solid"/>
            <a:tailEnd type="none" w="med" len="med"/>
          </a:ln>
        </p:spPr>
      </p:cxnSp>
      <p:cxnSp>
        <p:nvCxnSpPr>
          <p:cNvPr id="91" name=""/>
          <p:cNvCxnSpPr>
            <a:stCxn xmlns:a="http://schemas.openxmlformats.org/drawingml/2006/main" id="38" idx="3"/>
            <a:endCxn xmlns:a="http://schemas.openxmlformats.org/drawingml/2006/main" id="39" idx="1"/>
          </p:cNvCxnSpPr>
          <p:nvPr/>
        </p:nvCxnSpPr>
        <p:spPr>
          <a:xfrm xmlns:a="http://schemas.openxmlformats.org/drawingml/2006/main">
            <a:off x="7800975" y="2657475"/>
            <a:ext cx="638175" cy="0"/>
          </a:xfrm>
          <a:prstGeom xmlns:a="http://schemas.openxmlformats.org/drawingml/2006/main" prst="straightConnector1">
            <a:avLst/>
          </a:prstGeom>
          <a:ln xmlns:a="http://schemas.openxmlformats.org/drawingml/2006/main" w="19050">
            <a:solidFill>
              <a:srgbClr val="178477"/>
            </a:solidFill>
            <a:prstDash val="solid"/>
            <a:tailEnd type="triangle" w="med" len="med"/>
          </a:ln>
        </p:spPr>
      </p:cxnSp>
      <p:sp>
        <p:nvSpPr>
          <p:cNvPr id="43" name="anchor-231">
            <a:extLst xmlns:a="http://schemas.openxmlformats.org/drawingml/2006/main">
              <a:ext uri="{FF2B5EF4-FFF2-40B4-BE49-F238E27FC236}">
                <a16:creationId xmlns:a16="http://schemas.microsoft.com/office/drawing/2014/main" id="{B82D9720-3B61-415D-A078-F19DE4E2C39D}"/>
              </a:ext>
            </a:extLst>
          </p:cNvPr>
          <p:cNvSpPr>
            <a:spLocks xmlns:a="http://schemas.openxmlformats.org/drawingml/2006/main" noGrp="1"/>
          </p:cNvSpPr>
          <p:nvPr/>
        </p:nvSpPr>
        <p:spPr>
          <a:xfrm xmlns:a="http://schemas.openxmlformats.org/drawingml/2006/main">
            <a:off x="7781925" y="3209925"/>
            <a:ext cx="19050" cy="19050"/>
          </a:xfrm>
          <a:prstGeom xmlns:a="http://schemas.openxmlformats.org/drawingml/2006/main" prst="rect">
            <a:avLst/>
          </a:prstGeom>
          <a:noFill xmlns:a="http://schemas.openxmlformats.org/drawingml/2006/main"/>
          <a:ln xmlns:a="http://schemas.openxmlformats.org/drawingml/2006/main" w="0">
            <a:noFill/>
          </a:ln>
        </p:spPr>
      </p:sp>
      <p:sp>
        <p:nvSpPr>
          <p:cNvPr id="44" name="anchor-232">
            <a:extLst xmlns:a="http://schemas.openxmlformats.org/drawingml/2006/main">
              <a:ext uri="{FF2B5EF4-FFF2-40B4-BE49-F238E27FC236}">
                <a16:creationId xmlns:a16="http://schemas.microsoft.com/office/drawing/2014/main" id="{7AACCD58-121B-4E98-82C7-9A451BDB2C97}"/>
              </a:ext>
            </a:extLst>
          </p:cNvPr>
          <p:cNvSpPr>
            <a:spLocks xmlns:a="http://schemas.openxmlformats.org/drawingml/2006/main" noGrp="1"/>
          </p:cNvSpPr>
          <p:nvPr/>
        </p:nvSpPr>
        <p:spPr>
          <a:xfrm xmlns:a="http://schemas.openxmlformats.org/drawingml/2006/main">
            <a:off x="7781925" y="4029075"/>
            <a:ext cx="19050" cy="19050"/>
          </a:xfrm>
          <a:prstGeom xmlns:a="http://schemas.openxmlformats.org/drawingml/2006/main" prst="rect">
            <a:avLst/>
          </a:prstGeom>
          <a:noFill xmlns:a="http://schemas.openxmlformats.org/drawingml/2006/main"/>
          <a:ln xmlns:a="http://schemas.openxmlformats.org/drawingml/2006/main" w="0">
            <a:noFill/>
          </a:ln>
        </p:spPr>
      </p:sp>
      <p:sp>
        <p:nvSpPr>
          <p:cNvPr id="45" name="anchor-233">
            <a:extLst xmlns:a="http://schemas.openxmlformats.org/drawingml/2006/main">
              <a:ext uri="{FF2B5EF4-FFF2-40B4-BE49-F238E27FC236}">
                <a16:creationId xmlns:a16="http://schemas.microsoft.com/office/drawing/2014/main" id="{C2007FC6-63BA-48CC-BC0D-C2B2528F6D2D}"/>
              </a:ext>
            </a:extLst>
          </p:cNvPr>
          <p:cNvSpPr>
            <a:spLocks xmlns:a="http://schemas.openxmlformats.org/drawingml/2006/main" noGrp="1"/>
          </p:cNvSpPr>
          <p:nvPr/>
        </p:nvSpPr>
        <p:spPr>
          <a:xfrm xmlns:a="http://schemas.openxmlformats.org/drawingml/2006/main">
            <a:off x="8439150" y="402907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95" name=""/>
          <p:cNvCxnSpPr>
            <a:stCxn xmlns:a="http://schemas.openxmlformats.org/drawingml/2006/main" id="43" idx="2"/>
            <a:endCxn xmlns:a="http://schemas.openxmlformats.org/drawingml/2006/main" id="44" idx="0"/>
          </p:cNvCxnSpPr>
          <p:nvPr/>
        </p:nvCxnSpPr>
        <p:spPr>
          <a:xfrm xmlns:a="http://schemas.openxmlformats.org/drawingml/2006/main">
            <a:off x="7791450" y="3228975"/>
            <a:ext cx="0" cy="800100"/>
          </a:xfrm>
          <a:prstGeom xmlns:a="http://schemas.openxmlformats.org/drawingml/2006/main" prst="straightConnector1">
            <a:avLst/>
          </a:prstGeom>
          <a:ln xmlns:a="http://schemas.openxmlformats.org/drawingml/2006/main" w="19050">
            <a:solidFill>
              <a:srgbClr val="2774AC"/>
            </a:solidFill>
            <a:prstDash val="solid"/>
            <a:tailEnd type="none" w="med" len="med"/>
          </a:ln>
        </p:spPr>
      </p:cxnSp>
      <p:cxnSp>
        <p:nvCxnSpPr>
          <p:cNvPr id="96" name=""/>
          <p:cNvCxnSpPr>
            <a:stCxn xmlns:a="http://schemas.openxmlformats.org/drawingml/2006/main" id="44" idx="3"/>
            <a:endCxn xmlns:a="http://schemas.openxmlformats.org/drawingml/2006/main" id="45" idx="1"/>
          </p:cNvCxnSpPr>
          <p:nvPr/>
        </p:nvCxnSpPr>
        <p:spPr>
          <a:xfrm xmlns:a="http://schemas.openxmlformats.org/drawingml/2006/main">
            <a:off x="7800975" y="4038600"/>
            <a:ext cx="638175" cy="0"/>
          </a:xfrm>
          <a:prstGeom xmlns:a="http://schemas.openxmlformats.org/drawingml/2006/main" prst="straightConnector1">
            <a:avLst/>
          </a:prstGeom>
          <a:ln xmlns:a="http://schemas.openxmlformats.org/drawingml/2006/main" w="19050">
            <a:solidFill>
              <a:srgbClr val="2774AC"/>
            </a:solidFill>
            <a:prstDash val="solid"/>
            <a:tailEnd type="triangle" w="med" len="med"/>
          </a:ln>
        </p:spPr>
      </p:cxnSp>
      <p:sp>
        <p:nvSpPr>
          <p:cNvPr id="48" name="anchor-234">
            <a:extLst xmlns:a="http://schemas.openxmlformats.org/drawingml/2006/main">
              <a:ext uri="{FF2B5EF4-FFF2-40B4-BE49-F238E27FC236}">
                <a16:creationId xmlns:a16="http://schemas.microsoft.com/office/drawing/2014/main" id="{AD463EF3-69D5-40DD-BE01-F8DC1B9F8F2B}"/>
              </a:ext>
            </a:extLst>
          </p:cNvPr>
          <p:cNvSpPr>
            <a:spLocks xmlns:a="http://schemas.openxmlformats.org/drawingml/2006/main" noGrp="1"/>
          </p:cNvSpPr>
          <p:nvPr/>
        </p:nvSpPr>
        <p:spPr>
          <a:xfrm xmlns:a="http://schemas.openxmlformats.org/drawingml/2006/main">
            <a:off x="542925" y="4857750"/>
            <a:ext cx="19050" cy="19050"/>
          </a:xfrm>
          <a:prstGeom xmlns:a="http://schemas.openxmlformats.org/drawingml/2006/main" prst="rect">
            <a:avLst/>
          </a:prstGeom>
          <a:noFill xmlns:a="http://schemas.openxmlformats.org/drawingml/2006/main"/>
          <a:ln xmlns:a="http://schemas.openxmlformats.org/drawingml/2006/main" w="0">
            <a:noFill/>
          </a:ln>
        </p:spPr>
      </p:sp>
      <p:sp>
        <p:nvSpPr>
          <p:cNvPr id="49" name="anchor-235">
            <a:extLst xmlns:a="http://schemas.openxmlformats.org/drawingml/2006/main">
              <a:ext uri="{FF2B5EF4-FFF2-40B4-BE49-F238E27FC236}">
                <a16:creationId xmlns:a16="http://schemas.microsoft.com/office/drawing/2014/main" id="{80EEBA44-1A41-4148-AEA1-E00C8C2B6D03}"/>
              </a:ext>
            </a:extLst>
          </p:cNvPr>
          <p:cNvSpPr>
            <a:spLocks xmlns:a="http://schemas.openxmlformats.org/drawingml/2006/main" noGrp="1"/>
          </p:cNvSpPr>
          <p:nvPr/>
        </p:nvSpPr>
        <p:spPr>
          <a:xfrm xmlns:a="http://schemas.openxmlformats.org/drawingml/2006/main">
            <a:off x="11630025" y="4857750"/>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99" name=""/>
          <p:cNvCxnSpPr>
            <a:stCxn xmlns:a="http://schemas.openxmlformats.org/drawingml/2006/main" id="48" idx="3"/>
            <a:endCxn xmlns:a="http://schemas.openxmlformats.org/drawingml/2006/main" id="49" idx="1"/>
          </p:cNvCxnSpPr>
          <p:nvPr/>
        </p:nvCxnSpPr>
        <p:spPr>
          <a:xfrm xmlns:a="http://schemas.openxmlformats.org/drawingml/2006/main">
            <a:off x="561975" y="4867275"/>
            <a:ext cx="11068050" cy="0"/>
          </a:xfrm>
          <a:prstGeom xmlns:a="http://schemas.openxmlformats.org/drawingml/2006/main" prst="straightConnector1">
            <a:avLst/>
          </a:prstGeom>
          <a:ln xmlns:a="http://schemas.openxmlformats.org/drawingml/2006/main" w="9525">
            <a:solidFill>
              <a:srgbClr val="9BB7CC"/>
            </a:solidFill>
            <a:prstDash val="solid"/>
            <a:tailEnd type="none" w="med" len="med"/>
          </a:ln>
        </p:spPr>
      </p:cxnSp>
      <p:sp>
        <p:nvSpPr>
          <p:cNvPr id="51" name="text-236">
            <a:extLst xmlns:a="http://schemas.openxmlformats.org/drawingml/2006/main">
              <a:ext uri="{FF2B5EF4-FFF2-40B4-BE49-F238E27FC236}">
                <a16:creationId xmlns:a16="http://schemas.microsoft.com/office/drawing/2014/main" id="{8D94D916-4A2B-44FE-8063-8B10F4A5EEDA}"/>
              </a:ext>
            </a:extLst>
          </p:cNvPr>
          <p:cNvSpPr>
            <a:spLocks xmlns:a="http://schemas.openxmlformats.org/drawingml/2006/main" noGrp="1"/>
          </p:cNvSpPr>
          <p:nvPr/>
        </p:nvSpPr>
        <p:spPr>
          <a:xfrm xmlns:a="http://schemas.openxmlformats.org/drawingml/2006/main">
            <a:off x="628650" y="5057775"/>
            <a:ext cx="10839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1875" b="1">
                <a:solidFill>
                  <a:srgbClr val="1C3C5D"/>
                </a:solidFill>
                <a:latin typeface="微软雅黑"/>
                <a:ea typeface="微软雅黑"/>
                <a:cs typeface="微软雅黑"/>
              </a:defRPr>
            </a:pPr>
            <a:r>
              <a:rPr sz="1875" b="1">
                <a:solidFill>
                  <a:srgbClr val="1C3C5D"/>
                </a:solidFill>
                <a:latin typeface="微软雅黑"/>
                <a:ea typeface="微软雅黑"/>
                <a:cs typeface="微软雅黑"/>
              </a:rPr>
              <a:t>示例：收到激活信号，更新为运行中；处于运行中，发出设备执行请求。</a:t>
            </a:r>
          </a:p>
        </p:txBody>
      </p:sp>
      <p:sp>
        <p:nvSpPr>
          <p:cNvPr id="52" name="text-237">
            <a:extLst xmlns:a="http://schemas.openxmlformats.org/drawingml/2006/main">
              <a:ext uri="{FF2B5EF4-FFF2-40B4-BE49-F238E27FC236}">
                <a16:creationId xmlns:a16="http://schemas.microsoft.com/office/drawing/2014/main" id="{2D568ECC-3B5A-4933-8AC9-906C9314D8CC}"/>
              </a:ext>
            </a:extLst>
          </p:cNvPr>
          <p:cNvSpPr>
            <a:spLocks xmlns:a="http://schemas.openxmlformats.org/drawingml/2006/main" noGrp="1"/>
          </p:cNvSpPr>
          <p:nvPr/>
        </p:nvSpPr>
        <p:spPr>
          <a:xfrm xmlns:a="http://schemas.openxmlformats.org/drawingml/2006/main">
            <a:off x="628650" y="5505450"/>
            <a:ext cx="108394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1800" b="0">
                <a:solidFill>
                  <a:srgbClr val="243746"/>
                </a:solidFill>
                <a:latin typeface="微软雅黑"/>
                <a:ea typeface="微软雅黑"/>
                <a:cs typeface="微软雅黑"/>
              </a:defRPr>
            </a:pPr>
            <a:r>
              <a:rPr sz="1800" b="0">
                <a:solidFill>
                  <a:srgbClr val="243746"/>
                </a:solidFill>
                <a:latin typeface="微软雅黑"/>
                <a:ea typeface="微软雅黑"/>
                <a:cs typeface="微软雅黑"/>
              </a:rPr>
              <a:t>条件、动作和目标接口都来自节点模型，由统一执行机制解释。</a:t>
            </a:r>
          </a:p>
        </p:txBody>
      </p:sp>
    </p:spTree>
    <p:extLst>
      <p:ext uri="{BB962C8B-B14F-4D97-AF65-F5344CB8AC3E}">
        <p14:creationId xmlns:p14="http://schemas.microsoft.com/office/powerpoint/2010/main" val="1209064743"/>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AEFB015B-0AC2-4375-B396-EC594F9CE3CA}"/>
              </a:ext>
            </a:extLst>
          </p:cNvPr>
          <p:cNvSpPr>
            <a:spLocks xmlns:a="http://schemas.openxmlformats.org/drawingml/2006/main" noGrp="1"/>
          </p:cNvSpPr>
          <p:nvPr/>
        </p:nvSpPr>
        <p:spPr>
          <a:xfrm xmlns:a="http://schemas.openxmlformats.org/drawingml/2006/main">
            <a:off x="0" y="0"/>
            <a:ext cx="12191695" cy="914400"/>
          </a:xfrm>
          <a:prstGeom xmlns:a="http://schemas.openxmlformats.org/drawingml/2006/main" prst="rect">
            <a:avLst/>
          </a:prstGeom>
          <a:solidFill xmlns:a="http://schemas.openxmlformats.org/drawingml/2006/main">
            <a:srgbClr val="1A3A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5B2D7CB1-0F5E-4F18-89EB-41A3EFD9ABE2}"/>
              </a:ext>
            </a:extLst>
          </p:cNvPr>
          <p:cNvSpPr>
            <a:spLocks xmlns:a="http://schemas.openxmlformats.org/drawingml/2006/main" noGrp="1"/>
          </p:cNvSpPr>
          <p:nvPr/>
        </p:nvSpPr>
        <p:spPr>
          <a:xfrm xmlns:a="http://schemas.openxmlformats.org/drawingml/2006/main">
            <a:off x="552450" y="238125"/>
            <a:ext cx="11087100" cy="571500"/>
          </a:xfrm>
          <a:prstGeom xmlns:a="http://schemas.openxmlformats.org/drawingml/2006/main" prst="rect">
            <a:avLst/>
          </a:prstGeom>
          <a:noFill xmlns:a="http://schemas.openxmlformats.org/drawingml/2006/main"/>
        </p:spPr>
        <p:txBody>
          <a:bodyPr xmlns:a="http://schemas.openxmlformats.org/drawingml/2006/main" wrap="none" lIns="0" tIns="0" rIns="0" bIns="0">
            <a:noAutofit/>
          </a:bodyPr>
          <a:lstStyle xmlns:a="http://schemas.openxmlformats.org/drawingml/2006/main"/>
          <a:p xmlns:a="http://schemas.openxmlformats.org/drawingml/2006/main">
            <a:pPr algn="l">
              <a:buNone/>
              <a:defRPr sz="2850" b="1">
                <a:solidFill>
                  <a:srgbClr val="FFFFFF"/>
                </a:solidFill>
                <a:latin typeface="微软雅黑"/>
                <a:ea typeface="微软雅黑"/>
                <a:cs typeface="微软雅黑"/>
              </a:defRPr>
            </a:pPr>
            <a:r>
              <a:rPr sz="2850" b="1">
                <a:solidFill>
                  <a:srgbClr val="FFFFFF"/>
                </a:solidFill>
                <a:latin typeface="微软雅黑"/>
                <a:ea typeface="微软雅黑"/>
                <a:cs typeface="微软雅黑"/>
              </a:rPr>
              <a:t>9  接口：连接任务逻辑与设备行为</a:t>
            </a:r>
            <a:endParaRPr sz="2600" b="1">
              <a:solidFill>
                <a:srgbClr val="FFFFFF"/>
              </a:solidFill>
              <a:latin typeface="微软雅黑"/>
              <a:ea typeface="微软雅黑"/>
              <a:cs typeface="微软雅黑"/>
            </a:endParaRPr>
          </a:p>
        </p:txBody>
      </p:sp>
      <p:sp>
        <p:nvSpPr>
          <p:cNvPr id="5" name="TextBox 4">
            <a:extLst xmlns:a="http://schemas.openxmlformats.org/drawingml/2006/main">
              <a:ext uri="{FF2B5EF4-FFF2-40B4-BE49-F238E27FC236}">
                <a16:creationId xmlns:a16="http://schemas.microsoft.com/office/drawing/2014/main" id="{6B671BB5-68C1-40CE-8322-D04B2FFCA961}"/>
              </a:ext>
            </a:extLst>
          </p:cNvPr>
          <p:cNvSpPr>
            <a:spLocks xmlns:a="http://schemas.openxmlformats.org/drawingml/2006/main" noGrp="1"/>
          </p:cNvSpPr>
          <p:nvPr/>
        </p:nvSpPr>
        <p:spPr>
          <a:xfrm xmlns:a="http://schemas.openxmlformats.org/drawingml/2006/main">
            <a:off x="457200" y="6446520"/>
            <a:ext cx="91440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0">
                <a:solidFill>
                  <a:srgbClr val="555555"/>
                </a:solidFill>
                <a:latin typeface="微软雅黑"/>
                <a:ea typeface="微软雅黑"/>
                <a:cs typeface="微软雅黑"/>
              </a:rPr>
              <a:t>EUROSIM 2026  ·  面向智慧化学实验室的任务导向可执行建模框架</a:t>
            </a:r>
            <a:endParaRPr sz="1100" b="0">
              <a:solidFill>
                <a:srgbClr val="555555"/>
              </a:solidFill>
              <a:latin typeface="微软雅黑"/>
              <a:ea typeface="微软雅黑"/>
              <a:cs typeface="微软雅黑"/>
            </a:endParaRPr>
          </a:p>
        </p:txBody>
      </p:sp>
      <p:sp>
        <p:nvSpPr>
          <p:cNvPr id="6" name="TextBox 5">
            <a:extLst xmlns:a="http://schemas.openxmlformats.org/drawingml/2006/main">
              <a:ext uri="{FF2B5EF4-FFF2-40B4-BE49-F238E27FC236}">
                <a16:creationId xmlns:a16="http://schemas.microsoft.com/office/drawing/2014/main" id="{67497B97-1CF4-40A7-B28F-62B2D5357BAE}"/>
              </a:ext>
            </a:extLst>
          </p:cNvPr>
          <p:cNvSpPr>
            <a:spLocks xmlns:a="http://schemas.openxmlformats.org/drawingml/2006/main" noGrp="1"/>
          </p:cNvSpPr>
          <p:nvPr/>
        </p:nvSpPr>
        <p:spPr>
          <a:xfrm xmlns:a="http://schemas.openxmlformats.org/drawingml/2006/main">
            <a:off x="10515600" y="6446520"/>
            <a:ext cx="13716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pPr>
            <a:r>
              <a:rPr sz="1100" b="0">
                <a:solidFill>
                  <a:srgbClr val="555555"/>
                </a:solidFill>
                <a:latin typeface="微软雅黑"/>
                <a:ea typeface="微软雅黑"/>
                <a:cs typeface="微软雅黑"/>
              </a:rPr>
              <a:t>9/16</a:t>
            </a:r>
            <a:endParaRPr sz="1100" b="0">
              <a:solidFill>
                <a:srgbClr val="555555"/>
              </a:solidFill>
              <a:latin typeface="微软雅黑"/>
              <a:ea typeface="微软雅黑"/>
              <a:cs typeface="微软雅黑"/>
            </a:endParaRPr>
          </a:p>
        </p:txBody>
      </p:sp>
      <p:sp>
        <p:nvSpPr>
          <p:cNvPr id="7" name="text-238">
            <a:extLst xmlns:a="http://schemas.openxmlformats.org/drawingml/2006/main">
              <a:ext uri="{FF2B5EF4-FFF2-40B4-BE49-F238E27FC236}">
                <a16:creationId xmlns:a16="http://schemas.microsoft.com/office/drawing/2014/main" id="{5EB83461-3473-4367-8DCA-BF5AD7AAE886}"/>
              </a:ext>
            </a:extLst>
          </p:cNvPr>
          <p:cNvSpPr>
            <a:spLocks xmlns:a="http://schemas.openxmlformats.org/drawingml/2006/main" noGrp="1"/>
          </p:cNvSpPr>
          <p:nvPr/>
        </p:nvSpPr>
        <p:spPr>
          <a:xfrm xmlns:a="http://schemas.openxmlformats.org/drawingml/2006/main">
            <a:off x="552450" y="1123950"/>
            <a:ext cx="110871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1875" b="0">
                <a:solidFill>
                  <a:srgbClr val="5B6B78"/>
                </a:solidFill>
                <a:latin typeface="微软雅黑"/>
                <a:ea typeface="微软雅黑"/>
                <a:cs typeface="微软雅黑"/>
              </a:defRPr>
            </a:pPr>
            <a:r>
              <a:rPr sz="1875" b="0">
                <a:solidFill>
                  <a:srgbClr val="5B6B78"/>
                </a:solidFill>
                <a:latin typeface="微软雅黑"/>
                <a:ea typeface="微软雅黑"/>
                <a:cs typeface="微软雅黑"/>
              </a:rPr>
              <a:t>接口传递控制信号，端口传递实验数据</a:t>
            </a:r>
          </a:p>
        </p:txBody>
      </p:sp>
      <p:sp>
        <p:nvSpPr>
          <p:cNvPr id="8" name="diagram-239">
            <a:extLst xmlns:a="http://schemas.openxmlformats.org/drawingml/2006/main">
              <a:ext uri="{FF2B5EF4-FFF2-40B4-BE49-F238E27FC236}">
                <a16:creationId xmlns:a16="http://schemas.microsoft.com/office/drawing/2014/main" id="{5B9FCB82-70AD-4834-9149-2DD0A01D2558}"/>
              </a:ext>
            </a:extLst>
          </p:cNvPr>
          <p:cNvSpPr>
            <a:spLocks xmlns:a="http://schemas.openxmlformats.org/drawingml/2006/main" noGrp="1"/>
          </p:cNvSpPr>
          <p:nvPr/>
        </p:nvSpPr>
        <p:spPr>
          <a:xfrm xmlns:a="http://schemas.openxmlformats.org/drawingml/2006/main">
            <a:off x="666750" y="2114550"/>
            <a:ext cx="2409825" cy="1095375"/>
          </a:xfrm>
          <a:prstGeom xmlns:a="http://schemas.openxmlformats.org/drawingml/2006/main" prst="roundRect">
            <a:avLst>
              <a:gd name="adj" fmla="val 6957"/>
            </a:avLst>
          </a:prstGeom>
          <a:solidFill xmlns:a="http://schemas.openxmlformats.org/drawingml/2006/main">
            <a:srgbClr val="EAF2F8"/>
          </a:solidFill>
          <a:ln xmlns:a="http://schemas.openxmlformats.org/drawingml/2006/main" w="13335">
            <a:solidFill>
              <a:srgbClr val="9BB7CC"/>
            </a:solidFill>
          </a:ln>
        </p:spPr>
        <p:txBody>
          <a:bodyPr xmlns:a="http://schemas.openxmlformats.org/drawingml/2006/main" wrap="square" lIns="76200" tIns="76200" rIns="76200" bIns="76200" anchor="ctr">
            <a:noAutofit/>
          </a:bodyPr>
          <a:lstStyle xmlns:a="http://schemas.openxmlformats.org/drawingml/2006/main"/>
          <a:p xmlns:a="http://schemas.openxmlformats.org/drawingml/2006/main">
            <a:pPr algn="ctr">
              <a:lnSpc>
                <a:spcPct val="108000"/>
              </a:lnSpc>
              <a:spcAft>
                <a:spcPts val="700"/>
              </a:spcAft>
              <a:buNone/>
              <a:defRPr sz="1875" b="1">
                <a:solidFill>
                  <a:srgbClr val="1C3C5D"/>
                </a:solidFill>
                <a:latin typeface="微软雅黑"/>
                <a:ea typeface="微软雅黑"/>
                <a:cs typeface="微软雅黑"/>
              </a:defRPr>
            </a:pPr>
            <a:r>
              <a:rPr sz="1875" b="1">
                <a:solidFill>
                  <a:srgbClr val="1C3C5D"/>
                </a:solidFill>
                <a:latin typeface="微软雅黑"/>
                <a:ea typeface="微软雅黑"/>
                <a:cs typeface="微软雅黑"/>
              </a:rPr>
              <a:t>前序节点</a:t>
            </a:r>
          </a:p>
          <a:p xmlns:a="http://schemas.openxmlformats.org/drawingml/2006/main">
            <a:pPr algn="ctr">
              <a:lnSpc>
                <a:spcPct val="108000"/>
              </a:lnSpc>
              <a:spcAft>
                <a:spcPts val="700"/>
              </a:spcAft>
              <a:buNone/>
              <a:defRPr sz="1875" b="1">
                <a:solidFill>
                  <a:srgbClr val="1C3C5D"/>
                </a:solidFill>
                <a:latin typeface="微软雅黑"/>
                <a:ea typeface="微软雅黑"/>
                <a:cs typeface="微软雅黑"/>
              </a:defRPr>
            </a:pPr>
            <a:r>
              <a:rPr sz="1875" b="1">
                <a:solidFill>
                  <a:srgbClr val="1C3C5D"/>
                </a:solidFill>
                <a:latin typeface="微软雅黑"/>
                <a:ea typeface="微软雅黑"/>
                <a:cs typeface="微软雅黑"/>
              </a:rPr>
              <a:t>完成任务准备</a:t>
            </a:r>
          </a:p>
        </p:txBody>
      </p:sp>
      <p:sp>
        <p:nvSpPr>
          <p:cNvPr id="9" name="diagram-240">
            <a:extLst xmlns:a="http://schemas.openxmlformats.org/drawingml/2006/main">
              <a:ext uri="{FF2B5EF4-FFF2-40B4-BE49-F238E27FC236}">
                <a16:creationId xmlns:a16="http://schemas.microsoft.com/office/drawing/2014/main" id="{4419F9DD-C1AD-418D-9F86-2C931A540476}"/>
              </a:ext>
            </a:extLst>
          </p:cNvPr>
          <p:cNvSpPr>
            <a:spLocks xmlns:a="http://schemas.openxmlformats.org/drawingml/2006/main" noGrp="1"/>
          </p:cNvSpPr>
          <p:nvPr/>
        </p:nvSpPr>
        <p:spPr>
          <a:xfrm xmlns:a="http://schemas.openxmlformats.org/drawingml/2006/main">
            <a:off x="4895850" y="2114550"/>
            <a:ext cx="2409825" cy="1095375"/>
          </a:xfrm>
          <a:prstGeom xmlns:a="http://schemas.openxmlformats.org/drawingml/2006/main" prst="roundRect">
            <a:avLst>
              <a:gd name="adj" fmla="val 6957"/>
            </a:avLst>
          </a:prstGeom>
          <a:solidFill xmlns:a="http://schemas.openxmlformats.org/drawingml/2006/main">
            <a:srgbClr val="EAF2F8"/>
          </a:solidFill>
          <a:ln xmlns:a="http://schemas.openxmlformats.org/drawingml/2006/main" w="13335">
            <a:solidFill>
              <a:srgbClr val="9BB7CC"/>
            </a:solidFill>
          </a:ln>
        </p:spPr>
        <p:txBody>
          <a:bodyPr xmlns:a="http://schemas.openxmlformats.org/drawingml/2006/main" wrap="square" lIns="76200" tIns="76200" rIns="76200" bIns="76200" anchor="ctr">
            <a:noAutofit/>
          </a:bodyPr>
          <a:lstStyle xmlns:a="http://schemas.openxmlformats.org/drawingml/2006/main"/>
          <a:p xmlns:a="http://schemas.openxmlformats.org/drawingml/2006/main">
            <a:pPr algn="ctr">
              <a:lnSpc>
                <a:spcPct val="108000"/>
              </a:lnSpc>
              <a:spcAft>
                <a:spcPts val="700"/>
              </a:spcAft>
              <a:buNone/>
              <a:defRPr sz="1875" b="1">
                <a:solidFill>
                  <a:srgbClr val="1C3C5D"/>
                </a:solidFill>
                <a:latin typeface="微软雅黑"/>
                <a:ea typeface="微软雅黑"/>
                <a:cs typeface="微软雅黑"/>
              </a:defRPr>
            </a:pPr>
            <a:r>
              <a:rPr sz="1875" b="1">
                <a:solidFill>
                  <a:srgbClr val="1C3C5D"/>
                </a:solidFill>
                <a:latin typeface="微软雅黑"/>
                <a:ea typeface="微软雅黑"/>
                <a:cs typeface="微软雅黑"/>
              </a:rPr>
              <a:t>设备能力节点</a:t>
            </a:r>
          </a:p>
          <a:p xmlns:a="http://schemas.openxmlformats.org/drawingml/2006/main">
            <a:pPr algn="ctr">
              <a:lnSpc>
                <a:spcPct val="108000"/>
              </a:lnSpc>
              <a:spcAft>
                <a:spcPts val="700"/>
              </a:spcAft>
              <a:buNone/>
              <a:defRPr sz="1875" b="1">
                <a:solidFill>
                  <a:srgbClr val="1C3C5D"/>
                </a:solidFill>
                <a:latin typeface="微软雅黑"/>
                <a:ea typeface="微软雅黑"/>
                <a:cs typeface="微软雅黑"/>
              </a:defRPr>
            </a:pPr>
            <a:r>
              <a:rPr sz="1875" b="1">
                <a:solidFill>
                  <a:srgbClr val="1C3C5D"/>
                </a:solidFill>
                <a:latin typeface="微软雅黑"/>
                <a:ea typeface="微软雅黑"/>
                <a:cs typeface="微软雅黑"/>
              </a:rPr>
              <a:t>调用反应釜加热</a:t>
            </a:r>
          </a:p>
        </p:txBody>
      </p:sp>
      <p:sp>
        <p:nvSpPr>
          <p:cNvPr id="10" name="diagram-241">
            <a:extLst xmlns:a="http://schemas.openxmlformats.org/drawingml/2006/main">
              <a:ext uri="{FF2B5EF4-FFF2-40B4-BE49-F238E27FC236}">
                <a16:creationId xmlns:a16="http://schemas.microsoft.com/office/drawing/2014/main" id="{74F26584-C82A-459B-A82D-A74A549083E0}"/>
              </a:ext>
            </a:extLst>
          </p:cNvPr>
          <p:cNvSpPr>
            <a:spLocks xmlns:a="http://schemas.openxmlformats.org/drawingml/2006/main" noGrp="1"/>
          </p:cNvSpPr>
          <p:nvPr/>
        </p:nvSpPr>
        <p:spPr>
          <a:xfrm xmlns:a="http://schemas.openxmlformats.org/drawingml/2006/main">
            <a:off x="9124950" y="2114550"/>
            <a:ext cx="2409825" cy="1095375"/>
          </a:xfrm>
          <a:prstGeom xmlns:a="http://schemas.openxmlformats.org/drawingml/2006/main" prst="roundRect">
            <a:avLst>
              <a:gd name="adj" fmla="val 6957"/>
            </a:avLst>
          </a:prstGeom>
          <a:solidFill xmlns:a="http://schemas.openxmlformats.org/drawingml/2006/main">
            <a:srgbClr val="EAF2F8"/>
          </a:solidFill>
          <a:ln xmlns:a="http://schemas.openxmlformats.org/drawingml/2006/main" w="13335">
            <a:solidFill>
              <a:srgbClr val="9BB7CC"/>
            </a:solidFill>
          </a:ln>
        </p:spPr>
        <p:txBody>
          <a:bodyPr xmlns:a="http://schemas.openxmlformats.org/drawingml/2006/main" wrap="square" lIns="76200" tIns="76200" rIns="76200" bIns="76200" anchor="ctr">
            <a:noAutofit/>
          </a:bodyPr>
          <a:lstStyle xmlns:a="http://schemas.openxmlformats.org/drawingml/2006/main"/>
          <a:p xmlns:a="http://schemas.openxmlformats.org/drawingml/2006/main">
            <a:pPr algn="ctr">
              <a:lnSpc>
                <a:spcPct val="108000"/>
              </a:lnSpc>
              <a:spcAft>
                <a:spcPts val="700"/>
              </a:spcAft>
              <a:buNone/>
              <a:defRPr sz="1875" b="1">
                <a:solidFill>
                  <a:srgbClr val="1C3C5D"/>
                </a:solidFill>
                <a:latin typeface="微软雅黑"/>
                <a:ea typeface="微软雅黑"/>
                <a:cs typeface="微软雅黑"/>
              </a:defRPr>
            </a:pPr>
            <a:r>
              <a:rPr sz="1875" b="1">
                <a:solidFill>
                  <a:srgbClr val="1C3C5D"/>
                </a:solidFill>
                <a:latin typeface="微软雅黑"/>
                <a:ea typeface="微软雅黑"/>
                <a:cs typeface="微软雅黑"/>
              </a:rPr>
              <a:t>后续节点</a:t>
            </a:r>
          </a:p>
          <a:p xmlns:a="http://schemas.openxmlformats.org/drawingml/2006/main">
            <a:pPr algn="ctr">
              <a:lnSpc>
                <a:spcPct val="108000"/>
              </a:lnSpc>
              <a:spcAft>
                <a:spcPts val="700"/>
              </a:spcAft>
              <a:buNone/>
              <a:defRPr sz="1875" b="1">
                <a:solidFill>
                  <a:srgbClr val="1C3C5D"/>
                </a:solidFill>
                <a:latin typeface="微软雅黑"/>
                <a:ea typeface="微软雅黑"/>
                <a:cs typeface="微软雅黑"/>
              </a:defRPr>
            </a:pPr>
            <a:r>
              <a:rPr sz="1875" b="1">
                <a:solidFill>
                  <a:srgbClr val="1C3C5D"/>
                </a:solidFill>
                <a:latin typeface="微软雅黑"/>
                <a:ea typeface="微软雅黑"/>
                <a:cs typeface="微软雅黑"/>
              </a:rPr>
              <a:t>接续实验步骤</a:t>
            </a:r>
          </a:p>
        </p:txBody>
      </p:sp>
      <p:sp>
        <p:nvSpPr>
          <p:cNvPr id="11" name="anchor-242">
            <a:extLst xmlns:a="http://schemas.openxmlformats.org/drawingml/2006/main">
              <a:ext uri="{FF2B5EF4-FFF2-40B4-BE49-F238E27FC236}">
                <a16:creationId xmlns:a16="http://schemas.microsoft.com/office/drawing/2014/main" id="{E8EA549A-208D-4667-AC14-4C3C84CDB64E}"/>
              </a:ext>
            </a:extLst>
          </p:cNvPr>
          <p:cNvSpPr>
            <a:spLocks xmlns:a="http://schemas.openxmlformats.org/drawingml/2006/main" noGrp="1"/>
          </p:cNvSpPr>
          <p:nvPr/>
        </p:nvSpPr>
        <p:spPr>
          <a:xfrm xmlns:a="http://schemas.openxmlformats.org/drawingml/2006/main">
            <a:off x="3067050" y="2428875"/>
            <a:ext cx="19050" cy="19050"/>
          </a:xfrm>
          <a:prstGeom xmlns:a="http://schemas.openxmlformats.org/drawingml/2006/main" prst="rect">
            <a:avLst/>
          </a:prstGeom>
          <a:noFill xmlns:a="http://schemas.openxmlformats.org/drawingml/2006/main"/>
          <a:ln xmlns:a="http://schemas.openxmlformats.org/drawingml/2006/main" w="0">
            <a:noFill/>
          </a:ln>
        </p:spPr>
      </p:sp>
      <p:sp>
        <p:nvSpPr>
          <p:cNvPr id="12" name="anchor-243">
            <a:extLst xmlns:a="http://schemas.openxmlformats.org/drawingml/2006/main">
              <a:ext uri="{FF2B5EF4-FFF2-40B4-BE49-F238E27FC236}">
                <a16:creationId xmlns:a16="http://schemas.microsoft.com/office/drawing/2014/main" id="{6B4B5E53-B8A4-4445-BDB0-4114A8C3C739}"/>
              </a:ext>
            </a:extLst>
          </p:cNvPr>
          <p:cNvSpPr>
            <a:spLocks xmlns:a="http://schemas.openxmlformats.org/drawingml/2006/main" noGrp="1"/>
          </p:cNvSpPr>
          <p:nvPr/>
        </p:nvSpPr>
        <p:spPr>
          <a:xfrm xmlns:a="http://schemas.openxmlformats.org/drawingml/2006/main">
            <a:off x="4886325" y="242887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60" name=""/>
          <p:cNvCxnSpPr>
            <a:stCxn xmlns:a="http://schemas.openxmlformats.org/drawingml/2006/main" id="11" idx="3"/>
            <a:endCxn xmlns:a="http://schemas.openxmlformats.org/drawingml/2006/main" id="12" idx="1"/>
          </p:cNvCxnSpPr>
          <p:nvPr/>
        </p:nvCxnSpPr>
        <p:spPr>
          <a:xfrm xmlns:a="http://schemas.openxmlformats.org/drawingml/2006/main">
            <a:off x="3086100" y="2438400"/>
            <a:ext cx="1800225" cy="0"/>
          </a:xfrm>
          <a:prstGeom xmlns:a="http://schemas.openxmlformats.org/drawingml/2006/main" prst="straightConnector1">
            <a:avLst/>
          </a:prstGeom>
          <a:ln xmlns:a="http://schemas.openxmlformats.org/drawingml/2006/main" w="19050">
            <a:solidFill>
              <a:srgbClr val="2774AC"/>
            </a:solidFill>
            <a:prstDash val="solid"/>
            <a:tailEnd type="triangle" w="med" len="med"/>
          </a:ln>
        </p:spPr>
      </p:cxnSp>
      <p:sp>
        <p:nvSpPr>
          <p:cNvPr id="14" name="text-244">
            <a:extLst xmlns:a="http://schemas.openxmlformats.org/drawingml/2006/main">
              <a:ext uri="{FF2B5EF4-FFF2-40B4-BE49-F238E27FC236}">
                <a16:creationId xmlns:a16="http://schemas.microsoft.com/office/drawing/2014/main" id="{FA7E19AF-B7E9-44AB-AF05-E8D0CB6D07E0}"/>
              </a:ext>
            </a:extLst>
          </p:cNvPr>
          <p:cNvSpPr>
            <a:spLocks xmlns:a="http://schemas.openxmlformats.org/drawingml/2006/main" noGrp="1"/>
          </p:cNvSpPr>
          <p:nvPr/>
        </p:nvSpPr>
        <p:spPr>
          <a:xfrm xmlns:a="http://schemas.openxmlformats.org/drawingml/2006/main">
            <a:off x="3152775" y="2038350"/>
            <a:ext cx="1666875" cy="27622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2000"/>
              </a:lnSpc>
              <a:spcBef>
                <a:spcPts val="0"/>
              </a:spcBef>
              <a:spcAft>
                <a:spcPts val="0"/>
              </a:spcAft>
              <a:buNone/>
              <a:defRPr sz="1425" b="0">
                <a:solidFill>
                  <a:srgbClr val="2774AC"/>
                </a:solidFill>
                <a:latin typeface="微软雅黑"/>
                <a:ea typeface="微软雅黑"/>
                <a:cs typeface="微软雅黑"/>
              </a:defRPr>
            </a:pPr>
            <a:r>
              <a:rPr sz="1425" b="0">
                <a:solidFill>
                  <a:srgbClr val="2774AC"/>
                </a:solidFill>
                <a:latin typeface="微软雅黑"/>
                <a:ea typeface="微软雅黑"/>
                <a:cs typeface="微软雅黑"/>
              </a:rPr>
              <a:t>控制信号 ACTIVE</a:t>
            </a:r>
          </a:p>
        </p:txBody>
      </p:sp>
      <p:sp>
        <p:nvSpPr>
          <p:cNvPr id="15" name="anchor-245">
            <a:extLst xmlns:a="http://schemas.openxmlformats.org/drawingml/2006/main">
              <a:ext uri="{FF2B5EF4-FFF2-40B4-BE49-F238E27FC236}">
                <a16:creationId xmlns:a16="http://schemas.microsoft.com/office/drawing/2014/main" id="{411D2B4A-7A07-4EF8-87D8-63C3EB1C00F3}"/>
              </a:ext>
            </a:extLst>
          </p:cNvPr>
          <p:cNvSpPr>
            <a:spLocks xmlns:a="http://schemas.openxmlformats.org/drawingml/2006/main" noGrp="1"/>
          </p:cNvSpPr>
          <p:nvPr/>
        </p:nvSpPr>
        <p:spPr>
          <a:xfrm xmlns:a="http://schemas.openxmlformats.org/drawingml/2006/main">
            <a:off x="3067050" y="3000375"/>
            <a:ext cx="19050" cy="19050"/>
          </a:xfrm>
          <a:prstGeom xmlns:a="http://schemas.openxmlformats.org/drawingml/2006/main" prst="rect">
            <a:avLst/>
          </a:prstGeom>
          <a:noFill xmlns:a="http://schemas.openxmlformats.org/drawingml/2006/main"/>
          <a:ln xmlns:a="http://schemas.openxmlformats.org/drawingml/2006/main" w="0">
            <a:noFill/>
          </a:ln>
        </p:spPr>
      </p:sp>
      <p:sp>
        <p:nvSpPr>
          <p:cNvPr id="16" name="anchor-246">
            <a:extLst xmlns:a="http://schemas.openxmlformats.org/drawingml/2006/main">
              <a:ext uri="{FF2B5EF4-FFF2-40B4-BE49-F238E27FC236}">
                <a16:creationId xmlns:a16="http://schemas.microsoft.com/office/drawing/2014/main" id="{C271B559-F905-4D0E-82A4-8C665EE58087}"/>
              </a:ext>
            </a:extLst>
          </p:cNvPr>
          <p:cNvSpPr>
            <a:spLocks xmlns:a="http://schemas.openxmlformats.org/drawingml/2006/main" noGrp="1"/>
          </p:cNvSpPr>
          <p:nvPr/>
        </p:nvSpPr>
        <p:spPr>
          <a:xfrm xmlns:a="http://schemas.openxmlformats.org/drawingml/2006/main">
            <a:off x="4886325" y="300037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64" name=""/>
          <p:cNvCxnSpPr>
            <a:stCxn xmlns:a="http://schemas.openxmlformats.org/drawingml/2006/main" id="15" idx="3"/>
            <a:endCxn xmlns:a="http://schemas.openxmlformats.org/drawingml/2006/main" id="16" idx="1"/>
          </p:cNvCxnSpPr>
          <p:nvPr/>
        </p:nvCxnSpPr>
        <p:spPr>
          <a:xfrm xmlns:a="http://schemas.openxmlformats.org/drawingml/2006/main">
            <a:off x="3086100" y="3009900"/>
            <a:ext cx="1800225" cy="0"/>
          </a:xfrm>
          <a:prstGeom xmlns:a="http://schemas.openxmlformats.org/drawingml/2006/main" prst="straightConnector1">
            <a:avLst/>
          </a:prstGeom>
          <a:ln xmlns:a="http://schemas.openxmlformats.org/drawingml/2006/main" w="19050">
            <a:solidFill>
              <a:srgbClr val="178477"/>
            </a:solidFill>
            <a:prstDash val="dash"/>
            <a:tailEnd type="triangle" w="med" len="med"/>
          </a:ln>
        </p:spPr>
      </p:cxnSp>
      <p:sp>
        <p:nvSpPr>
          <p:cNvPr id="18" name="text-247">
            <a:extLst xmlns:a="http://schemas.openxmlformats.org/drawingml/2006/main">
              <a:ext uri="{FF2B5EF4-FFF2-40B4-BE49-F238E27FC236}">
                <a16:creationId xmlns:a16="http://schemas.microsoft.com/office/drawing/2014/main" id="{737A0FCD-255B-4A1A-B948-927CE9C973CF}"/>
              </a:ext>
            </a:extLst>
          </p:cNvPr>
          <p:cNvSpPr>
            <a:spLocks xmlns:a="http://schemas.openxmlformats.org/drawingml/2006/main" noGrp="1"/>
          </p:cNvSpPr>
          <p:nvPr/>
        </p:nvSpPr>
        <p:spPr>
          <a:xfrm xmlns:a="http://schemas.openxmlformats.org/drawingml/2006/main">
            <a:off x="3152775" y="2647950"/>
            <a:ext cx="1666875" cy="27622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2000"/>
              </a:lnSpc>
              <a:spcBef>
                <a:spcPts val="0"/>
              </a:spcBef>
              <a:spcAft>
                <a:spcPts val="0"/>
              </a:spcAft>
              <a:buNone/>
              <a:defRPr sz="1425" b="0">
                <a:solidFill>
                  <a:srgbClr val="178477"/>
                </a:solidFill>
                <a:latin typeface="微软雅黑"/>
                <a:ea typeface="微软雅黑"/>
                <a:cs typeface="微软雅黑"/>
              </a:defRPr>
            </a:pPr>
            <a:r>
              <a:rPr sz="1425" b="0">
                <a:solidFill>
                  <a:srgbClr val="178477"/>
                </a:solidFill>
                <a:latin typeface="微软雅黑"/>
                <a:ea typeface="微软雅黑"/>
                <a:cs typeface="微软雅黑"/>
              </a:rPr>
              <a:t>端口数据</a:t>
            </a:r>
          </a:p>
        </p:txBody>
      </p:sp>
      <p:sp>
        <p:nvSpPr>
          <p:cNvPr id="19" name="anchor-248">
            <a:extLst xmlns:a="http://schemas.openxmlformats.org/drawingml/2006/main">
              <a:ext uri="{FF2B5EF4-FFF2-40B4-BE49-F238E27FC236}">
                <a16:creationId xmlns:a16="http://schemas.microsoft.com/office/drawing/2014/main" id="{C2401E2B-E5EC-4BB9-A196-A589F6893DD6}"/>
              </a:ext>
            </a:extLst>
          </p:cNvPr>
          <p:cNvSpPr>
            <a:spLocks xmlns:a="http://schemas.openxmlformats.org/drawingml/2006/main" noGrp="1"/>
          </p:cNvSpPr>
          <p:nvPr/>
        </p:nvSpPr>
        <p:spPr>
          <a:xfrm xmlns:a="http://schemas.openxmlformats.org/drawingml/2006/main">
            <a:off x="7296150" y="2428875"/>
            <a:ext cx="19050" cy="19050"/>
          </a:xfrm>
          <a:prstGeom xmlns:a="http://schemas.openxmlformats.org/drawingml/2006/main" prst="rect">
            <a:avLst/>
          </a:prstGeom>
          <a:noFill xmlns:a="http://schemas.openxmlformats.org/drawingml/2006/main"/>
          <a:ln xmlns:a="http://schemas.openxmlformats.org/drawingml/2006/main" w="0">
            <a:noFill/>
          </a:ln>
        </p:spPr>
      </p:sp>
      <p:sp>
        <p:nvSpPr>
          <p:cNvPr id="20" name="anchor-249">
            <a:extLst xmlns:a="http://schemas.openxmlformats.org/drawingml/2006/main">
              <a:ext uri="{FF2B5EF4-FFF2-40B4-BE49-F238E27FC236}">
                <a16:creationId xmlns:a16="http://schemas.microsoft.com/office/drawing/2014/main" id="{166A799D-2DCF-4A22-B041-952F4FC8472F}"/>
              </a:ext>
            </a:extLst>
          </p:cNvPr>
          <p:cNvSpPr>
            <a:spLocks xmlns:a="http://schemas.openxmlformats.org/drawingml/2006/main" noGrp="1"/>
          </p:cNvSpPr>
          <p:nvPr/>
        </p:nvSpPr>
        <p:spPr>
          <a:xfrm xmlns:a="http://schemas.openxmlformats.org/drawingml/2006/main">
            <a:off x="9115425" y="242887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68" name=""/>
          <p:cNvCxnSpPr>
            <a:stCxn xmlns:a="http://schemas.openxmlformats.org/drawingml/2006/main" id="19" idx="3"/>
            <a:endCxn xmlns:a="http://schemas.openxmlformats.org/drawingml/2006/main" id="20" idx="1"/>
          </p:cNvCxnSpPr>
          <p:nvPr/>
        </p:nvCxnSpPr>
        <p:spPr>
          <a:xfrm xmlns:a="http://schemas.openxmlformats.org/drawingml/2006/main">
            <a:off x="7315200" y="2438400"/>
            <a:ext cx="1800225" cy="0"/>
          </a:xfrm>
          <a:prstGeom xmlns:a="http://schemas.openxmlformats.org/drawingml/2006/main" prst="straightConnector1">
            <a:avLst/>
          </a:prstGeom>
          <a:ln xmlns:a="http://schemas.openxmlformats.org/drawingml/2006/main" w="19050">
            <a:solidFill>
              <a:srgbClr val="2774AC"/>
            </a:solidFill>
            <a:prstDash val="solid"/>
            <a:tailEnd type="triangle" w="med" len="med"/>
          </a:ln>
        </p:spPr>
      </p:cxnSp>
      <p:sp>
        <p:nvSpPr>
          <p:cNvPr id="22" name="text-250">
            <a:extLst xmlns:a="http://schemas.openxmlformats.org/drawingml/2006/main">
              <a:ext uri="{FF2B5EF4-FFF2-40B4-BE49-F238E27FC236}">
                <a16:creationId xmlns:a16="http://schemas.microsoft.com/office/drawing/2014/main" id="{5510B10C-222A-4479-AA70-FD72B9520326}"/>
              </a:ext>
            </a:extLst>
          </p:cNvPr>
          <p:cNvSpPr>
            <a:spLocks xmlns:a="http://schemas.openxmlformats.org/drawingml/2006/main" noGrp="1"/>
          </p:cNvSpPr>
          <p:nvPr/>
        </p:nvSpPr>
        <p:spPr>
          <a:xfrm xmlns:a="http://schemas.openxmlformats.org/drawingml/2006/main">
            <a:off x="7381875" y="2038350"/>
            <a:ext cx="1666875" cy="27622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2000"/>
              </a:lnSpc>
              <a:spcBef>
                <a:spcPts val="0"/>
              </a:spcBef>
              <a:spcAft>
                <a:spcPts val="0"/>
              </a:spcAft>
              <a:buNone/>
              <a:defRPr sz="1425" b="0">
                <a:solidFill>
                  <a:srgbClr val="2774AC"/>
                </a:solidFill>
                <a:latin typeface="微软雅黑"/>
                <a:ea typeface="微软雅黑"/>
                <a:cs typeface="微软雅黑"/>
              </a:defRPr>
            </a:pPr>
            <a:r>
              <a:rPr sz="1425" b="0">
                <a:solidFill>
                  <a:srgbClr val="2774AC"/>
                </a:solidFill>
                <a:latin typeface="微软雅黑"/>
                <a:ea typeface="微软雅黑"/>
                <a:cs typeface="微软雅黑"/>
              </a:rPr>
              <a:t>控制信号 ACTIVE</a:t>
            </a:r>
          </a:p>
        </p:txBody>
      </p:sp>
      <p:sp>
        <p:nvSpPr>
          <p:cNvPr id="23" name="anchor-251">
            <a:extLst xmlns:a="http://schemas.openxmlformats.org/drawingml/2006/main">
              <a:ext uri="{FF2B5EF4-FFF2-40B4-BE49-F238E27FC236}">
                <a16:creationId xmlns:a16="http://schemas.microsoft.com/office/drawing/2014/main" id="{72046FD4-FAEF-46CB-9F58-DFCEF4BFA77A}"/>
              </a:ext>
            </a:extLst>
          </p:cNvPr>
          <p:cNvSpPr>
            <a:spLocks xmlns:a="http://schemas.openxmlformats.org/drawingml/2006/main" noGrp="1"/>
          </p:cNvSpPr>
          <p:nvPr/>
        </p:nvSpPr>
        <p:spPr>
          <a:xfrm xmlns:a="http://schemas.openxmlformats.org/drawingml/2006/main">
            <a:off x="7296150" y="3000375"/>
            <a:ext cx="19050" cy="19050"/>
          </a:xfrm>
          <a:prstGeom xmlns:a="http://schemas.openxmlformats.org/drawingml/2006/main" prst="rect">
            <a:avLst/>
          </a:prstGeom>
          <a:noFill xmlns:a="http://schemas.openxmlformats.org/drawingml/2006/main"/>
          <a:ln xmlns:a="http://schemas.openxmlformats.org/drawingml/2006/main" w="0">
            <a:noFill/>
          </a:ln>
        </p:spPr>
      </p:sp>
      <p:sp>
        <p:nvSpPr>
          <p:cNvPr id="24" name="anchor-252">
            <a:extLst xmlns:a="http://schemas.openxmlformats.org/drawingml/2006/main">
              <a:ext uri="{FF2B5EF4-FFF2-40B4-BE49-F238E27FC236}">
                <a16:creationId xmlns:a16="http://schemas.microsoft.com/office/drawing/2014/main" id="{41B32300-3F1C-4775-94B1-3585569C9F3E}"/>
              </a:ext>
            </a:extLst>
          </p:cNvPr>
          <p:cNvSpPr>
            <a:spLocks xmlns:a="http://schemas.openxmlformats.org/drawingml/2006/main" noGrp="1"/>
          </p:cNvSpPr>
          <p:nvPr/>
        </p:nvSpPr>
        <p:spPr>
          <a:xfrm xmlns:a="http://schemas.openxmlformats.org/drawingml/2006/main">
            <a:off x="9115425" y="300037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72" name=""/>
          <p:cNvCxnSpPr>
            <a:stCxn xmlns:a="http://schemas.openxmlformats.org/drawingml/2006/main" id="23" idx="3"/>
            <a:endCxn xmlns:a="http://schemas.openxmlformats.org/drawingml/2006/main" id="24" idx="1"/>
          </p:cNvCxnSpPr>
          <p:nvPr/>
        </p:nvCxnSpPr>
        <p:spPr>
          <a:xfrm xmlns:a="http://schemas.openxmlformats.org/drawingml/2006/main">
            <a:off x="7315200" y="3009900"/>
            <a:ext cx="1800225" cy="0"/>
          </a:xfrm>
          <a:prstGeom xmlns:a="http://schemas.openxmlformats.org/drawingml/2006/main" prst="straightConnector1">
            <a:avLst/>
          </a:prstGeom>
          <a:ln xmlns:a="http://schemas.openxmlformats.org/drawingml/2006/main" w="19050">
            <a:solidFill>
              <a:srgbClr val="178477"/>
            </a:solidFill>
            <a:prstDash val="dash"/>
            <a:tailEnd type="triangle" w="med" len="med"/>
          </a:ln>
        </p:spPr>
      </p:cxnSp>
      <p:sp>
        <p:nvSpPr>
          <p:cNvPr id="26" name="text-253">
            <a:extLst xmlns:a="http://schemas.openxmlformats.org/drawingml/2006/main">
              <a:ext uri="{FF2B5EF4-FFF2-40B4-BE49-F238E27FC236}">
                <a16:creationId xmlns:a16="http://schemas.microsoft.com/office/drawing/2014/main" id="{1D36CD45-FD17-4735-A684-510CDA239A34}"/>
              </a:ext>
            </a:extLst>
          </p:cNvPr>
          <p:cNvSpPr>
            <a:spLocks xmlns:a="http://schemas.openxmlformats.org/drawingml/2006/main" noGrp="1"/>
          </p:cNvSpPr>
          <p:nvPr/>
        </p:nvSpPr>
        <p:spPr>
          <a:xfrm xmlns:a="http://schemas.openxmlformats.org/drawingml/2006/main">
            <a:off x="7381875" y="2647950"/>
            <a:ext cx="1666875" cy="27622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2000"/>
              </a:lnSpc>
              <a:spcBef>
                <a:spcPts val="0"/>
              </a:spcBef>
              <a:spcAft>
                <a:spcPts val="0"/>
              </a:spcAft>
              <a:buNone/>
              <a:defRPr sz="1425" b="0">
                <a:solidFill>
                  <a:srgbClr val="178477"/>
                </a:solidFill>
                <a:latin typeface="微软雅黑"/>
                <a:ea typeface="微软雅黑"/>
                <a:cs typeface="微软雅黑"/>
              </a:defRPr>
            </a:pPr>
            <a:r>
              <a:rPr sz="1425" b="0">
                <a:solidFill>
                  <a:srgbClr val="178477"/>
                </a:solidFill>
                <a:latin typeface="微软雅黑"/>
                <a:ea typeface="微软雅黑"/>
                <a:cs typeface="微软雅黑"/>
              </a:rPr>
              <a:t>端口数据</a:t>
            </a:r>
          </a:p>
        </p:txBody>
      </p:sp>
      <p:sp>
        <p:nvSpPr>
          <p:cNvPr id="27" name="diagram-254">
            <a:extLst xmlns:a="http://schemas.openxmlformats.org/drawingml/2006/main">
              <a:ext uri="{FF2B5EF4-FFF2-40B4-BE49-F238E27FC236}">
                <a16:creationId xmlns:a16="http://schemas.microsoft.com/office/drawing/2014/main" id="{20533602-D97B-4E00-B345-3F70A6610799}"/>
              </a:ext>
            </a:extLst>
          </p:cNvPr>
          <p:cNvSpPr>
            <a:spLocks xmlns:a="http://schemas.openxmlformats.org/drawingml/2006/main" noGrp="1"/>
          </p:cNvSpPr>
          <p:nvPr/>
        </p:nvSpPr>
        <p:spPr>
          <a:xfrm xmlns:a="http://schemas.openxmlformats.org/drawingml/2006/main">
            <a:off x="4895850" y="3343275"/>
            <a:ext cx="1009650" cy="381000"/>
          </a:xfrm>
          <a:prstGeom xmlns:a="http://schemas.openxmlformats.org/drawingml/2006/main" prst="roundRect">
            <a:avLst>
              <a:gd name="adj" fmla="val 20000"/>
            </a:avLst>
          </a:prstGeom>
          <a:solidFill xmlns:a="http://schemas.openxmlformats.org/drawingml/2006/main">
            <a:srgbClr val="EAF2F8"/>
          </a:solidFill>
          <a:ln xmlns:a="http://schemas.openxmlformats.org/drawingml/2006/main" w="13335">
            <a:solidFill>
              <a:srgbClr val="9BB7CC"/>
            </a:solidFill>
          </a:ln>
        </p:spPr>
        <p:txBody>
          <a:bodyPr xmlns:a="http://schemas.openxmlformats.org/drawingml/2006/main" wrap="square" lIns="9525" tIns="9525" rIns="9525" bIns="9525" anchor="ctr">
            <a:noAutofit/>
          </a:bodyPr>
          <a:lstStyle xmlns:a="http://schemas.openxmlformats.org/drawingml/2006/main"/>
          <a:p xmlns:a="http://schemas.openxmlformats.org/drawingml/2006/main">
            <a:pPr algn="ctr">
              <a:lnSpc>
                <a:spcPct val="108000"/>
              </a:lnSpc>
              <a:spcAft>
                <a:spcPts val="250"/>
              </a:spcAft>
              <a:buNone/>
              <a:defRPr sz="1275" b="0">
                <a:solidFill>
                  <a:srgbClr val="1C3C5D"/>
                </a:solidFill>
                <a:latin typeface="微软雅黑"/>
                <a:ea typeface="微软雅黑"/>
                <a:cs typeface="微软雅黑"/>
              </a:defRPr>
            </a:pPr>
            <a:r>
              <a:rPr sz="1275" b="0">
                <a:solidFill>
                  <a:srgbClr val="1C3C5D"/>
                </a:solidFill>
                <a:latin typeface="微软雅黑"/>
                <a:ea typeface="微软雅黑"/>
                <a:cs typeface="微软雅黑"/>
              </a:rPr>
              <a:t>STATE OUT</a:t>
            </a:r>
          </a:p>
        </p:txBody>
      </p:sp>
      <p:sp>
        <p:nvSpPr>
          <p:cNvPr id="28" name="diagram-255">
            <a:extLst xmlns:a="http://schemas.openxmlformats.org/drawingml/2006/main">
              <a:ext uri="{FF2B5EF4-FFF2-40B4-BE49-F238E27FC236}">
                <a16:creationId xmlns:a16="http://schemas.microsoft.com/office/drawing/2014/main" id="{563CA9C4-703F-4C60-A100-77A362FFE37C}"/>
              </a:ext>
            </a:extLst>
          </p:cNvPr>
          <p:cNvSpPr>
            <a:spLocks xmlns:a="http://schemas.openxmlformats.org/drawingml/2006/main" noGrp="1"/>
          </p:cNvSpPr>
          <p:nvPr/>
        </p:nvSpPr>
        <p:spPr>
          <a:xfrm xmlns:a="http://schemas.openxmlformats.org/drawingml/2006/main">
            <a:off x="6296025" y="3343275"/>
            <a:ext cx="1009650" cy="381000"/>
          </a:xfrm>
          <a:prstGeom xmlns:a="http://schemas.openxmlformats.org/drawingml/2006/main" prst="roundRect">
            <a:avLst>
              <a:gd name="adj" fmla="val 20000"/>
            </a:avLst>
          </a:prstGeom>
          <a:solidFill xmlns:a="http://schemas.openxmlformats.org/drawingml/2006/main">
            <a:srgbClr val="E9F5F2"/>
          </a:solidFill>
          <a:ln xmlns:a="http://schemas.openxmlformats.org/drawingml/2006/main" w="13335">
            <a:solidFill>
              <a:srgbClr val="178477"/>
            </a:solidFill>
          </a:ln>
        </p:spPr>
        <p:txBody>
          <a:bodyPr xmlns:a="http://schemas.openxmlformats.org/drawingml/2006/main" wrap="square" lIns="9525" tIns="9525" rIns="9525" bIns="9525" anchor="ctr">
            <a:noAutofit/>
          </a:bodyPr>
          <a:lstStyle xmlns:a="http://schemas.openxmlformats.org/drawingml/2006/main"/>
          <a:p xmlns:a="http://schemas.openxmlformats.org/drawingml/2006/main">
            <a:pPr algn="ctr">
              <a:lnSpc>
                <a:spcPct val="108000"/>
              </a:lnSpc>
              <a:spcAft>
                <a:spcPts val="250"/>
              </a:spcAft>
              <a:buNone/>
              <a:defRPr sz="1275" b="0">
                <a:solidFill>
                  <a:srgbClr val="1C3C5D"/>
                </a:solidFill>
                <a:latin typeface="微软雅黑"/>
                <a:ea typeface="微软雅黑"/>
                <a:cs typeface="微软雅黑"/>
              </a:defRPr>
            </a:pPr>
            <a:r>
              <a:rPr sz="1275" b="0">
                <a:solidFill>
                  <a:srgbClr val="1C3C5D"/>
                </a:solidFill>
                <a:latin typeface="微软雅黑"/>
                <a:ea typeface="微软雅黑"/>
                <a:cs typeface="微软雅黑"/>
              </a:rPr>
              <a:t>STATE IN</a:t>
            </a:r>
          </a:p>
        </p:txBody>
      </p:sp>
      <p:sp>
        <p:nvSpPr>
          <p:cNvPr id="29" name="anchor-256">
            <a:extLst xmlns:a="http://schemas.openxmlformats.org/drawingml/2006/main">
              <a:ext uri="{FF2B5EF4-FFF2-40B4-BE49-F238E27FC236}">
                <a16:creationId xmlns:a16="http://schemas.microsoft.com/office/drawing/2014/main" id="{B4DFA846-1884-43D7-8AE3-BB48CB893FF4}"/>
              </a:ext>
            </a:extLst>
          </p:cNvPr>
          <p:cNvSpPr>
            <a:spLocks xmlns:a="http://schemas.openxmlformats.org/drawingml/2006/main" noGrp="1"/>
          </p:cNvSpPr>
          <p:nvPr/>
        </p:nvSpPr>
        <p:spPr>
          <a:xfrm xmlns:a="http://schemas.openxmlformats.org/drawingml/2006/main">
            <a:off x="5391150" y="3200400"/>
            <a:ext cx="19050" cy="19050"/>
          </a:xfrm>
          <a:prstGeom xmlns:a="http://schemas.openxmlformats.org/drawingml/2006/main" prst="rect">
            <a:avLst/>
          </a:prstGeom>
          <a:noFill xmlns:a="http://schemas.openxmlformats.org/drawingml/2006/main"/>
          <a:ln xmlns:a="http://schemas.openxmlformats.org/drawingml/2006/main" w="0">
            <a:noFill/>
          </a:ln>
        </p:spPr>
      </p:sp>
      <p:sp>
        <p:nvSpPr>
          <p:cNvPr id="30" name="anchor-257">
            <a:extLst xmlns:a="http://schemas.openxmlformats.org/drawingml/2006/main">
              <a:ext uri="{FF2B5EF4-FFF2-40B4-BE49-F238E27FC236}">
                <a16:creationId xmlns:a16="http://schemas.microsoft.com/office/drawing/2014/main" id="{3E3961FA-D17A-4C5E-A5A5-FC690EDA35A2}"/>
              </a:ext>
            </a:extLst>
          </p:cNvPr>
          <p:cNvSpPr>
            <a:spLocks xmlns:a="http://schemas.openxmlformats.org/drawingml/2006/main" noGrp="1"/>
          </p:cNvSpPr>
          <p:nvPr/>
        </p:nvSpPr>
        <p:spPr>
          <a:xfrm xmlns:a="http://schemas.openxmlformats.org/drawingml/2006/main">
            <a:off x="5391150" y="3333750"/>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78" name=""/>
          <p:cNvCxnSpPr>
            <a:stCxn xmlns:a="http://schemas.openxmlformats.org/drawingml/2006/main" id="29" idx="2"/>
            <a:endCxn xmlns:a="http://schemas.openxmlformats.org/drawingml/2006/main" id="30" idx="0"/>
          </p:cNvCxnSpPr>
          <p:nvPr/>
        </p:nvCxnSpPr>
        <p:spPr>
          <a:xfrm xmlns:a="http://schemas.openxmlformats.org/drawingml/2006/main">
            <a:off x="5400675" y="3219450"/>
            <a:ext cx="0" cy="114300"/>
          </a:xfrm>
          <a:prstGeom xmlns:a="http://schemas.openxmlformats.org/drawingml/2006/main" prst="straightConnector1">
            <a:avLst/>
          </a:prstGeom>
          <a:ln xmlns:a="http://schemas.openxmlformats.org/drawingml/2006/main" w="19050">
            <a:solidFill>
              <a:srgbClr val="2774AC"/>
            </a:solidFill>
            <a:prstDash val="solid"/>
            <a:tailEnd type="none" w="med" len="med"/>
          </a:ln>
        </p:spPr>
      </p:cxnSp>
      <p:sp>
        <p:nvSpPr>
          <p:cNvPr id="32" name="anchor-258">
            <a:extLst xmlns:a="http://schemas.openxmlformats.org/drawingml/2006/main">
              <a:ext uri="{FF2B5EF4-FFF2-40B4-BE49-F238E27FC236}">
                <a16:creationId xmlns:a16="http://schemas.microsoft.com/office/drawing/2014/main" id="{8C757F1F-E696-4CDB-AF30-531289A74EB4}"/>
              </a:ext>
            </a:extLst>
          </p:cNvPr>
          <p:cNvSpPr>
            <a:spLocks xmlns:a="http://schemas.openxmlformats.org/drawingml/2006/main" noGrp="1"/>
          </p:cNvSpPr>
          <p:nvPr/>
        </p:nvSpPr>
        <p:spPr>
          <a:xfrm xmlns:a="http://schemas.openxmlformats.org/drawingml/2006/main">
            <a:off x="6791325" y="3200400"/>
            <a:ext cx="19050" cy="19050"/>
          </a:xfrm>
          <a:prstGeom xmlns:a="http://schemas.openxmlformats.org/drawingml/2006/main" prst="rect">
            <a:avLst/>
          </a:prstGeom>
          <a:noFill xmlns:a="http://schemas.openxmlformats.org/drawingml/2006/main"/>
          <a:ln xmlns:a="http://schemas.openxmlformats.org/drawingml/2006/main" w="0">
            <a:noFill/>
          </a:ln>
        </p:spPr>
      </p:sp>
      <p:sp>
        <p:nvSpPr>
          <p:cNvPr id="33" name="anchor-259">
            <a:extLst xmlns:a="http://schemas.openxmlformats.org/drawingml/2006/main">
              <a:ext uri="{FF2B5EF4-FFF2-40B4-BE49-F238E27FC236}">
                <a16:creationId xmlns:a16="http://schemas.microsoft.com/office/drawing/2014/main" id="{E2763780-A01B-4AC8-868C-1F9E3C430A52}"/>
              </a:ext>
            </a:extLst>
          </p:cNvPr>
          <p:cNvSpPr>
            <a:spLocks xmlns:a="http://schemas.openxmlformats.org/drawingml/2006/main" noGrp="1"/>
          </p:cNvSpPr>
          <p:nvPr/>
        </p:nvSpPr>
        <p:spPr>
          <a:xfrm xmlns:a="http://schemas.openxmlformats.org/drawingml/2006/main">
            <a:off x="6791325" y="3333750"/>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81" name=""/>
          <p:cNvCxnSpPr>
            <a:stCxn xmlns:a="http://schemas.openxmlformats.org/drawingml/2006/main" id="32" idx="2"/>
            <a:endCxn xmlns:a="http://schemas.openxmlformats.org/drawingml/2006/main" id="33" idx="0"/>
          </p:cNvCxnSpPr>
          <p:nvPr/>
        </p:nvCxnSpPr>
        <p:spPr>
          <a:xfrm xmlns:a="http://schemas.openxmlformats.org/drawingml/2006/main">
            <a:off x="6800850" y="3219450"/>
            <a:ext cx="0" cy="114300"/>
          </a:xfrm>
          <a:prstGeom xmlns:a="http://schemas.openxmlformats.org/drawingml/2006/main" prst="straightConnector1">
            <a:avLst/>
          </a:prstGeom>
          <a:ln xmlns:a="http://schemas.openxmlformats.org/drawingml/2006/main" w="19050">
            <a:solidFill>
              <a:srgbClr val="178477"/>
            </a:solidFill>
            <a:prstDash val="solid"/>
            <a:tailEnd type="none" w="med" len="med"/>
          </a:ln>
        </p:spPr>
      </p:cxnSp>
      <p:sp>
        <p:nvSpPr>
          <p:cNvPr id="35" name="diagram-260">
            <a:extLst xmlns:a="http://schemas.openxmlformats.org/drawingml/2006/main">
              <a:ext uri="{FF2B5EF4-FFF2-40B4-BE49-F238E27FC236}">
                <a16:creationId xmlns:a16="http://schemas.microsoft.com/office/drawing/2014/main" id="{807AE6E4-6B8B-466D-9A30-7F2F31D83F30}"/>
              </a:ext>
            </a:extLst>
          </p:cNvPr>
          <p:cNvSpPr>
            <a:spLocks xmlns:a="http://schemas.openxmlformats.org/drawingml/2006/main" noGrp="1"/>
          </p:cNvSpPr>
          <p:nvPr/>
        </p:nvSpPr>
        <p:spPr>
          <a:xfrm xmlns:a="http://schemas.openxmlformats.org/drawingml/2006/main">
            <a:off x="4143375" y="4610100"/>
            <a:ext cx="3914775" cy="1066800"/>
          </a:xfrm>
          <a:prstGeom xmlns:a="http://schemas.openxmlformats.org/drawingml/2006/main" prst="roundRect">
            <a:avLst>
              <a:gd name="adj" fmla="val 7143"/>
            </a:avLst>
          </a:prstGeom>
          <a:solidFill xmlns:a="http://schemas.openxmlformats.org/drawingml/2006/main">
            <a:srgbClr val="EAF2F8"/>
          </a:solidFill>
          <a:ln xmlns:a="http://schemas.openxmlformats.org/drawingml/2006/main" w="13335">
            <a:solidFill>
              <a:srgbClr val="9BB7CC"/>
            </a:solidFill>
          </a:ln>
        </p:spPr>
        <p:txBody>
          <a:bodyPr xmlns:a="http://schemas.openxmlformats.org/drawingml/2006/main" wrap="square" lIns="76200" tIns="76200" rIns="76200" bIns="76200" anchor="ctr">
            <a:noAutofit/>
          </a:bodyPr>
          <a:lstStyle xmlns:a="http://schemas.openxmlformats.org/drawingml/2006/main"/>
          <a:p xmlns:a="http://schemas.openxmlformats.org/drawingml/2006/main">
            <a:pPr algn="ctr">
              <a:lnSpc>
                <a:spcPct val="108000"/>
              </a:lnSpc>
              <a:spcAft>
                <a:spcPts val="900"/>
              </a:spcAft>
              <a:buNone/>
              <a:defRPr sz="1875" b="1">
                <a:solidFill>
                  <a:srgbClr val="1C3C5D"/>
                </a:solidFill>
                <a:latin typeface="微软雅黑"/>
                <a:ea typeface="微软雅黑"/>
                <a:cs typeface="微软雅黑"/>
              </a:defRPr>
            </a:pPr>
            <a:r>
              <a:rPr sz="1875" b="1">
                <a:solidFill>
                  <a:srgbClr val="1C3C5D"/>
                </a:solidFill>
                <a:latin typeface="微软雅黑"/>
                <a:ea typeface="微软雅黑"/>
                <a:cs typeface="微软雅黑"/>
              </a:rPr>
              <a:t>反应釜设备状态机</a:t>
            </a:r>
          </a:p>
          <a:p xmlns:a="http://schemas.openxmlformats.org/drawingml/2006/main">
            <a:pPr algn="ctr">
              <a:lnSpc>
                <a:spcPct val="108000"/>
              </a:lnSpc>
              <a:spcAft>
                <a:spcPts val="900"/>
              </a:spcAft>
              <a:buNone/>
              <a:defRPr sz="1875" b="1">
                <a:solidFill>
                  <a:srgbClr val="1C3C5D"/>
                </a:solidFill>
                <a:latin typeface="微软雅黑"/>
                <a:ea typeface="微软雅黑"/>
                <a:cs typeface="微软雅黑"/>
              </a:defRPr>
            </a:pPr>
            <a:r>
              <a:rPr sz="1875" b="1">
                <a:solidFill>
                  <a:srgbClr val="1C3C5D"/>
                </a:solidFill>
                <a:latin typeface="微软雅黑"/>
                <a:ea typeface="微软雅黑"/>
                <a:cs typeface="微软雅黑"/>
              </a:rPr>
              <a:t>接收控制请求，返回执行状态</a:t>
            </a:r>
          </a:p>
        </p:txBody>
      </p:sp>
      <p:sp>
        <p:nvSpPr>
          <p:cNvPr id="36" name="anchor-261">
            <a:extLst xmlns:a="http://schemas.openxmlformats.org/drawingml/2006/main">
              <a:ext uri="{FF2B5EF4-FFF2-40B4-BE49-F238E27FC236}">
                <a16:creationId xmlns:a16="http://schemas.microsoft.com/office/drawing/2014/main" id="{7716722B-52B3-4F13-A1F3-D6F9C30B468C}"/>
              </a:ext>
            </a:extLst>
          </p:cNvPr>
          <p:cNvSpPr>
            <a:spLocks xmlns:a="http://schemas.openxmlformats.org/drawingml/2006/main" noGrp="1"/>
          </p:cNvSpPr>
          <p:nvPr/>
        </p:nvSpPr>
        <p:spPr>
          <a:xfrm xmlns:a="http://schemas.openxmlformats.org/drawingml/2006/main">
            <a:off x="5391150" y="3714750"/>
            <a:ext cx="19050" cy="19050"/>
          </a:xfrm>
          <a:prstGeom xmlns:a="http://schemas.openxmlformats.org/drawingml/2006/main" prst="rect">
            <a:avLst/>
          </a:prstGeom>
          <a:noFill xmlns:a="http://schemas.openxmlformats.org/drawingml/2006/main"/>
          <a:ln xmlns:a="http://schemas.openxmlformats.org/drawingml/2006/main" w="0">
            <a:noFill/>
          </a:ln>
        </p:spPr>
      </p:sp>
      <p:sp>
        <p:nvSpPr>
          <p:cNvPr id="37" name="anchor-262">
            <a:extLst xmlns:a="http://schemas.openxmlformats.org/drawingml/2006/main">
              <a:ext uri="{FF2B5EF4-FFF2-40B4-BE49-F238E27FC236}">
                <a16:creationId xmlns:a16="http://schemas.microsoft.com/office/drawing/2014/main" id="{65FBF46A-731A-4A7C-9CA4-2331386D821B}"/>
              </a:ext>
            </a:extLst>
          </p:cNvPr>
          <p:cNvSpPr>
            <a:spLocks xmlns:a="http://schemas.openxmlformats.org/drawingml/2006/main" noGrp="1"/>
          </p:cNvSpPr>
          <p:nvPr/>
        </p:nvSpPr>
        <p:spPr>
          <a:xfrm xmlns:a="http://schemas.openxmlformats.org/drawingml/2006/main">
            <a:off x="5391150" y="460057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85" name=""/>
          <p:cNvCxnSpPr>
            <a:stCxn xmlns:a="http://schemas.openxmlformats.org/drawingml/2006/main" id="36" idx="2"/>
            <a:endCxn xmlns:a="http://schemas.openxmlformats.org/drawingml/2006/main" id="37" idx="0"/>
          </p:cNvCxnSpPr>
          <p:nvPr/>
        </p:nvCxnSpPr>
        <p:spPr>
          <a:xfrm xmlns:a="http://schemas.openxmlformats.org/drawingml/2006/main">
            <a:off x="5400675" y="3733800"/>
            <a:ext cx="0" cy="866775"/>
          </a:xfrm>
          <a:prstGeom xmlns:a="http://schemas.openxmlformats.org/drawingml/2006/main" prst="straightConnector1">
            <a:avLst/>
          </a:prstGeom>
          <a:ln xmlns:a="http://schemas.openxmlformats.org/drawingml/2006/main" w="19050">
            <a:solidFill>
              <a:srgbClr val="2774AC"/>
            </a:solidFill>
            <a:prstDash val="solid"/>
            <a:tailEnd type="triangle" w="med" len="med"/>
          </a:ln>
        </p:spPr>
      </p:cxnSp>
      <p:sp>
        <p:nvSpPr>
          <p:cNvPr id="39" name="anchor-263">
            <a:extLst xmlns:a="http://schemas.openxmlformats.org/drawingml/2006/main">
              <a:ext uri="{FF2B5EF4-FFF2-40B4-BE49-F238E27FC236}">
                <a16:creationId xmlns:a16="http://schemas.microsoft.com/office/drawing/2014/main" id="{A29A962D-8E15-4D1A-BFE5-06ED4C4CD84A}"/>
              </a:ext>
            </a:extLst>
          </p:cNvPr>
          <p:cNvSpPr>
            <a:spLocks xmlns:a="http://schemas.openxmlformats.org/drawingml/2006/main" noGrp="1"/>
          </p:cNvSpPr>
          <p:nvPr/>
        </p:nvSpPr>
        <p:spPr>
          <a:xfrm xmlns:a="http://schemas.openxmlformats.org/drawingml/2006/main">
            <a:off x="6791325" y="4600575"/>
            <a:ext cx="19050" cy="19050"/>
          </a:xfrm>
          <a:prstGeom xmlns:a="http://schemas.openxmlformats.org/drawingml/2006/main" prst="rect">
            <a:avLst/>
          </a:prstGeom>
          <a:noFill xmlns:a="http://schemas.openxmlformats.org/drawingml/2006/main"/>
          <a:ln xmlns:a="http://schemas.openxmlformats.org/drawingml/2006/main" w="0">
            <a:noFill/>
          </a:ln>
        </p:spPr>
      </p:sp>
      <p:sp>
        <p:nvSpPr>
          <p:cNvPr id="40" name="anchor-264">
            <a:extLst xmlns:a="http://schemas.openxmlformats.org/drawingml/2006/main">
              <a:ext uri="{FF2B5EF4-FFF2-40B4-BE49-F238E27FC236}">
                <a16:creationId xmlns:a16="http://schemas.microsoft.com/office/drawing/2014/main" id="{024EC012-25FF-47BF-B6CA-8C22B91BD08F}"/>
              </a:ext>
            </a:extLst>
          </p:cNvPr>
          <p:cNvSpPr>
            <a:spLocks xmlns:a="http://schemas.openxmlformats.org/drawingml/2006/main" noGrp="1"/>
          </p:cNvSpPr>
          <p:nvPr/>
        </p:nvSpPr>
        <p:spPr>
          <a:xfrm xmlns:a="http://schemas.openxmlformats.org/drawingml/2006/main">
            <a:off x="6791325" y="3714750"/>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88" name=""/>
          <p:cNvCxnSpPr>
            <a:stCxn xmlns:a="http://schemas.openxmlformats.org/drawingml/2006/main" id="39" idx="0"/>
            <a:endCxn xmlns:a="http://schemas.openxmlformats.org/drawingml/2006/main" id="40" idx="2"/>
          </p:cNvCxnSpPr>
          <p:nvPr/>
        </p:nvCxnSpPr>
        <p:spPr>
          <a:xfrm xmlns:a="http://schemas.openxmlformats.org/drawingml/2006/main" flipV="1">
            <a:off x="6800850" y="3733800"/>
            <a:ext cx="0" cy="866775"/>
          </a:xfrm>
          <a:prstGeom xmlns:a="http://schemas.openxmlformats.org/drawingml/2006/main" prst="straightConnector1">
            <a:avLst/>
          </a:prstGeom>
          <a:ln xmlns:a="http://schemas.openxmlformats.org/drawingml/2006/main" w="19050">
            <a:solidFill>
              <a:srgbClr val="178477"/>
            </a:solidFill>
            <a:prstDash val="dash"/>
            <a:tailEnd type="triangle" w="med" len="med"/>
          </a:ln>
        </p:spPr>
      </p:cxnSp>
      <p:sp>
        <p:nvSpPr>
          <p:cNvPr id="42" name="text-265">
            <a:extLst xmlns:a="http://schemas.openxmlformats.org/drawingml/2006/main">
              <a:ext uri="{FF2B5EF4-FFF2-40B4-BE49-F238E27FC236}">
                <a16:creationId xmlns:a16="http://schemas.microsoft.com/office/drawing/2014/main" id="{66215A57-5423-4634-B0A0-D9DA9D578651}"/>
              </a:ext>
            </a:extLst>
          </p:cNvPr>
          <p:cNvSpPr>
            <a:spLocks xmlns:a="http://schemas.openxmlformats.org/drawingml/2006/main" noGrp="1"/>
          </p:cNvSpPr>
          <p:nvPr/>
        </p:nvSpPr>
        <p:spPr>
          <a:xfrm xmlns:a="http://schemas.openxmlformats.org/drawingml/2006/main">
            <a:off x="3305175" y="3962400"/>
            <a:ext cx="1981200" cy="27622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2000"/>
              </a:lnSpc>
              <a:spcBef>
                <a:spcPts val="0"/>
              </a:spcBef>
              <a:spcAft>
                <a:spcPts val="0"/>
              </a:spcAft>
              <a:buNone/>
              <a:defRPr sz="1575" b="0">
                <a:solidFill>
                  <a:srgbClr val="2774AC"/>
                </a:solidFill>
                <a:latin typeface="微软雅黑"/>
                <a:ea typeface="微软雅黑"/>
                <a:cs typeface="微软雅黑"/>
              </a:defRPr>
            </a:pPr>
            <a:r>
              <a:rPr sz="1575" b="0">
                <a:solidFill>
                  <a:srgbClr val="2774AC"/>
                </a:solidFill>
                <a:latin typeface="微软雅黑"/>
                <a:ea typeface="微软雅黑"/>
                <a:cs typeface="微软雅黑"/>
              </a:rPr>
              <a:t>设备执行请求</a:t>
            </a:r>
          </a:p>
        </p:txBody>
      </p:sp>
      <p:sp>
        <p:nvSpPr>
          <p:cNvPr id="43" name="text-266">
            <a:extLst xmlns:a="http://schemas.openxmlformats.org/drawingml/2006/main">
              <a:ext uri="{FF2B5EF4-FFF2-40B4-BE49-F238E27FC236}">
                <a16:creationId xmlns:a16="http://schemas.microsoft.com/office/drawing/2014/main" id="{AA3B79CF-E563-4516-B3EE-F321026E8E04}"/>
              </a:ext>
            </a:extLst>
          </p:cNvPr>
          <p:cNvSpPr>
            <a:spLocks xmlns:a="http://schemas.openxmlformats.org/drawingml/2006/main" noGrp="1"/>
          </p:cNvSpPr>
          <p:nvPr/>
        </p:nvSpPr>
        <p:spPr>
          <a:xfrm xmlns:a="http://schemas.openxmlformats.org/drawingml/2006/main">
            <a:off x="6943725" y="3962400"/>
            <a:ext cx="2085975" cy="27622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2000"/>
              </a:lnSpc>
              <a:spcBef>
                <a:spcPts val="0"/>
              </a:spcBef>
              <a:spcAft>
                <a:spcPts val="0"/>
              </a:spcAft>
              <a:buNone/>
              <a:defRPr sz="1500" b="0">
                <a:solidFill>
                  <a:srgbClr val="178477"/>
                </a:solidFill>
                <a:latin typeface="微软雅黑"/>
                <a:ea typeface="微软雅黑"/>
                <a:cs typeface="微软雅黑"/>
              </a:defRPr>
            </a:pPr>
            <a:r>
              <a:rPr sz="1500" b="0">
                <a:solidFill>
                  <a:srgbClr val="178477"/>
                </a:solidFill>
                <a:latin typeface="微软雅黑"/>
                <a:ea typeface="微软雅黑"/>
                <a:cs typeface="微软雅黑"/>
              </a:rPr>
              <a:t>CMD_STATE 反馈</a:t>
            </a:r>
          </a:p>
        </p:txBody>
      </p:sp>
      <p:sp>
        <p:nvSpPr>
          <p:cNvPr id="44" name="text-267">
            <a:extLst xmlns:a="http://schemas.openxmlformats.org/drawingml/2006/main">
              <a:ext uri="{FF2B5EF4-FFF2-40B4-BE49-F238E27FC236}">
                <a16:creationId xmlns:a16="http://schemas.microsoft.com/office/drawing/2014/main" id="{B8C5C581-021B-45C6-AD82-C4F66ACB8504}"/>
              </a:ext>
            </a:extLst>
          </p:cNvPr>
          <p:cNvSpPr>
            <a:spLocks xmlns:a="http://schemas.openxmlformats.org/drawingml/2006/main" noGrp="1"/>
          </p:cNvSpPr>
          <p:nvPr/>
        </p:nvSpPr>
        <p:spPr>
          <a:xfrm xmlns:a="http://schemas.openxmlformats.org/drawingml/2006/main">
            <a:off x="676275" y="4276725"/>
            <a:ext cx="28860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900"/>
              </a:spcAft>
              <a:buNone/>
              <a:defRPr sz="1800" b="0">
                <a:solidFill>
                  <a:srgbClr val="1C3C5D"/>
                </a:solidFill>
                <a:latin typeface="微软雅黑"/>
                <a:ea typeface="微软雅黑"/>
                <a:cs typeface="微软雅黑"/>
              </a:defRPr>
            </a:pPr>
            <a:r>
              <a:rPr sz="1800" b="0">
                <a:solidFill>
                  <a:srgbClr val="1C3C5D"/>
                </a:solidFill>
                <a:latin typeface="微软雅黑"/>
                <a:ea typeface="微软雅黑"/>
                <a:cs typeface="微软雅黑"/>
              </a:rPr>
              <a:t>节点间交互</a:t>
            </a:r>
          </a:p>
          <a:p xmlns:a="http://schemas.openxmlformats.org/drawingml/2006/main">
            <a:pPr algn="l">
              <a:lnSpc>
                <a:spcPct val="112000"/>
              </a:lnSpc>
              <a:spcBef>
                <a:spcPts val="0"/>
              </a:spcBef>
              <a:spcAft>
                <a:spcPts val="900"/>
              </a:spcAft>
              <a:buNone/>
              <a:defRPr sz="1800" b="0">
                <a:solidFill>
                  <a:srgbClr val="1C3C5D"/>
                </a:solidFill>
                <a:latin typeface="微软雅黑"/>
                <a:ea typeface="微软雅黑"/>
                <a:cs typeface="微软雅黑"/>
              </a:defRPr>
            </a:pPr>
            <a:r>
              <a:rPr sz="1800" b="0">
                <a:solidFill>
                  <a:srgbClr val="1C3C5D"/>
                </a:solidFill>
                <a:latin typeface="微软雅黑"/>
                <a:ea typeface="微软雅黑"/>
                <a:cs typeface="微软雅黑"/>
              </a:rPr>
              <a:t>组织顺序、分支与同步</a:t>
            </a:r>
          </a:p>
        </p:txBody>
      </p:sp>
      <p:sp>
        <p:nvSpPr>
          <p:cNvPr id="45" name="text-268">
            <a:extLst xmlns:a="http://schemas.openxmlformats.org/drawingml/2006/main">
              <a:ext uri="{FF2B5EF4-FFF2-40B4-BE49-F238E27FC236}">
                <a16:creationId xmlns:a16="http://schemas.microsoft.com/office/drawing/2014/main" id="{4B7981C4-5BE5-4DC5-9F0F-4A6445630322}"/>
              </a:ext>
            </a:extLst>
          </p:cNvPr>
          <p:cNvSpPr>
            <a:spLocks xmlns:a="http://schemas.openxmlformats.org/drawingml/2006/main" noGrp="1"/>
          </p:cNvSpPr>
          <p:nvPr/>
        </p:nvSpPr>
        <p:spPr>
          <a:xfrm xmlns:a="http://schemas.openxmlformats.org/drawingml/2006/main">
            <a:off x="9058275" y="4276725"/>
            <a:ext cx="25431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900"/>
              </a:spcAft>
              <a:buNone/>
              <a:defRPr sz="1800" b="0">
                <a:solidFill>
                  <a:srgbClr val="1C3C5D"/>
                </a:solidFill>
                <a:latin typeface="微软雅黑"/>
                <a:ea typeface="微软雅黑"/>
                <a:cs typeface="微软雅黑"/>
              </a:defRPr>
            </a:pPr>
            <a:r>
              <a:rPr sz="1800" b="0">
                <a:solidFill>
                  <a:srgbClr val="1C3C5D"/>
                </a:solidFill>
                <a:latin typeface="微软雅黑"/>
                <a:ea typeface="微软雅黑"/>
                <a:cs typeface="微软雅黑"/>
              </a:rPr>
              <a:t>节点与设备交互</a:t>
            </a:r>
          </a:p>
          <a:p xmlns:a="http://schemas.openxmlformats.org/drawingml/2006/main">
            <a:pPr algn="l">
              <a:lnSpc>
                <a:spcPct val="112000"/>
              </a:lnSpc>
              <a:spcBef>
                <a:spcPts val="0"/>
              </a:spcBef>
              <a:spcAft>
                <a:spcPts val="900"/>
              </a:spcAft>
              <a:buNone/>
              <a:defRPr sz="1800" b="0">
                <a:solidFill>
                  <a:srgbClr val="1C3C5D"/>
                </a:solidFill>
                <a:latin typeface="微软雅黑"/>
                <a:ea typeface="微软雅黑"/>
                <a:cs typeface="微软雅黑"/>
              </a:defRPr>
            </a:pPr>
            <a:r>
              <a:rPr sz="1800" b="0">
                <a:solidFill>
                  <a:srgbClr val="1C3C5D"/>
                </a:solidFill>
                <a:latin typeface="微软雅黑"/>
                <a:ea typeface="微软雅黑"/>
                <a:cs typeface="微软雅黑"/>
              </a:rPr>
              <a:t>关联任务进度与设备状态</a:t>
            </a:r>
          </a:p>
        </p:txBody>
      </p:sp>
      <p:sp>
        <p:nvSpPr>
          <p:cNvPr id="46" name="anchor-269">
            <a:extLst xmlns:a="http://schemas.openxmlformats.org/drawingml/2006/main">
              <a:ext uri="{FF2B5EF4-FFF2-40B4-BE49-F238E27FC236}">
                <a16:creationId xmlns:a16="http://schemas.microsoft.com/office/drawing/2014/main" id="{F26812EF-CA3C-4F2A-867E-4F1D399F44BE}"/>
              </a:ext>
            </a:extLst>
          </p:cNvPr>
          <p:cNvSpPr>
            <a:spLocks xmlns:a="http://schemas.openxmlformats.org/drawingml/2006/main" noGrp="1"/>
          </p:cNvSpPr>
          <p:nvPr/>
        </p:nvSpPr>
        <p:spPr>
          <a:xfrm xmlns:a="http://schemas.openxmlformats.org/drawingml/2006/main">
            <a:off x="542925" y="6010275"/>
            <a:ext cx="19050" cy="19050"/>
          </a:xfrm>
          <a:prstGeom xmlns:a="http://schemas.openxmlformats.org/drawingml/2006/main" prst="rect">
            <a:avLst/>
          </a:prstGeom>
          <a:noFill xmlns:a="http://schemas.openxmlformats.org/drawingml/2006/main"/>
          <a:ln xmlns:a="http://schemas.openxmlformats.org/drawingml/2006/main" w="0">
            <a:noFill/>
          </a:ln>
        </p:spPr>
      </p:sp>
      <p:sp>
        <p:nvSpPr>
          <p:cNvPr id="47" name="anchor-270">
            <a:extLst xmlns:a="http://schemas.openxmlformats.org/drawingml/2006/main">
              <a:ext uri="{FF2B5EF4-FFF2-40B4-BE49-F238E27FC236}">
                <a16:creationId xmlns:a16="http://schemas.microsoft.com/office/drawing/2014/main" id="{01B5FD79-4862-45DD-A8E4-C911970BC2AA}"/>
              </a:ext>
            </a:extLst>
          </p:cNvPr>
          <p:cNvSpPr>
            <a:spLocks xmlns:a="http://schemas.openxmlformats.org/drawingml/2006/main" noGrp="1"/>
          </p:cNvSpPr>
          <p:nvPr/>
        </p:nvSpPr>
        <p:spPr>
          <a:xfrm xmlns:a="http://schemas.openxmlformats.org/drawingml/2006/main">
            <a:off x="11630025" y="601027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95" name=""/>
          <p:cNvCxnSpPr>
            <a:stCxn xmlns:a="http://schemas.openxmlformats.org/drawingml/2006/main" id="46" idx="3"/>
            <a:endCxn xmlns:a="http://schemas.openxmlformats.org/drawingml/2006/main" id="47" idx="1"/>
          </p:cNvCxnSpPr>
          <p:nvPr/>
        </p:nvCxnSpPr>
        <p:spPr>
          <a:xfrm xmlns:a="http://schemas.openxmlformats.org/drawingml/2006/main">
            <a:off x="561975" y="6019800"/>
            <a:ext cx="11068050" cy="0"/>
          </a:xfrm>
          <a:prstGeom xmlns:a="http://schemas.openxmlformats.org/drawingml/2006/main" prst="straightConnector1">
            <a:avLst/>
          </a:prstGeom>
          <a:ln xmlns:a="http://schemas.openxmlformats.org/drawingml/2006/main" w="9525">
            <a:solidFill>
              <a:srgbClr val="9BB7CC"/>
            </a:solidFill>
            <a:prstDash val="solid"/>
            <a:tailEnd type="none" w="med" len="med"/>
          </a:ln>
        </p:spPr>
      </p:cxnSp>
      <p:sp>
        <p:nvSpPr>
          <p:cNvPr id="49" name="text-271">
            <a:extLst xmlns:a="http://schemas.openxmlformats.org/drawingml/2006/main">
              <a:ext uri="{FF2B5EF4-FFF2-40B4-BE49-F238E27FC236}">
                <a16:creationId xmlns:a16="http://schemas.microsoft.com/office/drawing/2014/main" id="{82AA9199-C350-4067-8BC1-404D70C85E9A}"/>
              </a:ext>
            </a:extLst>
          </p:cNvPr>
          <p:cNvSpPr>
            <a:spLocks xmlns:a="http://schemas.openxmlformats.org/drawingml/2006/main" noGrp="1"/>
          </p:cNvSpPr>
          <p:nvPr/>
        </p:nvSpPr>
        <p:spPr>
          <a:xfrm xmlns:a="http://schemas.openxmlformats.org/drawingml/2006/main">
            <a:off x="552450" y="61150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1725" b="1">
                <a:solidFill>
                  <a:srgbClr val="1C3C5D"/>
                </a:solidFill>
                <a:latin typeface="微软雅黑"/>
                <a:ea typeface="微软雅黑"/>
                <a:cs typeface="微软雅黑"/>
              </a:defRPr>
            </a:pPr>
            <a:r>
              <a:rPr sz="1725" b="1">
                <a:solidFill>
                  <a:srgbClr val="1C3C5D"/>
                </a:solidFill>
                <a:latin typeface="微软雅黑"/>
                <a:ea typeface="微软雅黑"/>
                <a:cs typeface="微软雅黑"/>
              </a:rPr>
              <a:t>横向组织任务逻辑，纵向调用设备模型，两类关系共同构成执行切片。</a:t>
            </a:r>
          </a:p>
        </p:txBody>
      </p:sp>
    </p:spTree>
    <p:extLst>
      <p:ext uri="{BB962C8B-B14F-4D97-AF65-F5344CB8AC3E}">
        <p14:creationId xmlns:p14="http://schemas.microsoft.com/office/powerpoint/2010/main" val="1028822065"/>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6AFC6F03-03A4-49D8-8EB4-4CA1D7224EA7}"/>
              </a:ext>
            </a:extLst>
          </p:cNvPr>
          <p:cNvSpPr>
            <a:spLocks xmlns:a="http://schemas.openxmlformats.org/drawingml/2006/main" noGrp="1"/>
          </p:cNvSpPr>
          <p:nvPr/>
        </p:nvSpPr>
        <p:spPr>
          <a:xfrm xmlns:a="http://schemas.openxmlformats.org/drawingml/2006/main">
            <a:off x="0" y="0"/>
            <a:ext cx="12191695" cy="914400"/>
          </a:xfrm>
          <a:prstGeom xmlns:a="http://schemas.openxmlformats.org/drawingml/2006/main" prst="rect">
            <a:avLst/>
          </a:prstGeom>
          <a:solidFill xmlns:a="http://schemas.openxmlformats.org/drawingml/2006/main">
            <a:srgbClr val="1A3A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1C2C8577-8ED3-4077-B2BB-07103EFEAFD0}"/>
              </a:ext>
            </a:extLst>
          </p:cNvPr>
          <p:cNvSpPr>
            <a:spLocks xmlns:a="http://schemas.openxmlformats.org/drawingml/2006/main" noGrp="1"/>
          </p:cNvSpPr>
          <p:nvPr/>
        </p:nvSpPr>
        <p:spPr>
          <a:xfrm xmlns:a="http://schemas.openxmlformats.org/drawingml/2006/main">
            <a:off x="552450" y="238125"/>
            <a:ext cx="11087100" cy="571500"/>
          </a:xfrm>
          <a:prstGeom xmlns:a="http://schemas.openxmlformats.org/drawingml/2006/main" prst="rect">
            <a:avLst/>
          </a:prstGeom>
          <a:noFill xmlns:a="http://schemas.openxmlformats.org/drawingml/2006/main"/>
        </p:spPr>
        <p:txBody>
          <a:bodyPr xmlns:a="http://schemas.openxmlformats.org/drawingml/2006/main" wrap="none" lIns="0" tIns="0" rIns="0" bIns="0">
            <a:noAutofit/>
          </a:bodyPr>
          <a:lstStyle xmlns:a="http://schemas.openxmlformats.org/drawingml/2006/main"/>
          <a:p xmlns:a="http://schemas.openxmlformats.org/drawingml/2006/main">
            <a:pPr algn="l">
              <a:buNone/>
              <a:defRPr sz="2850" b="1">
                <a:solidFill>
                  <a:srgbClr val="FFFFFF"/>
                </a:solidFill>
                <a:latin typeface="微软雅黑"/>
                <a:ea typeface="微软雅黑"/>
                <a:cs typeface="微软雅黑"/>
              </a:defRPr>
            </a:pPr>
            <a:r>
              <a:rPr sz="2850" b="1">
                <a:solidFill>
                  <a:srgbClr val="FFFFFF"/>
                </a:solidFill>
                <a:latin typeface="微软雅黑"/>
                <a:ea typeface="微软雅黑"/>
                <a:cs typeface="微软雅黑"/>
              </a:rPr>
              <a:t>10  设备模型：能力定义与状态机协同</a:t>
            </a:r>
            <a:endParaRPr sz="2600" b="1">
              <a:solidFill>
                <a:srgbClr val="FFFFFF"/>
              </a:solidFill>
              <a:latin typeface="微软雅黑"/>
              <a:ea typeface="微软雅黑"/>
              <a:cs typeface="微软雅黑"/>
            </a:endParaRPr>
          </a:p>
        </p:txBody>
      </p:sp>
      <p:sp>
        <p:nvSpPr>
          <p:cNvPr id="6" name="TextBox 5">
            <a:extLst xmlns:a="http://schemas.openxmlformats.org/drawingml/2006/main">
              <a:ext uri="{FF2B5EF4-FFF2-40B4-BE49-F238E27FC236}">
                <a16:creationId xmlns:a16="http://schemas.microsoft.com/office/drawing/2014/main" id="{AE4616B2-5401-4B5C-9052-F6431BD2E4E2}"/>
              </a:ext>
            </a:extLst>
          </p:cNvPr>
          <p:cNvSpPr>
            <a:spLocks xmlns:a="http://schemas.openxmlformats.org/drawingml/2006/main" noGrp="1"/>
          </p:cNvSpPr>
          <p:nvPr/>
        </p:nvSpPr>
        <p:spPr>
          <a:xfrm xmlns:a="http://schemas.openxmlformats.org/drawingml/2006/main">
            <a:off x="457200" y="6446520"/>
            <a:ext cx="91440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0">
                <a:solidFill>
                  <a:srgbClr val="555555"/>
                </a:solidFill>
                <a:latin typeface="微软雅黑"/>
                <a:ea typeface="微软雅黑"/>
                <a:cs typeface="微软雅黑"/>
              </a:rPr>
              <a:t>EUROSIM 2026  ·  面向智慧化学实验室的任务导向可执行建模框架</a:t>
            </a:r>
            <a:endParaRPr sz="1100" b="0">
              <a:solidFill>
                <a:srgbClr val="555555"/>
              </a:solidFill>
              <a:latin typeface="微软雅黑"/>
              <a:ea typeface="微软雅黑"/>
              <a:cs typeface="微软雅黑"/>
            </a:endParaRPr>
          </a:p>
        </p:txBody>
      </p:sp>
      <p:sp>
        <p:nvSpPr>
          <p:cNvPr id="7" name="TextBox 6">
            <a:extLst xmlns:a="http://schemas.openxmlformats.org/drawingml/2006/main">
              <a:ext uri="{FF2B5EF4-FFF2-40B4-BE49-F238E27FC236}">
                <a16:creationId xmlns:a16="http://schemas.microsoft.com/office/drawing/2014/main" id="{88344C7A-A4AF-4C74-B7FE-8CD38F6F97C6}"/>
              </a:ext>
            </a:extLst>
          </p:cNvPr>
          <p:cNvSpPr>
            <a:spLocks xmlns:a="http://schemas.openxmlformats.org/drawingml/2006/main" noGrp="1"/>
          </p:cNvSpPr>
          <p:nvPr/>
        </p:nvSpPr>
        <p:spPr>
          <a:xfrm xmlns:a="http://schemas.openxmlformats.org/drawingml/2006/main">
            <a:off x="10515600" y="6446520"/>
            <a:ext cx="13716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pPr>
            <a:r>
              <a:rPr sz="1100" b="0">
                <a:solidFill>
                  <a:srgbClr val="555555"/>
                </a:solidFill>
                <a:latin typeface="微软雅黑"/>
                <a:ea typeface="微软雅黑"/>
                <a:cs typeface="微软雅黑"/>
              </a:rPr>
              <a:t>10/16</a:t>
            </a:r>
            <a:endParaRPr sz="1100" b="0">
              <a:solidFill>
                <a:srgbClr val="555555"/>
              </a:solidFill>
              <a:latin typeface="微软雅黑"/>
              <a:ea typeface="微软雅黑"/>
              <a:cs typeface="微软雅黑"/>
            </a:endParaRPr>
          </a:p>
        </p:txBody>
      </p:sp>
      <p:sp>
        <p:nvSpPr>
          <p:cNvPr id="8" name="text-272">
            <a:extLst xmlns:a="http://schemas.openxmlformats.org/drawingml/2006/main">
              <a:ext uri="{FF2B5EF4-FFF2-40B4-BE49-F238E27FC236}">
                <a16:creationId xmlns:a16="http://schemas.microsoft.com/office/drawing/2014/main" id="{9387E980-3DDD-407E-B5ED-9ABDE3E2722E}"/>
              </a:ext>
            </a:extLst>
          </p:cNvPr>
          <p:cNvSpPr>
            <a:spLocks xmlns:a="http://schemas.openxmlformats.org/drawingml/2006/main" noGrp="1"/>
          </p:cNvSpPr>
          <p:nvPr/>
        </p:nvSpPr>
        <p:spPr>
          <a:xfrm xmlns:a="http://schemas.openxmlformats.org/drawingml/2006/main">
            <a:off x="552450" y="1123950"/>
            <a:ext cx="110871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1875" b="0">
                <a:solidFill>
                  <a:srgbClr val="5B6B78"/>
                </a:solidFill>
                <a:latin typeface="微软雅黑"/>
                <a:ea typeface="微软雅黑"/>
                <a:cs typeface="微软雅黑"/>
              </a:defRPr>
            </a:pPr>
            <a:r>
              <a:rPr sz="1875" b="0">
                <a:solidFill>
                  <a:srgbClr val="5B6B78"/>
                </a:solidFill>
                <a:latin typeface="微软雅黑"/>
                <a:ea typeface="微软雅黑"/>
                <a:cs typeface="微软雅黑"/>
              </a:rPr>
              <a:t>能力描述设备能做什么，状态机描述请求如何成为实际执行</a:t>
            </a:r>
          </a:p>
        </p:txBody>
      </p:sp>
      <p:sp>
        <p:nvSpPr>
          <p:cNvPr id="9" name="diagram-273">
            <a:extLst xmlns:a="http://schemas.openxmlformats.org/drawingml/2006/main">
              <a:ext uri="{FF2B5EF4-FFF2-40B4-BE49-F238E27FC236}">
                <a16:creationId xmlns:a16="http://schemas.microsoft.com/office/drawing/2014/main" id="{51385D73-56DE-499C-A3B0-CD8A627E79A4}"/>
              </a:ext>
            </a:extLst>
          </p:cNvPr>
          <p:cNvSpPr>
            <a:spLocks xmlns:a="http://schemas.openxmlformats.org/drawingml/2006/main" noGrp="1"/>
          </p:cNvSpPr>
          <p:nvPr/>
        </p:nvSpPr>
        <p:spPr>
          <a:xfrm xmlns:a="http://schemas.openxmlformats.org/drawingml/2006/main">
            <a:off x="619125" y="1952625"/>
            <a:ext cx="10953750" cy="3400425"/>
          </a:xfrm>
          <a:prstGeom xmlns:a="http://schemas.openxmlformats.org/drawingml/2006/main" prst="roundRect">
            <a:avLst>
              <a:gd name="adj" fmla="val 2241"/>
            </a:avLst>
          </a:prstGeom>
          <a:solidFill xmlns:a="http://schemas.openxmlformats.org/drawingml/2006/main">
            <a:srgbClr val="FFFFFF"/>
          </a:solidFill>
          <a:ln xmlns:a="http://schemas.openxmlformats.org/drawingml/2006/main" w="19050">
            <a:solidFill>
              <a:srgbClr val="2774AC"/>
            </a:solidFill>
          </a:ln>
        </p:spPr>
      </p:sp>
      <p:sp>
        <p:nvSpPr>
          <p:cNvPr id="10" name="diagram-274">
            <a:extLst xmlns:a="http://schemas.openxmlformats.org/drawingml/2006/main">
              <a:ext uri="{FF2B5EF4-FFF2-40B4-BE49-F238E27FC236}">
                <a16:creationId xmlns:a16="http://schemas.microsoft.com/office/drawing/2014/main" id="{3B53683A-F172-47AE-AD2B-CA1B14998EA1}"/>
              </a:ext>
            </a:extLst>
          </p:cNvPr>
          <p:cNvSpPr>
            <a:spLocks xmlns:a="http://schemas.openxmlformats.org/drawingml/2006/main" noGrp="1"/>
          </p:cNvSpPr>
          <p:nvPr/>
        </p:nvSpPr>
        <p:spPr>
          <a:xfrm xmlns:a="http://schemas.openxmlformats.org/drawingml/2006/main">
            <a:off x="828675" y="2143125"/>
            <a:ext cx="10544175" cy="647700"/>
          </a:xfrm>
          <a:prstGeom xmlns:a="http://schemas.openxmlformats.org/drawingml/2006/main" prst="roundRect">
            <a:avLst>
              <a:gd name="adj" fmla="val 11765"/>
            </a:avLst>
          </a:prstGeom>
          <a:solidFill xmlns:a="http://schemas.openxmlformats.org/drawingml/2006/main">
            <a:srgbClr val="F3F6F8"/>
          </a:solidFill>
          <a:ln xmlns:a="http://schemas.openxmlformats.org/drawingml/2006/main" w="13335">
            <a:solidFill>
              <a:srgbClr val="9BB7CC"/>
            </a:solidFill>
          </a:ln>
        </p:spPr>
        <p:txBody>
          <a:bodyPr xmlns:a="http://schemas.openxmlformats.org/drawingml/2006/main" wrap="square" lIns="76200" tIns="76200" rIns="76200" bIns="76200" anchor="ctr">
            <a:noAutofit/>
          </a:bodyPr>
          <a:lstStyle xmlns:a="http://schemas.openxmlformats.org/drawingml/2006/main"/>
          <a:p xmlns:a="http://schemas.openxmlformats.org/drawingml/2006/main">
            <a:pPr algn="ctr">
              <a:lnSpc>
                <a:spcPct val="108000"/>
              </a:lnSpc>
              <a:spcAft>
                <a:spcPts val="250"/>
              </a:spcAft>
              <a:buNone/>
              <a:defRPr sz="1950" b="1">
                <a:solidFill>
                  <a:srgbClr val="1C3C5D"/>
                </a:solidFill>
                <a:latin typeface="微软雅黑"/>
                <a:ea typeface="微软雅黑"/>
                <a:cs typeface="微软雅黑"/>
              </a:defRPr>
            </a:pPr>
            <a:r>
              <a:rPr sz="1950" b="1">
                <a:solidFill>
                  <a:srgbClr val="1C3C5D"/>
                </a:solidFill>
                <a:latin typeface="微软雅黑"/>
                <a:ea typeface="微软雅黑"/>
                <a:cs typeface="微软雅黑"/>
              </a:rPr>
              <a:t>能力模型：设备属性、能力参数、数据端口与内禀约束</a:t>
            </a:r>
          </a:p>
        </p:txBody>
      </p:sp>
      <p:sp>
        <p:nvSpPr>
          <p:cNvPr id="11" name="text-275">
            <a:extLst xmlns:a="http://schemas.openxmlformats.org/drawingml/2006/main">
              <a:ext uri="{FF2B5EF4-FFF2-40B4-BE49-F238E27FC236}">
                <a16:creationId xmlns:a16="http://schemas.microsoft.com/office/drawing/2014/main" id="{27EE8443-9328-4D18-8CBD-8DDE10FF588F}"/>
              </a:ext>
            </a:extLst>
          </p:cNvPr>
          <p:cNvSpPr>
            <a:spLocks xmlns:a="http://schemas.openxmlformats.org/drawingml/2006/main" noGrp="1"/>
          </p:cNvSpPr>
          <p:nvPr/>
        </p:nvSpPr>
        <p:spPr>
          <a:xfrm xmlns:a="http://schemas.openxmlformats.org/drawingml/2006/main">
            <a:off x="885825" y="3028950"/>
            <a:ext cx="103727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1950" b="1">
                <a:solidFill>
                  <a:srgbClr val="1C3C5D"/>
                </a:solidFill>
                <a:latin typeface="微软雅黑"/>
                <a:ea typeface="微软雅黑"/>
                <a:cs typeface="微软雅黑"/>
              </a:defRPr>
            </a:pPr>
            <a:r>
              <a:rPr sz="1950" b="1">
                <a:solidFill>
                  <a:srgbClr val="1C3C5D"/>
                </a:solidFill>
                <a:latin typeface="微软雅黑"/>
                <a:ea typeface="微软雅黑"/>
                <a:cs typeface="微软雅黑"/>
              </a:rPr>
              <a:t>状态机以状态、接口、转移条件和动作组织设备行为</a:t>
            </a:r>
          </a:p>
        </p:txBody>
      </p:sp>
      <p:sp>
        <p:nvSpPr>
          <p:cNvPr id="12" name="diagram-276">
            <a:extLst xmlns:a="http://schemas.openxmlformats.org/drawingml/2006/main">
              <a:ext uri="{FF2B5EF4-FFF2-40B4-BE49-F238E27FC236}">
                <a16:creationId xmlns:a16="http://schemas.microsoft.com/office/drawing/2014/main" id="{69267257-D56C-4882-A1DF-E8D2A849D730}"/>
              </a:ext>
            </a:extLst>
          </p:cNvPr>
          <p:cNvSpPr>
            <a:spLocks xmlns:a="http://schemas.openxmlformats.org/drawingml/2006/main" noGrp="1"/>
          </p:cNvSpPr>
          <p:nvPr/>
        </p:nvSpPr>
        <p:spPr>
          <a:xfrm xmlns:a="http://schemas.openxmlformats.org/drawingml/2006/main">
            <a:off x="914400" y="3676650"/>
            <a:ext cx="1666875" cy="542925"/>
          </a:xfrm>
          <a:prstGeom xmlns:a="http://schemas.openxmlformats.org/drawingml/2006/main" prst="roundRect">
            <a:avLst>
              <a:gd name="adj" fmla="val 14035"/>
            </a:avLst>
          </a:prstGeom>
          <a:solidFill xmlns:a="http://schemas.openxmlformats.org/drawingml/2006/main">
            <a:srgbClr val="EAF2F8"/>
          </a:solidFill>
          <a:ln xmlns:a="http://schemas.openxmlformats.org/drawingml/2006/main" w="13335">
            <a:solidFill>
              <a:srgbClr val="9BB7CC"/>
            </a:solidFill>
          </a:ln>
        </p:spPr>
        <p:txBody>
          <a:bodyPr xmlns:a="http://schemas.openxmlformats.org/drawingml/2006/main" wrap="square" lIns="76200" tIns="76200" rIns="76200" bIns="76200" anchor="ctr">
            <a:noAutofit/>
          </a:bodyPr>
          <a:lstStyle xmlns:a="http://schemas.openxmlformats.org/drawingml/2006/main"/>
          <a:p xmlns:a="http://schemas.openxmlformats.org/drawingml/2006/main">
            <a:pPr algn="ctr">
              <a:lnSpc>
                <a:spcPct val="108000"/>
              </a:lnSpc>
              <a:spcAft>
                <a:spcPts val="250"/>
              </a:spcAft>
              <a:buNone/>
              <a:defRPr sz="1800" b="0">
                <a:solidFill>
                  <a:srgbClr val="1C3C5D"/>
                </a:solidFill>
                <a:latin typeface="微软雅黑"/>
                <a:ea typeface="微软雅黑"/>
                <a:cs typeface="微软雅黑"/>
              </a:defRPr>
            </a:pPr>
            <a:r>
              <a:rPr sz="1800" b="0">
                <a:solidFill>
                  <a:srgbClr val="1C3C5D"/>
                </a:solidFill>
                <a:latin typeface="微软雅黑"/>
                <a:ea typeface="微软雅黑"/>
                <a:cs typeface="微软雅黑"/>
              </a:rPr>
              <a:t>待命</a:t>
            </a:r>
          </a:p>
        </p:txBody>
      </p:sp>
      <p:sp>
        <p:nvSpPr>
          <p:cNvPr id="13" name="diagram-277">
            <a:extLst xmlns:a="http://schemas.openxmlformats.org/drawingml/2006/main">
              <a:ext uri="{FF2B5EF4-FFF2-40B4-BE49-F238E27FC236}">
                <a16:creationId xmlns:a16="http://schemas.microsoft.com/office/drawing/2014/main" id="{9725E44B-764C-4353-B856-2E9F63899777}"/>
              </a:ext>
            </a:extLst>
          </p:cNvPr>
          <p:cNvSpPr>
            <a:spLocks xmlns:a="http://schemas.openxmlformats.org/drawingml/2006/main" noGrp="1"/>
          </p:cNvSpPr>
          <p:nvPr/>
        </p:nvSpPr>
        <p:spPr>
          <a:xfrm xmlns:a="http://schemas.openxmlformats.org/drawingml/2006/main">
            <a:off x="3028950" y="3676650"/>
            <a:ext cx="1666875" cy="542925"/>
          </a:xfrm>
          <a:prstGeom xmlns:a="http://schemas.openxmlformats.org/drawingml/2006/main" prst="roundRect">
            <a:avLst>
              <a:gd name="adj" fmla="val 14035"/>
            </a:avLst>
          </a:prstGeom>
          <a:solidFill xmlns:a="http://schemas.openxmlformats.org/drawingml/2006/main">
            <a:srgbClr val="EAF2F8"/>
          </a:solidFill>
          <a:ln xmlns:a="http://schemas.openxmlformats.org/drawingml/2006/main" w="13335">
            <a:solidFill>
              <a:srgbClr val="9BB7CC"/>
            </a:solidFill>
          </a:ln>
        </p:spPr>
        <p:txBody>
          <a:bodyPr xmlns:a="http://schemas.openxmlformats.org/drawingml/2006/main" wrap="square" lIns="76200" tIns="76200" rIns="76200" bIns="76200" anchor="ctr">
            <a:noAutofit/>
          </a:bodyPr>
          <a:lstStyle xmlns:a="http://schemas.openxmlformats.org/drawingml/2006/main"/>
          <a:p xmlns:a="http://schemas.openxmlformats.org/drawingml/2006/main">
            <a:pPr algn="ctr">
              <a:lnSpc>
                <a:spcPct val="108000"/>
              </a:lnSpc>
              <a:spcAft>
                <a:spcPts val="250"/>
              </a:spcAft>
              <a:buNone/>
              <a:defRPr sz="1800" b="0">
                <a:solidFill>
                  <a:srgbClr val="1C3C5D"/>
                </a:solidFill>
                <a:latin typeface="微软雅黑"/>
                <a:ea typeface="微软雅黑"/>
                <a:cs typeface="微软雅黑"/>
              </a:defRPr>
            </a:pPr>
            <a:r>
              <a:rPr sz="1800" b="0">
                <a:solidFill>
                  <a:srgbClr val="1C3C5D"/>
                </a:solidFill>
                <a:latin typeface="微软雅黑"/>
                <a:ea typeface="微软雅黑"/>
                <a:cs typeface="微软雅黑"/>
              </a:rPr>
              <a:t>已发送</a:t>
            </a:r>
          </a:p>
        </p:txBody>
      </p:sp>
      <p:sp>
        <p:nvSpPr>
          <p:cNvPr id="14" name="diagram-278">
            <a:extLst xmlns:a="http://schemas.openxmlformats.org/drawingml/2006/main">
              <a:ext uri="{FF2B5EF4-FFF2-40B4-BE49-F238E27FC236}">
                <a16:creationId xmlns:a16="http://schemas.microsoft.com/office/drawing/2014/main" id="{21119ED7-2F2F-4159-ACC6-BD88ACEBC407}"/>
              </a:ext>
            </a:extLst>
          </p:cNvPr>
          <p:cNvSpPr>
            <a:spLocks xmlns:a="http://schemas.openxmlformats.org/drawingml/2006/main" noGrp="1"/>
          </p:cNvSpPr>
          <p:nvPr/>
        </p:nvSpPr>
        <p:spPr>
          <a:xfrm xmlns:a="http://schemas.openxmlformats.org/drawingml/2006/main">
            <a:off x="5143500" y="3676650"/>
            <a:ext cx="1666875" cy="542925"/>
          </a:xfrm>
          <a:prstGeom xmlns:a="http://schemas.openxmlformats.org/drawingml/2006/main" prst="roundRect">
            <a:avLst>
              <a:gd name="adj" fmla="val 14035"/>
            </a:avLst>
          </a:prstGeom>
          <a:solidFill xmlns:a="http://schemas.openxmlformats.org/drawingml/2006/main">
            <a:srgbClr val="EAF2F8"/>
          </a:solidFill>
          <a:ln xmlns:a="http://schemas.openxmlformats.org/drawingml/2006/main" w="13335">
            <a:solidFill>
              <a:srgbClr val="9BB7CC"/>
            </a:solidFill>
          </a:ln>
        </p:spPr>
        <p:txBody>
          <a:bodyPr xmlns:a="http://schemas.openxmlformats.org/drawingml/2006/main" wrap="square" lIns="76200" tIns="76200" rIns="76200" bIns="76200" anchor="ctr">
            <a:noAutofit/>
          </a:bodyPr>
          <a:lstStyle xmlns:a="http://schemas.openxmlformats.org/drawingml/2006/main"/>
          <a:p xmlns:a="http://schemas.openxmlformats.org/drawingml/2006/main">
            <a:pPr algn="ctr">
              <a:lnSpc>
                <a:spcPct val="108000"/>
              </a:lnSpc>
              <a:spcAft>
                <a:spcPts val="250"/>
              </a:spcAft>
              <a:buNone/>
              <a:defRPr sz="1800" b="0">
                <a:solidFill>
                  <a:srgbClr val="1C3C5D"/>
                </a:solidFill>
                <a:latin typeface="微软雅黑"/>
                <a:ea typeface="微软雅黑"/>
                <a:cs typeface="微软雅黑"/>
              </a:defRPr>
            </a:pPr>
            <a:r>
              <a:rPr sz="1800" b="0">
                <a:solidFill>
                  <a:srgbClr val="1C3C5D"/>
                </a:solidFill>
                <a:latin typeface="微软雅黑"/>
                <a:ea typeface="微软雅黑"/>
                <a:cs typeface="微软雅黑"/>
              </a:rPr>
              <a:t>已接收</a:t>
            </a:r>
          </a:p>
        </p:txBody>
      </p:sp>
      <p:sp>
        <p:nvSpPr>
          <p:cNvPr id="15" name="diagram-279">
            <a:extLst xmlns:a="http://schemas.openxmlformats.org/drawingml/2006/main">
              <a:ext uri="{FF2B5EF4-FFF2-40B4-BE49-F238E27FC236}">
                <a16:creationId xmlns:a16="http://schemas.microsoft.com/office/drawing/2014/main" id="{E44EDB60-34C3-4E89-9E18-D8990100C59F}"/>
              </a:ext>
            </a:extLst>
          </p:cNvPr>
          <p:cNvSpPr>
            <a:spLocks xmlns:a="http://schemas.openxmlformats.org/drawingml/2006/main" noGrp="1"/>
          </p:cNvSpPr>
          <p:nvPr/>
        </p:nvSpPr>
        <p:spPr>
          <a:xfrm xmlns:a="http://schemas.openxmlformats.org/drawingml/2006/main">
            <a:off x="7258050" y="3676650"/>
            <a:ext cx="1666875" cy="542925"/>
          </a:xfrm>
          <a:prstGeom xmlns:a="http://schemas.openxmlformats.org/drawingml/2006/main" prst="roundRect">
            <a:avLst>
              <a:gd name="adj" fmla="val 14035"/>
            </a:avLst>
          </a:prstGeom>
          <a:solidFill xmlns:a="http://schemas.openxmlformats.org/drawingml/2006/main">
            <a:srgbClr val="EAF2F8"/>
          </a:solidFill>
          <a:ln xmlns:a="http://schemas.openxmlformats.org/drawingml/2006/main" w="13335">
            <a:solidFill>
              <a:srgbClr val="9BB7CC"/>
            </a:solidFill>
          </a:ln>
        </p:spPr>
        <p:txBody>
          <a:bodyPr xmlns:a="http://schemas.openxmlformats.org/drawingml/2006/main" wrap="square" lIns="76200" tIns="76200" rIns="76200" bIns="76200" anchor="ctr">
            <a:noAutofit/>
          </a:bodyPr>
          <a:lstStyle xmlns:a="http://schemas.openxmlformats.org/drawingml/2006/main"/>
          <a:p xmlns:a="http://schemas.openxmlformats.org/drawingml/2006/main">
            <a:pPr algn="ctr">
              <a:lnSpc>
                <a:spcPct val="108000"/>
              </a:lnSpc>
              <a:spcAft>
                <a:spcPts val="250"/>
              </a:spcAft>
              <a:buNone/>
              <a:defRPr sz="1800" b="0">
                <a:solidFill>
                  <a:srgbClr val="1C3C5D"/>
                </a:solidFill>
                <a:latin typeface="微软雅黑"/>
                <a:ea typeface="微软雅黑"/>
                <a:cs typeface="微软雅黑"/>
              </a:defRPr>
            </a:pPr>
            <a:r>
              <a:rPr sz="1800" b="0">
                <a:solidFill>
                  <a:srgbClr val="1C3C5D"/>
                </a:solidFill>
                <a:latin typeface="微软雅黑"/>
                <a:ea typeface="微软雅黑"/>
                <a:cs typeface="微软雅黑"/>
              </a:rPr>
              <a:t>执行中</a:t>
            </a:r>
          </a:p>
        </p:txBody>
      </p:sp>
      <p:sp>
        <p:nvSpPr>
          <p:cNvPr id="16" name="diagram-280">
            <a:extLst xmlns:a="http://schemas.openxmlformats.org/drawingml/2006/main">
              <a:ext uri="{FF2B5EF4-FFF2-40B4-BE49-F238E27FC236}">
                <a16:creationId xmlns:a16="http://schemas.microsoft.com/office/drawing/2014/main" id="{F70784FD-F0ED-4C58-8D87-7CFE607F1743}"/>
              </a:ext>
            </a:extLst>
          </p:cNvPr>
          <p:cNvSpPr>
            <a:spLocks xmlns:a="http://schemas.openxmlformats.org/drawingml/2006/main" noGrp="1"/>
          </p:cNvSpPr>
          <p:nvPr/>
        </p:nvSpPr>
        <p:spPr>
          <a:xfrm xmlns:a="http://schemas.openxmlformats.org/drawingml/2006/main">
            <a:off x="9372600" y="3676650"/>
            <a:ext cx="1666875" cy="542925"/>
          </a:xfrm>
          <a:prstGeom xmlns:a="http://schemas.openxmlformats.org/drawingml/2006/main" prst="roundRect">
            <a:avLst>
              <a:gd name="adj" fmla="val 14035"/>
            </a:avLst>
          </a:prstGeom>
          <a:solidFill xmlns:a="http://schemas.openxmlformats.org/drawingml/2006/main">
            <a:srgbClr val="EAF2F8"/>
          </a:solidFill>
          <a:ln xmlns:a="http://schemas.openxmlformats.org/drawingml/2006/main" w="13335">
            <a:solidFill>
              <a:srgbClr val="9BB7CC"/>
            </a:solidFill>
          </a:ln>
        </p:spPr>
        <p:txBody>
          <a:bodyPr xmlns:a="http://schemas.openxmlformats.org/drawingml/2006/main" wrap="square" lIns="76200" tIns="76200" rIns="76200" bIns="76200" anchor="ctr">
            <a:noAutofit/>
          </a:bodyPr>
          <a:lstStyle xmlns:a="http://schemas.openxmlformats.org/drawingml/2006/main"/>
          <a:p xmlns:a="http://schemas.openxmlformats.org/drawingml/2006/main">
            <a:pPr algn="ctr">
              <a:lnSpc>
                <a:spcPct val="108000"/>
              </a:lnSpc>
              <a:spcAft>
                <a:spcPts val="250"/>
              </a:spcAft>
              <a:buNone/>
              <a:defRPr sz="1800" b="0">
                <a:solidFill>
                  <a:srgbClr val="1C3C5D"/>
                </a:solidFill>
                <a:latin typeface="微软雅黑"/>
                <a:ea typeface="微软雅黑"/>
                <a:cs typeface="微软雅黑"/>
              </a:defRPr>
            </a:pPr>
            <a:r>
              <a:rPr sz="1800" b="0">
                <a:solidFill>
                  <a:srgbClr val="1C3C5D"/>
                </a:solidFill>
                <a:latin typeface="微软雅黑"/>
                <a:ea typeface="微软雅黑"/>
                <a:cs typeface="微软雅黑"/>
              </a:rPr>
              <a:t>已完成</a:t>
            </a:r>
          </a:p>
        </p:txBody>
      </p:sp>
      <p:cxnSp>
        <p:nvCxnSpPr>
          <p:cNvPr id="47" name=""/>
          <p:cNvCxnSpPr>
            <a:stCxn xmlns:a="http://schemas.openxmlformats.org/drawingml/2006/main" id="12" idx="3"/>
            <a:endCxn xmlns:a="http://schemas.openxmlformats.org/drawingml/2006/main" id="13" idx="1"/>
          </p:cNvCxnSpPr>
          <p:nvPr/>
        </p:nvCxnSpPr>
        <p:spPr>
          <a:xfrm xmlns:a="http://schemas.openxmlformats.org/drawingml/2006/main">
            <a:off x="2581275" y="3948113"/>
            <a:ext cx="447675" cy="0"/>
          </a:xfrm>
          <a:prstGeom xmlns:a="http://schemas.openxmlformats.org/drawingml/2006/main" prst="straightConnector1">
            <a:avLst/>
          </a:prstGeom>
          <a:ln xmlns:a="http://schemas.openxmlformats.org/drawingml/2006/main" w="19050">
            <a:solidFill>
              <a:srgbClr val="2774AC"/>
            </a:solidFill>
            <a:prstDash val="solid"/>
            <a:tailEnd type="triangle" w="med" len="med"/>
          </a:ln>
        </p:spPr>
      </p:cxnSp>
      <p:cxnSp>
        <p:nvCxnSpPr>
          <p:cNvPr id="48" name=""/>
          <p:cNvCxnSpPr>
            <a:stCxn xmlns:a="http://schemas.openxmlformats.org/drawingml/2006/main" id="13" idx="3"/>
            <a:endCxn xmlns:a="http://schemas.openxmlformats.org/drawingml/2006/main" id="14" idx="1"/>
          </p:cNvCxnSpPr>
          <p:nvPr/>
        </p:nvCxnSpPr>
        <p:spPr>
          <a:xfrm xmlns:a="http://schemas.openxmlformats.org/drawingml/2006/main">
            <a:off x="4695825" y="3948113"/>
            <a:ext cx="447675" cy="0"/>
          </a:xfrm>
          <a:prstGeom xmlns:a="http://schemas.openxmlformats.org/drawingml/2006/main" prst="straightConnector1">
            <a:avLst/>
          </a:prstGeom>
          <a:ln xmlns:a="http://schemas.openxmlformats.org/drawingml/2006/main" w="19050">
            <a:solidFill>
              <a:srgbClr val="2774AC"/>
            </a:solidFill>
            <a:prstDash val="solid"/>
            <a:tailEnd type="triangle" w="med" len="med"/>
          </a:ln>
        </p:spPr>
      </p:cxnSp>
      <p:cxnSp>
        <p:nvCxnSpPr>
          <p:cNvPr id="49" name=""/>
          <p:cNvCxnSpPr>
            <a:stCxn xmlns:a="http://schemas.openxmlformats.org/drawingml/2006/main" id="14" idx="3"/>
            <a:endCxn xmlns:a="http://schemas.openxmlformats.org/drawingml/2006/main" id="15" idx="1"/>
          </p:cNvCxnSpPr>
          <p:nvPr/>
        </p:nvCxnSpPr>
        <p:spPr>
          <a:xfrm xmlns:a="http://schemas.openxmlformats.org/drawingml/2006/main">
            <a:off x="6810375" y="3948113"/>
            <a:ext cx="447675" cy="0"/>
          </a:xfrm>
          <a:prstGeom xmlns:a="http://schemas.openxmlformats.org/drawingml/2006/main" prst="straightConnector1">
            <a:avLst/>
          </a:prstGeom>
          <a:ln xmlns:a="http://schemas.openxmlformats.org/drawingml/2006/main" w="19050">
            <a:solidFill>
              <a:srgbClr val="2774AC"/>
            </a:solidFill>
            <a:prstDash val="solid"/>
            <a:tailEnd type="triangle" w="med" len="med"/>
          </a:ln>
        </p:spPr>
      </p:cxnSp>
      <p:cxnSp>
        <p:nvCxnSpPr>
          <p:cNvPr id="50" name=""/>
          <p:cNvCxnSpPr>
            <a:stCxn xmlns:a="http://schemas.openxmlformats.org/drawingml/2006/main" id="15" idx="3"/>
            <a:endCxn xmlns:a="http://schemas.openxmlformats.org/drawingml/2006/main" id="16" idx="1"/>
          </p:cNvCxnSpPr>
          <p:nvPr/>
        </p:nvCxnSpPr>
        <p:spPr>
          <a:xfrm xmlns:a="http://schemas.openxmlformats.org/drawingml/2006/main">
            <a:off x="8924925" y="3948113"/>
            <a:ext cx="447675" cy="0"/>
          </a:xfrm>
          <a:prstGeom xmlns:a="http://schemas.openxmlformats.org/drawingml/2006/main" prst="straightConnector1">
            <a:avLst/>
          </a:prstGeom>
          <a:ln xmlns:a="http://schemas.openxmlformats.org/drawingml/2006/main" w="19050">
            <a:solidFill>
              <a:srgbClr val="2774AC"/>
            </a:solidFill>
            <a:prstDash val="solid"/>
            <a:tailEnd type="triangle" w="med" len="med"/>
          </a:ln>
        </p:spPr>
      </p:cxnSp>
      <p:sp>
        <p:nvSpPr>
          <p:cNvPr id="21" name="text-281">
            <a:extLst xmlns:a="http://schemas.openxmlformats.org/drawingml/2006/main">
              <a:ext uri="{FF2B5EF4-FFF2-40B4-BE49-F238E27FC236}">
                <a16:creationId xmlns:a16="http://schemas.microsoft.com/office/drawing/2014/main" id="{F7A66C0B-05DC-4B3F-A8AC-9EADB5E5C1AE}"/>
              </a:ext>
            </a:extLst>
          </p:cNvPr>
          <p:cNvSpPr>
            <a:spLocks xmlns:a="http://schemas.openxmlformats.org/drawingml/2006/main" noGrp="1"/>
          </p:cNvSpPr>
          <p:nvPr/>
        </p:nvSpPr>
        <p:spPr>
          <a:xfrm xmlns:a="http://schemas.openxmlformats.org/drawingml/2006/main">
            <a:off x="923925" y="4524375"/>
            <a:ext cx="103155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1875" b="0">
                <a:solidFill>
                  <a:srgbClr val="5B6B78"/>
                </a:solidFill>
                <a:latin typeface="微软雅黑"/>
                <a:ea typeface="微软雅黑"/>
                <a:cs typeface="微软雅黑"/>
              </a:defRPr>
            </a:pPr>
            <a:r>
              <a:rPr sz="1875" b="0">
                <a:solidFill>
                  <a:srgbClr val="5B6B78"/>
                </a:solidFill>
                <a:latin typeface="微软雅黑"/>
                <a:ea typeface="微软雅黑"/>
                <a:cs typeface="微软雅黑"/>
              </a:rPr>
              <a:t>设备事件驱动状态更新；异常与中止具有明确的状态和转移规则。</a:t>
            </a:r>
          </a:p>
        </p:txBody>
      </p:sp>
      <p:sp>
        <p:nvSpPr>
          <p:cNvPr id="22" name="anchor-282">
            <a:extLst xmlns:a="http://schemas.openxmlformats.org/drawingml/2006/main">
              <a:ext uri="{FF2B5EF4-FFF2-40B4-BE49-F238E27FC236}">
                <a16:creationId xmlns:a16="http://schemas.microsoft.com/office/drawing/2014/main" id="{C3DC7AEB-0215-4D82-B420-AE490AE664A8}"/>
              </a:ext>
            </a:extLst>
          </p:cNvPr>
          <p:cNvSpPr>
            <a:spLocks xmlns:a="http://schemas.openxmlformats.org/drawingml/2006/main" noGrp="1"/>
          </p:cNvSpPr>
          <p:nvPr/>
        </p:nvSpPr>
        <p:spPr>
          <a:xfrm xmlns:a="http://schemas.openxmlformats.org/drawingml/2006/main">
            <a:off x="4162425" y="5343525"/>
            <a:ext cx="19050" cy="19050"/>
          </a:xfrm>
          <a:prstGeom xmlns:a="http://schemas.openxmlformats.org/drawingml/2006/main" prst="rect">
            <a:avLst/>
          </a:prstGeom>
          <a:noFill xmlns:a="http://schemas.openxmlformats.org/drawingml/2006/main"/>
          <a:ln xmlns:a="http://schemas.openxmlformats.org/drawingml/2006/main" w="0">
            <a:noFill/>
          </a:ln>
        </p:spPr>
      </p:sp>
      <p:sp>
        <p:nvSpPr>
          <p:cNvPr id="23" name="anchor-283">
            <a:extLst xmlns:a="http://schemas.openxmlformats.org/drawingml/2006/main">
              <a:ext uri="{FF2B5EF4-FFF2-40B4-BE49-F238E27FC236}">
                <a16:creationId xmlns:a16="http://schemas.microsoft.com/office/drawing/2014/main" id="{37520D67-A5D2-4043-BFD0-D9FD0585A8DD}"/>
              </a:ext>
            </a:extLst>
          </p:cNvPr>
          <p:cNvSpPr>
            <a:spLocks xmlns:a="http://schemas.openxmlformats.org/drawingml/2006/main" noGrp="1"/>
          </p:cNvSpPr>
          <p:nvPr/>
        </p:nvSpPr>
        <p:spPr>
          <a:xfrm xmlns:a="http://schemas.openxmlformats.org/drawingml/2006/main">
            <a:off x="4162425" y="5686425"/>
            <a:ext cx="19050" cy="19050"/>
          </a:xfrm>
          <a:prstGeom xmlns:a="http://schemas.openxmlformats.org/drawingml/2006/main" prst="rect">
            <a:avLst/>
          </a:prstGeom>
          <a:noFill xmlns:a="http://schemas.openxmlformats.org/drawingml/2006/main"/>
          <a:ln xmlns:a="http://schemas.openxmlformats.org/drawingml/2006/main" w="0">
            <a:noFill/>
          </a:ln>
        </p:spPr>
      </p:sp>
      <p:sp>
        <p:nvSpPr>
          <p:cNvPr id="24" name="anchor-284">
            <a:extLst xmlns:a="http://schemas.openxmlformats.org/drawingml/2006/main">
              <a:ext uri="{FF2B5EF4-FFF2-40B4-BE49-F238E27FC236}">
                <a16:creationId xmlns:a16="http://schemas.microsoft.com/office/drawing/2014/main" id="{1A28165A-523D-43BF-A981-E4DEF88476DC}"/>
              </a:ext>
            </a:extLst>
          </p:cNvPr>
          <p:cNvSpPr>
            <a:spLocks xmlns:a="http://schemas.openxmlformats.org/drawingml/2006/main" noGrp="1"/>
          </p:cNvSpPr>
          <p:nvPr/>
        </p:nvSpPr>
        <p:spPr>
          <a:xfrm xmlns:a="http://schemas.openxmlformats.org/drawingml/2006/main">
            <a:off x="8029575" y="5686425"/>
            <a:ext cx="19050" cy="19050"/>
          </a:xfrm>
          <a:prstGeom xmlns:a="http://schemas.openxmlformats.org/drawingml/2006/main" prst="rect">
            <a:avLst/>
          </a:prstGeom>
          <a:noFill xmlns:a="http://schemas.openxmlformats.org/drawingml/2006/main"/>
          <a:ln xmlns:a="http://schemas.openxmlformats.org/drawingml/2006/main" w="0">
            <a:noFill/>
          </a:ln>
        </p:spPr>
      </p:sp>
      <p:sp>
        <p:nvSpPr>
          <p:cNvPr id="25" name="anchor-285">
            <a:extLst xmlns:a="http://schemas.openxmlformats.org/drawingml/2006/main">
              <a:ext uri="{FF2B5EF4-FFF2-40B4-BE49-F238E27FC236}">
                <a16:creationId xmlns:a16="http://schemas.microsoft.com/office/drawing/2014/main" id="{607821C8-1A44-4D28-98ED-EDB0E57ACF28}"/>
              </a:ext>
            </a:extLst>
          </p:cNvPr>
          <p:cNvSpPr>
            <a:spLocks xmlns:a="http://schemas.openxmlformats.org/drawingml/2006/main" noGrp="1"/>
          </p:cNvSpPr>
          <p:nvPr/>
        </p:nvSpPr>
        <p:spPr>
          <a:xfrm xmlns:a="http://schemas.openxmlformats.org/drawingml/2006/main">
            <a:off x="8029575" y="534352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56" name=""/>
          <p:cNvCxnSpPr>
            <a:stCxn xmlns:a="http://schemas.openxmlformats.org/drawingml/2006/main" id="22" idx="2"/>
            <a:endCxn xmlns:a="http://schemas.openxmlformats.org/drawingml/2006/main" id="23" idx="0"/>
          </p:cNvCxnSpPr>
          <p:nvPr/>
        </p:nvCxnSpPr>
        <p:spPr>
          <a:xfrm xmlns:a="http://schemas.openxmlformats.org/drawingml/2006/main">
            <a:off x="4171950" y="5362575"/>
            <a:ext cx="0" cy="323850"/>
          </a:xfrm>
          <a:prstGeom xmlns:a="http://schemas.openxmlformats.org/drawingml/2006/main" prst="straightConnector1">
            <a:avLst/>
          </a:prstGeom>
          <a:ln xmlns:a="http://schemas.openxmlformats.org/drawingml/2006/main" w="19050">
            <a:solidFill>
              <a:srgbClr val="178477"/>
            </a:solidFill>
            <a:prstDash val="dash"/>
            <a:tailEnd type="none" w="med" len="med"/>
          </a:ln>
        </p:spPr>
      </p:cxnSp>
      <p:cxnSp>
        <p:nvCxnSpPr>
          <p:cNvPr id="57" name=""/>
          <p:cNvCxnSpPr>
            <a:stCxn xmlns:a="http://schemas.openxmlformats.org/drawingml/2006/main" id="23" idx="3"/>
            <a:endCxn xmlns:a="http://schemas.openxmlformats.org/drawingml/2006/main" id="24" idx="1"/>
          </p:cNvCxnSpPr>
          <p:nvPr/>
        </p:nvCxnSpPr>
        <p:spPr>
          <a:xfrm xmlns:a="http://schemas.openxmlformats.org/drawingml/2006/main">
            <a:off x="4181475" y="5695950"/>
            <a:ext cx="3848100" cy="0"/>
          </a:xfrm>
          <a:prstGeom xmlns:a="http://schemas.openxmlformats.org/drawingml/2006/main" prst="straightConnector1">
            <a:avLst/>
          </a:prstGeom>
          <a:ln xmlns:a="http://schemas.openxmlformats.org/drawingml/2006/main" w="19050">
            <a:solidFill>
              <a:srgbClr val="178477"/>
            </a:solidFill>
            <a:prstDash val="dash"/>
            <a:tailEnd type="none" w="med" len="med"/>
          </a:ln>
        </p:spPr>
      </p:cxnSp>
      <p:cxnSp>
        <p:nvCxnSpPr>
          <p:cNvPr id="58" name=""/>
          <p:cNvCxnSpPr>
            <a:stCxn xmlns:a="http://schemas.openxmlformats.org/drawingml/2006/main" id="24" idx="0"/>
            <a:endCxn xmlns:a="http://schemas.openxmlformats.org/drawingml/2006/main" id="25" idx="2"/>
          </p:cNvCxnSpPr>
          <p:nvPr/>
        </p:nvCxnSpPr>
        <p:spPr>
          <a:xfrm xmlns:a="http://schemas.openxmlformats.org/drawingml/2006/main" flipV="1">
            <a:off x="8039100" y="5362575"/>
            <a:ext cx="0" cy="323850"/>
          </a:xfrm>
          <a:prstGeom xmlns:a="http://schemas.openxmlformats.org/drawingml/2006/main" prst="straightConnector1">
            <a:avLst/>
          </a:prstGeom>
          <a:ln xmlns:a="http://schemas.openxmlformats.org/drawingml/2006/main" w="19050">
            <a:solidFill>
              <a:srgbClr val="178477"/>
            </a:solidFill>
            <a:prstDash val="dash"/>
            <a:tailEnd type="triangle" w="med" len="med"/>
          </a:ln>
        </p:spPr>
      </p:cxnSp>
      <p:sp>
        <p:nvSpPr>
          <p:cNvPr id="29" name="text-286">
            <a:extLst xmlns:a="http://schemas.openxmlformats.org/drawingml/2006/main">
              <a:ext uri="{FF2B5EF4-FFF2-40B4-BE49-F238E27FC236}">
                <a16:creationId xmlns:a16="http://schemas.microsoft.com/office/drawing/2014/main" id="{23803F8C-F077-4E9B-A40A-C21BD25C2B67}"/>
              </a:ext>
            </a:extLst>
          </p:cNvPr>
          <p:cNvSpPr>
            <a:spLocks xmlns:a="http://schemas.openxmlformats.org/drawingml/2006/main" noGrp="1"/>
          </p:cNvSpPr>
          <p:nvPr/>
        </p:nvSpPr>
        <p:spPr>
          <a:xfrm xmlns:a="http://schemas.openxmlformats.org/drawingml/2006/main">
            <a:off x="4591050" y="5495925"/>
            <a:ext cx="3000375" cy="27622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2000"/>
              </a:lnSpc>
              <a:spcBef>
                <a:spcPts val="0"/>
              </a:spcBef>
              <a:spcAft>
                <a:spcPts val="0"/>
              </a:spcAft>
              <a:buNone/>
              <a:defRPr sz="1650" b="0">
                <a:solidFill>
                  <a:srgbClr val="178477"/>
                </a:solidFill>
                <a:latin typeface="微软雅黑"/>
                <a:ea typeface="微软雅黑"/>
                <a:cs typeface="微软雅黑"/>
              </a:defRPr>
            </a:pPr>
            <a:r>
              <a:rPr sz="1650" b="0">
                <a:solidFill>
                  <a:srgbClr val="178477"/>
                </a:solidFill>
                <a:latin typeface="微软雅黑"/>
                <a:ea typeface="微软雅黑"/>
                <a:cs typeface="微软雅黑"/>
              </a:rPr>
              <a:t>经 Adapter 发令并回收反馈</a:t>
            </a:r>
          </a:p>
        </p:txBody>
      </p:sp>
      <p:sp>
        <p:nvSpPr>
          <p:cNvPr id="30" name="anchor-287">
            <a:extLst xmlns:a="http://schemas.openxmlformats.org/drawingml/2006/main">
              <a:ext uri="{FF2B5EF4-FFF2-40B4-BE49-F238E27FC236}">
                <a16:creationId xmlns:a16="http://schemas.microsoft.com/office/drawing/2014/main" id="{515CFFF8-EEF8-41C9-9D82-D8CE676BA200}"/>
              </a:ext>
            </a:extLst>
          </p:cNvPr>
          <p:cNvSpPr>
            <a:spLocks xmlns:a="http://schemas.openxmlformats.org/drawingml/2006/main" noGrp="1"/>
          </p:cNvSpPr>
          <p:nvPr/>
        </p:nvSpPr>
        <p:spPr>
          <a:xfrm xmlns:a="http://schemas.openxmlformats.org/drawingml/2006/main">
            <a:off x="542925" y="6010275"/>
            <a:ext cx="19050" cy="19050"/>
          </a:xfrm>
          <a:prstGeom xmlns:a="http://schemas.openxmlformats.org/drawingml/2006/main" prst="rect">
            <a:avLst/>
          </a:prstGeom>
          <a:noFill xmlns:a="http://schemas.openxmlformats.org/drawingml/2006/main"/>
          <a:ln xmlns:a="http://schemas.openxmlformats.org/drawingml/2006/main" w="0">
            <a:noFill/>
          </a:ln>
        </p:spPr>
      </p:sp>
      <p:sp>
        <p:nvSpPr>
          <p:cNvPr id="31" name="anchor-288">
            <a:extLst xmlns:a="http://schemas.openxmlformats.org/drawingml/2006/main">
              <a:ext uri="{FF2B5EF4-FFF2-40B4-BE49-F238E27FC236}">
                <a16:creationId xmlns:a16="http://schemas.microsoft.com/office/drawing/2014/main" id="{D6C1F28F-8CF6-41DE-83A9-F3B7C1E37EF9}"/>
              </a:ext>
            </a:extLst>
          </p:cNvPr>
          <p:cNvSpPr>
            <a:spLocks xmlns:a="http://schemas.openxmlformats.org/drawingml/2006/main" noGrp="1"/>
          </p:cNvSpPr>
          <p:nvPr/>
        </p:nvSpPr>
        <p:spPr>
          <a:xfrm xmlns:a="http://schemas.openxmlformats.org/drawingml/2006/main">
            <a:off x="11630025" y="601027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62" name=""/>
          <p:cNvCxnSpPr>
            <a:stCxn xmlns:a="http://schemas.openxmlformats.org/drawingml/2006/main" id="30" idx="3"/>
            <a:endCxn xmlns:a="http://schemas.openxmlformats.org/drawingml/2006/main" id="31" idx="1"/>
          </p:cNvCxnSpPr>
          <p:nvPr/>
        </p:nvCxnSpPr>
        <p:spPr>
          <a:xfrm xmlns:a="http://schemas.openxmlformats.org/drawingml/2006/main">
            <a:off x="561975" y="6019800"/>
            <a:ext cx="11068050" cy="0"/>
          </a:xfrm>
          <a:prstGeom xmlns:a="http://schemas.openxmlformats.org/drawingml/2006/main" prst="straightConnector1">
            <a:avLst/>
          </a:prstGeom>
          <a:ln xmlns:a="http://schemas.openxmlformats.org/drawingml/2006/main" w="9525">
            <a:solidFill>
              <a:srgbClr val="9BB7CC"/>
            </a:solidFill>
            <a:prstDash val="solid"/>
            <a:tailEnd type="none" w="med" len="med"/>
          </a:ln>
        </p:spPr>
      </p:cxnSp>
      <p:sp>
        <p:nvSpPr>
          <p:cNvPr id="33" name="text-289">
            <a:extLst xmlns:a="http://schemas.openxmlformats.org/drawingml/2006/main">
              <a:ext uri="{FF2B5EF4-FFF2-40B4-BE49-F238E27FC236}">
                <a16:creationId xmlns:a16="http://schemas.microsoft.com/office/drawing/2014/main" id="{B24A37E3-8107-4EAF-A365-9B522D3A7973}"/>
              </a:ext>
            </a:extLst>
          </p:cNvPr>
          <p:cNvSpPr>
            <a:spLocks xmlns:a="http://schemas.openxmlformats.org/drawingml/2006/main" noGrp="1"/>
          </p:cNvSpPr>
          <p:nvPr/>
        </p:nvSpPr>
        <p:spPr>
          <a:xfrm xmlns:a="http://schemas.openxmlformats.org/drawingml/2006/main">
            <a:off x="552450" y="61150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1725" b="1">
                <a:solidFill>
                  <a:srgbClr val="1C3C5D"/>
                </a:solidFill>
                <a:latin typeface="微软雅黑"/>
                <a:ea typeface="微软雅黑"/>
                <a:cs typeface="微软雅黑"/>
              </a:defRPr>
            </a:pPr>
            <a:r>
              <a:rPr sz="1725" b="1">
                <a:solidFill>
                  <a:srgbClr val="1C3C5D"/>
                </a:solidFill>
                <a:latin typeface="微软雅黑"/>
                <a:ea typeface="微软雅黑"/>
                <a:cs typeface="微软雅黑"/>
              </a:rPr>
              <a:t>模型既描述设备，也定义设备执行过程中的行为规则。</a:t>
            </a:r>
          </a:p>
        </p:txBody>
      </p:sp>
    </p:spTree>
    <p:extLst>
      <p:ext uri="{BB962C8B-B14F-4D97-AF65-F5344CB8AC3E}">
        <p14:creationId xmlns:p14="http://schemas.microsoft.com/office/powerpoint/2010/main" val="688473016"/>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CB27CB85-55C8-43AF-9304-B7FA6028AB0A}"/>
              </a:ext>
            </a:extLst>
          </p:cNvPr>
          <p:cNvSpPr>
            <a:spLocks xmlns:a="http://schemas.openxmlformats.org/drawingml/2006/main" noGrp="1"/>
          </p:cNvSpPr>
          <p:nvPr/>
        </p:nvSpPr>
        <p:spPr>
          <a:xfrm xmlns:a="http://schemas.openxmlformats.org/drawingml/2006/main">
            <a:off x="0" y="0"/>
            <a:ext cx="12191695" cy="914400"/>
          </a:xfrm>
          <a:prstGeom xmlns:a="http://schemas.openxmlformats.org/drawingml/2006/main" prst="rect">
            <a:avLst/>
          </a:prstGeom>
          <a:solidFill xmlns:a="http://schemas.openxmlformats.org/drawingml/2006/main">
            <a:srgbClr val="1A3A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18A869FD-6C18-4E93-9D47-26F99429154B}"/>
              </a:ext>
            </a:extLst>
          </p:cNvPr>
          <p:cNvSpPr>
            <a:spLocks xmlns:a="http://schemas.openxmlformats.org/drawingml/2006/main" noGrp="1"/>
          </p:cNvSpPr>
          <p:nvPr/>
        </p:nvSpPr>
        <p:spPr>
          <a:xfrm xmlns:a="http://schemas.openxmlformats.org/drawingml/2006/main">
            <a:off x="552450" y="238125"/>
            <a:ext cx="11087100" cy="571500"/>
          </a:xfrm>
          <a:prstGeom xmlns:a="http://schemas.openxmlformats.org/drawingml/2006/main" prst="rect">
            <a:avLst/>
          </a:prstGeom>
          <a:noFill xmlns:a="http://schemas.openxmlformats.org/drawingml/2006/main"/>
        </p:spPr>
        <p:txBody>
          <a:bodyPr xmlns:a="http://schemas.openxmlformats.org/drawingml/2006/main" wrap="none" lIns="0" tIns="0" rIns="0" bIns="0">
            <a:noAutofit/>
          </a:bodyPr>
          <a:lstStyle xmlns:a="http://schemas.openxmlformats.org/drawingml/2006/main"/>
          <a:p xmlns:a="http://schemas.openxmlformats.org/drawingml/2006/main">
            <a:pPr algn="l">
              <a:buNone/>
              <a:defRPr sz="2850" b="1">
                <a:solidFill>
                  <a:srgbClr val="FFFFFF"/>
                </a:solidFill>
                <a:latin typeface="微软雅黑"/>
                <a:ea typeface="微软雅黑"/>
                <a:cs typeface="微软雅黑"/>
              </a:defRPr>
            </a:pPr>
            <a:r>
              <a:rPr sz="2850" b="1">
                <a:solidFill>
                  <a:srgbClr val="FFFFFF"/>
                </a:solidFill>
                <a:latin typeface="微软雅黑"/>
                <a:ea typeface="微软雅黑"/>
                <a:cs typeface="微软雅黑"/>
              </a:rPr>
              <a:t>11  约束：从模型观察执行并采取动作</a:t>
            </a:r>
            <a:endParaRPr sz="2600" b="1">
              <a:solidFill>
                <a:srgbClr val="FFFFFF"/>
              </a:solidFill>
              <a:latin typeface="微软雅黑"/>
              <a:ea typeface="微软雅黑"/>
              <a:cs typeface="微软雅黑"/>
            </a:endParaRPr>
          </a:p>
        </p:txBody>
      </p:sp>
      <p:sp>
        <p:nvSpPr>
          <p:cNvPr id="7" name="TextBox 6">
            <a:extLst xmlns:a="http://schemas.openxmlformats.org/drawingml/2006/main">
              <a:ext uri="{FF2B5EF4-FFF2-40B4-BE49-F238E27FC236}">
                <a16:creationId xmlns:a16="http://schemas.microsoft.com/office/drawing/2014/main" id="{5EA28A86-C763-43A0-ACEB-B8E854EF0D11}"/>
              </a:ext>
            </a:extLst>
          </p:cNvPr>
          <p:cNvSpPr>
            <a:spLocks xmlns:a="http://schemas.openxmlformats.org/drawingml/2006/main" noGrp="1"/>
          </p:cNvSpPr>
          <p:nvPr/>
        </p:nvSpPr>
        <p:spPr>
          <a:xfrm xmlns:a="http://schemas.openxmlformats.org/drawingml/2006/main">
            <a:off x="457200" y="6446520"/>
            <a:ext cx="91440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0">
                <a:solidFill>
                  <a:srgbClr val="555555"/>
                </a:solidFill>
                <a:latin typeface="微软雅黑"/>
                <a:ea typeface="微软雅黑"/>
                <a:cs typeface="微软雅黑"/>
              </a:rPr>
              <a:t>EUROSIM 2026  ·  面向智慧化学实验室的任务导向可执行建模框架</a:t>
            </a:r>
            <a:endParaRPr sz="1100" b="0">
              <a:solidFill>
                <a:srgbClr val="555555"/>
              </a:solidFill>
              <a:latin typeface="微软雅黑"/>
              <a:ea typeface="微软雅黑"/>
              <a:cs typeface="微软雅黑"/>
            </a:endParaRPr>
          </a:p>
        </p:txBody>
      </p:sp>
      <p:sp>
        <p:nvSpPr>
          <p:cNvPr id="8" name="TextBox 7">
            <a:extLst xmlns:a="http://schemas.openxmlformats.org/drawingml/2006/main">
              <a:ext uri="{FF2B5EF4-FFF2-40B4-BE49-F238E27FC236}">
                <a16:creationId xmlns:a16="http://schemas.microsoft.com/office/drawing/2014/main" id="{987E5A4A-B8A6-4AAB-A2B0-47DB1427B636}"/>
              </a:ext>
            </a:extLst>
          </p:cNvPr>
          <p:cNvSpPr>
            <a:spLocks xmlns:a="http://schemas.openxmlformats.org/drawingml/2006/main" noGrp="1"/>
          </p:cNvSpPr>
          <p:nvPr/>
        </p:nvSpPr>
        <p:spPr>
          <a:xfrm xmlns:a="http://schemas.openxmlformats.org/drawingml/2006/main">
            <a:off x="10515600" y="6446520"/>
            <a:ext cx="13716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pPr>
            <a:r>
              <a:rPr sz="1100" b="0">
                <a:solidFill>
                  <a:srgbClr val="555555"/>
                </a:solidFill>
                <a:latin typeface="微软雅黑"/>
                <a:ea typeface="微软雅黑"/>
                <a:cs typeface="微软雅黑"/>
              </a:rPr>
              <a:t>11/16</a:t>
            </a:r>
            <a:endParaRPr sz="1100" b="0">
              <a:solidFill>
                <a:srgbClr val="555555"/>
              </a:solidFill>
              <a:latin typeface="微软雅黑"/>
              <a:ea typeface="微软雅黑"/>
              <a:cs typeface="微软雅黑"/>
            </a:endParaRPr>
          </a:p>
        </p:txBody>
      </p:sp>
      <p:sp>
        <p:nvSpPr>
          <p:cNvPr id="9" name="text-290">
            <a:extLst xmlns:a="http://schemas.openxmlformats.org/drawingml/2006/main">
              <a:ext uri="{FF2B5EF4-FFF2-40B4-BE49-F238E27FC236}">
                <a16:creationId xmlns:a16="http://schemas.microsoft.com/office/drawing/2014/main" id="{2960DCD1-27E7-4796-BF2C-7F098474E214}"/>
              </a:ext>
            </a:extLst>
          </p:cNvPr>
          <p:cNvSpPr>
            <a:spLocks xmlns:a="http://schemas.openxmlformats.org/drawingml/2006/main" noGrp="1"/>
          </p:cNvSpPr>
          <p:nvPr/>
        </p:nvSpPr>
        <p:spPr>
          <a:xfrm xmlns:a="http://schemas.openxmlformats.org/drawingml/2006/main">
            <a:off x="552450" y="1123950"/>
            <a:ext cx="110871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1875" b="0">
                <a:solidFill>
                  <a:srgbClr val="5B6B78"/>
                </a:solidFill>
                <a:latin typeface="微软雅黑"/>
                <a:ea typeface="微软雅黑"/>
                <a:cs typeface="微软雅黑"/>
              </a:defRPr>
            </a:pPr>
            <a:r>
              <a:rPr sz="1875" b="0">
                <a:solidFill>
                  <a:srgbClr val="5B6B78"/>
                </a:solidFill>
                <a:latin typeface="微软雅黑"/>
                <a:ea typeface="微软雅黑"/>
                <a:cs typeface="微软雅黑"/>
              </a:rPr>
              <a:t>约束具有明确的观察对象、判定条件与处理方式</a:t>
            </a:r>
          </a:p>
        </p:txBody>
      </p:sp>
      <p:sp>
        <p:nvSpPr>
          <p:cNvPr id="10" name="diagram-291">
            <a:extLst xmlns:a="http://schemas.openxmlformats.org/drawingml/2006/main">
              <a:ext uri="{FF2B5EF4-FFF2-40B4-BE49-F238E27FC236}">
                <a16:creationId xmlns:a16="http://schemas.microsoft.com/office/drawing/2014/main" id="{807B6264-E7C6-4702-AA5A-D91A47E2BE9C}"/>
              </a:ext>
            </a:extLst>
          </p:cNvPr>
          <p:cNvSpPr>
            <a:spLocks xmlns:a="http://schemas.openxmlformats.org/drawingml/2006/main" noGrp="1"/>
          </p:cNvSpPr>
          <p:nvPr/>
        </p:nvSpPr>
        <p:spPr>
          <a:xfrm xmlns:a="http://schemas.openxmlformats.org/drawingml/2006/main">
            <a:off x="619125" y="2047875"/>
            <a:ext cx="2800350" cy="942975"/>
          </a:xfrm>
          <a:prstGeom xmlns:a="http://schemas.openxmlformats.org/drawingml/2006/main" prst="roundRect">
            <a:avLst>
              <a:gd name="adj" fmla="val 8081"/>
            </a:avLst>
          </a:prstGeom>
          <a:solidFill xmlns:a="http://schemas.openxmlformats.org/drawingml/2006/main">
            <a:srgbClr val="EAF2F8"/>
          </a:solidFill>
          <a:ln xmlns:a="http://schemas.openxmlformats.org/drawingml/2006/main" w="13335">
            <a:solidFill>
              <a:srgbClr val="9BB7CC"/>
            </a:solidFill>
          </a:ln>
        </p:spPr>
        <p:txBody>
          <a:bodyPr xmlns:a="http://schemas.openxmlformats.org/drawingml/2006/main" wrap="square" lIns="76200" tIns="76200" rIns="76200" bIns="76200" anchor="ctr">
            <a:noAutofit/>
          </a:bodyPr>
          <a:lstStyle xmlns:a="http://schemas.openxmlformats.org/drawingml/2006/main"/>
          <a:p xmlns:a="http://schemas.openxmlformats.org/drawingml/2006/main">
            <a:pPr algn="ctr">
              <a:lnSpc>
                <a:spcPct val="108000"/>
              </a:lnSpc>
              <a:spcAft>
                <a:spcPts val="700"/>
              </a:spcAft>
              <a:buNone/>
              <a:defRPr sz="1875" b="0">
                <a:solidFill>
                  <a:srgbClr val="1C3C5D"/>
                </a:solidFill>
                <a:latin typeface="微软雅黑"/>
                <a:ea typeface="微软雅黑"/>
                <a:cs typeface="微软雅黑"/>
              </a:defRPr>
            </a:pPr>
            <a:r>
              <a:rPr sz="1875" b="0">
                <a:solidFill>
                  <a:srgbClr val="1C3C5D"/>
                </a:solidFill>
                <a:latin typeface="微软雅黑"/>
                <a:ea typeface="微软雅黑"/>
                <a:cs typeface="微软雅黑"/>
              </a:rPr>
              <a:t>资源侧观察</a:t>
            </a:r>
          </a:p>
          <a:p xmlns:a="http://schemas.openxmlformats.org/drawingml/2006/main">
            <a:pPr algn="ctr">
              <a:lnSpc>
                <a:spcPct val="108000"/>
              </a:lnSpc>
              <a:spcAft>
                <a:spcPts val="700"/>
              </a:spcAft>
              <a:buNone/>
              <a:defRPr sz="1875" b="0">
                <a:solidFill>
                  <a:srgbClr val="1C3C5D"/>
                </a:solidFill>
                <a:latin typeface="微软雅黑"/>
                <a:ea typeface="微软雅黑"/>
                <a:cs typeface="微软雅黑"/>
              </a:defRPr>
            </a:pPr>
            <a:r>
              <a:rPr sz="1875" b="0">
                <a:solidFill>
                  <a:srgbClr val="1C3C5D"/>
                </a:solidFill>
                <a:latin typeface="微软雅黑"/>
                <a:ea typeface="微软雅黑"/>
                <a:cs typeface="微软雅黑"/>
              </a:rPr>
              <a:t>设备属性与状态</a:t>
            </a:r>
          </a:p>
        </p:txBody>
      </p:sp>
      <p:sp>
        <p:nvSpPr>
          <p:cNvPr id="11" name="diagram-292">
            <a:extLst xmlns:a="http://schemas.openxmlformats.org/drawingml/2006/main">
              <a:ext uri="{FF2B5EF4-FFF2-40B4-BE49-F238E27FC236}">
                <a16:creationId xmlns:a16="http://schemas.microsoft.com/office/drawing/2014/main" id="{52964B98-6E9B-4FE8-B82B-5316058EE4A3}"/>
              </a:ext>
            </a:extLst>
          </p:cNvPr>
          <p:cNvSpPr>
            <a:spLocks xmlns:a="http://schemas.openxmlformats.org/drawingml/2006/main" noGrp="1"/>
          </p:cNvSpPr>
          <p:nvPr/>
        </p:nvSpPr>
        <p:spPr>
          <a:xfrm xmlns:a="http://schemas.openxmlformats.org/drawingml/2006/main">
            <a:off x="619125" y="3486150"/>
            <a:ext cx="2800350" cy="942975"/>
          </a:xfrm>
          <a:prstGeom xmlns:a="http://schemas.openxmlformats.org/drawingml/2006/main" prst="roundRect">
            <a:avLst>
              <a:gd name="adj" fmla="val 8081"/>
            </a:avLst>
          </a:prstGeom>
          <a:solidFill xmlns:a="http://schemas.openxmlformats.org/drawingml/2006/main">
            <a:srgbClr val="EAF2F8"/>
          </a:solidFill>
          <a:ln xmlns:a="http://schemas.openxmlformats.org/drawingml/2006/main" w="13335">
            <a:solidFill>
              <a:srgbClr val="9BB7CC"/>
            </a:solidFill>
          </a:ln>
        </p:spPr>
        <p:txBody>
          <a:bodyPr xmlns:a="http://schemas.openxmlformats.org/drawingml/2006/main" wrap="square" lIns="76200" tIns="76200" rIns="76200" bIns="76200" anchor="ctr">
            <a:noAutofit/>
          </a:bodyPr>
          <a:lstStyle xmlns:a="http://schemas.openxmlformats.org/drawingml/2006/main"/>
          <a:p xmlns:a="http://schemas.openxmlformats.org/drawingml/2006/main">
            <a:pPr algn="ctr">
              <a:lnSpc>
                <a:spcPct val="108000"/>
              </a:lnSpc>
              <a:spcAft>
                <a:spcPts val="700"/>
              </a:spcAft>
              <a:buNone/>
              <a:defRPr sz="1800" b="0">
                <a:solidFill>
                  <a:srgbClr val="1C3C5D"/>
                </a:solidFill>
                <a:latin typeface="微软雅黑"/>
                <a:ea typeface="微软雅黑"/>
                <a:cs typeface="微软雅黑"/>
              </a:defRPr>
            </a:pPr>
            <a:r>
              <a:rPr sz="1800" b="0">
                <a:solidFill>
                  <a:srgbClr val="1C3C5D"/>
                </a:solidFill>
                <a:latin typeface="微软雅黑"/>
                <a:ea typeface="微软雅黑"/>
                <a:cs typeface="微软雅黑"/>
              </a:rPr>
              <a:t>工作流侧观察</a:t>
            </a:r>
          </a:p>
          <a:p xmlns:a="http://schemas.openxmlformats.org/drawingml/2006/main">
            <a:pPr algn="ctr">
              <a:lnSpc>
                <a:spcPct val="108000"/>
              </a:lnSpc>
              <a:spcAft>
                <a:spcPts val="700"/>
              </a:spcAft>
              <a:buNone/>
              <a:defRPr sz="1800" b="0">
                <a:solidFill>
                  <a:srgbClr val="1C3C5D"/>
                </a:solidFill>
                <a:latin typeface="微软雅黑"/>
                <a:ea typeface="微软雅黑"/>
                <a:cs typeface="微软雅黑"/>
              </a:defRPr>
            </a:pPr>
            <a:r>
              <a:rPr sz="1800" b="0">
                <a:solidFill>
                  <a:srgbClr val="1C3C5D"/>
                </a:solidFill>
                <a:latin typeface="微软雅黑"/>
                <a:ea typeface="微软雅黑"/>
                <a:cs typeface="微软雅黑"/>
              </a:rPr>
              <a:t>节点状态与执行上下文</a:t>
            </a:r>
          </a:p>
        </p:txBody>
      </p:sp>
      <p:sp>
        <p:nvSpPr>
          <p:cNvPr id="12" name="diagram-293">
            <a:extLst xmlns:a="http://schemas.openxmlformats.org/drawingml/2006/main">
              <a:ext uri="{FF2B5EF4-FFF2-40B4-BE49-F238E27FC236}">
                <a16:creationId xmlns:a16="http://schemas.microsoft.com/office/drawing/2014/main" id="{A58B6449-E96E-4AA4-A199-B79175DFD45C}"/>
              </a:ext>
            </a:extLst>
          </p:cNvPr>
          <p:cNvSpPr>
            <a:spLocks xmlns:a="http://schemas.openxmlformats.org/drawingml/2006/main" noGrp="1"/>
          </p:cNvSpPr>
          <p:nvPr/>
        </p:nvSpPr>
        <p:spPr>
          <a:xfrm xmlns:a="http://schemas.openxmlformats.org/drawingml/2006/main">
            <a:off x="4305300" y="2524125"/>
            <a:ext cx="2524125" cy="1428750"/>
          </a:xfrm>
          <a:prstGeom xmlns:a="http://schemas.openxmlformats.org/drawingml/2006/main" prst="roundRect">
            <a:avLst>
              <a:gd name="adj" fmla="val 5333"/>
            </a:avLst>
          </a:prstGeom>
          <a:solidFill xmlns:a="http://schemas.openxmlformats.org/drawingml/2006/main">
            <a:srgbClr val="F3F6F8"/>
          </a:solidFill>
          <a:ln xmlns:a="http://schemas.openxmlformats.org/drawingml/2006/main" w="13335">
            <a:solidFill>
              <a:srgbClr val="9BB7CC"/>
            </a:solidFill>
          </a:ln>
        </p:spPr>
        <p:txBody>
          <a:bodyPr xmlns:a="http://schemas.openxmlformats.org/drawingml/2006/main" wrap="square" lIns="76200" tIns="76200" rIns="76200" bIns="76200" anchor="ctr">
            <a:noAutofit/>
          </a:bodyPr>
          <a:lstStyle xmlns:a="http://schemas.openxmlformats.org/drawingml/2006/main"/>
          <a:p xmlns:a="http://schemas.openxmlformats.org/drawingml/2006/main">
            <a:pPr algn="ctr">
              <a:lnSpc>
                <a:spcPct val="108000"/>
              </a:lnSpc>
              <a:spcAft>
                <a:spcPts val="1100"/>
              </a:spcAft>
              <a:buNone/>
              <a:defRPr sz="1950" b="1">
                <a:solidFill>
                  <a:srgbClr val="1C3C5D"/>
                </a:solidFill>
                <a:latin typeface="微软雅黑"/>
                <a:ea typeface="微软雅黑"/>
                <a:cs typeface="微软雅黑"/>
              </a:defRPr>
            </a:pPr>
            <a:r>
              <a:rPr sz="1950" b="1">
                <a:solidFill>
                  <a:srgbClr val="1C3C5D"/>
                </a:solidFill>
                <a:latin typeface="微软雅黑"/>
                <a:ea typeface="微软雅黑"/>
                <a:cs typeface="微软雅黑"/>
              </a:rPr>
              <a:t>统一观察空间</a:t>
            </a:r>
          </a:p>
          <a:p xmlns:a="http://schemas.openxmlformats.org/drawingml/2006/main">
            <a:pPr algn="ctr">
              <a:lnSpc>
                <a:spcPct val="108000"/>
              </a:lnSpc>
              <a:spcAft>
                <a:spcPts val="1100"/>
              </a:spcAft>
              <a:buNone/>
              <a:defRPr sz="1950" b="1">
                <a:solidFill>
                  <a:srgbClr val="1C3C5D"/>
                </a:solidFill>
                <a:latin typeface="微软雅黑"/>
                <a:ea typeface="微软雅黑"/>
                <a:cs typeface="微软雅黑"/>
              </a:defRPr>
            </a:pPr>
            <a:r>
              <a:rPr sz="1950" b="1">
                <a:solidFill>
                  <a:srgbClr val="1C3C5D"/>
                </a:solidFill>
                <a:latin typeface="微软雅黑"/>
                <a:ea typeface="微软雅黑"/>
                <a:cs typeface="微软雅黑"/>
              </a:rPr>
              <a:t>对象与当前值</a:t>
            </a:r>
          </a:p>
        </p:txBody>
      </p:sp>
      <p:sp>
        <p:nvSpPr>
          <p:cNvPr id="13" name="anchor-294">
            <a:extLst xmlns:a="http://schemas.openxmlformats.org/drawingml/2006/main">
              <a:ext uri="{FF2B5EF4-FFF2-40B4-BE49-F238E27FC236}">
                <a16:creationId xmlns:a16="http://schemas.microsoft.com/office/drawing/2014/main" id="{8120FB59-04C3-4203-8EE1-B8CCAC0DD760}"/>
              </a:ext>
            </a:extLst>
          </p:cNvPr>
          <p:cNvSpPr>
            <a:spLocks xmlns:a="http://schemas.openxmlformats.org/drawingml/2006/main" noGrp="1"/>
          </p:cNvSpPr>
          <p:nvPr/>
        </p:nvSpPr>
        <p:spPr>
          <a:xfrm xmlns:a="http://schemas.openxmlformats.org/drawingml/2006/main">
            <a:off x="3409950" y="2514600"/>
            <a:ext cx="19050" cy="19050"/>
          </a:xfrm>
          <a:prstGeom xmlns:a="http://schemas.openxmlformats.org/drawingml/2006/main" prst="rect">
            <a:avLst/>
          </a:prstGeom>
          <a:noFill xmlns:a="http://schemas.openxmlformats.org/drawingml/2006/main"/>
          <a:ln xmlns:a="http://schemas.openxmlformats.org/drawingml/2006/main" w="0">
            <a:noFill/>
          </a:ln>
        </p:spPr>
      </p:sp>
      <p:sp>
        <p:nvSpPr>
          <p:cNvPr id="14" name="anchor-295">
            <a:extLst xmlns:a="http://schemas.openxmlformats.org/drawingml/2006/main">
              <a:ext uri="{FF2B5EF4-FFF2-40B4-BE49-F238E27FC236}">
                <a16:creationId xmlns:a16="http://schemas.microsoft.com/office/drawing/2014/main" id="{10CDD7DD-6529-4AA2-B3C9-E5D6B3E7A4DE}"/>
              </a:ext>
            </a:extLst>
          </p:cNvPr>
          <p:cNvSpPr>
            <a:spLocks xmlns:a="http://schemas.openxmlformats.org/drawingml/2006/main" noGrp="1"/>
          </p:cNvSpPr>
          <p:nvPr/>
        </p:nvSpPr>
        <p:spPr>
          <a:xfrm xmlns:a="http://schemas.openxmlformats.org/drawingml/2006/main">
            <a:off x="3848100" y="2514600"/>
            <a:ext cx="19050" cy="19050"/>
          </a:xfrm>
          <a:prstGeom xmlns:a="http://schemas.openxmlformats.org/drawingml/2006/main" prst="rect">
            <a:avLst/>
          </a:prstGeom>
          <a:noFill xmlns:a="http://schemas.openxmlformats.org/drawingml/2006/main"/>
          <a:ln xmlns:a="http://schemas.openxmlformats.org/drawingml/2006/main" w="0">
            <a:noFill/>
          </a:ln>
        </p:spPr>
      </p:sp>
      <p:sp>
        <p:nvSpPr>
          <p:cNvPr id="15" name="anchor-296">
            <a:extLst xmlns:a="http://schemas.openxmlformats.org/drawingml/2006/main">
              <a:ext uri="{FF2B5EF4-FFF2-40B4-BE49-F238E27FC236}">
                <a16:creationId xmlns:a16="http://schemas.microsoft.com/office/drawing/2014/main" id="{F25FAC15-0002-4165-87D2-9D366E0694DC}"/>
              </a:ext>
            </a:extLst>
          </p:cNvPr>
          <p:cNvSpPr>
            <a:spLocks xmlns:a="http://schemas.openxmlformats.org/drawingml/2006/main" noGrp="1"/>
          </p:cNvSpPr>
          <p:nvPr/>
        </p:nvSpPr>
        <p:spPr>
          <a:xfrm xmlns:a="http://schemas.openxmlformats.org/drawingml/2006/main">
            <a:off x="3848100" y="3228975"/>
            <a:ext cx="19050" cy="19050"/>
          </a:xfrm>
          <a:prstGeom xmlns:a="http://schemas.openxmlformats.org/drawingml/2006/main" prst="rect">
            <a:avLst/>
          </a:prstGeom>
          <a:noFill xmlns:a="http://schemas.openxmlformats.org/drawingml/2006/main"/>
          <a:ln xmlns:a="http://schemas.openxmlformats.org/drawingml/2006/main" w="0">
            <a:noFill/>
          </a:ln>
        </p:spPr>
      </p:sp>
      <p:sp>
        <p:nvSpPr>
          <p:cNvPr id="16" name="anchor-297">
            <a:extLst xmlns:a="http://schemas.openxmlformats.org/drawingml/2006/main">
              <a:ext uri="{FF2B5EF4-FFF2-40B4-BE49-F238E27FC236}">
                <a16:creationId xmlns:a16="http://schemas.microsoft.com/office/drawing/2014/main" id="{B40BA71B-E76C-4525-8F20-D96C4A95B0C7}"/>
              </a:ext>
            </a:extLst>
          </p:cNvPr>
          <p:cNvSpPr>
            <a:spLocks xmlns:a="http://schemas.openxmlformats.org/drawingml/2006/main" noGrp="1"/>
          </p:cNvSpPr>
          <p:nvPr/>
        </p:nvSpPr>
        <p:spPr>
          <a:xfrm xmlns:a="http://schemas.openxmlformats.org/drawingml/2006/main">
            <a:off x="4295775" y="322897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67" name=""/>
          <p:cNvCxnSpPr>
            <a:stCxn xmlns:a="http://schemas.openxmlformats.org/drawingml/2006/main" id="13" idx="3"/>
            <a:endCxn xmlns:a="http://schemas.openxmlformats.org/drawingml/2006/main" id="14" idx="1"/>
          </p:cNvCxnSpPr>
          <p:nvPr/>
        </p:nvCxnSpPr>
        <p:spPr>
          <a:xfrm xmlns:a="http://schemas.openxmlformats.org/drawingml/2006/main">
            <a:off x="3429000" y="2524125"/>
            <a:ext cx="419100" cy="0"/>
          </a:xfrm>
          <a:prstGeom xmlns:a="http://schemas.openxmlformats.org/drawingml/2006/main" prst="straightConnector1">
            <a:avLst/>
          </a:prstGeom>
          <a:ln xmlns:a="http://schemas.openxmlformats.org/drawingml/2006/main" w="19050">
            <a:solidFill>
              <a:srgbClr val="2774AC"/>
            </a:solidFill>
            <a:prstDash val="solid"/>
            <a:tailEnd type="none" w="med" len="med"/>
          </a:ln>
        </p:spPr>
      </p:cxnSp>
      <p:cxnSp>
        <p:nvCxnSpPr>
          <p:cNvPr id="68" name=""/>
          <p:cNvCxnSpPr>
            <a:stCxn xmlns:a="http://schemas.openxmlformats.org/drawingml/2006/main" id="14" idx="2"/>
            <a:endCxn xmlns:a="http://schemas.openxmlformats.org/drawingml/2006/main" id="15" idx="0"/>
          </p:cNvCxnSpPr>
          <p:nvPr/>
        </p:nvCxnSpPr>
        <p:spPr>
          <a:xfrm xmlns:a="http://schemas.openxmlformats.org/drawingml/2006/main">
            <a:off x="3857625" y="2533650"/>
            <a:ext cx="0" cy="695325"/>
          </a:xfrm>
          <a:prstGeom xmlns:a="http://schemas.openxmlformats.org/drawingml/2006/main" prst="straightConnector1">
            <a:avLst/>
          </a:prstGeom>
          <a:ln xmlns:a="http://schemas.openxmlformats.org/drawingml/2006/main" w="19050">
            <a:solidFill>
              <a:srgbClr val="2774AC"/>
            </a:solidFill>
            <a:prstDash val="solid"/>
            <a:tailEnd type="none" w="med" len="med"/>
          </a:ln>
        </p:spPr>
      </p:cxnSp>
      <p:cxnSp>
        <p:nvCxnSpPr>
          <p:cNvPr id="69" name=""/>
          <p:cNvCxnSpPr>
            <a:stCxn xmlns:a="http://schemas.openxmlformats.org/drawingml/2006/main" id="15" idx="3"/>
            <a:endCxn xmlns:a="http://schemas.openxmlformats.org/drawingml/2006/main" id="16" idx="1"/>
          </p:cNvCxnSpPr>
          <p:nvPr/>
        </p:nvCxnSpPr>
        <p:spPr>
          <a:xfrm xmlns:a="http://schemas.openxmlformats.org/drawingml/2006/main">
            <a:off x="3867150" y="3238500"/>
            <a:ext cx="428625" cy="0"/>
          </a:xfrm>
          <a:prstGeom xmlns:a="http://schemas.openxmlformats.org/drawingml/2006/main" prst="straightConnector1">
            <a:avLst/>
          </a:prstGeom>
          <a:ln xmlns:a="http://schemas.openxmlformats.org/drawingml/2006/main" w="19050">
            <a:solidFill>
              <a:srgbClr val="2774AC"/>
            </a:solidFill>
            <a:prstDash val="solid"/>
            <a:tailEnd type="triangle" w="med" len="med"/>
          </a:ln>
        </p:spPr>
      </p:cxnSp>
      <p:sp>
        <p:nvSpPr>
          <p:cNvPr id="20" name="anchor-298">
            <a:extLst xmlns:a="http://schemas.openxmlformats.org/drawingml/2006/main">
              <a:ext uri="{FF2B5EF4-FFF2-40B4-BE49-F238E27FC236}">
                <a16:creationId xmlns:a16="http://schemas.microsoft.com/office/drawing/2014/main" id="{D93C2017-7930-4843-8847-ECA86CD687F0}"/>
              </a:ext>
            </a:extLst>
          </p:cNvPr>
          <p:cNvSpPr>
            <a:spLocks xmlns:a="http://schemas.openxmlformats.org/drawingml/2006/main" noGrp="1"/>
          </p:cNvSpPr>
          <p:nvPr/>
        </p:nvSpPr>
        <p:spPr>
          <a:xfrm xmlns:a="http://schemas.openxmlformats.org/drawingml/2006/main">
            <a:off x="3409950" y="3933825"/>
            <a:ext cx="19050" cy="19050"/>
          </a:xfrm>
          <a:prstGeom xmlns:a="http://schemas.openxmlformats.org/drawingml/2006/main" prst="rect">
            <a:avLst/>
          </a:prstGeom>
          <a:noFill xmlns:a="http://schemas.openxmlformats.org/drawingml/2006/main"/>
          <a:ln xmlns:a="http://schemas.openxmlformats.org/drawingml/2006/main" w="0">
            <a:noFill/>
          </a:ln>
        </p:spPr>
      </p:sp>
      <p:sp>
        <p:nvSpPr>
          <p:cNvPr id="21" name="anchor-299">
            <a:extLst xmlns:a="http://schemas.openxmlformats.org/drawingml/2006/main">
              <a:ext uri="{FF2B5EF4-FFF2-40B4-BE49-F238E27FC236}">
                <a16:creationId xmlns:a16="http://schemas.microsoft.com/office/drawing/2014/main" id="{37BA1D6B-FDD2-4C74-A28E-9BF9C084FFFD}"/>
              </a:ext>
            </a:extLst>
          </p:cNvPr>
          <p:cNvSpPr>
            <a:spLocks xmlns:a="http://schemas.openxmlformats.org/drawingml/2006/main" noGrp="1"/>
          </p:cNvSpPr>
          <p:nvPr/>
        </p:nvSpPr>
        <p:spPr>
          <a:xfrm xmlns:a="http://schemas.openxmlformats.org/drawingml/2006/main">
            <a:off x="3848100" y="3933825"/>
            <a:ext cx="19050" cy="19050"/>
          </a:xfrm>
          <a:prstGeom xmlns:a="http://schemas.openxmlformats.org/drawingml/2006/main" prst="rect">
            <a:avLst/>
          </a:prstGeom>
          <a:noFill xmlns:a="http://schemas.openxmlformats.org/drawingml/2006/main"/>
          <a:ln xmlns:a="http://schemas.openxmlformats.org/drawingml/2006/main" w="0">
            <a:noFill/>
          </a:ln>
        </p:spPr>
      </p:sp>
      <p:sp>
        <p:nvSpPr>
          <p:cNvPr id="22" name="anchor-300">
            <a:extLst xmlns:a="http://schemas.openxmlformats.org/drawingml/2006/main">
              <a:ext uri="{FF2B5EF4-FFF2-40B4-BE49-F238E27FC236}">
                <a16:creationId xmlns:a16="http://schemas.microsoft.com/office/drawing/2014/main" id="{214F9AD0-3F83-4ECB-928D-8DFC00DEE6B4}"/>
              </a:ext>
            </a:extLst>
          </p:cNvPr>
          <p:cNvSpPr>
            <a:spLocks xmlns:a="http://schemas.openxmlformats.org/drawingml/2006/main" noGrp="1"/>
          </p:cNvSpPr>
          <p:nvPr/>
        </p:nvSpPr>
        <p:spPr>
          <a:xfrm xmlns:a="http://schemas.openxmlformats.org/drawingml/2006/main">
            <a:off x="3848100" y="322897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73" name=""/>
          <p:cNvCxnSpPr>
            <a:stCxn xmlns:a="http://schemas.openxmlformats.org/drawingml/2006/main" id="20" idx="3"/>
            <a:endCxn xmlns:a="http://schemas.openxmlformats.org/drawingml/2006/main" id="21" idx="1"/>
          </p:cNvCxnSpPr>
          <p:nvPr/>
        </p:nvCxnSpPr>
        <p:spPr>
          <a:xfrm xmlns:a="http://schemas.openxmlformats.org/drawingml/2006/main">
            <a:off x="3429000" y="3943350"/>
            <a:ext cx="419100" cy="0"/>
          </a:xfrm>
          <a:prstGeom xmlns:a="http://schemas.openxmlformats.org/drawingml/2006/main" prst="straightConnector1">
            <a:avLst/>
          </a:prstGeom>
          <a:ln xmlns:a="http://schemas.openxmlformats.org/drawingml/2006/main" w="19050">
            <a:solidFill>
              <a:srgbClr val="2774AC"/>
            </a:solidFill>
            <a:prstDash val="solid"/>
            <a:tailEnd type="none" w="med" len="med"/>
          </a:ln>
        </p:spPr>
      </p:cxnSp>
      <p:cxnSp>
        <p:nvCxnSpPr>
          <p:cNvPr id="74" name=""/>
          <p:cNvCxnSpPr>
            <a:stCxn xmlns:a="http://schemas.openxmlformats.org/drawingml/2006/main" id="21" idx="0"/>
            <a:endCxn xmlns:a="http://schemas.openxmlformats.org/drawingml/2006/main" id="22" idx="2"/>
          </p:cNvCxnSpPr>
          <p:nvPr/>
        </p:nvCxnSpPr>
        <p:spPr>
          <a:xfrm xmlns:a="http://schemas.openxmlformats.org/drawingml/2006/main" flipV="1">
            <a:off x="3857625" y="3248025"/>
            <a:ext cx="0" cy="685800"/>
          </a:xfrm>
          <a:prstGeom xmlns:a="http://schemas.openxmlformats.org/drawingml/2006/main" prst="straightConnector1">
            <a:avLst/>
          </a:prstGeom>
          <a:ln xmlns:a="http://schemas.openxmlformats.org/drawingml/2006/main" w="19050">
            <a:solidFill>
              <a:srgbClr val="2774AC"/>
            </a:solidFill>
            <a:prstDash val="solid"/>
            <a:tailEnd type="none" w="med" len="med"/>
          </a:ln>
        </p:spPr>
      </p:cxnSp>
      <p:sp>
        <p:nvSpPr>
          <p:cNvPr id="25" name="diagram-301">
            <a:extLst xmlns:a="http://schemas.openxmlformats.org/drawingml/2006/main">
              <a:ext uri="{FF2B5EF4-FFF2-40B4-BE49-F238E27FC236}">
                <a16:creationId xmlns:a16="http://schemas.microsoft.com/office/drawing/2014/main" id="{EEF562A6-B18B-471B-B27E-E272009FA029}"/>
              </a:ext>
            </a:extLst>
          </p:cNvPr>
          <p:cNvSpPr>
            <a:spLocks xmlns:a="http://schemas.openxmlformats.org/drawingml/2006/main" noGrp="1"/>
          </p:cNvSpPr>
          <p:nvPr/>
        </p:nvSpPr>
        <p:spPr>
          <a:xfrm xmlns:a="http://schemas.openxmlformats.org/drawingml/2006/main">
            <a:off x="7886700" y="2076450"/>
            <a:ext cx="3629025" cy="942975"/>
          </a:xfrm>
          <a:prstGeom xmlns:a="http://schemas.openxmlformats.org/drawingml/2006/main" prst="roundRect">
            <a:avLst>
              <a:gd name="adj" fmla="val 8081"/>
            </a:avLst>
          </a:prstGeom>
          <a:solidFill xmlns:a="http://schemas.openxmlformats.org/drawingml/2006/main">
            <a:srgbClr val="FCF2E4"/>
          </a:solidFill>
          <a:ln xmlns:a="http://schemas.openxmlformats.org/drawingml/2006/main" w="13335">
            <a:solidFill>
              <a:srgbClr val="B77623"/>
            </a:solidFill>
          </a:ln>
        </p:spPr>
        <p:txBody>
          <a:bodyPr xmlns:a="http://schemas.openxmlformats.org/drawingml/2006/main" wrap="square" lIns="76200" tIns="76200" rIns="76200" bIns="76200" anchor="ctr">
            <a:noAutofit/>
          </a:bodyPr>
          <a:lstStyle xmlns:a="http://schemas.openxmlformats.org/drawingml/2006/main"/>
          <a:p xmlns:a="http://schemas.openxmlformats.org/drawingml/2006/main">
            <a:pPr algn="ctr">
              <a:lnSpc>
                <a:spcPct val="108000"/>
              </a:lnSpc>
              <a:spcAft>
                <a:spcPts val="700"/>
              </a:spcAft>
              <a:buNone/>
              <a:defRPr sz="1800" b="0">
                <a:solidFill>
                  <a:srgbClr val="1C3C5D"/>
                </a:solidFill>
                <a:latin typeface="微软雅黑"/>
                <a:ea typeface="微软雅黑"/>
                <a:cs typeface="微软雅黑"/>
              </a:defRPr>
            </a:pPr>
            <a:r>
              <a:rPr sz="1800" b="0">
                <a:solidFill>
                  <a:srgbClr val="1C3C5D"/>
                </a:solidFill>
                <a:latin typeface="微软雅黑"/>
                <a:ea typeface="微软雅黑"/>
                <a:cs typeface="微软雅黑"/>
              </a:rPr>
              <a:t>实验室基线约束</a:t>
            </a:r>
          </a:p>
          <a:p xmlns:a="http://schemas.openxmlformats.org/drawingml/2006/main">
            <a:pPr algn="ctr">
              <a:lnSpc>
                <a:spcPct val="108000"/>
              </a:lnSpc>
              <a:spcAft>
                <a:spcPts val="700"/>
              </a:spcAft>
              <a:buNone/>
              <a:defRPr sz="1800" b="0">
                <a:solidFill>
                  <a:srgbClr val="1C3C5D"/>
                </a:solidFill>
                <a:latin typeface="微软雅黑"/>
                <a:ea typeface="微软雅黑"/>
                <a:cs typeface="微软雅黑"/>
              </a:defRPr>
            </a:pPr>
            <a:r>
              <a:rPr sz="1800" b="0">
                <a:solidFill>
                  <a:srgbClr val="1C3C5D"/>
                </a:solidFill>
                <a:latin typeface="微软雅黑"/>
                <a:ea typeface="微软雅黑"/>
                <a:cs typeface="微软雅黑"/>
              </a:rPr>
              <a:t>持续监督实验室运行</a:t>
            </a:r>
          </a:p>
        </p:txBody>
      </p:sp>
      <p:sp>
        <p:nvSpPr>
          <p:cNvPr id="26" name="diagram-302">
            <a:extLst xmlns:a="http://schemas.openxmlformats.org/drawingml/2006/main">
              <a:ext uri="{FF2B5EF4-FFF2-40B4-BE49-F238E27FC236}">
                <a16:creationId xmlns:a16="http://schemas.microsoft.com/office/drawing/2014/main" id="{D3542706-5241-41F2-A6BC-85B43E66E3A5}"/>
              </a:ext>
            </a:extLst>
          </p:cNvPr>
          <p:cNvSpPr>
            <a:spLocks xmlns:a="http://schemas.openxmlformats.org/drawingml/2006/main" noGrp="1"/>
          </p:cNvSpPr>
          <p:nvPr/>
        </p:nvSpPr>
        <p:spPr>
          <a:xfrm xmlns:a="http://schemas.openxmlformats.org/drawingml/2006/main">
            <a:off x="7886700" y="3457575"/>
            <a:ext cx="3629025" cy="942975"/>
          </a:xfrm>
          <a:prstGeom xmlns:a="http://schemas.openxmlformats.org/drawingml/2006/main" prst="roundRect">
            <a:avLst>
              <a:gd name="adj" fmla="val 8081"/>
            </a:avLst>
          </a:prstGeom>
          <a:solidFill xmlns:a="http://schemas.openxmlformats.org/drawingml/2006/main">
            <a:srgbClr val="FCF2E4"/>
          </a:solidFill>
          <a:ln xmlns:a="http://schemas.openxmlformats.org/drawingml/2006/main" w="13335">
            <a:solidFill>
              <a:srgbClr val="B77623"/>
            </a:solidFill>
          </a:ln>
        </p:spPr>
        <p:txBody>
          <a:bodyPr xmlns:a="http://schemas.openxmlformats.org/drawingml/2006/main" wrap="square" lIns="76200" tIns="76200" rIns="76200" bIns="76200" anchor="ctr">
            <a:noAutofit/>
          </a:bodyPr>
          <a:lstStyle xmlns:a="http://schemas.openxmlformats.org/drawingml/2006/main"/>
          <a:p xmlns:a="http://schemas.openxmlformats.org/drawingml/2006/main">
            <a:pPr algn="ctr">
              <a:lnSpc>
                <a:spcPct val="108000"/>
              </a:lnSpc>
              <a:spcAft>
                <a:spcPts val="700"/>
              </a:spcAft>
              <a:buNone/>
              <a:defRPr sz="1800" b="0">
                <a:solidFill>
                  <a:srgbClr val="1C3C5D"/>
                </a:solidFill>
                <a:latin typeface="微软雅黑"/>
                <a:ea typeface="微软雅黑"/>
                <a:cs typeface="微软雅黑"/>
              </a:defRPr>
            </a:pPr>
            <a:r>
              <a:rPr sz="1800" b="0">
                <a:solidFill>
                  <a:srgbClr val="1C3C5D"/>
                </a:solidFill>
                <a:latin typeface="微软雅黑"/>
                <a:ea typeface="微软雅黑"/>
                <a:cs typeface="微软雅黑"/>
              </a:rPr>
              <a:t>任务约束</a:t>
            </a:r>
          </a:p>
          <a:p xmlns:a="http://schemas.openxmlformats.org/drawingml/2006/main">
            <a:pPr algn="ctr">
              <a:lnSpc>
                <a:spcPct val="108000"/>
              </a:lnSpc>
              <a:spcAft>
                <a:spcPts val="700"/>
              </a:spcAft>
              <a:buNone/>
              <a:defRPr sz="1800" b="0">
                <a:solidFill>
                  <a:srgbClr val="1C3C5D"/>
                </a:solidFill>
                <a:latin typeface="微软雅黑"/>
                <a:ea typeface="微软雅黑"/>
                <a:cs typeface="微软雅黑"/>
              </a:defRPr>
            </a:pPr>
            <a:r>
              <a:rPr sz="1800" b="0">
                <a:solidFill>
                  <a:srgbClr val="1C3C5D"/>
                </a:solidFill>
                <a:latin typeface="微软雅黑"/>
                <a:ea typeface="微软雅黑"/>
                <a:cs typeface="微软雅黑"/>
              </a:rPr>
              <a:t>任务目标与允许边界</a:t>
            </a:r>
          </a:p>
        </p:txBody>
      </p:sp>
      <p:sp>
        <p:nvSpPr>
          <p:cNvPr id="27" name="anchor-303">
            <a:extLst xmlns:a="http://schemas.openxmlformats.org/drawingml/2006/main">
              <a:ext uri="{FF2B5EF4-FFF2-40B4-BE49-F238E27FC236}">
                <a16:creationId xmlns:a16="http://schemas.microsoft.com/office/drawing/2014/main" id="{F917D48B-D165-4904-99D9-1A3E460BE7EE}"/>
              </a:ext>
            </a:extLst>
          </p:cNvPr>
          <p:cNvSpPr>
            <a:spLocks xmlns:a="http://schemas.openxmlformats.org/drawingml/2006/main" noGrp="1"/>
          </p:cNvSpPr>
          <p:nvPr/>
        </p:nvSpPr>
        <p:spPr>
          <a:xfrm xmlns:a="http://schemas.openxmlformats.org/drawingml/2006/main">
            <a:off x="6819900" y="3228975"/>
            <a:ext cx="19050" cy="19050"/>
          </a:xfrm>
          <a:prstGeom xmlns:a="http://schemas.openxmlformats.org/drawingml/2006/main" prst="rect">
            <a:avLst/>
          </a:prstGeom>
          <a:noFill xmlns:a="http://schemas.openxmlformats.org/drawingml/2006/main"/>
          <a:ln xmlns:a="http://schemas.openxmlformats.org/drawingml/2006/main" w="0">
            <a:noFill/>
          </a:ln>
        </p:spPr>
      </p:sp>
      <p:sp>
        <p:nvSpPr>
          <p:cNvPr id="28" name="anchor-304">
            <a:extLst xmlns:a="http://schemas.openxmlformats.org/drawingml/2006/main">
              <a:ext uri="{FF2B5EF4-FFF2-40B4-BE49-F238E27FC236}">
                <a16:creationId xmlns:a16="http://schemas.microsoft.com/office/drawing/2014/main" id="{552255D9-6884-4D5E-8517-2935E55970DA}"/>
              </a:ext>
            </a:extLst>
          </p:cNvPr>
          <p:cNvSpPr>
            <a:spLocks xmlns:a="http://schemas.openxmlformats.org/drawingml/2006/main" noGrp="1"/>
          </p:cNvSpPr>
          <p:nvPr/>
        </p:nvSpPr>
        <p:spPr>
          <a:xfrm xmlns:a="http://schemas.openxmlformats.org/drawingml/2006/main">
            <a:off x="7286625" y="3228975"/>
            <a:ext cx="19050" cy="19050"/>
          </a:xfrm>
          <a:prstGeom xmlns:a="http://schemas.openxmlformats.org/drawingml/2006/main" prst="rect">
            <a:avLst/>
          </a:prstGeom>
          <a:noFill xmlns:a="http://schemas.openxmlformats.org/drawingml/2006/main"/>
          <a:ln xmlns:a="http://schemas.openxmlformats.org/drawingml/2006/main" w="0">
            <a:noFill/>
          </a:ln>
        </p:spPr>
      </p:sp>
      <p:sp>
        <p:nvSpPr>
          <p:cNvPr id="29" name="anchor-305">
            <a:extLst xmlns:a="http://schemas.openxmlformats.org/drawingml/2006/main">
              <a:ext uri="{FF2B5EF4-FFF2-40B4-BE49-F238E27FC236}">
                <a16:creationId xmlns:a16="http://schemas.microsoft.com/office/drawing/2014/main" id="{F4ADCFA2-912D-4F13-A52F-2D694F47D289}"/>
              </a:ext>
            </a:extLst>
          </p:cNvPr>
          <p:cNvSpPr>
            <a:spLocks xmlns:a="http://schemas.openxmlformats.org/drawingml/2006/main" noGrp="1"/>
          </p:cNvSpPr>
          <p:nvPr/>
        </p:nvSpPr>
        <p:spPr>
          <a:xfrm xmlns:a="http://schemas.openxmlformats.org/drawingml/2006/main">
            <a:off x="7286625" y="2543175"/>
            <a:ext cx="19050" cy="19050"/>
          </a:xfrm>
          <a:prstGeom xmlns:a="http://schemas.openxmlformats.org/drawingml/2006/main" prst="rect">
            <a:avLst/>
          </a:prstGeom>
          <a:noFill xmlns:a="http://schemas.openxmlformats.org/drawingml/2006/main"/>
          <a:ln xmlns:a="http://schemas.openxmlformats.org/drawingml/2006/main" w="0">
            <a:noFill/>
          </a:ln>
        </p:spPr>
      </p:sp>
      <p:sp>
        <p:nvSpPr>
          <p:cNvPr id="30" name="anchor-306">
            <a:extLst xmlns:a="http://schemas.openxmlformats.org/drawingml/2006/main">
              <a:ext uri="{FF2B5EF4-FFF2-40B4-BE49-F238E27FC236}">
                <a16:creationId xmlns:a16="http://schemas.microsoft.com/office/drawing/2014/main" id="{5EAC7D11-C7E8-48CE-956F-C18E4568E4B9}"/>
              </a:ext>
            </a:extLst>
          </p:cNvPr>
          <p:cNvSpPr>
            <a:spLocks xmlns:a="http://schemas.openxmlformats.org/drawingml/2006/main" noGrp="1"/>
          </p:cNvSpPr>
          <p:nvPr/>
        </p:nvSpPr>
        <p:spPr>
          <a:xfrm xmlns:a="http://schemas.openxmlformats.org/drawingml/2006/main">
            <a:off x="7877175" y="254317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81" name=""/>
          <p:cNvCxnSpPr>
            <a:stCxn xmlns:a="http://schemas.openxmlformats.org/drawingml/2006/main" id="27" idx="3"/>
            <a:endCxn xmlns:a="http://schemas.openxmlformats.org/drawingml/2006/main" id="28" idx="1"/>
          </p:cNvCxnSpPr>
          <p:nvPr/>
        </p:nvCxnSpPr>
        <p:spPr>
          <a:xfrm xmlns:a="http://schemas.openxmlformats.org/drawingml/2006/main">
            <a:off x="6838950" y="3238500"/>
            <a:ext cx="447675" cy="0"/>
          </a:xfrm>
          <a:prstGeom xmlns:a="http://schemas.openxmlformats.org/drawingml/2006/main" prst="straightConnector1">
            <a:avLst/>
          </a:prstGeom>
          <a:ln xmlns:a="http://schemas.openxmlformats.org/drawingml/2006/main" w="19050">
            <a:solidFill>
              <a:srgbClr val="B77623"/>
            </a:solidFill>
            <a:prstDash val="solid"/>
            <a:tailEnd type="none" w="med" len="med"/>
          </a:ln>
        </p:spPr>
      </p:cxnSp>
      <p:cxnSp>
        <p:nvCxnSpPr>
          <p:cNvPr id="82" name=""/>
          <p:cNvCxnSpPr>
            <a:stCxn xmlns:a="http://schemas.openxmlformats.org/drawingml/2006/main" id="28" idx="0"/>
            <a:endCxn xmlns:a="http://schemas.openxmlformats.org/drawingml/2006/main" id="29" idx="2"/>
          </p:cNvCxnSpPr>
          <p:nvPr/>
        </p:nvCxnSpPr>
        <p:spPr>
          <a:xfrm xmlns:a="http://schemas.openxmlformats.org/drawingml/2006/main" flipV="1">
            <a:off x="7296150" y="2562225"/>
            <a:ext cx="0" cy="666750"/>
          </a:xfrm>
          <a:prstGeom xmlns:a="http://schemas.openxmlformats.org/drawingml/2006/main" prst="straightConnector1">
            <a:avLst/>
          </a:prstGeom>
          <a:ln xmlns:a="http://schemas.openxmlformats.org/drawingml/2006/main" w="19050">
            <a:solidFill>
              <a:srgbClr val="B77623"/>
            </a:solidFill>
            <a:prstDash val="solid"/>
            <a:tailEnd type="none" w="med" len="med"/>
          </a:ln>
        </p:spPr>
      </p:cxnSp>
      <p:cxnSp>
        <p:nvCxnSpPr>
          <p:cNvPr id="83" name=""/>
          <p:cNvCxnSpPr>
            <a:stCxn xmlns:a="http://schemas.openxmlformats.org/drawingml/2006/main" id="29" idx="3"/>
            <a:endCxn xmlns:a="http://schemas.openxmlformats.org/drawingml/2006/main" id="30" idx="1"/>
          </p:cNvCxnSpPr>
          <p:nvPr/>
        </p:nvCxnSpPr>
        <p:spPr>
          <a:xfrm xmlns:a="http://schemas.openxmlformats.org/drawingml/2006/main">
            <a:off x="7305675" y="2552700"/>
            <a:ext cx="571500" cy="0"/>
          </a:xfrm>
          <a:prstGeom xmlns:a="http://schemas.openxmlformats.org/drawingml/2006/main" prst="straightConnector1">
            <a:avLst/>
          </a:prstGeom>
          <a:ln xmlns:a="http://schemas.openxmlformats.org/drawingml/2006/main" w="19050">
            <a:solidFill>
              <a:srgbClr val="B77623"/>
            </a:solidFill>
            <a:prstDash val="solid"/>
            <a:tailEnd type="triangle" w="med" len="med"/>
          </a:ln>
        </p:spPr>
      </p:cxnSp>
      <p:sp>
        <p:nvSpPr>
          <p:cNvPr id="34" name="anchor-307">
            <a:extLst xmlns:a="http://schemas.openxmlformats.org/drawingml/2006/main">
              <a:ext uri="{FF2B5EF4-FFF2-40B4-BE49-F238E27FC236}">
                <a16:creationId xmlns:a16="http://schemas.microsoft.com/office/drawing/2014/main" id="{462005EE-CC14-4505-8E8E-DA4BA8B50A62}"/>
              </a:ext>
            </a:extLst>
          </p:cNvPr>
          <p:cNvSpPr>
            <a:spLocks xmlns:a="http://schemas.openxmlformats.org/drawingml/2006/main" noGrp="1"/>
          </p:cNvSpPr>
          <p:nvPr/>
        </p:nvSpPr>
        <p:spPr>
          <a:xfrm xmlns:a="http://schemas.openxmlformats.org/drawingml/2006/main">
            <a:off x="7286625" y="3228975"/>
            <a:ext cx="19050" cy="19050"/>
          </a:xfrm>
          <a:prstGeom xmlns:a="http://schemas.openxmlformats.org/drawingml/2006/main" prst="rect">
            <a:avLst/>
          </a:prstGeom>
          <a:noFill xmlns:a="http://schemas.openxmlformats.org/drawingml/2006/main"/>
          <a:ln xmlns:a="http://schemas.openxmlformats.org/drawingml/2006/main" w="0">
            <a:noFill/>
          </a:ln>
        </p:spPr>
      </p:sp>
      <p:sp>
        <p:nvSpPr>
          <p:cNvPr id="35" name="anchor-308">
            <a:extLst xmlns:a="http://schemas.openxmlformats.org/drawingml/2006/main">
              <a:ext uri="{FF2B5EF4-FFF2-40B4-BE49-F238E27FC236}">
                <a16:creationId xmlns:a16="http://schemas.microsoft.com/office/drawing/2014/main" id="{A1BBF733-E7D3-4F08-846F-A718EBF17A21}"/>
              </a:ext>
            </a:extLst>
          </p:cNvPr>
          <p:cNvSpPr>
            <a:spLocks xmlns:a="http://schemas.openxmlformats.org/drawingml/2006/main" noGrp="1"/>
          </p:cNvSpPr>
          <p:nvPr/>
        </p:nvSpPr>
        <p:spPr>
          <a:xfrm xmlns:a="http://schemas.openxmlformats.org/drawingml/2006/main">
            <a:off x="7286625" y="3914775"/>
            <a:ext cx="19050" cy="19050"/>
          </a:xfrm>
          <a:prstGeom xmlns:a="http://schemas.openxmlformats.org/drawingml/2006/main" prst="rect">
            <a:avLst/>
          </a:prstGeom>
          <a:noFill xmlns:a="http://schemas.openxmlformats.org/drawingml/2006/main"/>
          <a:ln xmlns:a="http://schemas.openxmlformats.org/drawingml/2006/main" w="0">
            <a:noFill/>
          </a:ln>
        </p:spPr>
      </p:sp>
      <p:sp>
        <p:nvSpPr>
          <p:cNvPr id="36" name="anchor-309">
            <a:extLst xmlns:a="http://schemas.openxmlformats.org/drawingml/2006/main">
              <a:ext uri="{FF2B5EF4-FFF2-40B4-BE49-F238E27FC236}">
                <a16:creationId xmlns:a16="http://schemas.microsoft.com/office/drawing/2014/main" id="{0B5067A0-861E-4F72-A1B5-CBA8620EF6AB}"/>
              </a:ext>
            </a:extLst>
          </p:cNvPr>
          <p:cNvSpPr>
            <a:spLocks xmlns:a="http://schemas.openxmlformats.org/drawingml/2006/main" noGrp="1"/>
          </p:cNvSpPr>
          <p:nvPr/>
        </p:nvSpPr>
        <p:spPr>
          <a:xfrm xmlns:a="http://schemas.openxmlformats.org/drawingml/2006/main">
            <a:off x="7877175" y="391477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87" name=""/>
          <p:cNvCxnSpPr>
            <a:stCxn xmlns:a="http://schemas.openxmlformats.org/drawingml/2006/main" id="34" idx="2"/>
            <a:endCxn xmlns:a="http://schemas.openxmlformats.org/drawingml/2006/main" id="35" idx="0"/>
          </p:cNvCxnSpPr>
          <p:nvPr/>
        </p:nvCxnSpPr>
        <p:spPr>
          <a:xfrm xmlns:a="http://schemas.openxmlformats.org/drawingml/2006/main">
            <a:off x="7296150" y="3248025"/>
            <a:ext cx="0" cy="666750"/>
          </a:xfrm>
          <a:prstGeom xmlns:a="http://schemas.openxmlformats.org/drawingml/2006/main" prst="straightConnector1">
            <a:avLst/>
          </a:prstGeom>
          <a:ln xmlns:a="http://schemas.openxmlformats.org/drawingml/2006/main" w="19050">
            <a:solidFill>
              <a:srgbClr val="B77623"/>
            </a:solidFill>
            <a:prstDash val="solid"/>
            <a:tailEnd type="none" w="med" len="med"/>
          </a:ln>
        </p:spPr>
      </p:cxnSp>
      <p:cxnSp>
        <p:nvCxnSpPr>
          <p:cNvPr id="88" name=""/>
          <p:cNvCxnSpPr>
            <a:stCxn xmlns:a="http://schemas.openxmlformats.org/drawingml/2006/main" id="35" idx="3"/>
            <a:endCxn xmlns:a="http://schemas.openxmlformats.org/drawingml/2006/main" id="36" idx="1"/>
          </p:cNvCxnSpPr>
          <p:nvPr/>
        </p:nvCxnSpPr>
        <p:spPr>
          <a:xfrm xmlns:a="http://schemas.openxmlformats.org/drawingml/2006/main">
            <a:off x="7305675" y="3924300"/>
            <a:ext cx="571500" cy="0"/>
          </a:xfrm>
          <a:prstGeom xmlns:a="http://schemas.openxmlformats.org/drawingml/2006/main" prst="straightConnector1">
            <a:avLst/>
          </a:prstGeom>
          <a:ln xmlns:a="http://schemas.openxmlformats.org/drawingml/2006/main" w="19050">
            <a:solidFill>
              <a:srgbClr val="B77623"/>
            </a:solidFill>
            <a:prstDash val="solid"/>
            <a:tailEnd type="triangle" w="med" len="med"/>
          </a:ln>
        </p:spPr>
      </p:cxnSp>
      <p:sp>
        <p:nvSpPr>
          <p:cNvPr id="39" name="diagram-310">
            <a:extLst xmlns:a="http://schemas.openxmlformats.org/drawingml/2006/main">
              <a:ext uri="{FF2B5EF4-FFF2-40B4-BE49-F238E27FC236}">
                <a16:creationId xmlns:a16="http://schemas.microsoft.com/office/drawing/2014/main" id="{C3469C5D-D978-47A9-AC94-3E18A5AA7BA7}"/>
              </a:ext>
            </a:extLst>
          </p:cNvPr>
          <p:cNvSpPr>
            <a:spLocks xmlns:a="http://schemas.openxmlformats.org/drawingml/2006/main" noGrp="1"/>
          </p:cNvSpPr>
          <p:nvPr/>
        </p:nvSpPr>
        <p:spPr>
          <a:xfrm xmlns:a="http://schemas.openxmlformats.org/drawingml/2006/main">
            <a:off x="619125" y="4953000"/>
            <a:ext cx="6210300" cy="733425"/>
          </a:xfrm>
          <a:prstGeom xmlns:a="http://schemas.openxmlformats.org/drawingml/2006/main" prst="roundRect">
            <a:avLst>
              <a:gd name="adj" fmla="val 10390"/>
            </a:avLst>
          </a:prstGeom>
          <a:solidFill xmlns:a="http://schemas.openxmlformats.org/drawingml/2006/main">
            <a:srgbClr val="F3F6F8"/>
          </a:solidFill>
          <a:ln xmlns:a="http://schemas.openxmlformats.org/drawingml/2006/main" w="13335">
            <a:solidFill>
              <a:srgbClr val="9BB7CC"/>
            </a:solidFill>
          </a:ln>
        </p:spPr>
        <p:txBody>
          <a:bodyPr xmlns:a="http://schemas.openxmlformats.org/drawingml/2006/main" wrap="square" lIns="76200" tIns="76200" rIns="76200" bIns="76200" anchor="ctr">
            <a:noAutofit/>
          </a:bodyPr>
          <a:lstStyle xmlns:a="http://schemas.openxmlformats.org/drawingml/2006/main"/>
          <a:p xmlns:a="http://schemas.openxmlformats.org/drawingml/2006/main">
            <a:pPr algn="ctr">
              <a:lnSpc>
                <a:spcPct val="108000"/>
              </a:lnSpc>
              <a:spcAft>
                <a:spcPts val="400"/>
              </a:spcAft>
              <a:buNone/>
              <a:defRPr sz="1725" b="0">
                <a:solidFill>
                  <a:srgbClr val="1C3C5D"/>
                </a:solidFill>
                <a:latin typeface="微软雅黑"/>
                <a:ea typeface="微软雅黑"/>
                <a:cs typeface="微软雅黑"/>
              </a:defRPr>
            </a:pPr>
            <a:r>
              <a:rPr sz="1725" b="0">
                <a:solidFill>
                  <a:srgbClr val="1C3C5D"/>
                </a:solidFill>
                <a:latin typeface="微软雅黑"/>
                <a:ea typeface="微软雅黑"/>
                <a:cs typeface="微软雅黑"/>
              </a:rPr>
              <a:t>设备内禀约束由状态机本地处理</a:t>
            </a:r>
          </a:p>
          <a:p xmlns:a="http://schemas.openxmlformats.org/drawingml/2006/main">
            <a:pPr algn="ctr">
              <a:lnSpc>
                <a:spcPct val="108000"/>
              </a:lnSpc>
              <a:spcAft>
                <a:spcPts val="400"/>
              </a:spcAft>
              <a:buNone/>
              <a:defRPr sz="1725" b="0">
                <a:solidFill>
                  <a:srgbClr val="1C3C5D"/>
                </a:solidFill>
                <a:latin typeface="微软雅黑"/>
                <a:ea typeface="微软雅黑"/>
                <a:cs typeface="微软雅黑"/>
              </a:defRPr>
            </a:pPr>
            <a:r>
              <a:rPr sz="1725" b="0">
                <a:solidFill>
                  <a:srgbClr val="1C3C5D"/>
                </a:solidFill>
                <a:latin typeface="微软雅黑"/>
                <a:ea typeface="微软雅黑"/>
                <a:cs typeface="微软雅黑"/>
              </a:rPr>
              <a:t>异常状态同时进入资源侧观察</a:t>
            </a:r>
          </a:p>
        </p:txBody>
      </p:sp>
      <p:sp>
        <p:nvSpPr>
          <p:cNvPr id="40" name="diagram-311">
            <a:extLst xmlns:a="http://schemas.openxmlformats.org/drawingml/2006/main">
              <a:ext uri="{FF2B5EF4-FFF2-40B4-BE49-F238E27FC236}">
                <a16:creationId xmlns:a16="http://schemas.microsoft.com/office/drawing/2014/main" id="{CD9CF0A0-366C-4426-827D-EAFAEE47AFC7}"/>
              </a:ext>
            </a:extLst>
          </p:cNvPr>
          <p:cNvSpPr>
            <a:spLocks xmlns:a="http://schemas.openxmlformats.org/drawingml/2006/main" noGrp="1"/>
          </p:cNvSpPr>
          <p:nvPr/>
        </p:nvSpPr>
        <p:spPr>
          <a:xfrm xmlns:a="http://schemas.openxmlformats.org/drawingml/2006/main">
            <a:off x="7886700" y="4972050"/>
            <a:ext cx="3629025" cy="714375"/>
          </a:xfrm>
          <a:prstGeom xmlns:a="http://schemas.openxmlformats.org/drawingml/2006/main" prst="roundRect">
            <a:avLst>
              <a:gd name="adj" fmla="val 10667"/>
            </a:avLst>
          </a:prstGeom>
          <a:solidFill xmlns:a="http://schemas.openxmlformats.org/drawingml/2006/main">
            <a:srgbClr val="FCF2E4"/>
          </a:solidFill>
          <a:ln xmlns:a="http://schemas.openxmlformats.org/drawingml/2006/main" w="13335">
            <a:solidFill>
              <a:srgbClr val="B77623"/>
            </a:solidFill>
          </a:ln>
        </p:spPr>
        <p:txBody>
          <a:bodyPr xmlns:a="http://schemas.openxmlformats.org/drawingml/2006/main" wrap="square" lIns="76200" tIns="76200" rIns="76200" bIns="76200" anchor="ctr">
            <a:noAutofit/>
          </a:bodyPr>
          <a:lstStyle xmlns:a="http://schemas.openxmlformats.org/drawingml/2006/main"/>
          <a:p xmlns:a="http://schemas.openxmlformats.org/drawingml/2006/main">
            <a:pPr algn="ctr">
              <a:lnSpc>
                <a:spcPct val="108000"/>
              </a:lnSpc>
              <a:spcAft>
                <a:spcPts val="400"/>
              </a:spcAft>
              <a:buNone/>
              <a:defRPr sz="1725" b="0">
                <a:solidFill>
                  <a:srgbClr val="1C3C5D"/>
                </a:solidFill>
                <a:latin typeface="微软雅黑"/>
                <a:ea typeface="微软雅黑"/>
                <a:cs typeface="微软雅黑"/>
              </a:defRPr>
            </a:pPr>
            <a:r>
              <a:rPr sz="1725" b="0">
                <a:solidFill>
                  <a:srgbClr val="1C3C5D"/>
                </a:solidFill>
                <a:latin typeface="微软雅黑"/>
                <a:ea typeface="微软雅黑"/>
                <a:cs typeface="微软雅黑"/>
              </a:rPr>
              <a:t>处理动作</a:t>
            </a:r>
          </a:p>
          <a:p xmlns:a="http://schemas.openxmlformats.org/drawingml/2006/main">
            <a:pPr algn="ctr">
              <a:lnSpc>
                <a:spcPct val="108000"/>
              </a:lnSpc>
              <a:spcAft>
                <a:spcPts val="400"/>
              </a:spcAft>
              <a:buNone/>
              <a:defRPr sz="1725" b="0">
                <a:solidFill>
                  <a:srgbClr val="1C3C5D"/>
                </a:solidFill>
                <a:latin typeface="微软雅黑"/>
                <a:ea typeface="微软雅黑"/>
                <a:cs typeface="微软雅黑"/>
              </a:defRPr>
            </a:pPr>
            <a:r>
              <a:rPr sz="1725" b="0">
                <a:solidFill>
                  <a:srgbClr val="1C3C5D"/>
                </a:solidFill>
                <a:latin typeface="微软雅黑"/>
                <a:ea typeface="微软雅黑"/>
                <a:cs typeface="微软雅黑"/>
              </a:rPr>
              <a:t>警告 / 报警 / 停止 / 中止</a:t>
            </a:r>
          </a:p>
        </p:txBody>
      </p:sp>
      <p:sp>
        <p:nvSpPr>
          <p:cNvPr id="41" name="anchor-312">
            <a:extLst xmlns:a="http://schemas.openxmlformats.org/drawingml/2006/main">
              <a:ext uri="{FF2B5EF4-FFF2-40B4-BE49-F238E27FC236}">
                <a16:creationId xmlns:a16="http://schemas.microsoft.com/office/drawing/2014/main" id="{C93BD420-502B-459A-AB62-D186CCCF456C}"/>
              </a:ext>
            </a:extLst>
          </p:cNvPr>
          <p:cNvSpPr>
            <a:spLocks xmlns:a="http://schemas.openxmlformats.org/drawingml/2006/main" noGrp="1"/>
          </p:cNvSpPr>
          <p:nvPr/>
        </p:nvSpPr>
        <p:spPr>
          <a:xfrm xmlns:a="http://schemas.openxmlformats.org/drawingml/2006/main">
            <a:off x="9686925" y="4391025"/>
            <a:ext cx="19050" cy="19050"/>
          </a:xfrm>
          <a:prstGeom xmlns:a="http://schemas.openxmlformats.org/drawingml/2006/main" prst="rect">
            <a:avLst/>
          </a:prstGeom>
          <a:noFill xmlns:a="http://schemas.openxmlformats.org/drawingml/2006/main"/>
          <a:ln xmlns:a="http://schemas.openxmlformats.org/drawingml/2006/main" w="0">
            <a:noFill/>
          </a:ln>
        </p:spPr>
      </p:sp>
      <p:sp>
        <p:nvSpPr>
          <p:cNvPr id="42" name="anchor-313">
            <a:extLst xmlns:a="http://schemas.openxmlformats.org/drawingml/2006/main">
              <a:ext uri="{FF2B5EF4-FFF2-40B4-BE49-F238E27FC236}">
                <a16:creationId xmlns:a16="http://schemas.microsoft.com/office/drawing/2014/main" id="{348E24C0-3132-4F38-AA10-75DE0447B0F2}"/>
              </a:ext>
            </a:extLst>
          </p:cNvPr>
          <p:cNvSpPr>
            <a:spLocks xmlns:a="http://schemas.openxmlformats.org/drawingml/2006/main" noGrp="1"/>
          </p:cNvSpPr>
          <p:nvPr/>
        </p:nvSpPr>
        <p:spPr>
          <a:xfrm xmlns:a="http://schemas.openxmlformats.org/drawingml/2006/main">
            <a:off x="9686925" y="496252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93" name=""/>
          <p:cNvCxnSpPr>
            <a:stCxn xmlns:a="http://schemas.openxmlformats.org/drawingml/2006/main" id="41" idx="2"/>
            <a:endCxn xmlns:a="http://schemas.openxmlformats.org/drawingml/2006/main" id="42" idx="0"/>
          </p:cNvCxnSpPr>
          <p:nvPr/>
        </p:nvCxnSpPr>
        <p:spPr>
          <a:xfrm xmlns:a="http://schemas.openxmlformats.org/drawingml/2006/main">
            <a:off x="9696450" y="4410075"/>
            <a:ext cx="0" cy="552450"/>
          </a:xfrm>
          <a:prstGeom xmlns:a="http://schemas.openxmlformats.org/drawingml/2006/main" prst="straightConnector1">
            <a:avLst/>
          </a:prstGeom>
          <a:ln xmlns:a="http://schemas.openxmlformats.org/drawingml/2006/main" w="19050">
            <a:solidFill>
              <a:srgbClr val="B77623"/>
            </a:solidFill>
            <a:prstDash val="solid"/>
            <a:tailEnd type="triangle" w="med" len="med"/>
          </a:ln>
        </p:spPr>
      </p:cxnSp>
      <p:sp>
        <p:nvSpPr>
          <p:cNvPr id="44" name="anchor-314">
            <a:extLst xmlns:a="http://schemas.openxmlformats.org/drawingml/2006/main">
              <a:ext uri="{FF2B5EF4-FFF2-40B4-BE49-F238E27FC236}">
                <a16:creationId xmlns:a16="http://schemas.microsoft.com/office/drawing/2014/main" id="{F503A85B-6363-4469-AB32-B72161E5A770}"/>
              </a:ext>
            </a:extLst>
          </p:cNvPr>
          <p:cNvSpPr>
            <a:spLocks xmlns:a="http://schemas.openxmlformats.org/drawingml/2006/main" noGrp="1"/>
          </p:cNvSpPr>
          <p:nvPr/>
        </p:nvSpPr>
        <p:spPr>
          <a:xfrm xmlns:a="http://schemas.openxmlformats.org/drawingml/2006/main">
            <a:off x="11506200" y="2543175"/>
            <a:ext cx="19050" cy="19050"/>
          </a:xfrm>
          <a:prstGeom xmlns:a="http://schemas.openxmlformats.org/drawingml/2006/main" prst="rect">
            <a:avLst/>
          </a:prstGeom>
          <a:noFill xmlns:a="http://schemas.openxmlformats.org/drawingml/2006/main"/>
          <a:ln xmlns:a="http://schemas.openxmlformats.org/drawingml/2006/main" w="0">
            <a:noFill/>
          </a:ln>
        </p:spPr>
      </p:sp>
      <p:sp>
        <p:nvSpPr>
          <p:cNvPr id="45" name="anchor-315">
            <a:extLst xmlns:a="http://schemas.openxmlformats.org/drawingml/2006/main">
              <a:ext uri="{FF2B5EF4-FFF2-40B4-BE49-F238E27FC236}">
                <a16:creationId xmlns:a16="http://schemas.microsoft.com/office/drawing/2014/main" id="{F51AD4A1-E1D5-4DEB-A4BD-D1E202B374D7}"/>
              </a:ext>
            </a:extLst>
          </p:cNvPr>
          <p:cNvSpPr>
            <a:spLocks xmlns:a="http://schemas.openxmlformats.org/drawingml/2006/main" noGrp="1"/>
          </p:cNvSpPr>
          <p:nvPr/>
        </p:nvSpPr>
        <p:spPr>
          <a:xfrm xmlns:a="http://schemas.openxmlformats.org/drawingml/2006/main">
            <a:off x="11725275" y="2543175"/>
            <a:ext cx="19050" cy="19050"/>
          </a:xfrm>
          <a:prstGeom xmlns:a="http://schemas.openxmlformats.org/drawingml/2006/main" prst="rect">
            <a:avLst/>
          </a:prstGeom>
          <a:noFill xmlns:a="http://schemas.openxmlformats.org/drawingml/2006/main"/>
          <a:ln xmlns:a="http://schemas.openxmlformats.org/drawingml/2006/main" w="0">
            <a:noFill/>
          </a:ln>
        </p:spPr>
      </p:sp>
      <p:sp>
        <p:nvSpPr>
          <p:cNvPr id="46" name="anchor-316">
            <a:extLst xmlns:a="http://schemas.openxmlformats.org/drawingml/2006/main">
              <a:ext uri="{FF2B5EF4-FFF2-40B4-BE49-F238E27FC236}">
                <a16:creationId xmlns:a16="http://schemas.microsoft.com/office/drawing/2014/main" id="{ACE2FEA9-8656-4314-B9D6-9F959320B658}"/>
              </a:ext>
            </a:extLst>
          </p:cNvPr>
          <p:cNvSpPr>
            <a:spLocks xmlns:a="http://schemas.openxmlformats.org/drawingml/2006/main" noGrp="1"/>
          </p:cNvSpPr>
          <p:nvPr/>
        </p:nvSpPr>
        <p:spPr>
          <a:xfrm xmlns:a="http://schemas.openxmlformats.org/drawingml/2006/main">
            <a:off x="11725275" y="5314950"/>
            <a:ext cx="19050" cy="19050"/>
          </a:xfrm>
          <a:prstGeom xmlns:a="http://schemas.openxmlformats.org/drawingml/2006/main" prst="rect">
            <a:avLst/>
          </a:prstGeom>
          <a:noFill xmlns:a="http://schemas.openxmlformats.org/drawingml/2006/main"/>
          <a:ln xmlns:a="http://schemas.openxmlformats.org/drawingml/2006/main" w="0">
            <a:noFill/>
          </a:ln>
        </p:spPr>
      </p:sp>
      <p:sp>
        <p:nvSpPr>
          <p:cNvPr id="47" name="anchor-317">
            <a:extLst xmlns:a="http://schemas.openxmlformats.org/drawingml/2006/main">
              <a:ext uri="{FF2B5EF4-FFF2-40B4-BE49-F238E27FC236}">
                <a16:creationId xmlns:a16="http://schemas.microsoft.com/office/drawing/2014/main" id="{31A6DF41-4A99-4EDC-A96E-3D3D9A891942}"/>
              </a:ext>
            </a:extLst>
          </p:cNvPr>
          <p:cNvSpPr>
            <a:spLocks xmlns:a="http://schemas.openxmlformats.org/drawingml/2006/main" noGrp="1"/>
          </p:cNvSpPr>
          <p:nvPr/>
        </p:nvSpPr>
        <p:spPr>
          <a:xfrm xmlns:a="http://schemas.openxmlformats.org/drawingml/2006/main">
            <a:off x="11506200" y="5314950"/>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98" name=""/>
          <p:cNvCxnSpPr>
            <a:stCxn xmlns:a="http://schemas.openxmlformats.org/drawingml/2006/main" id="44" idx="3"/>
            <a:endCxn xmlns:a="http://schemas.openxmlformats.org/drawingml/2006/main" id="45" idx="1"/>
          </p:cNvCxnSpPr>
          <p:nvPr/>
        </p:nvCxnSpPr>
        <p:spPr>
          <a:xfrm xmlns:a="http://schemas.openxmlformats.org/drawingml/2006/main">
            <a:off x="11525250" y="2552700"/>
            <a:ext cx="200025" cy="0"/>
          </a:xfrm>
          <a:prstGeom xmlns:a="http://schemas.openxmlformats.org/drawingml/2006/main" prst="straightConnector1">
            <a:avLst/>
          </a:prstGeom>
          <a:ln xmlns:a="http://schemas.openxmlformats.org/drawingml/2006/main" w="19050">
            <a:solidFill>
              <a:srgbClr val="B77623"/>
            </a:solidFill>
            <a:prstDash val="solid"/>
            <a:tailEnd type="none" w="med" len="med"/>
          </a:ln>
        </p:spPr>
      </p:cxnSp>
      <p:cxnSp>
        <p:nvCxnSpPr>
          <p:cNvPr id="99" name=""/>
          <p:cNvCxnSpPr>
            <a:stCxn xmlns:a="http://schemas.openxmlformats.org/drawingml/2006/main" id="45" idx="2"/>
            <a:endCxn xmlns:a="http://schemas.openxmlformats.org/drawingml/2006/main" id="46" idx="0"/>
          </p:cNvCxnSpPr>
          <p:nvPr/>
        </p:nvCxnSpPr>
        <p:spPr>
          <a:xfrm xmlns:a="http://schemas.openxmlformats.org/drawingml/2006/main">
            <a:off x="11734800" y="2562225"/>
            <a:ext cx="0" cy="2752725"/>
          </a:xfrm>
          <a:prstGeom xmlns:a="http://schemas.openxmlformats.org/drawingml/2006/main" prst="straightConnector1">
            <a:avLst/>
          </a:prstGeom>
          <a:ln xmlns:a="http://schemas.openxmlformats.org/drawingml/2006/main" w="19050">
            <a:solidFill>
              <a:srgbClr val="B77623"/>
            </a:solidFill>
            <a:prstDash val="solid"/>
            <a:tailEnd type="none" w="med" len="med"/>
          </a:ln>
        </p:spPr>
      </p:cxnSp>
      <p:cxnSp>
        <p:nvCxnSpPr>
          <p:cNvPr id="100" name=""/>
          <p:cNvCxnSpPr>
            <a:stCxn xmlns:a="http://schemas.openxmlformats.org/drawingml/2006/main" id="46" idx="1"/>
            <a:endCxn xmlns:a="http://schemas.openxmlformats.org/drawingml/2006/main" id="47" idx="3"/>
          </p:cNvCxnSpPr>
          <p:nvPr/>
        </p:nvCxnSpPr>
        <p:spPr>
          <a:xfrm xmlns:a="http://schemas.openxmlformats.org/drawingml/2006/main" flipH="1">
            <a:off x="11525250" y="5324475"/>
            <a:ext cx="200025" cy="0"/>
          </a:xfrm>
          <a:prstGeom xmlns:a="http://schemas.openxmlformats.org/drawingml/2006/main" prst="straightConnector1">
            <a:avLst/>
          </a:prstGeom>
          <a:ln xmlns:a="http://schemas.openxmlformats.org/drawingml/2006/main" w="19050">
            <a:solidFill>
              <a:srgbClr val="B77623"/>
            </a:solidFill>
            <a:prstDash val="solid"/>
            <a:tailEnd type="triangle" w="med" len="med"/>
          </a:ln>
        </p:spPr>
      </p:cxnSp>
      <p:sp>
        <p:nvSpPr>
          <p:cNvPr id="51" name="anchor-318">
            <a:extLst xmlns:a="http://schemas.openxmlformats.org/drawingml/2006/main">
              <a:ext uri="{FF2B5EF4-FFF2-40B4-BE49-F238E27FC236}">
                <a16:creationId xmlns:a16="http://schemas.microsoft.com/office/drawing/2014/main" id="{9C491D20-610C-4CB4-8300-EE091FEC2FFD}"/>
              </a:ext>
            </a:extLst>
          </p:cNvPr>
          <p:cNvSpPr>
            <a:spLocks xmlns:a="http://schemas.openxmlformats.org/drawingml/2006/main" noGrp="1"/>
          </p:cNvSpPr>
          <p:nvPr/>
        </p:nvSpPr>
        <p:spPr>
          <a:xfrm xmlns:a="http://schemas.openxmlformats.org/drawingml/2006/main">
            <a:off x="542925" y="6010275"/>
            <a:ext cx="19050" cy="19050"/>
          </a:xfrm>
          <a:prstGeom xmlns:a="http://schemas.openxmlformats.org/drawingml/2006/main" prst="rect">
            <a:avLst/>
          </a:prstGeom>
          <a:noFill xmlns:a="http://schemas.openxmlformats.org/drawingml/2006/main"/>
          <a:ln xmlns:a="http://schemas.openxmlformats.org/drawingml/2006/main" w="0">
            <a:noFill/>
          </a:ln>
        </p:spPr>
      </p:sp>
      <p:sp>
        <p:nvSpPr>
          <p:cNvPr id="52" name="anchor-319">
            <a:extLst xmlns:a="http://schemas.openxmlformats.org/drawingml/2006/main">
              <a:ext uri="{FF2B5EF4-FFF2-40B4-BE49-F238E27FC236}">
                <a16:creationId xmlns:a16="http://schemas.microsoft.com/office/drawing/2014/main" id="{C93972FA-87D6-4A43-A21F-AE7C7368EDB0}"/>
              </a:ext>
            </a:extLst>
          </p:cNvPr>
          <p:cNvSpPr>
            <a:spLocks xmlns:a="http://schemas.openxmlformats.org/drawingml/2006/main" noGrp="1"/>
          </p:cNvSpPr>
          <p:nvPr/>
        </p:nvSpPr>
        <p:spPr>
          <a:xfrm xmlns:a="http://schemas.openxmlformats.org/drawingml/2006/main">
            <a:off x="11630025" y="601027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103" name=""/>
          <p:cNvCxnSpPr>
            <a:stCxn xmlns:a="http://schemas.openxmlformats.org/drawingml/2006/main" id="51" idx="3"/>
            <a:endCxn xmlns:a="http://schemas.openxmlformats.org/drawingml/2006/main" id="52" idx="1"/>
          </p:cNvCxnSpPr>
          <p:nvPr/>
        </p:nvCxnSpPr>
        <p:spPr>
          <a:xfrm xmlns:a="http://schemas.openxmlformats.org/drawingml/2006/main">
            <a:off x="561975" y="6019800"/>
            <a:ext cx="11068050" cy="0"/>
          </a:xfrm>
          <a:prstGeom xmlns:a="http://schemas.openxmlformats.org/drawingml/2006/main" prst="straightConnector1">
            <a:avLst/>
          </a:prstGeom>
          <a:ln xmlns:a="http://schemas.openxmlformats.org/drawingml/2006/main" w="9525">
            <a:solidFill>
              <a:srgbClr val="9BB7CC"/>
            </a:solidFill>
            <a:prstDash val="solid"/>
            <a:tailEnd type="none" w="med" len="med"/>
          </a:ln>
        </p:spPr>
      </p:cxnSp>
      <p:sp>
        <p:nvSpPr>
          <p:cNvPr id="54" name="text-320">
            <a:extLst xmlns:a="http://schemas.openxmlformats.org/drawingml/2006/main">
              <a:ext uri="{FF2B5EF4-FFF2-40B4-BE49-F238E27FC236}">
                <a16:creationId xmlns:a16="http://schemas.microsoft.com/office/drawing/2014/main" id="{C70AD392-2103-4A1A-B630-89CCEE952B9E}"/>
              </a:ext>
            </a:extLst>
          </p:cNvPr>
          <p:cNvSpPr>
            <a:spLocks xmlns:a="http://schemas.openxmlformats.org/drawingml/2006/main" noGrp="1"/>
          </p:cNvSpPr>
          <p:nvPr/>
        </p:nvSpPr>
        <p:spPr>
          <a:xfrm xmlns:a="http://schemas.openxmlformats.org/drawingml/2006/main">
            <a:off x="552450" y="61150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1725" b="1">
                <a:solidFill>
                  <a:srgbClr val="1C3C5D"/>
                </a:solidFill>
                <a:latin typeface="微软雅黑"/>
                <a:ea typeface="微软雅黑"/>
                <a:cs typeface="微软雅黑"/>
              </a:defRPr>
            </a:pPr>
            <a:r>
              <a:rPr sz="1725" b="1">
                <a:solidFill>
                  <a:srgbClr val="1C3C5D"/>
                </a:solidFill>
                <a:latin typeface="微软雅黑"/>
                <a:ea typeface="微软雅黑"/>
                <a:cs typeface="微软雅黑"/>
              </a:rPr>
              <a:t>约束与资源、工作流使用共同的模型对象，执行边界能够被解释和监督。</a:t>
            </a:r>
          </a:p>
        </p:txBody>
      </p:sp>
    </p:spTree>
    <p:extLst>
      <p:ext uri="{BB962C8B-B14F-4D97-AF65-F5344CB8AC3E}">
        <p14:creationId xmlns:p14="http://schemas.microsoft.com/office/powerpoint/2010/main" val="855768398"/>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C225033A-D4CA-48F2-BDCB-C2EB16676633}"/>
              </a:ext>
            </a:extLst>
          </p:cNvPr>
          <p:cNvSpPr>
            <a:spLocks xmlns:a="http://schemas.openxmlformats.org/drawingml/2006/main" noGrp="1"/>
          </p:cNvSpPr>
          <p:nvPr/>
        </p:nvSpPr>
        <p:spPr>
          <a:xfrm xmlns:a="http://schemas.openxmlformats.org/drawingml/2006/main">
            <a:off x="0" y="0"/>
            <a:ext cx="12191695" cy="914400"/>
          </a:xfrm>
          <a:prstGeom xmlns:a="http://schemas.openxmlformats.org/drawingml/2006/main" prst="rect">
            <a:avLst/>
          </a:prstGeom>
          <a:solidFill xmlns:a="http://schemas.openxmlformats.org/drawingml/2006/main">
            <a:srgbClr val="1A3A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CFFE515C-5B26-483C-A7BB-201034415CA1}"/>
              </a:ext>
            </a:extLst>
          </p:cNvPr>
          <p:cNvSpPr>
            <a:spLocks xmlns:a="http://schemas.openxmlformats.org/drawingml/2006/main" noGrp="1"/>
          </p:cNvSpPr>
          <p:nvPr/>
        </p:nvSpPr>
        <p:spPr>
          <a:xfrm xmlns:a="http://schemas.openxmlformats.org/drawingml/2006/main">
            <a:off x="552450" y="238125"/>
            <a:ext cx="11087100" cy="571500"/>
          </a:xfrm>
          <a:prstGeom xmlns:a="http://schemas.openxmlformats.org/drawingml/2006/main" prst="rect">
            <a:avLst/>
          </a:prstGeom>
          <a:noFill xmlns:a="http://schemas.openxmlformats.org/drawingml/2006/main"/>
        </p:spPr>
        <p:txBody>
          <a:bodyPr xmlns:a="http://schemas.openxmlformats.org/drawingml/2006/main" wrap="none" lIns="0" tIns="0" rIns="0" bIns="0">
            <a:noAutofit/>
          </a:bodyPr>
          <a:lstStyle xmlns:a="http://schemas.openxmlformats.org/drawingml/2006/main"/>
          <a:p xmlns:a="http://schemas.openxmlformats.org/drawingml/2006/main">
            <a:pPr algn="l">
              <a:buNone/>
              <a:defRPr sz="2850" b="1">
                <a:solidFill>
                  <a:srgbClr val="FFFFFF"/>
                </a:solidFill>
                <a:latin typeface="微软雅黑"/>
                <a:ea typeface="微软雅黑"/>
                <a:cs typeface="微软雅黑"/>
              </a:defRPr>
            </a:pPr>
            <a:r>
              <a:rPr sz="2850" b="1">
                <a:solidFill>
                  <a:srgbClr val="FFFFFF"/>
                </a:solidFill>
                <a:latin typeface="微软雅黑"/>
                <a:ea typeface="微软雅黑"/>
                <a:cs typeface="微软雅黑"/>
              </a:rPr>
              <a:t>12  案例：反应釜加热的跨层执行</a:t>
            </a:r>
            <a:endParaRPr sz="2600" b="1">
              <a:solidFill>
                <a:srgbClr val="FFFFFF"/>
              </a:solidFill>
              <a:latin typeface="微软雅黑"/>
              <a:ea typeface="微软雅黑"/>
              <a:cs typeface="微软雅黑"/>
            </a:endParaRPr>
          </a:p>
        </p:txBody>
      </p:sp>
      <p:sp>
        <p:nvSpPr>
          <p:cNvPr id="10" name="TextBox 9">
            <a:extLst xmlns:a="http://schemas.openxmlformats.org/drawingml/2006/main">
              <a:ext uri="{FF2B5EF4-FFF2-40B4-BE49-F238E27FC236}">
                <a16:creationId xmlns:a16="http://schemas.microsoft.com/office/drawing/2014/main" id="{AB08595F-4D9E-4316-9F77-73F8F9141408}"/>
              </a:ext>
            </a:extLst>
          </p:cNvPr>
          <p:cNvSpPr>
            <a:spLocks xmlns:a="http://schemas.openxmlformats.org/drawingml/2006/main" noGrp="1"/>
          </p:cNvSpPr>
          <p:nvPr/>
        </p:nvSpPr>
        <p:spPr>
          <a:xfrm xmlns:a="http://schemas.openxmlformats.org/drawingml/2006/main">
            <a:off x="457200" y="6446520"/>
            <a:ext cx="91440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0">
                <a:solidFill>
                  <a:srgbClr val="555555"/>
                </a:solidFill>
                <a:latin typeface="微软雅黑"/>
                <a:ea typeface="微软雅黑"/>
                <a:cs typeface="微软雅黑"/>
              </a:rPr>
              <a:t>EUROSIM 2026  ·  面向智慧化学实验室的任务导向可执行建模框架</a:t>
            </a:r>
            <a:endParaRPr sz="1100" b="0">
              <a:solidFill>
                <a:srgbClr val="555555"/>
              </a:solidFill>
              <a:latin typeface="微软雅黑"/>
              <a:ea typeface="微软雅黑"/>
              <a:cs typeface="微软雅黑"/>
            </a:endParaRPr>
          </a:p>
        </p:txBody>
      </p:sp>
      <p:sp>
        <p:nvSpPr>
          <p:cNvPr id="11" name="TextBox 10">
            <a:extLst xmlns:a="http://schemas.openxmlformats.org/drawingml/2006/main">
              <a:ext uri="{FF2B5EF4-FFF2-40B4-BE49-F238E27FC236}">
                <a16:creationId xmlns:a16="http://schemas.microsoft.com/office/drawing/2014/main" id="{5260D063-1D0E-4375-87F0-251AE5F9D01C}"/>
              </a:ext>
            </a:extLst>
          </p:cNvPr>
          <p:cNvSpPr>
            <a:spLocks xmlns:a="http://schemas.openxmlformats.org/drawingml/2006/main" noGrp="1"/>
          </p:cNvSpPr>
          <p:nvPr/>
        </p:nvSpPr>
        <p:spPr>
          <a:xfrm xmlns:a="http://schemas.openxmlformats.org/drawingml/2006/main">
            <a:off x="10515600" y="6446520"/>
            <a:ext cx="13716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pPr>
            <a:r>
              <a:rPr sz="1100" b="0">
                <a:solidFill>
                  <a:srgbClr val="555555"/>
                </a:solidFill>
                <a:latin typeface="微软雅黑"/>
                <a:ea typeface="微软雅黑"/>
                <a:cs typeface="微软雅黑"/>
              </a:rPr>
              <a:t>12/16</a:t>
            </a:r>
            <a:endParaRPr sz="1100" b="0">
              <a:solidFill>
                <a:srgbClr val="555555"/>
              </a:solidFill>
              <a:latin typeface="微软雅黑"/>
              <a:ea typeface="微软雅黑"/>
              <a:cs typeface="微软雅黑"/>
            </a:endParaRPr>
          </a:p>
        </p:txBody>
      </p:sp>
      <p:sp>
        <p:nvSpPr>
          <p:cNvPr id="12" name="text-321">
            <a:extLst xmlns:a="http://schemas.openxmlformats.org/drawingml/2006/main">
              <a:ext uri="{FF2B5EF4-FFF2-40B4-BE49-F238E27FC236}">
                <a16:creationId xmlns:a16="http://schemas.microsoft.com/office/drawing/2014/main" id="{B4F6BE6E-C337-4ECC-BD78-0752047BA2A0}"/>
              </a:ext>
            </a:extLst>
          </p:cNvPr>
          <p:cNvSpPr>
            <a:spLocks xmlns:a="http://schemas.openxmlformats.org/drawingml/2006/main" noGrp="1"/>
          </p:cNvSpPr>
          <p:nvPr/>
        </p:nvSpPr>
        <p:spPr>
          <a:xfrm xmlns:a="http://schemas.openxmlformats.org/drawingml/2006/main">
            <a:off x="552450" y="1123950"/>
            <a:ext cx="110871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1875" b="0">
                <a:solidFill>
                  <a:srgbClr val="5B6B78"/>
                </a:solidFill>
                <a:latin typeface="微软雅黑"/>
                <a:ea typeface="微软雅黑"/>
                <a:cs typeface="微软雅黑"/>
              </a:defRPr>
            </a:pPr>
            <a:r>
              <a:rPr sz="1875" b="0">
                <a:solidFill>
                  <a:srgbClr val="5B6B78"/>
                </a:solidFill>
                <a:latin typeface="微软雅黑"/>
                <a:ea typeface="微软雅黑"/>
                <a:cs typeface="微软雅黑"/>
              </a:rPr>
              <a:t>以一次加热任务说明节点、状态机、设备与反馈如何协同</a:t>
            </a:r>
          </a:p>
        </p:txBody>
      </p:sp>
      <p:sp>
        <p:nvSpPr>
          <p:cNvPr id="13" name="diagram-322">
            <a:extLst xmlns:a="http://schemas.openxmlformats.org/drawingml/2006/main">
              <a:ext uri="{FF2B5EF4-FFF2-40B4-BE49-F238E27FC236}">
                <a16:creationId xmlns:a16="http://schemas.microsoft.com/office/drawing/2014/main" id="{E5C3C604-05F9-4A0F-B2E1-AEFD2B6C84AE}"/>
              </a:ext>
            </a:extLst>
          </p:cNvPr>
          <p:cNvSpPr>
            <a:spLocks xmlns:a="http://schemas.openxmlformats.org/drawingml/2006/main" noGrp="1"/>
          </p:cNvSpPr>
          <p:nvPr/>
        </p:nvSpPr>
        <p:spPr>
          <a:xfrm xmlns:a="http://schemas.openxmlformats.org/drawingml/2006/main">
            <a:off x="552450" y="1800225"/>
            <a:ext cx="2000250" cy="533400"/>
          </a:xfrm>
          <a:prstGeom xmlns:a="http://schemas.openxmlformats.org/drawingml/2006/main" prst="roundRect">
            <a:avLst>
              <a:gd name="adj" fmla="val 14286"/>
            </a:avLst>
          </a:prstGeom>
          <a:solidFill xmlns:a="http://schemas.openxmlformats.org/drawingml/2006/main">
            <a:srgbClr val="EAF2F8"/>
          </a:solidFill>
          <a:ln xmlns:a="http://schemas.openxmlformats.org/drawingml/2006/main" w="13335">
            <a:solidFill>
              <a:srgbClr val="9BB7CC"/>
            </a:solidFill>
          </a:ln>
        </p:spPr>
        <p:txBody>
          <a:bodyPr xmlns:a="http://schemas.openxmlformats.org/drawingml/2006/main" wrap="square" lIns="76200" tIns="76200" rIns="76200" bIns="76200" anchor="ctr">
            <a:noAutofit/>
          </a:bodyPr>
          <a:lstStyle xmlns:a="http://schemas.openxmlformats.org/drawingml/2006/main"/>
          <a:p xmlns:a="http://schemas.openxmlformats.org/drawingml/2006/main">
            <a:pPr algn="ctr">
              <a:lnSpc>
                <a:spcPct val="108000"/>
              </a:lnSpc>
              <a:spcAft>
                <a:spcPts val="250"/>
              </a:spcAft>
              <a:buNone/>
              <a:defRPr sz="1800" b="1">
                <a:solidFill>
                  <a:srgbClr val="1C3C5D"/>
                </a:solidFill>
                <a:latin typeface="微软雅黑"/>
                <a:ea typeface="微软雅黑"/>
                <a:cs typeface="微软雅黑"/>
              </a:defRPr>
            </a:pPr>
            <a:r>
              <a:rPr sz="1800" b="1">
                <a:solidFill>
                  <a:srgbClr val="1C3C5D"/>
                </a:solidFill>
                <a:latin typeface="微软雅黑"/>
                <a:ea typeface="微软雅黑"/>
                <a:cs typeface="微软雅黑"/>
              </a:rPr>
              <a:t>加热节点</a:t>
            </a:r>
          </a:p>
        </p:txBody>
      </p:sp>
      <p:sp>
        <p:nvSpPr>
          <p:cNvPr id="14" name="anchor-323">
            <a:extLst xmlns:a="http://schemas.openxmlformats.org/drawingml/2006/main">
              <a:ext uri="{FF2B5EF4-FFF2-40B4-BE49-F238E27FC236}">
                <a16:creationId xmlns:a16="http://schemas.microsoft.com/office/drawing/2014/main" id="{0D71C67A-96B9-4FED-BED9-639AE82766DD}"/>
              </a:ext>
            </a:extLst>
          </p:cNvPr>
          <p:cNvSpPr>
            <a:spLocks xmlns:a="http://schemas.openxmlformats.org/drawingml/2006/main" noGrp="1"/>
          </p:cNvSpPr>
          <p:nvPr/>
        </p:nvSpPr>
        <p:spPr>
          <a:xfrm xmlns:a="http://schemas.openxmlformats.org/drawingml/2006/main">
            <a:off x="1543050" y="2343150"/>
            <a:ext cx="19050" cy="19050"/>
          </a:xfrm>
          <a:prstGeom xmlns:a="http://schemas.openxmlformats.org/drawingml/2006/main" prst="rect">
            <a:avLst/>
          </a:prstGeom>
          <a:noFill xmlns:a="http://schemas.openxmlformats.org/drawingml/2006/main"/>
          <a:ln xmlns:a="http://schemas.openxmlformats.org/drawingml/2006/main" w="0">
            <a:noFill/>
          </a:ln>
        </p:spPr>
      </p:sp>
      <p:sp>
        <p:nvSpPr>
          <p:cNvPr id="15" name="anchor-324">
            <a:extLst xmlns:a="http://schemas.openxmlformats.org/drawingml/2006/main">
              <a:ext uri="{FF2B5EF4-FFF2-40B4-BE49-F238E27FC236}">
                <a16:creationId xmlns:a16="http://schemas.microsoft.com/office/drawing/2014/main" id="{29391BD3-65B4-4524-A086-6B1A2AEFA024}"/>
              </a:ext>
            </a:extLst>
          </p:cNvPr>
          <p:cNvSpPr>
            <a:spLocks xmlns:a="http://schemas.openxmlformats.org/drawingml/2006/main" noGrp="1"/>
          </p:cNvSpPr>
          <p:nvPr/>
        </p:nvSpPr>
        <p:spPr>
          <a:xfrm xmlns:a="http://schemas.openxmlformats.org/drawingml/2006/main">
            <a:off x="1543050" y="5753100"/>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65" name=""/>
          <p:cNvCxnSpPr>
            <a:stCxn xmlns:a="http://schemas.openxmlformats.org/drawingml/2006/main" id="14" idx="2"/>
            <a:endCxn xmlns:a="http://schemas.openxmlformats.org/drawingml/2006/main" id="15" idx="0"/>
          </p:cNvCxnSpPr>
          <p:nvPr/>
        </p:nvCxnSpPr>
        <p:spPr>
          <a:xfrm xmlns:a="http://schemas.openxmlformats.org/drawingml/2006/main">
            <a:off x="1552575" y="2362200"/>
            <a:ext cx="0" cy="3390900"/>
          </a:xfrm>
          <a:prstGeom xmlns:a="http://schemas.openxmlformats.org/drawingml/2006/main" prst="straightConnector1">
            <a:avLst/>
          </a:prstGeom>
          <a:ln xmlns:a="http://schemas.openxmlformats.org/drawingml/2006/main" w="13335">
            <a:solidFill>
              <a:srgbClr val="9BB7CC"/>
            </a:solidFill>
            <a:prstDash val="dash"/>
            <a:tailEnd type="none" w="med" len="med"/>
          </a:ln>
        </p:spPr>
      </p:cxnSp>
      <p:sp>
        <p:nvSpPr>
          <p:cNvPr id="17" name="diagram-325">
            <a:extLst xmlns:a="http://schemas.openxmlformats.org/drawingml/2006/main">
              <a:ext uri="{FF2B5EF4-FFF2-40B4-BE49-F238E27FC236}">
                <a16:creationId xmlns:a16="http://schemas.microsoft.com/office/drawing/2014/main" id="{E232E56D-2761-41C5-B13B-E9DB352C0B67}"/>
              </a:ext>
            </a:extLst>
          </p:cNvPr>
          <p:cNvSpPr>
            <a:spLocks xmlns:a="http://schemas.openxmlformats.org/drawingml/2006/main" noGrp="1"/>
          </p:cNvSpPr>
          <p:nvPr/>
        </p:nvSpPr>
        <p:spPr>
          <a:xfrm xmlns:a="http://schemas.openxmlformats.org/drawingml/2006/main">
            <a:off x="3543300" y="1800225"/>
            <a:ext cx="2000250" cy="533400"/>
          </a:xfrm>
          <a:prstGeom xmlns:a="http://schemas.openxmlformats.org/drawingml/2006/main" prst="roundRect">
            <a:avLst>
              <a:gd name="adj" fmla="val 14286"/>
            </a:avLst>
          </a:prstGeom>
          <a:solidFill xmlns:a="http://schemas.openxmlformats.org/drawingml/2006/main">
            <a:srgbClr val="EAF2F8"/>
          </a:solidFill>
          <a:ln xmlns:a="http://schemas.openxmlformats.org/drawingml/2006/main" w="13335">
            <a:solidFill>
              <a:srgbClr val="9BB7CC"/>
            </a:solidFill>
          </a:ln>
        </p:spPr>
        <p:txBody>
          <a:bodyPr xmlns:a="http://schemas.openxmlformats.org/drawingml/2006/main" wrap="square" lIns="76200" tIns="76200" rIns="76200" bIns="76200" anchor="ctr">
            <a:noAutofit/>
          </a:bodyPr>
          <a:lstStyle xmlns:a="http://schemas.openxmlformats.org/drawingml/2006/main"/>
          <a:p xmlns:a="http://schemas.openxmlformats.org/drawingml/2006/main">
            <a:pPr algn="ctr">
              <a:lnSpc>
                <a:spcPct val="108000"/>
              </a:lnSpc>
              <a:spcAft>
                <a:spcPts val="250"/>
              </a:spcAft>
              <a:buNone/>
              <a:defRPr sz="1800" b="1">
                <a:solidFill>
                  <a:srgbClr val="1C3C5D"/>
                </a:solidFill>
                <a:latin typeface="微软雅黑"/>
                <a:ea typeface="微软雅黑"/>
                <a:cs typeface="微软雅黑"/>
              </a:defRPr>
            </a:pPr>
            <a:r>
              <a:rPr sz="1800" b="1">
                <a:solidFill>
                  <a:srgbClr val="1C3C5D"/>
                </a:solidFill>
                <a:latin typeface="微软雅黑"/>
                <a:ea typeface="微软雅黑"/>
                <a:cs typeface="微软雅黑"/>
              </a:rPr>
              <a:t>设备状态机</a:t>
            </a:r>
          </a:p>
        </p:txBody>
      </p:sp>
      <p:sp>
        <p:nvSpPr>
          <p:cNvPr id="18" name="anchor-326">
            <a:extLst xmlns:a="http://schemas.openxmlformats.org/drawingml/2006/main">
              <a:ext uri="{FF2B5EF4-FFF2-40B4-BE49-F238E27FC236}">
                <a16:creationId xmlns:a16="http://schemas.microsoft.com/office/drawing/2014/main" id="{764BC292-AB61-49F4-9F2F-91264E63A385}"/>
              </a:ext>
            </a:extLst>
          </p:cNvPr>
          <p:cNvSpPr>
            <a:spLocks xmlns:a="http://schemas.openxmlformats.org/drawingml/2006/main" noGrp="1"/>
          </p:cNvSpPr>
          <p:nvPr/>
        </p:nvSpPr>
        <p:spPr>
          <a:xfrm xmlns:a="http://schemas.openxmlformats.org/drawingml/2006/main">
            <a:off x="4533900" y="2343150"/>
            <a:ext cx="19050" cy="19050"/>
          </a:xfrm>
          <a:prstGeom xmlns:a="http://schemas.openxmlformats.org/drawingml/2006/main" prst="rect">
            <a:avLst/>
          </a:prstGeom>
          <a:noFill xmlns:a="http://schemas.openxmlformats.org/drawingml/2006/main"/>
          <a:ln xmlns:a="http://schemas.openxmlformats.org/drawingml/2006/main" w="0">
            <a:noFill/>
          </a:ln>
        </p:spPr>
      </p:sp>
      <p:sp>
        <p:nvSpPr>
          <p:cNvPr id="19" name="anchor-327">
            <a:extLst xmlns:a="http://schemas.openxmlformats.org/drawingml/2006/main">
              <a:ext uri="{FF2B5EF4-FFF2-40B4-BE49-F238E27FC236}">
                <a16:creationId xmlns:a16="http://schemas.microsoft.com/office/drawing/2014/main" id="{A1DD23B8-D2D7-44A5-A4BB-B40F2A314423}"/>
              </a:ext>
            </a:extLst>
          </p:cNvPr>
          <p:cNvSpPr>
            <a:spLocks xmlns:a="http://schemas.openxmlformats.org/drawingml/2006/main" noGrp="1"/>
          </p:cNvSpPr>
          <p:nvPr/>
        </p:nvSpPr>
        <p:spPr>
          <a:xfrm xmlns:a="http://schemas.openxmlformats.org/drawingml/2006/main">
            <a:off x="4533900" y="5753100"/>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69" name=""/>
          <p:cNvCxnSpPr>
            <a:stCxn xmlns:a="http://schemas.openxmlformats.org/drawingml/2006/main" id="18" idx="2"/>
            <a:endCxn xmlns:a="http://schemas.openxmlformats.org/drawingml/2006/main" id="19" idx="0"/>
          </p:cNvCxnSpPr>
          <p:nvPr/>
        </p:nvCxnSpPr>
        <p:spPr>
          <a:xfrm xmlns:a="http://schemas.openxmlformats.org/drawingml/2006/main">
            <a:off x="4543425" y="2362200"/>
            <a:ext cx="0" cy="3390900"/>
          </a:xfrm>
          <a:prstGeom xmlns:a="http://schemas.openxmlformats.org/drawingml/2006/main" prst="straightConnector1">
            <a:avLst/>
          </a:prstGeom>
          <a:ln xmlns:a="http://schemas.openxmlformats.org/drawingml/2006/main" w="13335">
            <a:solidFill>
              <a:srgbClr val="9BB7CC"/>
            </a:solidFill>
            <a:prstDash val="dash"/>
            <a:tailEnd type="none" w="med" len="med"/>
          </a:ln>
        </p:spPr>
      </p:cxnSp>
      <p:sp>
        <p:nvSpPr>
          <p:cNvPr id="21" name="diagram-328">
            <a:extLst xmlns:a="http://schemas.openxmlformats.org/drawingml/2006/main">
              <a:ext uri="{FF2B5EF4-FFF2-40B4-BE49-F238E27FC236}">
                <a16:creationId xmlns:a16="http://schemas.microsoft.com/office/drawing/2014/main" id="{0C0B5B77-624D-4649-9FF8-5A662AC5D1F7}"/>
              </a:ext>
            </a:extLst>
          </p:cNvPr>
          <p:cNvSpPr>
            <a:spLocks xmlns:a="http://schemas.openxmlformats.org/drawingml/2006/main" noGrp="1"/>
          </p:cNvSpPr>
          <p:nvPr/>
        </p:nvSpPr>
        <p:spPr>
          <a:xfrm xmlns:a="http://schemas.openxmlformats.org/drawingml/2006/main">
            <a:off x="6534150" y="1800225"/>
            <a:ext cx="2000250" cy="533400"/>
          </a:xfrm>
          <a:prstGeom xmlns:a="http://schemas.openxmlformats.org/drawingml/2006/main" prst="roundRect">
            <a:avLst>
              <a:gd name="adj" fmla="val 14286"/>
            </a:avLst>
          </a:prstGeom>
          <a:solidFill xmlns:a="http://schemas.openxmlformats.org/drawingml/2006/main">
            <a:srgbClr val="EAF2F8"/>
          </a:solidFill>
          <a:ln xmlns:a="http://schemas.openxmlformats.org/drawingml/2006/main" w="13335">
            <a:solidFill>
              <a:srgbClr val="9BB7CC"/>
            </a:solidFill>
          </a:ln>
        </p:spPr>
        <p:txBody>
          <a:bodyPr xmlns:a="http://schemas.openxmlformats.org/drawingml/2006/main" wrap="square" lIns="76200" tIns="76200" rIns="76200" bIns="76200" anchor="ctr">
            <a:noAutofit/>
          </a:bodyPr>
          <a:lstStyle xmlns:a="http://schemas.openxmlformats.org/drawingml/2006/main"/>
          <a:p xmlns:a="http://schemas.openxmlformats.org/drawingml/2006/main">
            <a:pPr algn="ctr">
              <a:lnSpc>
                <a:spcPct val="108000"/>
              </a:lnSpc>
              <a:spcAft>
                <a:spcPts val="250"/>
              </a:spcAft>
              <a:buNone/>
              <a:defRPr sz="1800" b="1">
                <a:solidFill>
                  <a:srgbClr val="1C3C5D"/>
                </a:solidFill>
                <a:latin typeface="微软雅黑"/>
                <a:ea typeface="微软雅黑"/>
                <a:cs typeface="微软雅黑"/>
              </a:defRPr>
            </a:pPr>
            <a:r>
              <a:rPr sz="1800" b="1">
                <a:solidFill>
                  <a:srgbClr val="1C3C5D"/>
                </a:solidFill>
                <a:latin typeface="微软雅黑"/>
                <a:ea typeface="微软雅黑"/>
                <a:cs typeface="微软雅黑"/>
              </a:rPr>
              <a:t>Adapter</a:t>
            </a:r>
          </a:p>
        </p:txBody>
      </p:sp>
      <p:sp>
        <p:nvSpPr>
          <p:cNvPr id="22" name="anchor-329">
            <a:extLst xmlns:a="http://schemas.openxmlformats.org/drawingml/2006/main">
              <a:ext uri="{FF2B5EF4-FFF2-40B4-BE49-F238E27FC236}">
                <a16:creationId xmlns:a16="http://schemas.microsoft.com/office/drawing/2014/main" id="{5E879D9B-8566-4ADC-8B6B-E27028805942}"/>
              </a:ext>
            </a:extLst>
          </p:cNvPr>
          <p:cNvSpPr>
            <a:spLocks xmlns:a="http://schemas.openxmlformats.org/drawingml/2006/main" noGrp="1"/>
          </p:cNvSpPr>
          <p:nvPr/>
        </p:nvSpPr>
        <p:spPr>
          <a:xfrm xmlns:a="http://schemas.openxmlformats.org/drawingml/2006/main">
            <a:off x="7524750" y="2343150"/>
            <a:ext cx="19050" cy="19050"/>
          </a:xfrm>
          <a:prstGeom xmlns:a="http://schemas.openxmlformats.org/drawingml/2006/main" prst="rect">
            <a:avLst/>
          </a:prstGeom>
          <a:noFill xmlns:a="http://schemas.openxmlformats.org/drawingml/2006/main"/>
          <a:ln xmlns:a="http://schemas.openxmlformats.org/drawingml/2006/main" w="0">
            <a:noFill/>
          </a:ln>
        </p:spPr>
      </p:sp>
      <p:sp>
        <p:nvSpPr>
          <p:cNvPr id="23" name="anchor-330">
            <a:extLst xmlns:a="http://schemas.openxmlformats.org/drawingml/2006/main">
              <a:ext uri="{FF2B5EF4-FFF2-40B4-BE49-F238E27FC236}">
                <a16:creationId xmlns:a16="http://schemas.microsoft.com/office/drawing/2014/main" id="{A8119BB1-AA33-48EA-ADC6-468A9B25C7F2}"/>
              </a:ext>
            </a:extLst>
          </p:cNvPr>
          <p:cNvSpPr>
            <a:spLocks xmlns:a="http://schemas.openxmlformats.org/drawingml/2006/main" noGrp="1"/>
          </p:cNvSpPr>
          <p:nvPr/>
        </p:nvSpPr>
        <p:spPr>
          <a:xfrm xmlns:a="http://schemas.openxmlformats.org/drawingml/2006/main">
            <a:off x="7524750" y="5753100"/>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73" name=""/>
          <p:cNvCxnSpPr>
            <a:stCxn xmlns:a="http://schemas.openxmlformats.org/drawingml/2006/main" id="22" idx="2"/>
            <a:endCxn xmlns:a="http://schemas.openxmlformats.org/drawingml/2006/main" id="23" idx="0"/>
          </p:cNvCxnSpPr>
          <p:nvPr/>
        </p:nvCxnSpPr>
        <p:spPr>
          <a:xfrm xmlns:a="http://schemas.openxmlformats.org/drawingml/2006/main">
            <a:off x="7534275" y="2362200"/>
            <a:ext cx="0" cy="3390900"/>
          </a:xfrm>
          <a:prstGeom xmlns:a="http://schemas.openxmlformats.org/drawingml/2006/main" prst="straightConnector1">
            <a:avLst/>
          </a:prstGeom>
          <a:ln xmlns:a="http://schemas.openxmlformats.org/drawingml/2006/main" w="13335">
            <a:solidFill>
              <a:srgbClr val="9BB7CC"/>
            </a:solidFill>
            <a:prstDash val="dash"/>
            <a:tailEnd type="none" w="med" len="med"/>
          </a:ln>
        </p:spPr>
      </p:cxnSp>
      <p:sp>
        <p:nvSpPr>
          <p:cNvPr id="25" name="diagram-331">
            <a:extLst xmlns:a="http://schemas.openxmlformats.org/drawingml/2006/main">
              <a:ext uri="{FF2B5EF4-FFF2-40B4-BE49-F238E27FC236}">
                <a16:creationId xmlns:a16="http://schemas.microsoft.com/office/drawing/2014/main" id="{301280CF-BFBE-46E8-BB16-198E81411A53}"/>
              </a:ext>
            </a:extLst>
          </p:cNvPr>
          <p:cNvSpPr>
            <a:spLocks xmlns:a="http://schemas.openxmlformats.org/drawingml/2006/main" noGrp="1"/>
          </p:cNvSpPr>
          <p:nvPr/>
        </p:nvSpPr>
        <p:spPr>
          <a:xfrm xmlns:a="http://schemas.openxmlformats.org/drawingml/2006/main">
            <a:off x="9591675" y="1800225"/>
            <a:ext cx="2000250" cy="533400"/>
          </a:xfrm>
          <a:prstGeom xmlns:a="http://schemas.openxmlformats.org/drawingml/2006/main" prst="roundRect">
            <a:avLst>
              <a:gd name="adj" fmla="val 14286"/>
            </a:avLst>
          </a:prstGeom>
          <a:solidFill xmlns:a="http://schemas.openxmlformats.org/drawingml/2006/main">
            <a:srgbClr val="E9F5F2"/>
          </a:solidFill>
          <a:ln xmlns:a="http://schemas.openxmlformats.org/drawingml/2006/main" w="13335">
            <a:solidFill>
              <a:srgbClr val="9BB7CC"/>
            </a:solidFill>
          </a:ln>
        </p:spPr>
        <p:txBody>
          <a:bodyPr xmlns:a="http://schemas.openxmlformats.org/drawingml/2006/main" wrap="square" lIns="76200" tIns="76200" rIns="76200" bIns="76200" anchor="ctr">
            <a:noAutofit/>
          </a:bodyPr>
          <a:lstStyle xmlns:a="http://schemas.openxmlformats.org/drawingml/2006/main"/>
          <a:p xmlns:a="http://schemas.openxmlformats.org/drawingml/2006/main">
            <a:pPr algn="ctr">
              <a:lnSpc>
                <a:spcPct val="108000"/>
              </a:lnSpc>
              <a:spcAft>
                <a:spcPts val="250"/>
              </a:spcAft>
              <a:buNone/>
              <a:defRPr sz="1800" b="1">
                <a:solidFill>
                  <a:srgbClr val="1C3C5D"/>
                </a:solidFill>
                <a:latin typeface="微软雅黑"/>
                <a:ea typeface="微软雅黑"/>
                <a:cs typeface="微软雅黑"/>
              </a:defRPr>
            </a:pPr>
            <a:r>
              <a:rPr sz="1800" b="1">
                <a:solidFill>
                  <a:srgbClr val="1C3C5D"/>
                </a:solidFill>
                <a:latin typeface="微软雅黑"/>
                <a:ea typeface="微软雅黑"/>
                <a:cs typeface="微软雅黑"/>
              </a:rPr>
              <a:t>物理反应釜</a:t>
            </a:r>
          </a:p>
        </p:txBody>
      </p:sp>
      <p:sp>
        <p:nvSpPr>
          <p:cNvPr id="26" name="anchor-332">
            <a:extLst xmlns:a="http://schemas.openxmlformats.org/drawingml/2006/main">
              <a:ext uri="{FF2B5EF4-FFF2-40B4-BE49-F238E27FC236}">
                <a16:creationId xmlns:a16="http://schemas.microsoft.com/office/drawing/2014/main" id="{EB8C462E-DDCE-4C6F-AFE1-917290D841EF}"/>
              </a:ext>
            </a:extLst>
          </p:cNvPr>
          <p:cNvSpPr>
            <a:spLocks xmlns:a="http://schemas.openxmlformats.org/drawingml/2006/main" noGrp="1"/>
          </p:cNvSpPr>
          <p:nvPr/>
        </p:nvSpPr>
        <p:spPr>
          <a:xfrm xmlns:a="http://schemas.openxmlformats.org/drawingml/2006/main">
            <a:off x="10582275" y="2343150"/>
            <a:ext cx="19050" cy="19050"/>
          </a:xfrm>
          <a:prstGeom xmlns:a="http://schemas.openxmlformats.org/drawingml/2006/main" prst="rect">
            <a:avLst/>
          </a:prstGeom>
          <a:noFill xmlns:a="http://schemas.openxmlformats.org/drawingml/2006/main"/>
          <a:ln xmlns:a="http://schemas.openxmlformats.org/drawingml/2006/main" w="0">
            <a:noFill/>
          </a:ln>
        </p:spPr>
      </p:sp>
      <p:sp>
        <p:nvSpPr>
          <p:cNvPr id="27" name="anchor-333">
            <a:extLst xmlns:a="http://schemas.openxmlformats.org/drawingml/2006/main">
              <a:ext uri="{FF2B5EF4-FFF2-40B4-BE49-F238E27FC236}">
                <a16:creationId xmlns:a16="http://schemas.microsoft.com/office/drawing/2014/main" id="{5C0BD929-D616-4CE3-B7BB-0588CF30AC10}"/>
              </a:ext>
            </a:extLst>
          </p:cNvPr>
          <p:cNvSpPr>
            <a:spLocks xmlns:a="http://schemas.openxmlformats.org/drawingml/2006/main" noGrp="1"/>
          </p:cNvSpPr>
          <p:nvPr/>
        </p:nvSpPr>
        <p:spPr>
          <a:xfrm xmlns:a="http://schemas.openxmlformats.org/drawingml/2006/main">
            <a:off x="10582275" y="5753100"/>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77" name=""/>
          <p:cNvCxnSpPr>
            <a:stCxn xmlns:a="http://schemas.openxmlformats.org/drawingml/2006/main" id="26" idx="2"/>
            <a:endCxn xmlns:a="http://schemas.openxmlformats.org/drawingml/2006/main" id="27" idx="0"/>
          </p:cNvCxnSpPr>
          <p:nvPr/>
        </p:nvCxnSpPr>
        <p:spPr>
          <a:xfrm xmlns:a="http://schemas.openxmlformats.org/drawingml/2006/main">
            <a:off x="10591800" y="2362200"/>
            <a:ext cx="0" cy="3390900"/>
          </a:xfrm>
          <a:prstGeom xmlns:a="http://schemas.openxmlformats.org/drawingml/2006/main" prst="straightConnector1">
            <a:avLst/>
          </a:prstGeom>
          <a:ln xmlns:a="http://schemas.openxmlformats.org/drawingml/2006/main" w="13335">
            <a:solidFill>
              <a:srgbClr val="9BB7CC"/>
            </a:solidFill>
            <a:prstDash val="dash"/>
            <a:tailEnd type="none" w="med" len="med"/>
          </a:ln>
        </p:spPr>
      </p:cxnSp>
      <p:sp>
        <p:nvSpPr>
          <p:cNvPr id="29" name="anchor-334">
            <a:extLst xmlns:a="http://schemas.openxmlformats.org/drawingml/2006/main">
              <a:ext uri="{FF2B5EF4-FFF2-40B4-BE49-F238E27FC236}">
                <a16:creationId xmlns:a16="http://schemas.microsoft.com/office/drawing/2014/main" id="{DE35C7C9-0693-4E4F-9D91-DCF806BFA20A}"/>
              </a:ext>
            </a:extLst>
          </p:cNvPr>
          <p:cNvSpPr>
            <a:spLocks xmlns:a="http://schemas.openxmlformats.org/drawingml/2006/main" noGrp="1"/>
          </p:cNvSpPr>
          <p:nvPr/>
        </p:nvSpPr>
        <p:spPr>
          <a:xfrm xmlns:a="http://schemas.openxmlformats.org/drawingml/2006/main">
            <a:off x="1543050" y="2847975"/>
            <a:ext cx="19050" cy="19050"/>
          </a:xfrm>
          <a:prstGeom xmlns:a="http://schemas.openxmlformats.org/drawingml/2006/main" prst="rect">
            <a:avLst/>
          </a:prstGeom>
          <a:noFill xmlns:a="http://schemas.openxmlformats.org/drawingml/2006/main"/>
          <a:ln xmlns:a="http://schemas.openxmlformats.org/drawingml/2006/main" w="0">
            <a:noFill/>
          </a:ln>
        </p:spPr>
      </p:sp>
      <p:sp>
        <p:nvSpPr>
          <p:cNvPr id="30" name="anchor-335">
            <a:extLst xmlns:a="http://schemas.openxmlformats.org/drawingml/2006/main">
              <a:ext uri="{FF2B5EF4-FFF2-40B4-BE49-F238E27FC236}">
                <a16:creationId xmlns:a16="http://schemas.microsoft.com/office/drawing/2014/main" id="{0A79F83B-6928-4D98-9B71-137235D19BE9}"/>
              </a:ext>
            </a:extLst>
          </p:cNvPr>
          <p:cNvSpPr>
            <a:spLocks xmlns:a="http://schemas.openxmlformats.org/drawingml/2006/main" noGrp="1"/>
          </p:cNvSpPr>
          <p:nvPr/>
        </p:nvSpPr>
        <p:spPr>
          <a:xfrm xmlns:a="http://schemas.openxmlformats.org/drawingml/2006/main">
            <a:off x="4533900" y="284797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80" name=""/>
          <p:cNvCxnSpPr>
            <a:stCxn xmlns:a="http://schemas.openxmlformats.org/drawingml/2006/main" id="29" idx="3"/>
            <a:endCxn xmlns:a="http://schemas.openxmlformats.org/drawingml/2006/main" id="30" idx="1"/>
          </p:cNvCxnSpPr>
          <p:nvPr/>
        </p:nvCxnSpPr>
        <p:spPr>
          <a:xfrm xmlns:a="http://schemas.openxmlformats.org/drawingml/2006/main">
            <a:off x="1562100" y="2857500"/>
            <a:ext cx="2971800" cy="0"/>
          </a:xfrm>
          <a:prstGeom xmlns:a="http://schemas.openxmlformats.org/drawingml/2006/main" prst="straightConnector1">
            <a:avLst/>
          </a:prstGeom>
          <a:ln xmlns:a="http://schemas.openxmlformats.org/drawingml/2006/main" w="19050">
            <a:solidFill>
              <a:srgbClr val="2774AC"/>
            </a:solidFill>
            <a:prstDash val="solid"/>
            <a:tailEnd type="triangle" w="med" len="med"/>
          </a:ln>
        </p:spPr>
      </p:cxnSp>
      <p:sp>
        <p:nvSpPr>
          <p:cNvPr id="32" name="text-336">
            <a:extLst xmlns:a="http://schemas.openxmlformats.org/drawingml/2006/main">
              <a:ext uri="{FF2B5EF4-FFF2-40B4-BE49-F238E27FC236}">
                <a16:creationId xmlns:a16="http://schemas.microsoft.com/office/drawing/2014/main" id="{3B9AFA6C-5189-49D2-8A50-E92BBEB4E929}"/>
              </a:ext>
            </a:extLst>
          </p:cNvPr>
          <p:cNvSpPr>
            <a:spLocks xmlns:a="http://schemas.openxmlformats.org/drawingml/2006/main" noGrp="1"/>
          </p:cNvSpPr>
          <p:nvPr/>
        </p:nvSpPr>
        <p:spPr>
          <a:xfrm xmlns:a="http://schemas.openxmlformats.org/drawingml/2006/main">
            <a:off x="1647825" y="2562225"/>
            <a:ext cx="2800350" cy="27622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2000"/>
              </a:lnSpc>
              <a:spcBef>
                <a:spcPts val="0"/>
              </a:spcBef>
              <a:spcAft>
                <a:spcPts val="0"/>
              </a:spcAft>
              <a:buNone/>
              <a:defRPr sz="1575" b="0">
                <a:solidFill>
                  <a:srgbClr val="2774AC"/>
                </a:solidFill>
                <a:latin typeface="微软雅黑"/>
                <a:ea typeface="微软雅黑"/>
                <a:cs typeface="微软雅黑"/>
              </a:defRPr>
            </a:pPr>
            <a:r>
              <a:rPr sz="1575" b="0">
                <a:solidFill>
                  <a:srgbClr val="2774AC"/>
                </a:solidFill>
                <a:latin typeface="微软雅黑"/>
                <a:ea typeface="微软雅黑"/>
                <a:cs typeface="微软雅黑"/>
              </a:rPr>
              <a:t>① 触发执行请求</a:t>
            </a:r>
          </a:p>
        </p:txBody>
      </p:sp>
      <p:sp>
        <p:nvSpPr>
          <p:cNvPr id="33" name="anchor-337">
            <a:extLst xmlns:a="http://schemas.openxmlformats.org/drawingml/2006/main">
              <a:ext uri="{FF2B5EF4-FFF2-40B4-BE49-F238E27FC236}">
                <a16:creationId xmlns:a16="http://schemas.microsoft.com/office/drawing/2014/main" id="{58DFD2BA-385E-471C-987F-9F4343C37399}"/>
              </a:ext>
            </a:extLst>
          </p:cNvPr>
          <p:cNvSpPr>
            <a:spLocks xmlns:a="http://schemas.openxmlformats.org/drawingml/2006/main" noGrp="1"/>
          </p:cNvSpPr>
          <p:nvPr/>
        </p:nvSpPr>
        <p:spPr>
          <a:xfrm xmlns:a="http://schemas.openxmlformats.org/drawingml/2006/main">
            <a:off x="4533900" y="3467100"/>
            <a:ext cx="19050" cy="19050"/>
          </a:xfrm>
          <a:prstGeom xmlns:a="http://schemas.openxmlformats.org/drawingml/2006/main" prst="rect">
            <a:avLst/>
          </a:prstGeom>
          <a:noFill xmlns:a="http://schemas.openxmlformats.org/drawingml/2006/main"/>
          <a:ln xmlns:a="http://schemas.openxmlformats.org/drawingml/2006/main" w="0">
            <a:noFill/>
          </a:ln>
        </p:spPr>
      </p:sp>
      <p:sp>
        <p:nvSpPr>
          <p:cNvPr id="34" name="anchor-338">
            <a:extLst xmlns:a="http://schemas.openxmlformats.org/drawingml/2006/main">
              <a:ext uri="{FF2B5EF4-FFF2-40B4-BE49-F238E27FC236}">
                <a16:creationId xmlns:a16="http://schemas.microsoft.com/office/drawing/2014/main" id="{5C2F47B4-A370-4F67-9E04-98649B0A9F4E}"/>
              </a:ext>
            </a:extLst>
          </p:cNvPr>
          <p:cNvSpPr>
            <a:spLocks xmlns:a="http://schemas.openxmlformats.org/drawingml/2006/main" noGrp="1"/>
          </p:cNvSpPr>
          <p:nvPr/>
        </p:nvSpPr>
        <p:spPr>
          <a:xfrm xmlns:a="http://schemas.openxmlformats.org/drawingml/2006/main">
            <a:off x="7524750" y="3467100"/>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84" name=""/>
          <p:cNvCxnSpPr>
            <a:stCxn xmlns:a="http://schemas.openxmlformats.org/drawingml/2006/main" id="33" idx="3"/>
            <a:endCxn xmlns:a="http://schemas.openxmlformats.org/drawingml/2006/main" id="34" idx="1"/>
          </p:cNvCxnSpPr>
          <p:nvPr/>
        </p:nvCxnSpPr>
        <p:spPr>
          <a:xfrm xmlns:a="http://schemas.openxmlformats.org/drawingml/2006/main">
            <a:off x="4552950" y="3476625"/>
            <a:ext cx="2971800" cy="0"/>
          </a:xfrm>
          <a:prstGeom xmlns:a="http://schemas.openxmlformats.org/drawingml/2006/main" prst="straightConnector1">
            <a:avLst/>
          </a:prstGeom>
          <a:ln xmlns:a="http://schemas.openxmlformats.org/drawingml/2006/main" w="19050">
            <a:solidFill>
              <a:srgbClr val="2774AC"/>
            </a:solidFill>
            <a:prstDash val="solid"/>
            <a:tailEnd type="triangle" w="med" len="med"/>
          </a:ln>
        </p:spPr>
      </p:cxnSp>
      <p:sp>
        <p:nvSpPr>
          <p:cNvPr id="36" name="text-339">
            <a:extLst xmlns:a="http://schemas.openxmlformats.org/drawingml/2006/main">
              <a:ext uri="{FF2B5EF4-FFF2-40B4-BE49-F238E27FC236}">
                <a16:creationId xmlns:a16="http://schemas.microsoft.com/office/drawing/2014/main" id="{4221870D-D383-400E-B5C8-6EE1450B5575}"/>
              </a:ext>
            </a:extLst>
          </p:cNvPr>
          <p:cNvSpPr>
            <a:spLocks xmlns:a="http://schemas.openxmlformats.org/drawingml/2006/main" noGrp="1"/>
          </p:cNvSpPr>
          <p:nvPr/>
        </p:nvSpPr>
        <p:spPr>
          <a:xfrm xmlns:a="http://schemas.openxmlformats.org/drawingml/2006/main">
            <a:off x="4638675" y="3181350"/>
            <a:ext cx="2800350" cy="27622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2000"/>
              </a:lnSpc>
              <a:spcBef>
                <a:spcPts val="0"/>
              </a:spcBef>
              <a:spcAft>
                <a:spcPts val="0"/>
              </a:spcAft>
              <a:buNone/>
              <a:defRPr sz="1575" b="0">
                <a:solidFill>
                  <a:srgbClr val="2774AC"/>
                </a:solidFill>
                <a:latin typeface="微软雅黑"/>
                <a:ea typeface="微软雅黑"/>
                <a:cs typeface="微软雅黑"/>
              </a:defRPr>
            </a:pPr>
            <a:r>
              <a:rPr sz="1575" b="0">
                <a:solidFill>
                  <a:srgbClr val="2774AC"/>
                </a:solidFill>
                <a:latin typeface="微软雅黑"/>
                <a:ea typeface="微软雅黑"/>
                <a:cs typeface="微软雅黑"/>
              </a:rPr>
              <a:t>② 状态转移并发令</a:t>
            </a:r>
          </a:p>
        </p:txBody>
      </p:sp>
      <p:sp>
        <p:nvSpPr>
          <p:cNvPr id="37" name="anchor-340">
            <a:extLst xmlns:a="http://schemas.openxmlformats.org/drawingml/2006/main">
              <a:ext uri="{FF2B5EF4-FFF2-40B4-BE49-F238E27FC236}">
                <a16:creationId xmlns:a16="http://schemas.microsoft.com/office/drawing/2014/main" id="{78A7A8D9-726A-400D-A819-B3724DB0D459}"/>
              </a:ext>
            </a:extLst>
          </p:cNvPr>
          <p:cNvSpPr>
            <a:spLocks xmlns:a="http://schemas.openxmlformats.org/drawingml/2006/main" noGrp="1"/>
          </p:cNvSpPr>
          <p:nvPr/>
        </p:nvSpPr>
        <p:spPr>
          <a:xfrm xmlns:a="http://schemas.openxmlformats.org/drawingml/2006/main">
            <a:off x="7524750" y="4086225"/>
            <a:ext cx="19050" cy="19050"/>
          </a:xfrm>
          <a:prstGeom xmlns:a="http://schemas.openxmlformats.org/drawingml/2006/main" prst="rect">
            <a:avLst/>
          </a:prstGeom>
          <a:noFill xmlns:a="http://schemas.openxmlformats.org/drawingml/2006/main"/>
          <a:ln xmlns:a="http://schemas.openxmlformats.org/drawingml/2006/main" w="0">
            <a:noFill/>
          </a:ln>
        </p:spPr>
      </p:sp>
      <p:sp>
        <p:nvSpPr>
          <p:cNvPr id="38" name="anchor-341">
            <a:extLst xmlns:a="http://schemas.openxmlformats.org/drawingml/2006/main">
              <a:ext uri="{FF2B5EF4-FFF2-40B4-BE49-F238E27FC236}">
                <a16:creationId xmlns:a16="http://schemas.microsoft.com/office/drawing/2014/main" id="{30127999-7882-40E6-9F16-3CD80706B42C}"/>
              </a:ext>
            </a:extLst>
          </p:cNvPr>
          <p:cNvSpPr>
            <a:spLocks xmlns:a="http://schemas.openxmlformats.org/drawingml/2006/main" noGrp="1"/>
          </p:cNvSpPr>
          <p:nvPr/>
        </p:nvSpPr>
        <p:spPr>
          <a:xfrm xmlns:a="http://schemas.openxmlformats.org/drawingml/2006/main">
            <a:off x="10582275" y="408622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88" name=""/>
          <p:cNvCxnSpPr>
            <a:stCxn xmlns:a="http://schemas.openxmlformats.org/drawingml/2006/main" id="37" idx="3"/>
            <a:endCxn xmlns:a="http://schemas.openxmlformats.org/drawingml/2006/main" id="38" idx="1"/>
          </p:cNvCxnSpPr>
          <p:nvPr/>
        </p:nvCxnSpPr>
        <p:spPr>
          <a:xfrm xmlns:a="http://schemas.openxmlformats.org/drawingml/2006/main">
            <a:off x="7543800" y="4095750"/>
            <a:ext cx="3038475" cy="0"/>
          </a:xfrm>
          <a:prstGeom xmlns:a="http://schemas.openxmlformats.org/drawingml/2006/main" prst="straightConnector1">
            <a:avLst/>
          </a:prstGeom>
          <a:ln xmlns:a="http://schemas.openxmlformats.org/drawingml/2006/main" w="19050">
            <a:solidFill>
              <a:srgbClr val="2774AC"/>
            </a:solidFill>
            <a:prstDash val="solid"/>
            <a:tailEnd type="triangle" w="med" len="med"/>
          </a:ln>
        </p:spPr>
      </p:cxnSp>
      <p:sp>
        <p:nvSpPr>
          <p:cNvPr id="40" name="text-342">
            <a:extLst xmlns:a="http://schemas.openxmlformats.org/drawingml/2006/main">
              <a:ext uri="{FF2B5EF4-FFF2-40B4-BE49-F238E27FC236}">
                <a16:creationId xmlns:a16="http://schemas.microsoft.com/office/drawing/2014/main" id="{02BFBE05-E335-4DEA-92A0-549ADAE78A11}"/>
              </a:ext>
            </a:extLst>
          </p:cNvPr>
          <p:cNvSpPr>
            <a:spLocks xmlns:a="http://schemas.openxmlformats.org/drawingml/2006/main" noGrp="1"/>
          </p:cNvSpPr>
          <p:nvPr/>
        </p:nvSpPr>
        <p:spPr>
          <a:xfrm xmlns:a="http://schemas.openxmlformats.org/drawingml/2006/main">
            <a:off x="7629525" y="3800475"/>
            <a:ext cx="2867025" cy="27622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2000"/>
              </a:lnSpc>
              <a:spcBef>
                <a:spcPts val="0"/>
              </a:spcBef>
              <a:spcAft>
                <a:spcPts val="0"/>
              </a:spcAft>
              <a:buNone/>
              <a:defRPr sz="1575" b="0">
                <a:solidFill>
                  <a:srgbClr val="2774AC"/>
                </a:solidFill>
                <a:latin typeface="微软雅黑"/>
                <a:ea typeface="微软雅黑"/>
                <a:cs typeface="微软雅黑"/>
              </a:defRPr>
            </a:pPr>
            <a:r>
              <a:rPr sz="1575" b="0">
                <a:solidFill>
                  <a:srgbClr val="2774AC"/>
                </a:solidFill>
                <a:latin typeface="微软雅黑"/>
                <a:ea typeface="微软雅黑"/>
                <a:cs typeface="微软雅黑"/>
              </a:rPr>
              <a:t>③ 执行加热操作</a:t>
            </a:r>
          </a:p>
        </p:txBody>
      </p:sp>
      <p:sp>
        <p:nvSpPr>
          <p:cNvPr id="41" name="anchor-343">
            <a:extLst xmlns:a="http://schemas.openxmlformats.org/drawingml/2006/main">
              <a:ext uri="{FF2B5EF4-FFF2-40B4-BE49-F238E27FC236}">
                <a16:creationId xmlns:a16="http://schemas.microsoft.com/office/drawing/2014/main" id="{73ADBB4E-551F-4109-A194-C12912BB16B9}"/>
              </a:ext>
            </a:extLst>
          </p:cNvPr>
          <p:cNvSpPr>
            <a:spLocks xmlns:a="http://schemas.openxmlformats.org/drawingml/2006/main" noGrp="1"/>
          </p:cNvSpPr>
          <p:nvPr/>
        </p:nvSpPr>
        <p:spPr>
          <a:xfrm xmlns:a="http://schemas.openxmlformats.org/drawingml/2006/main">
            <a:off x="10582275" y="4724400"/>
            <a:ext cx="19050" cy="19050"/>
          </a:xfrm>
          <a:prstGeom xmlns:a="http://schemas.openxmlformats.org/drawingml/2006/main" prst="rect">
            <a:avLst/>
          </a:prstGeom>
          <a:noFill xmlns:a="http://schemas.openxmlformats.org/drawingml/2006/main"/>
          <a:ln xmlns:a="http://schemas.openxmlformats.org/drawingml/2006/main" w="0">
            <a:noFill/>
          </a:ln>
        </p:spPr>
      </p:sp>
      <p:sp>
        <p:nvSpPr>
          <p:cNvPr id="42" name="anchor-344">
            <a:extLst xmlns:a="http://schemas.openxmlformats.org/drawingml/2006/main">
              <a:ext uri="{FF2B5EF4-FFF2-40B4-BE49-F238E27FC236}">
                <a16:creationId xmlns:a16="http://schemas.microsoft.com/office/drawing/2014/main" id="{72DDAB4E-F266-4080-9FD4-A9636AD3025D}"/>
              </a:ext>
            </a:extLst>
          </p:cNvPr>
          <p:cNvSpPr>
            <a:spLocks xmlns:a="http://schemas.openxmlformats.org/drawingml/2006/main" noGrp="1"/>
          </p:cNvSpPr>
          <p:nvPr/>
        </p:nvSpPr>
        <p:spPr>
          <a:xfrm xmlns:a="http://schemas.openxmlformats.org/drawingml/2006/main">
            <a:off x="7524750" y="4724400"/>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92" name=""/>
          <p:cNvCxnSpPr>
            <a:stCxn xmlns:a="http://schemas.openxmlformats.org/drawingml/2006/main" id="41" idx="1"/>
            <a:endCxn xmlns:a="http://schemas.openxmlformats.org/drawingml/2006/main" id="42" idx="3"/>
          </p:cNvCxnSpPr>
          <p:nvPr/>
        </p:nvCxnSpPr>
        <p:spPr>
          <a:xfrm xmlns:a="http://schemas.openxmlformats.org/drawingml/2006/main" flipH="1">
            <a:off x="7543800" y="4733925"/>
            <a:ext cx="3038475" cy="0"/>
          </a:xfrm>
          <a:prstGeom xmlns:a="http://schemas.openxmlformats.org/drawingml/2006/main" prst="straightConnector1">
            <a:avLst/>
          </a:prstGeom>
          <a:ln xmlns:a="http://schemas.openxmlformats.org/drawingml/2006/main" w="19050">
            <a:solidFill>
              <a:srgbClr val="178477"/>
            </a:solidFill>
            <a:prstDash val="dash"/>
            <a:tailEnd type="triangle" w="med" len="med"/>
          </a:ln>
        </p:spPr>
      </p:cxnSp>
      <p:sp>
        <p:nvSpPr>
          <p:cNvPr id="44" name="text-345">
            <a:extLst xmlns:a="http://schemas.openxmlformats.org/drawingml/2006/main">
              <a:ext uri="{FF2B5EF4-FFF2-40B4-BE49-F238E27FC236}">
                <a16:creationId xmlns:a16="http://schemas.microsoft.com/office/drawing/2014/main" id="{8B2C542F-3FF1-4336-A5C9-B5AD1F0F7113}"/>
              </a:ext>
            </a:extLst>
          </p:cNvPr>
          <p:cNvSpPr>
            <a:spLocks xmlns:a="http://schemas.openxmlformats.org/drawingml/2006/main" noGrp="1"/>
          </p:cNvSpPr>
          <p:nvPr/>
        </p:nvSpPr>
        <p:spPr>
          <a:xfrm xmlns:a="http://schemas.openxmlformats.org/drawingml/2006/main">
            <a:off x="7629525" y="4438650"/>
            <a:ext cx="2867025" cy="27622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2000"/>
              </a:lnSpc>
              <a:spcBef>
                <a:spcPts val="0"/>
              </a:spcBef>
              <a:spcAft>
                <a:spcPts val="0"/>
              </a:spcAft>
              <a:buNone/>
              <a:defRPr sz="1575" b="0">
                <a:solidFill>
                  <a:srgbClr val="178477"/>
                </a:solidFill>
                <a:latin typeface="微软雅黑"/>
                <a:ea typeface="微软雅黑"/>
                <a:cs typeface="微软雅黑"/>
              </a:defRPr>
            </a:pPr>
            <a:r>
              <a:rPr sz="1575" b="0">
                <a:solidFill>
                  <a:srgbClr val="178477"/>
                </a:solidFill>
                <a:latin typeface="微软雅黑"/>
                <a:ea typeface="微软雅黑"/>
                <a:cs typeface="微软雅黑"/>
              </a:rPr>
              <a:t>④ 返回数据与事件</a:t>
            </a:r>
          </a:p>
        </p:txBody>
      </p:sp>
      <p:sp>
        <p:nvSpPr>
          <p:cNvPr id="45" name="anchor-346">
            <a:extLst xmlns:a="http://schemas.openxmlformats.org/drawingml/2006/main">
              <a:ext uri="{FF2B5EF4-FFF2-40B4-BE49-F238E27FC236}">
                <a16:creationId xmlns:a16="http://schemas.microsoft.com/office/drawing/2014/main" id="{FA818EA1-94F1-4567-B208-C5F9B0A1A163}"/>
              </a:ext>
            </a:extLst>
          </p:cNvPr>
          <p:cNvSpPr>
            <a:spLocks xmlns:a="http://schemas.openxmlformats.org/drawingml/2006/main" noGrp="1"/>
          </p:cNvSpPr>
          <p:nvPr/>
        </p:nvSpPr>
        <p:spPr>
          <a:xfrm xmlns:a="http://schemas.openxmlformats.org/drawingml/2006/main">
            <a:off x="7524750" y="5238750"/>
            <a:ext cx="19050" cy="19050"/>
          </a:xfrm>
          <a:prstGeom xmlns:a="http://schemas.openxmlformats.org/drawingml/2006/main" prst="rect">
            <a:avLst/>
          </a:prstGeom>
          <a:noFill xmlns:a="http://schemas.openxmlformats.org/drawingml/2006/main"/>
          <a:ln xmlns:a="http://schemas.openxmlformats.org/drawingml/2006/main" w="0">
            <a:noFill/>
          </a:ln>
        </p:spPr>
      </p:sp>
      <p:sp>
        <p:nvSpPr>
          <p:cNvPr id="46" name="anchor-347">
            <a:extLst xmlns:a="http://schemas.openxmlformats.org/drawingml/2006/main">
              <a:ext uri="{FF2B5EF4-FFF2-40B4-BE49-F238E27FC236}">
                <a16:creationId xmlns:a16="http://schemas.microsoft.com/office/drawing/2014/main" id="{AC42481E-B191-4C87-B358-1B3DA2F66C56}"/>
              </a:ext>
            </a:extLst>
          </p:cNvPr>
          <p:cNvSpPr>
            <a:spLocks xmlns:a="http://schemas.openxmlformats.org/drawingml/2006/main" noGrp="1"/>
          </p:cNvSpPr>
          <p:nvPr/>
        </p:nvSpPr>
        <p:spPr>
          <a:xfrm xmlns:a="http://schemas.openxmlformats.org/drawingml/2006/main">
            <a:off x="4533900" y="5238750"/>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96" name=""/>
          <p:cNvCxnSpPr>
            <a:stCxn xmlns:a="http://schemas.openxmlformats.org/drawingml/2006/main" id="45" idx="1"/>
            <a:endCxn xmlns:a="http://schemas.openxmlformats.org/drawingml/2006/main" id="46" idx="3"/>
          </p:cNvCxnSpPr>
          <p:nvPr/>
        </p:nvCxnSpPr>
        <p:spPr>
          <a:xfrm xmlns:a="http://schemas.openxmlformats.org/drawingml/2006/main" flipH="1">
            <a:off x="4552950" y="5248275"/>
            <a:ext cx="2971800" cy="0"/>
          </a:xfrm>
          <a:prstGeom xmlns:a="http://schemas.openxmlformats.org/drawingml/2006/main" prst="straightConnector1">
            <a:avLst/>
          </a:prstGeom>
          <a:ln xmlns:a="http://schemas.openxmlformats.org/drawingml/2006/main" w="19050">
            <a:solidFill>
              <a:srgbClr val="178477"/>
            </a:solidFill>
            <a:prstDash val="dash"/>
            <a:tailEnd type="triangle" w="med" len="med"/>
          </a:ln>
        </p:spPr>
      </p:cxnSp>
      <p:sp>
        <p:nvSpPr>
          <p:cNvPr id="48" name="text-348">
            <a:extLst xmlns:a="http://schemas.openxmlformats.org/drawingml/2006/main">
              <a:ext uri="{FF2B5EF4-FFF2-40B4-BE49-F238E27FC236}">
                <a16:creationId xmlns:a16="http://schemas.microsoft.com/office/drawing/2014/main" id="{E4123824-939A-4C73-9F37-CFA45DFE7399}"/>
              </a:ext>
            </a:extLst>
          </p:cNvPr>
          <p:cNvSpPr>
            <a:spLocks xmlns:a="http://schemas.openxmlformats.org/drawingml/2006/main" noGrp="1"/>
          </p:cNvSpPr>
          <p:nvPr/>
        </p:nvSpPr>
        <p:spPr>
          <a:xfrm xmlns:a="http://schemas.openxmlformats.org/drawingml/2006/main">
            <a:off x="4638675" y="4953000"/>
            <a:ext cx="2800350" cy="27622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2000"/>
              </a:lnSpc>
              <a:spcBef>
                <a:spcPts val="0"/>
              </a:spcBef>
              <a:spcAft>
                <a:spcPts val="0"/>
              </a:spcAft>
              <a:buNone/>
              <a:defRPr sz="1575" b="0">
                <a:solidFill>
                  <a:srgbClr val="178477"/>
                </a:solidFill>
                <a:latin typeface="微软雅黑"/>
                <a:ea typeface="微软雅黑"/>
                <a:cs typeface="微软雅黑"/>
              </a:defRPr>
            </a:pPr>
            <a:r>
              <a:rPr sz="1575" b="0">
                <a:solidFill>
                  <a:srgbClr val="178477"/>
                </a:solidFill>
                <a:latin typeface="微软雅黑"/>
                <a:ea typeface="微软雅黑"/>
                <a:cs typeface="微软雅黑"/>
              </a:rPr>
              <a:t>⑤ 更新设备状态</a:t>
            </a:r>
          </a:p>
        </p:txBody>
      </p:sp>
      <p:sp>
        <p:nvSpPr>
          <p:cNvPr id="49" name="anchor-349">
            <a:extLst xmlns:a="http://schemas.openxmlformats.org/drawingml/2006/main">
              <a:ext uri="{FF2B5EF4-FFF2-40B4-BE49-F238E27FC236}">
                <a16:creationId xmlns:a16="http://schemas.microsoft.com/office/drawing/2014/main" id="{2E3190A3-619C-43B5-BC9D-EC53D50BD0EB}"/>
              </a:ext>
            </a:extLst>
          </p:cNvPr>
          <p:cNvSpPr>
            <a:spLocks xmlns:a="http://schemas.openxmlformats.org/drawingml/2006/main" noGrp="1"/>
          </p:cNvSpPr>
          <p:nvPr/>
        </p:nvSpPr>
        <p:spPr>
          <a:xfrm xmlns:a="http://schemas.openxmlformats.org/drawingml/2006/main">
            <a:off x="4533900" y="5705475"/>
            <a:ext cx="19050" cy="19050"/>
          </a:xfrm>
          <a:prstGeom xmlns:a="http://schemas.openxmlformats.org/drawingml/2006/main" prst="rect">
            <a:avLst/>
          </a:prstGeom>
          <a:noFill xmlns:a="http://schemas.openxmlformats.org/drawingml/2006/main"/>
          <a:ln xmlns:a="http://schemas.openxmlformats.org/drawingml/2006/main" w="0">
            <a:noFill/>
          </a:ln>
        </p:spPr>
      </p:sp>
      <p:sp>
        <p:nvSpPr>
          <p:cNvPr id="50" name="anchor-350">
            <a:extLst xmlns:a="http://schemas.openxmlformats.org/drawingml/2006/main">
              <a:ext uri="{FF2B5EF4-FFF2-40B4-BE49-F238E27FC236}">
                <a16:creationId xmlns:a16="http://schemas.microsoft.com/office/drawing/2014/main" id="{B1C087AB-1748-4F21-83C9-55A5E8B2D7FF}"/>
              </a:ext>
            </a:extLst>
          </p:cNvPr>
          <p:cNvSpPr>
            <a:spLocks xmlns:a="http://schemas.openxmlformats.org/drawingml/2006/main" noGrp="1"/>
          </p:cNvSpPr>
          <p:nvPr/>
        </p:nvSpPr>
        <p:spPr>
          <a:xfrm xmlns:a="http://schemas.openxmlformats.org/drawingml/2006/main">
            <a:off x="1543050" y="570547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100" name=""/>
          <p:cNvCxnSpPr>
            <a:stCxn xmlns:a="http://schemas.openxmlformats.org/drawingml/2006/main" id="49" idx="1"/>
            <a:endCxn xmlns:a="http://schemas.openxmlformats.org/drawingml/2006/main" id="50" idx="3"/>
          </p:cNvCxnSpPr>
          <p:nvPr/>
        </p:nvCxnSpPr>
        <p:spPr>
          <a:xfrm xmlns:a="http://schemas.openxmlformats.org/drawingml/2006/main" flipH="1">
            <a:off x="1562100" y="5715000"/>
            <a:ext cx="2971800" cy="0"/>
          </a:xfrm>
          <a:prstGeom xmlns:a="http://schemas.openxmlformats.org/drawingml/2006/main" prst="straightConnector1">
            <a:avLst/>
          </a:prstGeom>
          <a:ln xmlns:a="http://schemas.openxmlformats.org/drawingml/2006/main" w="19050">
            <a:solidFill>
              <a:srgbClr val="178477"/>
            </a:solidFill>
            <a:prstDash val="dash"/>
            <a:tailEnd type="triangle" w="med" len="med"/>
          </a:ln>
        </p:spPr>
      </p:cxnSp>
      <p:sp>
        <p:nvSpPr>
          <p:cNvPr id="52" name="text-351">
            <a:extLst xmlns:a="http://schemas.openxmlformats.org/drawingml/2006/main">
              <a:ext uri="{FF2B5EF4-FFF2-40B4-BE49-F238E27FC236}">
                <a16:creationId xmlns:a16="http://schemas.microsoft.com/office/drawing/2014/main" id="{058B63FB-474B-4944-A6C6-11F344061018}"/>
              </a:ext>
            </a:extLst>
          </p:cNvPr>
          <p:cNvSpPr>
            <a:spLocks xmlns:a="http://schemas.openxmlformats.org/drawingml/2006/main" noGrp="1"/>
          </p:cNvSpPr>
          <p:nvPr/>
        </p:nvSpPr>
        <p:spPr>
          <a:xfrm xmlns:a="http://schemas.openxmlformats.org/drawingml/2006/main">
            <a:off x="1647825" y="5419725"/>
            <a:ext cx="2800350" cy="27622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2000"/>
              </a:lnSpc>
              <a:spcBef>
                <a:spcPts val="0"/>
              </a:spcBef>
              <a:spcAft>
                <a:spcPts val="0"/>
              </a:spcAft>
              <a:buNone/>
              <a:defRPr sz="1575" b="0">
                <a:solidFill>
                  <a:srgbClr val="178477"/>
                </a:solidFill>
                <a:latin typeface="微软雅黑"/>
                <a:ea typeface="微软雅黑"/>
                <a:cs typeface="微软雅黑"/>
              </a:defRPr>
            </a:pPr>
            <a:r>
              <a:rPr sz="1575" b="0">
                <a:solidFill>
                  <a:srgbClr val="178477"/>
                </a:solidFill>
                <a:latin typeface="微软雅黑"/>
                <a:ea typeface="微软雅黑"/>
                <a:cs typeface="微软雅黑"/>
              </a:rPr>
              <a:t>⑥ 反馈驱动节点推进</a:t>
            </a:r>
          </a:p>
        </p:txBody>
      </p:sp>
      <p:sp>
        <p:nvSpPr>
          <p:cNvPr id="53" name="anchor-352">
            <a:extLst xmlns:a="http://schemas.openxmlformats.org/drawingml/2006/main">
              <a:ext uri="{FF2B5EF4-FFF2-40B4-BE49-F238E27FC236}">
                <a16:creationId xmlns:a16="http://schemas.microsoft.com/office/drawing/2014/main" id="{CFD26DFB-2DC9-4BFD-8E7A-D2CBD6AB988F}"/>
              </a:ext>
            </a:extLst>
          </p:cNvPr>
          <p:cNvSpPr>
            <a:spLocks xmlns:a="http://schemas.openxmlformats.org/drawingml/2006/main" noGrp="1"/>
          </p:cNvSpPr>
          <p:nvPr/>
        </p:nvSpPr>
        <p:spPr>
          <a:xfrm xmlns:a="http://schemas.openxmlformats.org/drawingml/2006/main">
            <a:off x="542925" y="6010275"/>
            <a:ext cx="19050" cy="19050"/>
          </a:xfrm>
          <a:prstGeom xmlns:a="http://schemas.openxmlformats.org/drawingml/2006/main" prst="rect">
            <a:avLst/>
          </a:prstGeom>
          <a:noFill xmlns:a="http://schemas.openxmlformats.org/drawingml/2006/main"/>
          <a:ln xmlns:a="http://schemas.openxmlformats.org/drawingml/2006/main" w="0">
            <a:noFill/>
          </a:ln>
        </p:spPr>
      </p:sp>
      <p:sp>
        <p:nvSpPr>
          <p:cNvPr id="54" name="anchor-353">
            <a:extLst xmlns:a="http://schemas.openxmlformats.org/drawingml/2006/main">
              <a:ext uri="{FF2B5EF4-FFF2-40B4-BE49-F238E27FC236}">
                <a16:creationId xmlns:a16="http://schemas.microsoft.com/office/drawing/2014/main" id="{7B03D454-ACF8-481D-8894-17E621131A55}"/>
              </a:ext>
            </a:extLst>
          </p:cNvPr>
          <p:cNvSpPr>
            <a:spLocks xmlns:a="http://schemas.openxmlformats.org/drawingml/2006/main" noGrp="1"/>
          </p:cNvSpPr>
          <p:nvPr/>
        </p:nvSpPr>
        <p:spPr>
          <a:xfrm xmlns:a="http://schemas.openxmlformats.org/drawingml/2006/main">
            <a:off x="11630025" y="601027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104" name=""/>
          <p:cNvCxnSpPr>
            <a:stCxn xmlns:a="http://schemas.openxmlformats.org/drawingml/2006/main" id="53" idx="3"/>
            <a:endCxn xmlns:a="http://schemas.openxmlformats.org/drawingml/2006/main" id="54" idx="1"/>
          </p:cNvCxnSpPr>
          <p:nvPr/>
        </p:nvCxnSpPr>
        <p:spPr>
          <a:xfrm xmlns:a="http://schemas.openxmlformats.org/drawingml/2006/main">
            <a:off x="561975" y="6019800"/>
            <a:ext cx="11068050" cy="0"/>
          </a:xfrm>
          <a:prstGeom xmlns:a="http://schemas.openxmlformats.org/drawingml/2006/main" prst="straightConnector1">
            <a:avLst/>
          </a:prstGeom>
          <a:ln xmlns:a="http://schemas.openxmlformats.org/drawingml/2006/main" w="9525">
            <a:solidFill>
              <a:srgbClr val="9BB7CC"/>
            </a:solidFill>
            <a:prstDash val="solid"/>
            <a:tailEnd type="none" w="med" len="med"/>
          </a:ln>
        </p:spPr>
      </p:cxnSp>
      <p:sp>
        <p:nvSpPr>
          <p:cNvPr id="56" name="text-354">
            <a:extLst xmlns:a="http://schemas.openxmlformats.org/drawingml/2006/main">
              <a:ext uri="{FF2B5EF4-FFF2-40B4-BE49-F238E27FC236}">
                <a16:creationId xmlns:a16="http://schemas.microsoft.com/office/drawing/2014/main" id="{3A20F19B-515C-4A01-8EA8-58DB04ABEC18}"/>
              </a:ext>
            </a:extLst>
          </p:cNvPr>
          <p:cNvSpPr>
            <a:spLocks xmlns:a="http://schemas.openxmlformats.org/drawingml/2006/main" noGrp="1"/>
          </p:cNvSpPr>
          <p:nvPr/>
        </p:nvSpPr>
        <p:spPr>
          <a:xfrm xmlns:a="http://schemas.openxmlformats.org/drawingml/2006/main">
            <a:off x="552450" y="61150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1725" b="1">
                <a:solidFill>
                  <a:srgbClr val="1C3C5D"/>
                </a:solidFill>
                <a:latin typeface="微软雅黑"/>
                <a:ea typeface="微软雅黑"/>
                <a:cs typeface="微软雅黑"/>
              </a:defRPr>
            </a:pPr>
            <a:r>
              <a:rPr sz="1725" b="1">
                <a:solidFill>
                  <a:srgbClr val="1C3C5D"/>
                </a:solidFill>
                <a:latin typeface="微软雅黑"/>
                <a:ea typeface="微软雅黑"/>
                <a:cs typeface="微软雅黑"/>
              </a:rPr>
              <a:t>执行节点绑定加热能力，完成反馈更新节点生命周期并激活后续步骤。</a:t>
            </a:r>
          </a:p>
        </p:txBody>
      </p:sp>
    </p:spTree>
    <p:extLst>
      <p:ext uri="{BB962C8B-B14F-4D97-AF65-F5344CB8AC3E}">
        <p14:creationId xmlns:p14="http://schemas.microsoft.com/office/powerpoint/2010/main" val="293176086"/>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C225033A-D4CA-48F2-BDCB-C2EB16676633}"/>
              </a:ext>
            </a:extLst>
          </p:cNvPr>
          <p:cNvSpPr>
            <a:spLocks xmlns:a="http://schemas.openxmlformats.org/drawingml/2006/main" noGrp="1"/>
          </p:cNvSpPr>
          <p:nvPr/>
        </p:nvSpPr>
        <p:spPr>
          <a:xfrm xmlns:a="http://schemas.openxmlformats.org/drawingml/2006/main">
            <a:off x="0" y="0"/>
            <a:ext cx="12191695" cy="914400"/>
          </a:xfrm>
          <a:prstGeom xmlns:a="http://schemas.openxmlformats.org/drawingml/2006/main" prst="rect">
            <a:avLst/>
          </a:prstGeom>
          <a:solidFill xmlns:a="http://schemas.openxmlformats.org/drawingml/2006/main">
            <a:srgbClr val="1A3A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CFFE515C-5B26-483C-A7BB-201034415CA1}"/>
              </a:ext>
            </a:extLst>
          </p:cNvPr>
          <p:cNvSpPr>
            <a:spLocks xmlns:a="http://schemas.openxmlformats.org/drawingml/2006/main" noGrp="1"/>
          </p:cNvSpPr>
          <p:nvPr/>
        </p:nvSpPr>
        <p:spPr>
          <a:xfrm xmlns:a="http://schemas.openxmlformats.org/drawingml/2006/main">
            <a:off x="552450" y="238125"/>
            <a:ext cx="11087100" cy="57150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spcBef>
                <a:spcPts val="0"/>
              </a:spcBef>
              <a:spcAft>
                <a:spcPts val="0"/>
              </a:spcAft>
              <a:buNone/>
              <a:defRPr sz="2850" b="1">
                <a:solidFill>
                  <a:srgbClr val="FFFFFF"/>
                </a:solidFill>
                <a:latin typeface="微软雅黑"/>
                <a:ea typeface="微软雅黑"/>
                <a:cs typeface="微软雅黑"/>
              </a:defRPr>
            </a:pPr>
            <a:r>
              <a:rPr sz="2850" b="1">
                <a:solidFill>
                  <a:srgbClr val="FFFFFF"/>
                </a:solidFill>
                <a:latin typeface="微软雅黑"/>
                <a:ea typeface="微软雅黑"/>
                <a:cs typeface="微软雅黑"/>
              </a:rPr>
              <a:t>13  模型级解释：每一步都有明确依据</a:t>
            </a:r>
          </a:p>
        </p:txBody>
      </p:sp>
      <p:sp>
        <p:nvSpPr>
          <p:cNvPr id="10" name="TextBox 9">
            <a:extLst xmlns:a="http://schemas.openxmlformats.org/drawingml/2006/main">
              <a:ext uri="{FF2B5EF4-FFF2-40B4-BE49-F238E27FC236}">
                <a16:creationId xmlns:a16="http://schemas.microsoft.com/office/drawing/2014/main" id="{AB08595F-4D9E-4316-9F77-73F8F9141408}"/>
              </a:ext>
            </a:extLst>
          </p:cNvPr>
          <p:cNvSpPr>
            <a:spLocks xmlns:a="http://schemas.openxmlformats.org/drawingml/2006/main" noGrp="1"/>
          </p:cNvSpPr>
          <p:nvPr/>
        </p:nvSpPr>
        <p:spPr>
          <a:xfrm xmlns:a="http://schemas.openxmlformats.org/drawingml/2006/main">
            <a:off x="457200" y="6446520"/>
            <a:ext cx="91440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0">
                <a:solidFill>
                  <a:srgbClr val="555555"/>
                </a:solidFill>
                <a:latin typeface="微软雅黑"/>
                <a:ea typeface="微软雅黑"/>
                <a:cs typeface="微软雅黑"/>
              </a:rPr>
              <a:t>EUROSIM 2026  ·  面向智慧化学实验室的任务导向可执行建模框架</a:t>
            </a:r>
            <a:endParaRPr sz="1100" b="0">
              <a:solidFill>
                <a:srgbClr val="555555"/>
              </a:solidFill>
              <a:latin typeface="微软雅黑"/>
              <a:ea typeface="微软雅黑"/>
              <a:cs typeface="微软雅黑"/>
            </a:endParaRPr>
          </a:p>
        </p:txBody>
      </p:sp>
      <p:sp>
        <p:nvSpPr>
          <p:cNvPr id="11" name="TextBox 10">
            <a:extLst xmlns:a="http://schemas.openxmlformats.org/drawingml/2006/main">
              <a:ext uri="{FF2B5EF4-FFF2-40B4-BE49-F238E27FC236}">
                <a16:creationId xmlns:a16="http://schemas.microsoft.com/office/drawing/2014/main" id="{5260D063-1D0E-4375-87F0-251AE5F9D01C}"/>
              </a:ext>
            </a:extLst>
          </p:cNvPr>
          <p:cNvSpPr>
            <a:spLocks xmlns:a="http://schemas.openxmlformats.org/drawingml/2006/main" noGrp="1"/>
          </p:cNvSpPr>
          <p:nvPr/>
        </p:nvSpPr>
        <p:spPr>
          <a:xfrm xmlns:a="http://schemas.openxmlformats.org/drawingml/2006/main">
            <a:off x="10515600" y="6446520"/>
            <a:ext cx="13716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pPr>
            <a:r>
              <a:rPr sz="1100" b="0">
                <a:solidFill>
                  <a:srgbClr val="555555"/>
                </a:solidFill>
                <a:latin typeface="微软雅黑"/>
                <a:ea typeface="微软雅黑"/>
                <a:cs typeface="微软雅黑"/>
              </a:rPr>
              <a:t>13/16</a:t>
            </a:r>
            <a:endParaRPr sz="1100" b="0">
              <a:solidFill>
                <a:srgbClr val="555555"/>
              </a:solidFill>
              <a:latin typeface="微软雅黑"/>
              <a:ea typeface="微软雅黑"/>
              <a:cs typeface="微软雅黑"/>
            </a:endParaRPr>
          </a:p>
        </p:txBody>
      </p:sp>
      <p:sp>
        <p:nvSpPr>
          <p:cNvPr id="12" name="text-355">
            <a:extLst xmlns:a="http://schemas.openxmlformats.org/drawingml/2006/main">
              <a:ext uri="{FF2B5EF4-FFF2-40B4-BE49-F238E27FC236}">
                <a16:creationId xmlns:a16="http://schemas.microsoft.com/office/drawing/2014/main" id="{CB5B71F2-DF80-418C-9F98-8A0AF6D8FA6D}"/>
              </a:ext>
            </a:extLst>
          </p:cNvPr>
          <p:cNvSpPr>
            <a:spLocks xmlns:a="http://schemas.openxmlformats.org/drawingml/2006/main" noGrp="1"/>
          </p:cNvSpPr>
          <p:nvPr/>
        </p:nvSpPr>
        <p:spPr>
          <a:xfrm xmlns:a="http://schemas.openxmlformats.org/drawingml/2006/main">
            <a:off x="552450" y="1123950"/>
            <a:ext cx="110871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1875" b="0">
                <a:solidFill>
                  <a:srgbClr val="5B6B78"/>
                </a:solidFill>
                <a:latin typeface="微软雅黑"/>
                <a:ea typeface="微软雅黑"/>
                <a:cs typeface="微软雅黑"/>
              </a:defRPr>
            </a:pPr>
            <a:r>
              <a:rPr sz="1875" b="0">
                <a:solidFill>
                  <a:srgbClr val="5B6B78"/>
                </a:solidFill>
                <a:latin typeface="微软雅黑"/>
                <a:ea typeface="微软雅黑"/>
                <a:cs typeface="微软雅黑"/>
              </a:rPr>
              <a:t>从任务意图到设备反馈，能够沿模型关系解释一次执行</a:t>
            </a:r>
          </a:p>
        </p:txBody>
      </p:sp>
      <p:sp>
        <p:nvSpPr>
          <p:cNvPr id="13" name="diagram-356">
            <a:extLst xmlns:a="http://schemas.openxmlformats.org/drawingml/2006/main">
              <a:ext uri="{FF2B5EF4-FFF2-40B4-BE49-F238E27FC236}">
                <a16:creationId xmlns:a16="http://schemas.microsoft.com/office/drawing/2014/main" id="{B877A3F9-D580-452A-8C96-9290DD4459F2}"/>
              </a:ext>
            </a:extLst>
          </p:cNvPr>
          <p:cNvSpPr>
            <a:spLocks xmlns:a="http://schemas.openxmlformats.org/drawingml/2006/main" noGrp="1"/>
          </p:cNvSpPr>
          <p:nvPr/>
        </p:nvSpPr>
        <p:spPr>
          <a:xfrm xmlns:a="http://schemas.openxmlformats.org/drawingml/2006/main">
            <a:off x="647700" y="2152650"/>
            <a:ext cx="3105150" cy="1038225"/>
          </a:xfrm>
          <a:prstGeom xmlns:a="http://schemas.openxmlformats.org/drawingml/2006/main" prst="roundRect">
            <a:avLst>
              <a:gd name="adj" fmla="val 7339"/>
            </a:avLst>
          </a:prstGeom>
          <a:solidFill xmlns:a="http://schemas.openxmlformats.org/drawingml/2006/main">
            <a:srgbClr val="EAF2F8"/>
          </a:solidFill>
          <a:ln xmlns:a="http://schemas.openxmlformats.org/drawingml/2006/main" w="13335">
            <a:solidFill>
              <a:srgbClr val="9BB7CC"/>
            </a:solidFill>
          </a:ln>
        </p:spPr>
        <p:txBody>
          <a:bodyPr xmlns:a="http://schemas.openxmlformats.org/drawingml/2006/main" wrap="square" lIns="76200" tIns="76200" rIns="76200" bIns="76200" anchor="ctr">
            <a:noAutofit/>
          </a:bodyPr>
          <a:lstStyle xmlns:a="http://schemas.openxmlformats.org/drawingml/2006/main"/>
          <a:p xmlns:a="http://schemas.openxmlformats.org/drawingml/2006/main">
            <a:pPr algn="ctr">
              <a:lnSpc>
                <a:spcPct val="108000"/>
              </a:lnSpc>
              <a:spcAft>
                <a:spcPts val="850"/>
              </a:spcAft>
              <a:buNone/>
              <a:defRPr sz="1875" b="1">
                <a:solidFill>
                  <a:srgbClr val="1C3C5D"/>
                </a:solidFill>
                <a:latin typeface="微软雅黑"/>
                <a:ea typeface="微软雅黑"/>
                <a:cs typeface="微软雅黑"/>
              </a:defRPr>
            </a:pPr>
            <a:r>
              <a:rPr sz="1875" b="1">
                <a:solidFill>
                  <a:srgbClr val="1C3C5D"/>
                </a:solidFill>
                <a:latin typeface="微软雅黑"/>
                <a:ea typeface="微软雅黑"/>
                <a:cs typeface="微软雅黑"/>
              </a:rPr>
              <a:t>任务与节点</a:t>
            </a:r>
          </a:p>
          <a:p xmlns:a="http://schemas.openxmlformats.org/drawingml/2006/main">
            <a:pPr algn="ctr">
              <a:lnSpc>
                <a:spcPct val="108000"/>
              </a:lnSpc>
              <a:spcAft>
                <a:spcPts val="850"/>
              </a:spcAft>
              <a:buNone/>
              <a:defRPr sz="1875" b="1">
                <a:solidFill>
                  <a:srgbClr val="1C3C5D"/>
                </a:solidFill>
                <a:latin typeface="微软雅黑"/>
                <a:ea typeface="微软雅黑"/>
                <a:cs typeface="微软雅黑"/>
              </a:defRPr>
            </a:pPr>
            <a:r>
              <a:rPr sz="1875" b="1">
                <a:solidFill>
                  <a:srgbClr val="1C3C5D"/>
                </a:solidFill>
                <a:latin typeface="微软雅黑"/>
                <a:ea typeface="微软雅黑"/>
                <a:cs typeface="微软雅黑"/>
              </a:rPr>
              <a:t>调用哪项能力</a:t>
            </a:r>
          </a:p>
        </p:txBody>
      </p:sp>
      <p:sp>
        <p:nvSpPr>
          <p:cNvPr id="14" name="diagram-357">
            <a:extLst xmlns:a="http://schemas.openxmlformats.org/drawingml/2006/main">
              <a:ext uri="{FF2B5EF4-FFF2-40B4-BE49-F238E27FC236}">
                <a16:creationId xmlns:a16="http://schemas.microsoft.com/office/drawing/2014/main" id="{FE62E5E5-8D51-4B97-BCB6-956D19024DF2}"/>
              </a:ext>
            </a:extLst>
          </p:cNvPr>
          <p:cNvSpPr>
            <a:spLocks xmlns:a="http://schemas.openxmlformats.org/drawingml/2006/main" noGrp="1"/>
          </p:cNvSpPr>
          <p:nvPr/>
        </p:nvSpPr>
        <p:spPr>
          <a:xfrm xmlns:a="http://schemas.openxmlformats.org/drawingml/2006/main">
            <a:off x="4543425" y="2152650"/>
            <a:ext cx="3105150" cy="1038225"/>
          </a:xfrm>
          <a:prstGeom xmlns:a="http://schemas.openxmlformats.org/drawingml/2006/main" prst="roundRect">
            <a:avLst>
              <a:gd name="adj" fmla="val 7339"/>
            </a:avLst>
          </a:prstGeom>
          <a:solidFill xmlns:a="http://schemas.openxmlformats.org/drawingml/2006/main">
            <a:srgbClr val="EAF2F8"/>
          </a:solidFill>
          <a:ln xmlns:a="http://schemas.openxmlformats.org/drawingml/2006/main" w="13335">
            <a:solidFill>
              <a:srgbClr val="9BB7CC"/>
            </a:solidFill>
          </a:ln>
        </p:spPr>
        <p:txBody>
          <a:bodyPr xmlns:a="http://schemas.openxmlformats.org/drawingml/2006/main" wrap="square" lIns="76200" tIns="76200" rIns="76200" bIns="76200" anchor="ctr">
            <a:noAutofit/>
          </a:bodyPr>
          <a:lstStyle xmlns:a="http://schemas.openxmlformats.org/drawingml/2006/main"/>
          <a:p xmlns:a="http://schemas.openxmlformats.org/drawingml/2006/main">
            <a:pPr algn="ctr">
              <a:lnSpc>
                <a:spcPct val="108000"/>
              </a:lnSpc>
              <a:spcAft>
                <a:spcPts val="850"/>
              </a:spcAft>
              <a:buNone/>
              <a:defRPr sz="1875" b="1">
                <a:solidFill>
                  <a:srgbClr val="1C3C5D"/>
                </a:solidFill>
                <a:latin typeface="微软雅黑"/>
                <a:ea typeface="微软雅黑"/>
                <a:cs typeface="微软雅黑"/>
              </a:defRPr>
            </a:pPr>
            <a:r>
              <a:rPr sz="1875" b="1">
                <a:solidFill>
                  <a:srgbClr val="1C3C5D"/>
                </a:solidFill>
                <a:latin typeface="微软雅黑"/>
                <a:ea typeface="微软雅黑"/>
                <a:cs typeface="微软雅黑"/>
              </a:rPr>
              <a:t>触发条件</a:t>
            </a:r>
          </a:p>
          <a:p xmlns:a="http://schemas.openxmlformats.org/drawingml/2006/main">
            <a:pPr algn="ctr">
              <a:lnSpc>
                <a:spcPct val="108000"/>
              </a:lnSpc>
              <a:spcAft>
                <a:spcPts val="850"/>
              </a:spcAft>
              <a:buNone/>
              <a:defRPr sz="1875" b="1">
                <a:solidFill>
                  <a:srgbClr val="1C3C5D"/>
                </a:solidFill>
                <a:latin typeface="微软雅黑"/>
                <a:ea typeface="微软雅黑"/>
                <a:cs typeface="微软雅黑"/>
              </a:defRPr>
            </a:pPr>
            <a:r>
              <a:rPr sz="1875" b="1">
                <a:solidFill>
                  <a:srgbClr val="1C3C5D"/>
                </a:solidFill>
                <a:latin typeface="微软雅黑"/>
                <a:ea typeface="微软雅黑"/>
                <a:cs typeface="微软雅黑"/>
              </a:rPr>
              <a:t>为何在此时动作</a:t>
            </a:r>
          </a:p>
        </p:txBody>
      </p:sp>
      <p:sp>
        <p:nvSpPr>
          <p:cNvPr id="15" name="diagram-358">
            <a:extLst xmlns:a="http://schemas.openxmlformats.org/drawingml/2006/main">
              <a:ext uri="{FF2B5EF4-FFF2-40B4-BE49-F238E27FC236}">
                <a16:creationId xmlns:a16="http://schemas.microsoft.com/office/drawing/2014/main" id="{DCFC97F2-CFE2-4FB3-A6EA-C02FC36C7AE6}"/>
              </a:ext>
            </a:extLst>
          </p:cNvPr>
          <p:cNvSpPr>
            <a:spLocks xmlns:a="http://schemas.openxmlformats.org/drawingml/2006/main" noGrp="1"/>
          </p:cNvSpPr>
          <p:nvPr/>
        </p:nvSpPr>
        <p:spPr>
          <a:xfrm xmlns:a="http://schemas.openxmlformats.org/drawingml/2006/main">
            <a:off x="8439150" y="2152650"/>
            <a:ext cx="3105150" cy="1038225"/>
          </a:xfrm>
          <a:prstGeom xmlns:a="http://schemas.openxmlformats.org/drawingml/2006/main" prst="roundRect">
            <a:avLst>
              <a:gd name="adj" fmla="val 7339"/>
            </a:avLst>
          </a:prstGeom>
          <a:solidFill xmlns:a="http://schemas.openxmlformats.org/drawingml/2006/main">
            <a:srgbClr val="EAF2F8"/>
          </a:solidFill>
          <a:ln xmlns:a="http://schemas.openxmlformats.org/drawingml/2006/main" w="13335">
            <a:solidFill>
              <a:srgbClr val="9BB7CC"/>
            </a:solidFill>
          </a:ln>
        </p:spPr>
        <p:txBody>
          <a:bodyPr xmlns:a="http://schemas.openxmlformats.org/drawingml/2006/main" wrap="square" lIns="76200" tIns="76200" rIns="76200" bIns="76200" anchor="ctr">
            <a:noAutofit/>
          </a:bodyPr>
          <a:lstStyle xmlns:a="http://schemas.openxmlformats.org/drawingml/2006/main"/>
          <a:p xmlns:a="http://schemas.openxmlformats.org/drawingml/2006/main">
            <a:pPr algn="ctr">
              <a:lnSpc>
                <a:spcPct val="108000"/>
              </a:lnSpc>
              <a:spcAft>
                <a:spcPts val="850"/>
              </a:spcAft>
              <a:buNone/>
              <a:defRPr sz="1875" b="1">
                <a:solidFill>
                  <a:srgbClr val="1C3C5D"/>
                </a:solidFill>
                <a:latin typeface="微软雅黑"/>
                <a:ea typeface="微软雅黑"/>
                <a:cs typeface="微软雅黑"/>
              </a:defRPr>
            </a:pPr>
            <a:r>
              <a:rPr sz="1875" b="1">
                <a:solidFill>
                  <a:srgbClr val="1C3C5D"/>
                </a:solidFill>
                <a:latin typeface="微软雅黑"/>
                <a:ea typeface="微软雅黑"/>
                <a:cs typeface="微软雅黑"/>
              </a:rPr>
              <a:t>接口信号</a:t>
            </a:r>
          </a:p>
          <a:p xmlns:a="http://schemas.openxmlformats.org/drawingml/2006/main">
            <a:pPr algn="ctr">
              <a:lnSpc>
                <a:spcPct val="108000"/>
              </a:lnSpc>
              <a:spcAft>
                <a:spcPts val="850"/>
              </a:spcAft>
              <a:buNone/>
              <a:defRPr sz="1875" b="1">
                <a:solidFill>
                  <a:srgbClr val="1C3C5D"/>
                </a:solidFill>
                <a:latin typeface="微软雅黑"/>
                <a:ea typeface="微软雅黑"/>
                <a:cs typeface="微软雅黑"/>
              </a:defRPr>
            </a:pPr>
            <a:r>
              <a:rPr sz="1875" b="1">
                <a:solidFill>
                  <a:srgbClr val="1C3C5D"/>
                </a:solidFill>
                <a:latin typeface="微软雅黑"/>
                <a:ea typeface="微软雅黑"/>
                <a:cs typeface="微软雅黑"/>
              </a:rPr>
              <a:t>向谁传递什么</a:t>
            </a:r>
          </a:p>
        </p:txBody>
      </p:sp>
      <p:sp>
        <p:nvSpPr>
          <p:cNvPr id="16" name="diagram-359">
            <a:extLst xmlns:a="http://schemas.openxmlformats.org/drawingml/2006/main">
              <a:ext uri="{FF2B5EF4-FFF2-40B4-BE49-F238E27FC236}">
                <a16:creationId xmlns:a16="http://schemas.microsoft.com/office/drawing/2014/main" id="{F7503E4B-C233-427A-BC85-7A8204807451}"/>
              </a:ext>
            </a:extLst>
          </p:cNvPr>
          <p:cNvSpPr>
            <a:spLocks xmlns:a="http://schemas.openxmlformats.org/drawingml/2006/main" noGrp="1"/>
          </p:cNvSpPr>
          <p:nvPr/>
        </p:nvSpPr>
        <p:spPr>
          <a:xfrm xmlns:a="http://schemas.openxmlformats.org/drawingml/2006/main">
            <a:off x="647700" y="4324350"/>
            <a:ext cx="3105150" cy="1038225"/>
          </a:xfrm>
          <a:prstGeom xmlns:a="http://schemas.openxmlformats.org/drawingml/2006/main" prst="roundRect">
            <a:avLst>
              <a:gd name="adj" fmla="val 7339"/>
            </a:avLst>
          </a:prstGeom>
          <a:solidFill xmlns:a="http://schemas.openxmlformats.org/drawingml/2006/main">
            <a:srgbClr val="E9F5F2"/>
          </a:solidFill>
          <a:ln xmlns:a="http://schemas.openxmlformats.org/drawingml/2006/main" w="13335">
            <a:solidFill>
              <a:srgbClr val="178477"/>
            </a:solidFill>
          </a:ln>
        </p:spPr>
        <p:txBody>
          <a:bodyPr xmlns:a="http://schemas.openxmlformats.org/drawingml/2006/main" wrap="square" lIns="76200" tIns="76200" rIns="76200" bIns="76200" anchor="ctr">
            <a:noAutofit/>
          </a:bodyPr>
          <a:lstStyle xmlns:a="http://schemas.openxmlformats.org/drawingml/2006/main"/>
          <a:p xmlns:a="http://schemas.openxmlformats.org/drawingml/2006/main">
            <a:pPr algn="ctr">
              <a:lnSpc>
                <a:spcPct val="108000"/>
              </a:lnSpc>
              <a:spcAft>
                <a:spcPts val="850"/>
              </a:spcAft>
              <a:buNone/>
              <a:defRPr sz="1875" b="1">
                <a:solidFill>
                  <a:srgbClr val="1C3C5D"/>
                </a:solidFill>
                <a:latin typeface="微软雅黑"/>
                <a:ea typeface="微软雅黑"/>
                <a:cs typeface="微软雅黑"/>
              </a:defRPr>
            </a:pPr>
            <a:r>
              <a:rPr sz="1875" b="1">
                <a:solidFill>
                  <a:srgbClr val="1C3C5D"/>
                </a:solidFill>
                <a:latin typeface="微软雅黑"/>
                <a:ea typeface="微软雅黑"/>
                <a:cs typeface="微软雅黑"/>
              </a:rPr>
              <a:t>执行结果</a:t>
            </a:r>
          </a:p>
          <a:p xmlns:a="http://schemas.openxmlformats.org/drawingml/2006/main">
            <a:pPr algn="ctr">
              <a:lnSpc>
                <a:spcPct val="108000"/>
              </a:lnSpc>
              <a:spcAft>
                <a:spcPts val="850"/>
              </a:spcAft>
              <a:buNone/>
              <a:defRPr sz="1875" b="1">
                <a:solidFill>
                  <a:srgbClr val="1C3C5D"/>
                </a:solidFill>
                <a:latin typeface="微软雅黑"/>
                <a:ea typeface="微软雅黑"/>
                <a:cs typeface="微软雅黑"/>
              </a:defRPr>
            </a:pPr>
            <a:r>
              <a:rPr sz="1875" b="1">
                <a:solidFill>
                  <a:srgbClr val="1C3C5D"/>
                </a:solidFill>
                <a:latin typeface="微软雅黑"/>
                <a:ea typeface="微软雅黑"/>
                <a:cs typeface="微软雅黑"/>
              </a:rPr>
              <a:t>如何更新任务进度</a:t>
            </a:r>
          </a:p>
        </p:txBody>
      </p:sp>
      <p:sp>
        <p:nvSpPr>
          <p:cNvPr id="17" name="diagram-360">
            <a:extLst xmlns:a="http://schemas.openxmlformats.org/drawingml/2006/main">
              <a:ext uri="{FF2B5EF4-FFF2-40B4-BE49-F238E27FC236}">
                <a16:creationId xmlns:a16="http://schemas.microsoft.com/office/drawing/2014/main" id="{5AAD4B85-EFBC-4A42-89F2-65EB085EC306}"/>
              </a:ext>
            </a:extLst>
          </p:cNvPr>
          <p:cNvSpPr>
            <a:spLocks xmlns:a="http://schemas.openxmlformats.org/drawingml/2006/main" noGrp="1"/>
          </p:cNvSpPr>
          <p:nvPr/>
        </p:nvSpPr>
        <p:spPr>
          <a:xfrm xmlns:a="http://schemas.openxmlformats.org/drawingml/2006/main">
            <a:off x="4543425" y="4324350"/>
            <a:ext cx="3105150" cy="1038225"/>
          </a:xfrm>
          <a:prstGeom xmlns:a="http://schemas.openxmlformats.org/drawingml/2006/main" prst="roundRect">
            <a:avLst>
              <a:gd name="adj" fmla="val 7339"/>
            </a:avLst>
          </a:prstGeom>
          <a:solidFill xmlns:a="http://schemas.openxmlformats.org/drawingml/2006/main">
            <a:srgbClr val="E9F5F2"/>
          </a:solidFill>
          <a:ln xmlns:a="http://schemas.openxmlformats.org/drawingml/2006/main" w="13335">
            <a:solidFill>
              <a:srgbClr val="178477"/>
            </a:solidFill>
          </a:ln>
        </p:spPr>
        <p:txBody>
          <a:bodyPr xmlns:a="http://schemas.openxmlformats.org/drawingml/2006/main" wrap="square" lIns="76200" tIns="76200" rIns="76200" bIns="76200" anchor="ctr">
            <a:noAutofit/>
          </a:bodyPr>
          <a:lstStyle xmlns:a="http://schemas.openxmlformats.org/drawingml/2006/main"/>
          <a:p xmlns:a="http://schemas.openxmlformats.org/drawingml/2006/main">
            <a:pPr algn="ctr">
              <a:lnSpc>
                <a:spcPct val="108000"/>
              </a:lnSpc>
              <a:spcAft>
                <a:spcPts val="850"/>
              </a:spcAft>
              <a:buNone/>
              <a:defRPr sz="1875" b="1">
                <a:solidFill>
                  <a:srgbClr val="1C3C5D"/>
                </a:solidFill>
                <a:latin typeface="微软雅黑"/>
                <a:ea typeface="微软雅黑"/>
                <a:cs typeface="微软雅黑"/>
              </a:defRPr>
            </a:pPr>
            <a:r>
              <a:rPr sz="1875" b="1">
                <a:solidFill>
                  <a:srgbClr val="1C3C5D"/>
                </a:solidFill>
                <a:latin typeface="微软雅黑"/>
                <a:ea typeface="微软雅黑"/>
                <a:cs typeface="微软雅黑"/>
              </a:rPr>
              <a:t>设备反馈</a:t>
            </a:r>
          </a:p>
          <a:p xmlns:a="http://schemas.openxmlformats.org/drawingml/2006/main">
            <a:pPr algn="ctr">
              <a:lnSpc>
                <a:spcPct val="108000"/>
              </a:lnSpc>
              <a:spcAft>
                <a:spcPts val="850"/>
              </a:spcAft>
              <a:buNone/>
              <a:defRPr sz="1875" b="1">
                <a:solidFill>
                  <a:srgbClr val="1C3C5D"/>
                </a:solidFill>
                <a:latin typeface="微软雅黑"/>
                <a:ea typeface="微软雅黑"/>
                <a:cs typeface="微软雅黑"/>
              </a:defRPr>
            </a:pPr>
            <a:r>
              <a:rPr sz="1875" b="1">
                <a:solidFill>
                  <a:srgbClr val="1C3C5D"/>
                </a:solidFill>
                <a:latin typeface="微软雅黑"/>
                <a:ea typeface="微软雅黑"/>
                <a:cs typeface="微软雅黑"/>
              </a:rPr>
              <a:t>返回哪些状态与数据</a:t>
            </a:r>
          </a:p>
        </p:txBody>
      </p:sp>
      <p:sp>
        <p:nvSpPr>
          <p:cNvPr id="18" name="diagram-361">
            <a:extLst xmlns:a="http://schemas.openxmlformats.org/drawingml/2006/main">
              <a:ext uri="{FF2B5EF4-FFF2-40B4-BE49-F238E27FC236}">
                <a16:creationId xmlns:a16="http://schemas.microsoft.com/office/drawing/2014/main" id="{5C8CD6F8-B4D1-4D5C-AE54-1D06A4A93862}"/>
              </a:ext>
            </a:extLst>
          </p:cNvPr>
          <p:cNvSpPr>
            <a:spLocks xmlns:a="http://schemas.openxmlformats.org/drawingml/2006/main" noGrp="1"/>
          </p:cNvSpPr>
          <p:nvPr/>
        </p:nvSpPr>
        <p:spPr>
          <a:xfrm xmlns:a="http://schemas.openxmlformats.org/drawingml/2006/main">
            <a:off x="8439150" y="4324350"/>
            <a:ext cx="3105150" cy="1038225"/>
          </a:xfrm>
          <a:prstGeom xmlns:a="http://schemas.openxmlformats.org/drawingml/2006/main" prst="roundRect">
            <a:avLst>
              <a:gd name="adj" fmla="val 7339"/>
            </a:avLst>
          </a:prstGeom>
          <a:solidFill xmlns:a="http://schemas.openxmlformats.org/drawingml/2006/main">
            <a:srgbClr val="E9F5F2"/>
          </a:solidFill>
          <a:ln xmlns:a="http://schemas.openxmlformats.org/drawingml/2006/main" w="13335">
            <a:solidFill>
              <a:srgbClr val="178477"/>
            </a:solidFill>
          </a:ln>
        </p:spPr>
        <p:txBody>
          <a:bodyPr xmlns:a="http://schemas.openxmlformats.org/drawingml/2006/main" wrap="square" lIns="76200" tIns="76200" rIns="76200" bIns="76200" anchor="ctr">
            <a:noAutofit/>
          </a:bodyPr>
          <a:lstStyle xmlns:a="http://schemas.openxmlformats.org/drawingml/2006/main"/>
          <a:p xmlns:a="http://schemas.openxmlformats.org/drawingml/2006/main">
            <a:pPr algn="ctr">
              <a:lnSpc>
                <a:spcPct val="108000"/>
              </a:lnSpc>
              <a:spcAft>
                <a:spcPts val="850"/>
              </a:spcAft>
              <a:buNone/>
              <a:defRPr sz="1875" b="1">
                <a:solidFill>
                  <a:srgbClr val="1C3C5D"/>
                </a:solidFill>
                <a:latin typeface="微软雅黑"/>
                <a:ea typeface="微软雅黑"/>
                <a:cs typeface="微软雅黑"/>
              </a:defRPr>
            </a:pPr>
            <a:r>
              <a:rPr sz="1875" b="1">
                <a:solidFill>
                  <a:srgbClr val="1C3C5D"/>
                </a:solidFill>
                <a:latin typeface="微软雅黑"/>
                <a:ea typeface="微软雅黑"/>
                <a:cs typeface="微软雅黑"/>
              </a:rPr>
              <a:t>状态机与命令</a:t>
            </a:r>
          </a:p>
          <a:p xmlns:a="http://schemas.openxmlformats.org/drawingml/2006/main">
            <a:pPr algn="ctr">
              <a:lnSpc>
                <a:spcPct val="108000"/>
              </a:lnSpc>
              <a:spcAft>
                <a:spcPts val="850"/>
              </a:spcAft>
              <a:buNone/>
              <a:defRPr sz="1875" b="1">
                <a:solidFill>
                  <a:srgbClr val="1C3C5D"/>
                </a:solidFill>
                <a:latin typeface="微软雅黑"/>
                <a:ea typeface="微软雅黑"/>
                <a:cs typeface="微软雅黑"/>
              </a:defRPr>
            </a:pPr>
            <a:r>
              <a:rPr sz="1875" b="1">
                <a:solidFill>
                  <a:srgbClr val="1C3C5D"/>
                </a:solidFill>
                <a:latin typeface="微软雅黑"/>
                <a:ea typeface="微软雅黑"/>
                <a:cs typeface="微软雅黑"/>
              </a:rPr>
              <a:t>依据什么规则执行</a:t>
            </a:r>
          </a:p>
        </p:txBody>
      </p:sp>
      <p:sp>
        <p:nvSpPr>
          <p:cNvPr id="19" name="anchor-362">
            <a:extLst xmlns:a="http://schemas.openxmlformats.org/drawingml/2006/main">
              <a:ext uri="{FF2B5EF4-FFF2-40B4-BE49-F238E27FC236}">
                <a16:creationId xmlns:a16="http://schemas.microsoft.com/office/drawing/2014/main" id="{EEBF0FF8-A792-4BB1-89E9-D64E90005F7D}"/>
              </a:ext>
            </a:extLst>
          </p:cNvPr>
          <p:cNvSpPr>
            <a:spLocks xmlns:a="http://schemas.openxmlformats.org/drawingml/2006/main" noGrp="1"/>
          </p:cNvSpPr>
          <p:nvPr/>
        </p:nvSpPr>
        <p:spPr>
          <a:xfrm xmlns:a="http://schemas.openxmlformats.org/drawingml/2006/main">
            <a:off x="3743325" y="2657475"/>
            <a:ext cx="19050" cy="19050"/>
          </a:xfrm>
          <a:prstGeom xmlns:a="http://schemas.openxmlformats.org/drawingml/2006/main" prst="rect">
            <a:avLst/>
          </a:prstGeom>
          <a:noFill xmlns:a="http://schemas.openxmlformats.org/drawingml/2006/main"/>
          <a:ln xmlns:a="http://schemas.openxmlformats.org/drawingml/2006/main" w="0">
            <a:noFill/>
          </a:ln>
        </p:spPr>
      </p:sp>
      <p:sp>
        <p:nvSpPr>
          <p:cNvPr id="20" name="anchor-363">
            <a:extLst xmlns:a="http://schemas.openxmlformats.org/drawingml/2006/main">
              <a:ext uri="{FF2B5EF4-FFF2-40B4-BE49-F238E27FC236}">
                <a16:creationId xmlns:a16="http://schemas.microsoft.com/office/drawing/2014/main" id="{627D986C-3CC6-47A0-BCCE-FD7314A1719D}"/>
              </a:ext>
            </a:extLst>
          </p:cNvPr>
          <p:cNvSpPr>
            <a:spLocks xmlns:a="http://schemas.openxmlformats.org/drawingml/2006/main" noGrp="1"/>
          </p:cNvSpPr>
          <p:nvPr/>
        </p:nvSpPr>
        <p:spPr>
          <a:xfrm xmlns:a="http://schemas.openxmlformats.org/drawingml/2006/main">
            <a:off x="4533900" y="265747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53" name=""/>
          <p:cNvCxnSpPr>
            <a:stCxn xmlns:a="http://schemas.openxmlformats.org/drawingml/2006/main" id="19" idx="3"/>
            <a:endCxn xmlns:a="http://schemas.openxmlformats.org/drawingml/2006/main" id="20" idx="1"/>
          </p:cNvCxnSpPr>
          <p:nvPr/>
        </p:nvCxnSpPr>
        <p:spPr>
          <a:xfrm xmlns:a="http://schemas.openxmlformats.org/drawingml/2006/main">
            <a:off x="3762375" y="2667000"/>
            <a:ext cx="771525" cy="0"/>
          </a:xfrm>
          <a:prstGeom xmlns:a="http://schemas.openxmlformats.org/drawingml/2006/main" prst="straightConnector1">
            <a:avLst/>
          </a:prstGeom>
          <a:ln xmlns:a="http://schemas.openxmlformats.org/drawingml/2006/main" w="19050">
            <a:solidFill>
              <a:srgbClr val="2774AC"/>
            </a:solidFill>
            <a:prstDash val="solid"/>
            <a:tailEnd type="triangle" w="med" len="med"/>
          </a:ln>
        </p:spPr>
      </p:cxnSp>
      <p:sp>
        <p:nvSpPr>
          <p:cNvPr id="22" name="anchor-364">
            <a:extLst xmlns:a="http://schemas.openxmlformats.org/drawingml/2006/main">
              <a:ext uri="{FF2B5EF4-FFF2-40B4-BE49-F238E27FC236}">
                <a16:creationId xmlns:a16="http://schemas.microsoft.com/office/drawing/2014/main" id="{D79B56A1-D371-4073-940B-C98F8F3D9A3E}"/>
              </a:ext>
            </a:extLst>
          </p:cNvPr>
          <p:cNvSpPr>
            <a:spLocks xmlns:a="http://schemas.openxmlformats.org/drawingml/2006/main" noGrp="1"/>
          </p:cNvSpPr>
          <p:nvPr/>
        </p:nvSpPr>
        <p:spPr>
          <a:xfrm xmlns:a="http://schemas.openxmlformats.org/drawingml/2006/main">
            <a:off x="7639050" y="2657475"/>
            <a:ext cx="19050" cy="19050"/>
          </a:xfrm>
          <a:prstGeom xmlns:a="http://schemas.openxmlformats.org/drawingml/2006/main" prst="rect">
            <a:avLst/>
          </a:prstGeom>
          <a:noFill xmlns:a="http://schemas.openxmlformats.org/drawingml/2006/main"/>
          <a:ln xmlns:a="http://schemas.openxmlformats.org/drawingml/2006/main" w="0">
            <a:noFill/>
          </a:ln>
        </p:spPr>
      </p:sp>
      <p:sp>
        <p:nvSpPr>
          <p:cNvPr id="23" name="anchor-365">
            <a:extLst xmlns:a="http://schemas.openxmlformats.org/drawingml/2006/main">
              <a:ext uri="{FF2B5EF4-FFF2-40B4-BE49-F238E27FC236}">
                <a16:creationId xmlns:a16="http://schemas.microsoft.com/office/drawing/2014/main" id="{D690EE80-DE5A-4D03-9F01-44A9B441FAB5}"/>
              </a:ext>
            </a:extLst>
          </p:cNvPr>
          <p:cNvSpPr>
            <a:spLocks xmlns:a="http://schemas.openxmlformats.org/drawingml/2006/main" noGrp="1"/>
          </p:cNvSpPr>
          <p:nvPr/>
        </p:nvSpPr>
        <p:spPr>
          <a:xfrm xmlns:a="http://schemas.openxmlformats.org/drawingml/2006/main">
            <a:off x="8429625" y="265747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56" name=""/>
          <p:cNvCxnSpPr>
            <a:stCxn xmlns:a="http://schemas.openxmlformats.org/drawingml/2006/main" id="22" idx="3"/>
            <a:endCxn xmlns:a="http://schemas.openxmlformats.org/drawingml/2006/main" id="23" idx="1"/>
          </p:cNvCxnSpPr>
          <p:nvPr/>
        </p:nvCxnSpPr>
        <p:spPr>
          <a:xfrm xmlns:a="http://schemas.openxmlformats.org/drawingml/2006/main">
            <a:off x="7658100" y="2667000"/>
            <a:ext cx="771525" cy="0"/>
          </a:xfrm>
          <a:prstGeom xmlns:a="http://schemas.openxmlformats.org/drawingml/2006/main" prst="straightConnector1">
            <a:avLst/>
          </a:prstGeom>
          <a:ln xmlns:a="http://schemas.openxmlformats.org/drawingml/2006/main" w="19050">
            <a:solidFill>
              <a:srgbClr val="2774AC"/>
            </a:solidFill>
            <a:prstDash val="solid"/>
            <a:tailEnd type="triangle" w="med" len="med"/>
          </a:ln>
        </p:spPr>
      </p:cxnSp>
      <p:sp>
        <p:nvSpPr>
          <p:cNvPr id="25" name="anchor-366">
            <a:extLst xmlns:a="http://schemas.openxmlformats.org/drawingml/2006/main">
              <a:ext uri="{FF2B5EF4-FFF2-40B4-BE49-F238E27FC236}">
                <a16:creationId xmlns:a16="http://schemas.microsoft.com/office/drawing/2014/main" id="{12427125-8353-45F0-8481-C93A95704F97}"/>
              </a:ext>
            </a:extLst>
          </p:cNvPr>
          <p:cNvSpPr>
            <a:spLocks xmlns:a="http://schemas.openxmlformats.org/drawingml/2006/main" noGrp="1"/>
          </p:cNvSpPr>
          <p:nvPr/>
        </p:nvSpPr>
        <p:spPr>
          <a:xfrm xmlns:a="http://schemas.openxmlformats.org/drawingml/2006/main">
            <a:off x="9991725" y="3181350"/>
            <a:ext cx="19050" cy="19050"/>
          </a:xfrm>
          <a:prstGeom xmlns:a="http://schemas.openxmlformats.org/drawingml/2006/main" prst="rect">
            <a:avLst/>
          </a:prstGeom>
          <a:noFill xmlns:a="http://schemas.openxmlformats.org/drawingml/2006/main"/>
          <a:ln xmlns:a="http://schemas.openxmlformats.org/drawingml/2006/main" w="0">
            <a:noFill/>
          </a:ln>
        </p:spPr>
      </p:sp>
      <p:sp>
        <p:nvSpPr>
          <p:cNvPr id="26" name="anchor-367">
            <a:extLst xmlns:a="http://schemas.openxmlformats.org/drawingml/2006/main">
              <a:ext uri="{FF2B5EF4-FFF2-40B4-BE49-F238E27FC236}">
                <a16:creationId xmlns:a16="http://schemas.microsoft.com/office/drawing/2014/main" id="{FEB8189D-FBBF-4B74-99A1-7F7AFEF86CD5}"/>
              </a:ext>
            </a:extLst>
          </p:cNvPr>
          <p:cNvSpPr>
            <a:spLocks xmlns:a="http://schemas.openxmlformats.org/drawingml/2006/main" noGrp="1"/>
          </p:cNvSpPr>
          <p:nvPr/>
        </p:nvSpPr>
        <p:spPr>
          <a:xfrm xmlns:a="http://schemas.openxmlformats.org/drawingml/2006/main">
            <a:off x="9991725" y="431482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59" name=""/>
          <p:cNvCxnSpPr>
            <a:stCxn xmlns:a="http://schemas.openxmlformats.org/drawingml/2006/main" id="25" idx="2"/>
            <a:endCxn xmlns:a="http://schemas.openxmlformats.org/drawingml/2006/main" id="26" idx="0"/>
          </p:cNvCxnSpPr>
          <p:nvPr/>
        </p:nvCxnSpPr>
        <p:spPr>
          <a:xfrm xmlns:a="http://schemas.openxmlformats.org/drawingml/2006/main">
            <a:off x="10001250" y="3200400"/>
            <a:ext cx="0" cy="1114425"/>
          </a:xfrm>
          <a:prstGeom xmlns:a="http://schemas.openxmlformats.org/drawingml/2006/main" prst="straightConnector1">
            <a:avLst/>
          </a:prstGeom>
          <a:ln xmlns:a="http://schemas.openxmlformats.org/drawingml/2006/main" w="19050">
            <a:solidFill>
              <a:srgbClr val="2774AC"/>
            </a:solidFill>
            <a:prstDash val="solid"/>
            <a:tailEnd type="triangle" w="med" len="med"/>
          </a:ln>
        </p:spPr>
      </p:cxnSp>
      <p:sp>
        <p:nvSpPr>
          <p:cNvPr id="28" name="text-368">
            <a:extLst xmlns:a="http://schemas.openxmlformats.org/drawingml/2006/main">
              <a:ext uri="{FF2B5EF4-FFF2-40B4-BE49-F238E27FC236}">
                <a16:creationId xmlns:a16="http://schemas.microsoft.com/office/drawing/2014/main" id="{865F222A-469B-47CA-8157-B613F52684FC}"/>
              </a:ext>
            </a:extLst>
          </p:cNvPr>
          <p:cNvSpPr>
            <a:spLocks xmlns:a="http://schemas.openxmlformats.org/drawingml/2006/main" noGrp="1"/>
          </p:cNvSpPr>
          <p:nvPr/>
        </p:nvSpPr>
        <p:spPr>
          <a:xfrm xmlns:a="http://schemas.openxmlformats.org/drawingml/2006/main">
            <a:off x="10172700" y="3533775"/>
            <a:ext cx="1304925" cy="27622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2000"/>
              </a:lnSpc>
              <a:spcBef>
                <a:spcPts val="0"/>
              </a:spcBef>
              <a:spcAft>
                <a:spcPts val="0"/>
              </a:spcAft>
              <a:buNone/>
              <a:defRPr sz="1500" b="0">
                <a:solidFill>
                  <a:srgbClr val="5B6B78"/>
                </a:solidFill>
                <a:latin typeface="微软雅黑"/>
                <a:ea typeface="微软雅黑"/>
                <a:cs typeface="微软雅黑"/>
              </a:defRPr>
            </a:pPr>
            <a:r>
              <a:rPr sz="1500" b="0">
                <a:solidFill>
                  <a:srgbClr val="5B6B78"/>
                </a:solidFill>
                <a:latin typeface="微软雅黑"/>
                <a:ea typeface="微软雅黑"/>
                <a:cs typeface="微软雅黑"/>
              </a:rPr>
              <a:t>执行展开</a:t>
            </a:r>
          </a:p>
        </p:txBody>
      </p:sp>
      <p:sp>
        <p:nvSpPr>
          <p:cNvPr id="29" name="anchor-369">
            <a:extLst xmlns:a="http://schemas.openxmlformats.org/drawingml/2006/main">
              <a:ext uri="{FF2B5EF4-FFF2-40B4-BE49-F238E27FC236}">
                <a16:creationId xmlns:a16="http://schemas.microsoft.com/office/drawing/2014/main" id="{6C78155A-75FE-46BA-BAF9-701585AFA877}"/>
              </a:ext>
            </a:extLst>
          </p:cNvPr>
          <p:cNvSpPr>
            <a:spLocks xmlns:a="http://schemas.openxmlformats.org/drawingml/2006/main" noGrp="1"/>
          </p:cNvSpPr>
          <p:nvPr/>
        </p:nvSpPr>
        <p:spPr>
          <a:xfrm xmlns:a="http://schemas.openxmlformats.org/drawingml/2006/main">
            <a:off x="8429625" y="4838700"/>
            <a:ext cx="19050" cy="19050"/>
          </a:xfrm>
          <a:prstGeom xmlns:a="http://schemas.openxmlformats.org/drawingml/2006/main" prst="rect">
            <a:avLst/>
          </a:prstGeom>
          <a:noFill xmlns:a="http://schemas.openxmlformats.org/drawingml/2006/main"/>
          <a:ln xmlns:a="http://schemas.openxmlformats.org/drawingml/2006/main" w="0">
            <a:noFill/>
          </a:ln>
        </p:spPr>
      </p:sp>
      <p:sp>
        <p:nvSpPr>
          <p:cNvPr id="30" name="anchor-370">
            <a:extLst xmlns:a="http://schemas.openxmlformats.org/drawingml/2006/main">
              <a:ext uri="{FF2B5EF4-FFF2-40B4-BE49-F238E27FC236}">
                <a16:creationId xmlns:a16="http://schemas.microsoft.com/office/drawing/2014/main" id="{F4E83630-8AF7-4EE6-8151-B56F01DE528F}"/>
              </a:ext>
            </a:extLst>
          </p:cNvPr>
          <p:cNvSpPr>
            <a:spLocks xmlns:a="http://schemas.openxmlformats.org/drawingml/2006/main" noGrp="1"/>
          </p:cNvSpPr>
          <p:nvPr/>
        </p:nvSpPr>
        <p:spPr>
          <a:xfrm xmlns:a="http://schemas.openxmlformats.org/drawingml/2006/main">
            <a:off x="7639050" y="4838700"/>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63" name=""/>
          <p:cNvCxnSpPr>
            <a:stCxn xmlns:a="http://schemas.openxmlformats.org/drawingml/2006/main" id="29" idx="1"/>
            <a:endCxn xmlns:a="http://schemas.openxmlformats.org/drawingml/2006/main" id="30" idx="3"/>
          </p:cNvCxnSpPr>
          <p:nvPr/>
        </p:nvCxnSpPr>
        <p:spPr>
          <a:xfrm xmlns:a="http://schemas.openxmlformats.org/drawingml/2006/main" flipH="1">
            <a:off x="7658100" y="4848225"/>
            <a:ext cx="771525" cy="0"/>
          </a:xfrm>
          <a:prstGeom xmlns:a="http://schemas.openxmlformats.org/drawingml/2006/main" prst="straightConnector1">
            <a:avLst/>
          </a:prstGeom>
          <a:ln xmlns:a="http://schemas.openxmlformats.org/drawingml/2006/main" w="19050">
            <a:solidFill>
              <a:srgbClr val="178477"/>
            </a:solidFill>
            <a:prstDash val="solid"/>
            <a:tailEnd type="triangle" w="med" len="med"/>
          </a:ln>
        </p:spPr>
      </p:cxnSp>
      <p:sp>
        <p:nvSpPr>
          <p:cNvPr id="32" name="anchor-371">
            <a:extLst xmlns:a="http://schemas.openxmlformats.org/drawingml/2006/main">
              <a:ext uri="{FF2B5EF4-FFF2-40B4-BE49-F238E27FC236}">
                <a16:creationId xmlns:a16="http://schemas.microsoft.com/office/drawing/2014/main" id="{3D15868F-88DF-45CB-B543-A0903BA4DD78}"/>
              </a:ext>
            </a:extLst>
          </p:cNvPr>
          <p:cNvSpPr>
            <a:spLocks xmlns:a="http://schemas.openxmlformats.org/drawingml/2006/main" noGrp="1"/>
          </p:cNvSpPr>
          <p:nvPr/>
        </p:nvSpPr>
        <p:spPr>
          <a:xfrm xmlns:a="http://schemas.openxmlformats.org/drawingml/2006/main">
            <a:off x="4533900" y="4838700"/>
            <a:ext cx="19050" cy="19050"/>
          </a:xfrm>
          <a:prstGeom xmlns:a="http://schemas.openxmlformats.org/drawingml/2006/main" prst="rect">
            <a:avLst/>
          </a:prstGeom>
          <a:noFill xmlns:a="http://schemas.openxmlformats.org/drawingml/2006/main"/>
          <a:ln xmlns:a="http://schemas.openxmlformats.org/drawingml/2006/main" w="0">
            <a:noFill/>
          </a:ln>
        </p:spPr>
      </p:sp>
      <p:sp>
        <p:nvSpPr>
          <p:cNvPr id="33" name="anchor-372">
            <a:extLst xmlns:a="http://schemas.openxmlformats.org/drawingml/2006/main">
              <a:ext uri="{FF2B5EF4-FFF2-40B4-BE49-F238E27FC236}">
                <a16:creationId xmlns:a16="http://schemas.microsoft.com/office/drawing/2014/main" id="{2D567E27-F446-481A-825C-204EC8F6BED2}"/>
              </a:ext>
            </a:extLst>
          </p:cNvPr>
          <p:cNvSpPr>
            <a:spLocks xmlns:a="http://schemas.openxmlformats.org/drawingml/2006/main" noGrp="1"/>
          </p:cNvSpPr>
          <p:nvPr/>
        </p:nvSpPr>
        <p:spPr>
          <a:xfrm xmlns:a="http://schemas.openxmlformats.org/drawingml/2006/main">
            <a:off x="3743325" y="4838700"/>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66" name=""/>
          <p:cNvCxnSpPr>
            <a:stCxn xmlns:a="http://schemas.openxmlformats.org/drawingml/2006/main" id="32" idx="1"/>
            <a:endCxn xmlns:a="http://schemas.openxmlformats.org/drawingml/2006/main" id="33" idx="3"/>
          </p:cNvCxnSpPr>
          <p:nvPr/>
        </p:nvCxnSpPr>
        <p:spPr>
          <a:xfrm xmlns:a="http://schemas.openxmlformats.org/drawingml/2006/main" flipH="1">
            <a:off x="3762375" y="4848225"/>
            <a:ext cx="771525" cy="0"/>
          </a:xfrm>
          <a:prstGeom xmlns:a="http://schemas.openxmlformats.org/drawingml/2006/main" prst="straightConnector1">
            <a:avLst/>
          </a:prstGeom>
          <a:ln xmlns:a="http://schemas.openxmlformats.org/drawingml/2006/main" w="19050">
            <a:solidFill>
              <a:srgbClr val="178477"/>
            </a:solidFill>
            <a:prstDash val="solid"/>
            <a:tailEnd type="triangle" w="med" len="med"/>
          </a:ln>
        </p:spPr>
      </p:cxnSp>
      <p:sp>
        <p:nvSpPr>
          <p:cNvPr id="35" name="text-373">
            <a:extLst xmlns:a="http://schemas.openxmlformats.org/drawingml/2006/main">
              <a:ext uri="{FF2B5EF4-FFF2-40B4-BE49-F238E27FC236}">
                <a16:creationId xmlns:a16="http://schemas.microsoft.com/office/drawing/2014/main" id="{6D16905C-B66C-4B01-A1FE-D30EC82171C2}"/>
              </a:ext>
            </a:extLst>
          </p:cNvPr>
          <p:cNvSpPr>
            <a:spLocks xmlns:a="http://schemas.openxmlformats.org/drawingml/2006/main" noGrp="1"/>
          </p:cNvSpPr>
          <p:nvPr/>
        </p:nvSpPr>
        <p:spPr>
          <a:xfrm xmlns:a="http://schemas.openxmlformats.org/drawingml/2006/main">
            <a:off x="1133475" y="3552825"/>
            <a:ext cx="8039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1950" b="1">
                <a:solidFill>
                  <a:srgbClr val="1C3C5D"/>
                </a:solidFill>
                <a:latin typeface="微软雅黑"/>
                <a:ea typeface="微软雅黑"/>
                <a:cs typeface="微软雅黑"/>
              </a:defRPr>
            </a:pPr>
            <a:r>
              <a:rPr sz="1950" b="1">
                <a:solidFill>
                  <a:srgbClr val="1C3C5D"/>
                </a:solidFill>
                <a:latin typeface="微软雅黑"/>
                <a:ea typeface="微软雅黑"/>
                <a:cs typeface="微软雅黑"/>
              </a:rPr>
              <a:t>动作有触发依据，交互有接口定义，状态变化有演化规则</a:t>
            </a:r>
          </a:p>
        </p:txBody>
      </p:sp>
      <p:sp>
        <p:nvSpPr>
          <p:cNvPr id="36" name="anchor-374">
            <a:extLst xmlns:a="http://schemas.openxmlformats.org/drawingml/2006/main">
              <a:ext uri="{FF2B5EF4-FFF2-40B4-BE49-F238E27FC236}">
                <a16:creationId xmlns:a16="http://schemas.microsoft.com/office/drawing/2014/main" id="{B208EEA9-9557-489D-90AB-830AE28998AF}"/>
              </a:ext>
            </a:extLst>
          </p:cNvPr>
          <p:cNvSpPr>
            <a:spLocks xmlns:a="http://schemas.openxmlformats.org/drawingml/2006/main" noGrp="1"/>
          </p:cNvSpPr>
          <p:nvPr/>
        </p:nvSpPr>
        <p:spPr>
          <a:xfrm xmlns:a="http://schemas.openxmlformats.org/drawingml/2006/main">
            <a:off x="542925" y="6010275"/>
            <a:ext cx="19050" cy="19050"/>
          </a:xfrm>
          <a:prstGeom xmlns:a="http://schemas.openxmlformats.org/drawingml/2006/main" prst="rect">
            <a:avLst/>
          </a:prstGeom>
          <a:noFill xmlns:a="http://schemas.openxmlformats.org/drawingml/2006/main"/>
          <a:ln xmlns:a="http://schemas.openxmlformats.org/drawingml/2006/main" w="0">
            <a:noFill/>
          </a:ln>
        </p:spPr>
      </p:sp>
      <p:sp>
        <p:nvSpPr>
          <p:cNvPr id="37" name="anchor-375">
            <a:extLst xmlns:a="http://schemas.openxmlformats.org/drawingml/2006/main">
              <a:ext uri="{FF2B5EF4-FFF2-40B4-BE49-F238E27FC236}">
                <a16:creationId xmlns:a16="http://schemas.microsoft.com/office/drawing/2014/main" id="{6AB9A558-E9D6-457C-8D53-2D83A093D1A6}"/>
              </a:ext>
            </a:extLst>
          </p:cNvPr>
          <p:cNvSpPr>
            <a:spLocks xmlns:a="http://schemas.openxmlformats.org/drawingml/2006/main" noGrp="1"/>
          </p:cNvSpPr>
          <p:nvPr/>
        </p:nvSpPr>
        <p:spPr>
          <a:xfrm xmlns:a="http://schemas.openxmlformats.org/drawingml/2006/main">
            <a:off x="11630025" y="601027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70" name=""/>
          <p:cNvCxnSpPr>
            <a:stCxn xmlns:a="http://schemas.openxmlformats.org/drawingml/2006/main" id="36" idx="3"/>
            <a:endCxn xmlns:a="http://schemas.openxmlformats.org/drawingml/2006/main" id="37" idx="1"/>
          </p:cNvCxnSpPr>
          <p:nvPr/>
        </p:nvCxnSpPr>
        <p:spPr>
          <a:xfrm xmlns:a="http://schemas.openxmlformats.org/drawingml/2006/main">
            <a:off x="561975" y="6019800"/>
            <a:ext cx="11068050" cy="0"/>
          </a:xfrm>
          <a:prstGeom xmlns:a="http://schemas.openxmlformats.org/drawingml/2006/main" prst="straightConnector1">
            <a:avLst/>
          </a:prstGeom>
          <a:ln xmlns:a="http://schemas.openxmlformats.org/drawingml/2006/main" w="9525">
            <a:solidFill>
              <a:srgbClr val="9BB7CC"/>
            </a:solidFill>
            <a:prstDash val="solid"/>
            <a:tailEnd type="none" w="med" len="med"/>
          </a:ln>
        </p:spPr>
      </p:cxnSp>
      <p:sp>
        <p:nvSpPr>
          <p:cNvPr id="39" name="text-376">
            <a:extLst xmlns:a="http://schemas.openxmlformats.org/drawingml/2006/main">
              <a:ext uri="{FF2B5EF4-FFF2-40B4-BE49-F238E27FC236}">
                <a16:creationId xmlns:a16="http://schemas.microsoft.com/office/drawing/2014/main" id="{E0744221-9FCA-4E26-9DEF-4DE51C14FC43}"/>
              </a:ext>
            </a:extLst>
          </p:cNvPr>
          <p:cNvSpPr>
            <a:spLocks xmlns:a="http://schemas.openxmlformats.org/drawingml/2006/main" noGrp="1"/>
          </p:cNvSpPr>
          <p:nvPr/>
        </p:nvSpPr>
        <p:spPr>
          <a:xfrm xmlns:a="http://schemas.openxmlformats.org/drawingml/2006/main">
            <a:off x="552450" y="61150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1725" b="1">
                <a:solidFill>
                  <a:srgbClr val="1C3C5D"/>
                </a:solidFill>
                <a:latin typeface="微软雅黑"/>
                <a:ea typeface="微软雅黑"/>
                <a:cs typeface="微软雅黑"/>
              </a:defRPr>
            </a:pPr>
            <a:r>
              <a:rPr sz="1725" b="1">
                <a:solidFill>
                  <a:srgbClr val="1C3C5D"/>
                </a:solidFill>
                <a:latin typeface="微软雅黑"/>
                <a:ea typeface="微软雅黑"/>
                <a:cs typeface="微软雅黑"/>
              </a:rPr>
              <a:t>可解释的语义结构，为任务执行的观察与追溯提供共同依据。</a:t>
            </a:r>
          </a:p>
        </p:txBody>
      </p:sp>
    </p:spTree>
    <p:extLst>
      <p:ext uri="{BB962C8B-B14F-4D97-AF65-F5344CB8AC3E}">
        <p14:creationId xmlns:p14="http://schemas.microsoft.com/office/powerpoint/2010/main" val="293176086"/>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812B71D5-E4C1-4847-B96E-4FA452B3774C}"/>
              </a:ext>
            </a:extLst>
          </p:cNvPr>
          <p:cNvSpPr>
            <a:spLocks xmlns:a="http://schemas.openxmlformats.org/drawingml/2006/main" noGrp="1"/>
          </p:cNvSpPr>
          <p:nvPr/>
        </p:nvSpPr>
        <p:spPr>
          <a:xfrm xmlns:a="http://schemas.openxmlformats.org/drawingml/2006/main">
            <a:off x="0" y="0"/>
            <a:ext cx="12191695" cy="914400"/>
          </a:xfrm>
          <a:prstGeom xmlns:a="http://schemas.openxmlformats.org/drawingml/2006/main" prst="rect">
            <a:avLst/>
          </a:prstGeom>
          <a:solidFill xmlns:a="http://schemas.openxmlformats.org/drawingml/2006/main">
            <a:srgbClr val="1A3A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C386F66A-581B-4598-B506-5F72CD56AD26}"/>
              </a:ext>
            </a:extLst>
          </p:cNvPr>
          <p:cNvSpPr>
            <a:spLocks xmlns:a="http://schemas.openxmlformats.org/drawingml/2006/main" noGrp="1"/>
          </p:cNvSpPr>
          <p:nvPr/>
        </p:nvSpPr>
        <p:spPr>
          <a:xfrm xmlns:a="http://schemas.openxmlformats.org/drawingml/2006/main">
            <a:off x="552450" y="238125"/>
            <a:ext cx="11087100" cy="57150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spcBef>
                <a:spcPts val="0"/>
              </a:spcBef>
              <a:spcAft>
                <a:spcPts val="0"/>
              </a:spcAft>
              <a:buNone/>
              <a:defRPr sz="2850" b="1">
                <a:solidFill>
                  <a:srgbClr val="FFFFFF"/>
                </a:solidFill>
                <a:latin typeface="微软雅黑"/>
                <a:ea typeface="微软雅黑"/>
                <a:cs typeface="微软雅黑"/>
              </a:defRPr>
            </a:pPr>
            <a:r>
              <a:rPr sz="2850" b="1">
                <a:solidFill>
                  <a:srgbClr val="FFFFFF"/>
                </a:solidFill>
                <a:latin typeface="微软雅黑"/>
                <a:ea typeface="微软雅黑"/>
                <a:cs typeface="微软雅黑"/>
              </a:rPr>
              <a:t>14  扩展：大模型与仿真反馈闭环</a:t>
            </a:r>
          </a:p>
        </p:txBody>
      </p:sp>
      <p:sp>
        <p:nvSpPr>
          <p:cNvPr id="7" name="TextBox 6">
            <a:extLst xmlns:a="http://schemas.openxmlformats.org/drawingml/2006/main">
              <a:ext uri="{FF2B5EF4-FFF2-40B4-BE49-F238E27FC236}">
                <a16:creationId xmlns:a16="http://schemas.microsoft.com/office/drawing/2014/main" id="{17763E56-E0C0-48F0-B0B3-5F12994E7611}"/>
              </a:ext>
            </a:extLst>
          </p:cNvPr>
          <p:cNvSpPr>
            <a:spLocks xmlns:a="http://schemas.openxmlformats.org/drawingml/2006/main" noGrp="1"/>
          </p:cNvSpPr>
          <p:nvPr/>
        </p:nvSpPr>
        <p:spPr>
          <a:xfrm xmlns:a="http://schemas.openxmlformats.org/drawingml/2006/main">
            <a:off x="457200" y="6446520"/>
            <a:ext cx="91440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0">
                <a:solidFill>
                  <a:srgbClr val="555555"/>
                </a:solidFill>
                <a:latin typeface="微软雅黑"/>
                <a:ea typeface="微软雅黑"/>
                <a:cs typeface="微软雅黑"/>
              </a:rPr>
              <a:t>EUROSIM 2026  ·  面向智慧化学实验室的任务导向可执行建模框架</a:t>
            </a:r>
            <a:endParaRPr sz="1100" b="0">
              <a:solidFill>
                <a:srgbClr val="555555"/>
              </a:solidFill>
              <a:latin typeface="微软雅黑"/>
              <a:ea typeface="微软雅黑"/>
              <a:cs typeface="微软雅黑"/>
            </a:endParaRPr>
          </a:p>
        </p:txBody>
      </p:sp>
      <p:sp>
        <p:nvSpPr>
          <p:cNvPr id="8" name="TextBox 7">
            <a:extLst xmlns:a="http://schemas.openxmlformats.org/drawingml/2006/main">
              <a:ext uri="{FF2B5EF4-FFF2-40B4-BE49-F238E27FC236}">
                <a16:creationId xmlns:a16="http://schemas.microsoft.com/office/drawing/2014/main" id="{BAE642F9-B282-4741-8019-EDB273CB63D1}"/>
              </a:ext>
            </a:extLst>
          </p:cNvPr>
          <p:cNvSpPr>
            <a:spLocks xmlns:a="http://schemas.openxmlformats.org/drawingml/2006/main" noGrp="1"/>
          </p:cNvSpPr>
          <p:nvPr/>
        </p:nvSpPr>
        <p:spPr>
          <a:xfrm xmlns:a="http://schemas.openxmlformats.org/drawingml/2006/main">
            <a:off x="10515600" y="6446520"/>
            <a:ext cx="13716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pPr>
            <a:r>
              <a:rPr sz="1100" b="0">
                <a:solidFill>
                  <a:srgbClr val="555555"/>
                </a:solidFill>
                <a:latin typeface="微软雅黑"/>
                <a:ea typeface="微软雅黑"/>
                <a:cs typeface="微软雅黑"/>
              </a:rPr>
              <a:t>14/16</a:t>
            </a:r>
            <a:endParaRPr sz="1100" b="0">
              <a:solidFill>
                <a:srgbClr val="555555"/>
              </a:solidFill>
              <a:latin typeface="微软雅黑"/>
              <a:ea typeface="微软雅黑"/>
              <a:cs typeface="微软雅黑"/>
            </a:endParaRPr>
          </a:p>
        </p:txBody>
      </p:sp>
      <p:sp>
        <p:nvSpPr>
          <p:cNvPr id="9" name="text-377">
            <a:extLst xmlns:a="http://schemas.openxmlformats.org/drawingml/2006/main">
              <a:ext uri="{FF2B5EF4-FFF2-40B4-BE49-F238E27FC236}">
                <a16:creationId xmlns:a16="http://schemas.microsoft.com/office/drawing/2014/main" id="{A3EAA4A6-C13C-48C9-A4C2-B92026E21D13}"/>
              </a:ext>
            </a:extLst>
          </p:cNvPr>
          <p:cNvSpPr>
            <a:spLocks xmlns:a="http://schemas.openxmlformats.org/drawingml/2006/main" noGrp="1"/>
          </p:cNvSpPr>
          <p:nvPr/>
        </p:nvSpPr>
        <p:spPr>
          <a:xfrm xmlns:a="http://schemas.openxmlformats.org/drawingml/2006/main">
            <a:off x="552450" y="1123950"/>
            <a:ext cx="110871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1875" b="0">
                <a:solidFill>
                  <a:srgbClr val="5B6B78"/>
                </a:solidFill>
                <a:latin typeface="微软雅黑"/>
                <a:ea typeface="微软雅黑"/>
                <a:cs typeface="微软雅黑"/>
              </a:defRPr>
            </a:pPr>
            <a:r>
              <a:rPr sz="1875" b="0">
                <a:solidFill>
                  <a:srgbClr val="5B6B78"/>
                </a:solidFill>
                <a:latin typeface="微软雅黑"/>
                <a:ea typeface="微软雅黑"/>
                <a:cs typeface="微软雅黑"/>
              </a:rPr>
              <a:t>在 Adapter 层接入仿真与实机执行，上层沿用同一套模型和执行规则</a:t>
            </a:r>
          </a:p>
        </p:txBody>
      </p:sp>
      <p:sp>
        <p:nvSpPr>
          <p:cNvPr id="10" name="diagram-378">
            <a:extLst xmlns:a="http://schemas.openxmlformats.org/drawingml/2006/main">
              <a:ext uri="{FF2B5EF4-FFF2-40B4-BE49-F238E27FC236}">
                <a16:creationId xmlns:a16="http://schemas.microsoft.com/office/drawing/2014/main" id="{5B8B3B2D-64A3-426D-9B3C-A1CA7061B7E9}"/>
              </a:ext>
            </a:extLst>
          </p:cNvPr>
          <p:cNvSpPr>
            <a:spLocks xmlns:a="http://schemas.openxmlformats.org/drawingml/2006/main" noGrp="1"/>
          </p:cNvSpPr>
          <p:nvPr/>
        </p:nvSpPr>
        <p:spPr>
          <a:xfrm xmlns:a="http://schemas.openxmlformats.org/drawingml/2006/main">
            <a:off x="619125" y="2076450"/>
            <a:ext cx="2381250" cy="1095375"/>
          </a:xfrm>
          <a:prstGeom xmlns:a="http://schemas.openxmlformats.org/drawingml/2006/main" prst="roundRect">
            <a:avLst>
              <a:gd name="adj" fmla="val 6957"/>
            </a:avLst>
          </a:prstGeom>
          <a:solidFill xmlns:a="http://schemas.openxmlformats.org/drawingml/2006/main">
            <a:srgbClr val="F3F6F8"/>
          </a:solidFill>
          <a:ln xmlns:a="http://schemas.openxmlformats.org/drawingml/2006/main" w="13335">
            <a:solidFill>
              <a:srgbClr val="9BB7CC"/>
            </a:solidFill>
          </a:ln>
        </p:spPr>
        <p:txBody>
          <a:bodyPr xmlns:a="http://schemas.openxmlformats.org/drawingml/2006/main" wrap="square" lIns="76200" tIns="76200" rIns="76200" bIns="76200" anchor="ctr">
            <a:noAutofit/>
          </a:bodyPr>
          <a:lstStyle xmlns:a="http://schemas.openxmlformats.org/drawingml/2006/main"/>
          <a:p xmlns:a="http://schemas.openxmlformats.org/drawingml/2006/main">
            <a:pPr algn="ctr">
              <a:lnSpc>
                <a:spcPct val="108000"/>
              </a:lnSpc>
              <a:spcAft>
                <a:spcPts val="750"/>
              </a:spcAft>
              <a:buNone/>
              <a:defRPr sz="1875" b="1">
                <a:solidFill>
                  <a:srgbClr val="1C3C5D"/>
                </a:solidFill>
                <a:latin typeface="微软雅黑"/>
                <a:ea typeface="微软雅黑"/>
                <a:cs typeface="微软雅黑"/>
              </a:defRPr>
            </a:pPr>
            <a:r>
              <a:rPr sz="1875" b="1">
                <a:solidFill>
                  <a:srgbClr val="1C3C5D"/>
                </a:solidFill>
                <a:latin typeface="微软雅黑"/>
                <a:ea typeface="微软雅黑"/>
                <a:cs typeface="微软雅黑"/>
              </a:rPr>
              <a:t>大模型决策</a:t>
            </a:r>
          </a:p>
          <a:p xmlns:a="http://schemas.openxmlformats.org/drawingml/2006/main">
            <a:pPr algn="ctr">
              <a:lnSpc>
                <a:spcPct val="108000"/>
              </a:lnSpc>
              <a:spcAft>
                <a:spcPts val="750"/>
              </a:spcAft>
              <a:buNone/>
              <a:defRPr sz="1875" b="1">
                <a:solidFill>
                  <a:srgbClr val="1C3C5D"/>
                </a:solidFill>
                <a:latin typeface="微软雅黑"/>
                <a:ea typeface="微软雅黑"/>
                <a:cs typeface="微软雅黑"/>
              </a:defRPr>
            </a:pPr>
            <a:r>
              <a:rPr sz="1875" b="1">
                <a:solidFill>
                  <a:srgbClr val="1C3C5D"/>
                </a:solidFill>
                <a:latin typeface="微软雅黑"/>
                <a:ea typeface="微软雅黑"/>
                <a:cs typeface="微软雅黑"/>
              </a:rPr>
              <a:t>提出任务与控制请求</a:t>
            </a:r>
          </a:p>
        </p:txBody>
      </p:sp>
      <p:sp>
        <p:nvSpPr>
          <p:cNvPr id="11" name="diagram-379">
            <a:extLst xmlns:a="http://schemas.openxmlformats.org/drawingml/2006/main">
              <a:ext uri="{FF2B5EF4-FFF2-40B4-BE49-F238E27FC236}">
                <a16:creationId xmlns:a16="http://schemas.microsoft.com/office/drawing/2014/main" id="{9C307B7C-7078-4139-9258-910D4783F5C6}"/>
              </a:ext>
            </a:extLst>
          </p:cNvPr>
          <p:cNvSpPr>
            <a:spLocks xmlns:a="http://schemas.openxmlformats.org/drawingml/2006/main" noGrp="1"/>
          </p:cNvSpPr>
          <p:nvPr/>
        </p:nvSpPr>
        <p:spPr>
          <a:xfrm xmlns:a="http://schemas.openxmlformats.org/drawingml/2006/main">
            <a:off x="4381500" y="1933575"/>
            <a:ext cx="3571875" cy="1381125"/>
          </a:xfrm>
          <a:prstGeom xmlns:a="http://schemas.openxmlformats.org/drawingml/2006/main" prst="roundRect">
            <a:avLst>
              <a:gd name="adj" fmla="val 5517"/>
            </a:avLst>
          </a:prstGeom>
          <a:solidFill xmlns:a="http://schemas.openxmlformats.org/drawingml/2006/main">
            <a:srgbClr val="EAF2F8"/>
          </a:solidFill>
          <a:ln xmlns:a="http://schemas.openxmlformats.org/drawingml/2006/main" w="13335">
            <a:solidFill>
              <a:srgbClr val="9BB7CC"/>
            </a:solidFill>
          </a:ln>
        </p:spPr>
        <p:txBody>
          <a:bodyPr xmlns:a="http://schemas.openxmlformats.org/drawingml/2006/main" wrap="square" lIns="76200" tIns="76200" rIns="76200" bIns="76200" anchor="ctr">
            <a:noAutofit/>
          </a:bodyPr>
          <a:lstStyle xmlns:a="http://schemas.openxmlformats.org/drawingml/2006/main"/>
          <a:p xmlns:a="http://schemas.openxmlformats.org/drawingml/2006/main">
            <a:pPr algn="ctr">
              <a:lnSpc>
                <a:spcPct val="108000"/>
              </a:lnSpc>
              <a:spcAft>
                <a:spcPts val="650"/>
              </a:spcAft>
              <a:buNone/>
              <a:defRPr sz="1800" b="1">
                <a:solidFill>
                  <a:srgbClr val="1C3C5D"/>
                </a:solidFill>
                <a:latin typeface="微软雅黑"/>
                <a:ea typeface="微软雅黑"/>
                <a:cs typeface="微软雅黑"/>
              </a:defRPr>
            </a:pPr>
            <a:r>
              <a:rPr sz="1800" b="1">
                <a:solidFill>
                  <a:srgbClr val="1C3C5D"/>
                </a:solidFill>
                <a:latin typeface="微软雅黑"/>
                <a:ea typeface="微软雅黑"/>
                <a:cs typeface="微软雅黑"/>
              </a:rPr>
              <a:t>统一执行框架</a:t>
            </a:r>
          </a:p>
          <a:p xmlns:a="http://schemas.openxmlformats.org/drawingml/2006/main">
            <a:pPr algn="ctr">
              <a:lnSpc>
                <a:spcPct val="108000"/>
              </a:lnSpc>
              <a:spcAft>
                <a:spcPts val="650"/>
              </a:spcAft>
              <a:buNone/>
              <a:defRPr sz="1800" b="1">
                <a:solidFill>
                  <a:srgbClr val="1C3C5D"/>
                </a:solidFill>
                <a:latin typeface="微软雅黑"/>
                <a:ea typeface="微软雅黑"/>
                <a:cs typeface="微软雅黑"/>
              </a:defRPr>
            </a:pPr>
            <a:r>
              <a:rPr sz="1800" b="1">
                <a:solidFill>
                  <a:srgbClr val="1C3C5D"/>
                </a:solidFill>
                <a:latin typeface="微软雅黑"/>
                <a:ea typeface="微软雅黑"/>
                <a:cs typeface="微软雅黑"/>
              </a:rPr>
              <a:t>工作流、设备模型与状态机</a:t>
            </a:r>
          </a:p>
          <a:p xmlns:a="http://schemas.openxmlformats.org/drawingml/2006/main">
            <a:pPr algn="ctr">
              <a:lnSpc>
                <a:spcPct val="108000"/>
              </a:lnSpc>
              <a:spcAft>
                <a:spcPts val="650"/>
              </a:spcAft>
              <a:buNone/>
              <a:defRPr sz="1800" b="1">
                <a:solidFill>
                  <a:srgbClr val="1C3C5D"/>
                </a:solidFill>
                <a:latin typeface="微软雅黑"/>
                <a:ea typeface="微软雅黑"/>
                <a:cs typeface="微软雅黑"/>
              </a:defRPr>
            </a:pPr>
            <a:r>
              <a:rPr sz="1800" b="1">
                <a:solidFill>
                  <a:srgbClr val="1C3C5D"/>
                </a:solidFill>
                <a:latin typeface="微软雅黑"/>
                <a:ea typeface="微软雅黑"/>
                <a:cs typeface="微软雅黑"/>
              </a:rPr>
              <a:t>约束检查共同参与</a:t>
            </a:r>
          </a:p>
        </p:txBody>
      </p:sp>
      <p:sp>
        <p:nvSpPr>
          <p:cNvPr id="12" name="anchor-380">
            <a:extLst xmlns:a="http://schemas.openxmlformats.org/drawingml/2006/main">
              <a:ext uri="{FF2B5EF4-FFF2-40B4-BE49-F238E27FC236}">
                <a16:creationId xmlns:a16="http://schemas.microsoft.com/office/drawing/2014/main" id="{BCE84DC9-442E-4C63-B4D3-3938413A55D3}"/>
              </a:ext>
            </a:extLst>
          </p:cNvPr>
          <p:cNvSpPr>
            <a:spLocks xmlns:a="http://schemas.openxmlformats.org/drawingml/2006/main" noGrp="1"/>
          </p:cNvSpPr>
          <p:nvPr/>
        </p:nvSpPr>
        <p:spPr>
          <a:xfrm xmlns:a="http://schemas.openxmlformats.org/drawingml/2006/main">
            <a:off x="2990850" y="2609850"/>
            <a:ext cx="19050" cy="19050"/>
          </a:xfrm>
          <a:prstGeom xmlns:a="http://schemas.openxmlformats.org/drawingml/2006/main" prst="rect">
            <a:avLst/>
          </a:prstGeom>
          <a:noFill xmlns:a="http://schemas.openxmlformats.org/drawingml/2006/main"/>
          <a:ln xmlns:a="http://schemas.openxmlformats.org/drawingml/2006/main" w="0">
            <a:noFill/>
          </a:ln>
        </p:spPr>
      </p:sp>
      <p:sp>
        <p:nvSpPr>
          <p:cNvPr id="13" name="anchor-381">
            <a:extLst xmlns:a="http://schemas.openxmlformats.org/drawingml/2006/main">
              <a:ext uri="{FF2B5EF4-FFF2-40B4-BE49-F238E27FC236}">
                <a16:creationId xmlns:a16="http://schemas.microsoft.com/office/drawing/2014/main" id="{32CB0521-7B65-446C-85CB-EFCD77DB2FBF}"/>
              </a:ext>
            </a:extLst>
          </p:cNvPr>
          <p:cNvSpPr>
            <a:spLocks xmlns:a="http://schemas.openxmlformats.org/drawingml/2006/main" noGrp="1"/>
          </p:cNvSpPr>
          <p:nvPr/>
        </p:nvSpPr>
        <p:spPr>
          <a:xfrm xmlns:a="http://schemas.openxmlformats.org/drawingml/2006/main">
            <a:off x="4371975" y="2609850"/>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58" name=""/>
          <p:cNvCxnSpPr>
            <a:stCxn xmlns:a="http://schemas.openxmlformats.org/drawingml/2006/main" id="12" idx="3"/>
            <a:endCxn xmlns:a="http://schemas.openxmlformats.org/drawingml/2006/main" id="13" idx="1"/>
          </p:cNvCxnSpPr>
          <p:nvPr/>
        </p:nvCxnSpPr>
        <p:spPr>
          <a:xfrm xmlns:a="http://schemas.openxmlformats.org/drawingml/2006/main">
            <a:off x="3009900" y="2619375"/>
            <a:ext cx="1362075" cy="0"/>
          </a:xfrm>
          <a:prstGeom xmlns:a="http://schemas.openxmlformats.org/drawingml/2006/main" prst="straightConnector1">
            <a:avLst/>
          </a:prstGeom>
          <a:ln xmlns:a="http://schemas.openxmlformats.org/drawingml/2006/main" w="19050">
            <a:solidFill>
              <a:srgbClr val="2774AC"/>
            </a:solidFill>
            <a:prstDash val="solid"/>
            <a:tailEnd type="triangle" w="med" len="med"/>
          </a:ln>
        </p:spPr>
      </p:cxnSp>
      <p:sp>
        <p:nvSpPr>
          <p:cNvPr id="15" name="diagram-382">
            <a:extLst xmlns:a="http://schemas.openxmlformats.org/drawingml/2006/main">
              <a:ext uri="{FF2B5EF4-FFF2-40B4-BE49-F238E27FC236}">
                <a16:creationId xmlns:a16="http://schemas.microsoft.com/office/drawing/2014/main" id="{7564A90D-167F-47B0-BD2C-2DCEBD271C86}"/>
              </a:ext>
            </a:extLst>
          </p:cNvPr>
          <p:cNvSpPr>
            <a:spLocks xmlns:a="http://schemas.openxmlformats.org/drawingml/2006/main" noGrp="1"/>
          </p:cNvSpPr>
          <p:nvPr/>
        </p:nvSpPr>
        <p:spPr>
          <a:xfrm xmlns:a="http://schemas.openxmlformats.org/drawingml/2006/main">
            <a:off x="4381500" y="4429125"/>
            <a:ext cx="3571875" cy="1000125"/>
          </a:xfrm>
          <a:prstGeom xmlns:a="http://schemas.openxmlformats.org/drawingml/2006/main" prst="roundRect">
            <a:avLst>
              <a:gd name="adj" fmla="val 7619"/>
            </a:avLst>
          </a:prstGeom>
          <a:solidFill xmlns:a="http://schemas.openxmlformats.org/drawingml/2006/main">
            <a:srgbClr val="E9F5F2"/>
          </a:solidFill>
          <a:ln xmlns:a="http://schemas.openxmlformats.org/drawingml/2006/main" w="13335">
            <a:solidFill>
              <a:srgbClr val="178477"/>
            </a:solidFill>
          </a:ln>
        </p:spPr>
        <p:txBody>
          <a:bodyPr xmlns:a="http://schemas.openxmlformats.org/drawingml/2006/main" wrap="square" lIns="76200" tIns="76200" rIns="76200" bIns="76200" anchor="ctr">
            <a:noAutofit/>
          </a:bodyPr>
          <a:lstStyle xmlns:a="http://schemas.openxmlformats.org/drawingml/2006/main"/>
          <a:p xmlns:a="http://schemas.openxmlformats.org/drawingml/2006/main">
            <a:pPr algn="ctr">
              <a:lnSpc>
                <a:spcPct val="108000"/>
              </a:lnSpc>
              <a:spcAft>
                <a:spcPts val="650"/>
              </a:spcAft>
              <a:buNone/>
              <a:defRPr sz="1875" b="1">
                <a:solidFill>
                  <a:srgbClr val="1C3C5D"/>
                </a:solidFill>
                <a:latin typeface="微软雅黑"/>
                <a:ea typeface="微软雅黑"/>
                <a:cs typeface="微软雅黑"/>
              </a:defRPr>
            </a:pPr>
            <a:r>
              <a:rPr sz="1875" b="1">
                <a:solidFill>
                  <a:srgbClr val="1C3C5D"/>
                </a:solidFill>
                <a:latin typeface="微软雅黑"/>
                <a:ea typeface="微软雅黑"/>
                <a:cs typeface="微软雅黑"/>
              </a:rPr>
              <a:t>仿真 Adapter</a:t>
            </a:r>
          </a:p>
          <a:p xmlns:a="http://schemas.openxmlformats.org/drawingml/2006/main">
            <a:pPr algn="ctr">
              <a:lnSpc>
                <a:spcPct val="108000"/>
              </a:lnSpc>
              <a:spcAft>
                <a:spcPts val="650"/>
              </a:spcAft>
              <a:buNone/>
              <a:defRPr sz="1875" b="1">
                <a:solidFill>
                  <a:srgbClr val="1C3C5D"/>
                </a:solidFill>
                <a:latin typeface="微软雅黑"/>
                <a:ea typeface="微软雅黑"/>
                <a:cs typeface="微软雅黑"/>
              </a:defRPr>
            </a:pPr>
            <a:r>
              <a:rPr sz="1875" b="1">
                <a:solidFill>
                  <a:srgbClr val="1C3C5D"/>
                </a:solidFill>
                <a:latin typeface="微软雅黑"/>
                <a:ea typeface="微软雅黑"/>
                <a:cs typeface="微软雅黑"/>
              </a:rPr>
              <a:t>模拟状态与实验数据</a:t>
            </a:r>
          </a:p>
        </p:txBody>
      </p:sp>
      <p:sp>
        <p:nvSpPr>
          <p:cNvPr id="16" name="diagram-383">
            <a:extLst xmlns:a="http://schemas.openxmlformats.org/drawingml/2006/main">
              <a:ext uri="{FF2B5EF4-FFF2-40B4-BE49-F238E27FC236}">
                <a16:creationId xmlns:a16="http://schemas.microsoft.com/office/drawing/2014/main" id="{E96EB0AE-A239-4163-96FA-8C7D91DF116A}"/>
              </a:ext>
            </a:extLst>
          </p:cNvPr>
          <p:cNvSpPr>
            <a:spLocks xmlns:a="http://schemas.openxmlformats.org/drawingml/2006/main" noGrp="1"/>
          </p:cNvSpPr>
          <p:nvPr/>
        </p:nvSpPr>
        <p:spPr>
          <a:xfrm xmlns:a="http://schemas.openxmlformats.org/drawingml/2006/main">
            <a:off x="9115425" y="2143125"/>
            <a:ext cx="2447925" cy="1047750"/>
          </a:xfrm>
          <a:prstGeom xmlns:a="http://schemas.openxmlformats.org/drawingml/2006/main" prst="roundRect">
            <a:avLst>
              <a:gd name="adj" fmla="val 7273"/>
            </a:avLst>
          </a:prstGeom>
          <a:solidFill xmlns:a="http://schemas.openxmlformats.org/drawingml/2006/main">
            <a:srgbClr val="FCF2E4"/>
          </a:solidFill>
          <a:ln xmlns:a="http://schemas.openxmlformats.org/drawingml/2006/main" w="13335">
            <a:solidFill>
              <a:srgbClr val="B77623"/>
            </a:solidFill>
          </a:ln>
        </p:spPr>
        <p:txBody>
          <a:bodyPr xmlns:a="http://schemas.openxmlformats.org/drawingml/2006/main" wrap="square" lIns="76200" tIns="76200" rIns="76200" bIns="76200" anchor="ctr">
            <a:noAutofit/>
          </a:bodyPr>
          <a:lstStyle xmlns:a="http://schemas.openxmlformats.org/drawingml/2006/main"/>
          <a:p xmlns:a="http://schemas.openxmlformats.org/drawingml/2006/main">
            <a:pPr algn="ctr">
              <a:lnSpc>
                <a:spcPct val="108000"/>
              </a:lnSpc>
              <a:spcAft>
                <a:spcPts val="800"/>
              </a:spcAft>
              <a:buNone/>
              <a:defRPr sz="1800" b="1">
                <a:solidFill>
                  <a:srgbClr val="1C3C5D"/>
                </a:solidFill>
                <a:latin typeface="微软雅黑"/>
                <a:ea typeface="微软雅黑"/>
                <a:cs typeface="微软雅黑"/>
              </a:defRPr>
            </a:pPr>
            <a:r>
              <a:rPr sz="1800" b="1">
                <a:solidFill>
                  <a:srgbClr val="1C3C5D"/>
                </a:solidFill>
                <a:latin typeface="微软雅黑"/>
                <a:ea typeface="微软雅黑"/>
                <a:cs typeface="微软雅黑"/>
              </a:rPr>
              <a:t>通过仿真评估</a:t>
            </a:r>
          </a:p>
          <a:p xmlns:a="http://schemas.openxmlformats.org/drawingml/2006/main">
            <a:pPr algn="ctr">
              <a:lnSpc>
                <a:spcPct val="108000"/>
              </a:lnSpc>
              <a:spcAft>
                <a:spcPts val="800"/>
              </a:spcAft>
              <a:buNone/>
              <a:defRPr sz="1800" b="1">
                <a:solidFill>
                  <a:srgbClr val="1C3C5D"/>
                </a:solidFill>
                <a:latin typeface="微软雅黑"/>
                <a:ea typeface="微软雅黑"/>
                <a:cs typeface="微软雅黑"/>
              </a:defRPr>
            </a:pPr>
            <a:r>
              <a:rPr sz="1800" b="1">
                <a:solidFill>
                  <a:srgbClr val="1C3C5D"/>
                </a:solidFill>
                <a:latin typeface="微软雅黑"/>
                <a:ea typeface="微软雅黑"/>
                <a:cs typeface="微软雅黑"/>
              </a:rPr>
              <a:t>满足上机条件</a:t>
            </a:r>
          </a:p>
        </p:txBody>
      </p:sp>
      <p:sp>
        <p:nvSpPr>
          <p:cNvPr id="17" name="diagram-384">
            <a:extLst xmlns:a="http://schemas.openxmlformats.org/drawingml/2006/main">
              <a:ext uri="{FF2B5EF4-FFF2-40B4-BE49-F238E27FC236}">
                <a16:creationId xmlns:a16="http://schemas.microsoft.com/office/drawing/2014/main" id="{A5973F14-FA1F-4D3D-9B4E-529B0A11C468}"/>
              </a:ext>
            </a:extLst>
          </p:cNvPr>
          <p:cNvSpPr>
            <a:spLocks xmlns:a="http://schemas.openxmlformats.org/drawingml/2006/main" noGrp="1"/>
          </p:cNvSpPr>
          <p:nvPr/>
        </p:nvSpPr>
        <p:spPr>
          <a:xfrm xmlns:a="http://schemas.openxmlformats.org/drawingml/2006/main">
            <a:off x="9115425" y="4429125"/>
            <a:ext cx="2447925" cy="1000125"/>
          </a:xfrm>
          <a:prstGeom xmlns:a="http://schemas.openxmlformats.org/drawingml/2006/main" prst="roundRect">
            <a:avLst>
              <a:gd name="adj" fmla="val 7619"/>
            </a:avLst>
          </a:prstGeom>
          <a:solidFill xmlns:a="http://schemas.openxmlformats.org/drawingml/2006/main">
            <a:srgbClr val="EAF2F8"/>
          </a:solidFill>
          <a:ln xmlns:a="http://schemas.openxmlformats.org/drawingml/2006/main" w="13335">
            <a:solidFill>
              <a:srgbClr val="9BB7CC"/>
            </a:solidFill>
          </a:ln>
        </p:spPr>
        <p:txBody>
          <a:bodyPr xmlns:a="http://schemas.openxmlformats.org/drawingml/2006/main" wrap="square" lIns="76200" tIns="76200" rIns="76200" bIns="76200" anchor="ctr">
            <a:noAutofit/>
          </a:bodyPr>
          <a:lstStyle xmlns:a="http://schemas.openxmlformats.org/drawingml/2006/main"/>
          <a:p xmlns:a="http://schemas.openxmlformats.org/drawingml/2006/main">
            <a:pPr algn="ctr">
              <a:lnSpc>
                <a:spcPct val="108000"/>
              </a:lnSpc>
              <a:spcAft>
                <a:spcPts val="650"/>
              </a:spcAft>
              <a:buNone/>
              <a:defRPr sz="1875" b="1">
                <a:solidFill>
                  <a:srgbClr val="1C3C5D"/>
                </a:solidFill>
                <a:latin typeface="微软雅黑"/>
                <a:ea typeface="微软雅黑"/>
                <a:cs typeface="微软雅黑"/>
              </a:defRPr>
            </a:pPr>
            <a:r>
              <a:rPr sz="1875" b="1">
                <a:solidFill>
                  <a:srgbClr val="1C3C5D"/>
                </a:solidFill>
                <a:latin typeface="微软雅黑"/>
                <a:ea typeface="微软雅黑"/>
                <a:cs typeface="微软雅黑"/>
              </a:rPr>
              <a:t>实机 Adapter</a:t>
            </a:r>
          </a:p>
          <a:p xmlns:a="http://schemas.openxmlformats.org/drawingml/2006/main">
            <a:pPr algn="ctr">
              <a:lnSpc>
                <a:spcPct val="108000"/>
              </a:lnSpc>
              <a:spcAft>
                <a:spcPts val="650"/>
              </a:spcAft>
              <a:buNone/>
              <a:defRPr sz="1875" b="1">
                <a:solidFill>
                  <a:srgbClr val="1C3C5D"/>
                </a:solidFill>
                <a:latin typeface="微软雅黑"/>
                <a:ea typeface="微软雅黑"/>
                <a:cs typeface="微软雅黑"/>
              </a:defRPr>
            </a:pPr>
            <a:r>
              <a:rPr sz="1875" b="1">
                <a:solidFill>
                  <a:srgbClr val="1C3C5D"/>
                </a:solidFill>
                <a:latin typeface="微软雅黑"/>
                <a:ea typeface="微软雅黑"/>
                <a:cs typeface="微软雅黑"/>
              </a:rPr>
              <a:t>物理设备执行</a:t>
            </a:r>
          </a:p>
        </p:txBody>
      </p:sp>
      <p:sp>
        <p:nvSpPr>
          <p:cNvPr id="18" name="anchor-385">
            <a:extLst xmlns:a="http://schemas.openxmlformats.org/drawingml/2006/main">
              <a:ext uri="{FF2B5EF4-FFF2-40B4-BE49-F238E27FC236}">
                <a16:creationId xmlns:a16="http://schemas.microsoft.com/office/drawing/2014/main" id="{3ABE54B7-6044-4B33-810D-39A8E16781DF}"/>
              </a:ext>
            </a:extLst>
          </p:cNvPr>
          <p:cNvSpPr>
            <a:spLocks xmlns:a="http://schemas.openxmlformats.org/drawingml/2006/main" noGrp="1"/>
          </p:cNvSpPr>
          <p:nvPr/>
        </p:nvSpPr>
        <p:spPr>
          <a:xfrm xmlns:a="http://schemas.openxmlformats.org/drawingml/2006/main">
            <a:off x="7943850" y="2571750"/>
            <a:ext cx="19050" cy="19050"/>
          </a:xfrm>
          <a:prstGeom xmlns:a="http://schemas.openxmlformats.org/drawingml/2006/main" prst="rect">
            <a:avLst/>
          </a:prstGeom>
          <a:noFill xmlns:a="http://schemas.openxmlformats.org/drawingml/2006/main"/>
          <a:ln xmlns:a="http://schemas.openxmlformats.org/drawingml/2006/main" w="0">
            <a:noFill/>
          </a:ln>
        </p:spPr>
      </p:sp>
      <p:sp>
        <p:nvSpPr>
          <p:cNvPr id="19" name="anchor-386">
            <a:extLst xmlns:a="http://schemas.openxmlformats.org/drawingml/2006/main">
              <a:ext uri="{FF2B5EF4-FFF2-40B4-BE49-F238E27FC236}">
                <a16:creationId xmlns:a16="http://schemas.microsoft.com/office/drawing/2014/main" id="{2FD725C6-0777-4BD3-9E23-2EB7AA550715}"/>
              </a:ext>
            </a:extLst>
          </p:cNvPr>
          <p:cNvSpPr>
            <a:spLocks xmlns:a="http://schemas.openxmlformats.org/drawingml/2006/main" noGrp="1"/>
          </p:cNvSpPr>
          <p:nvPr/>
        </p:nvSpPr>
        <p:spPr>
          <a:xfrm xmlns:a="http://schemas.openxmlformats.org/drawingml/2006/main">
            <a:off x="9105900" y="2571750"/>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64" name=""/>
          <p:cNvCxnSpPr>
            <a:stCxn xmlns:a="http://schemas.openxmlformats.org/drawingml/2006/main" id="18" idx="3"/>
            <a:endCxn xmlns:a="http://schemas.openxmlformats.org/drawingml/2006/main" id="19" idx="1"/>
          </p:cNvCxnSpPr>
          <p:nvPr/>
        </p:nvCxnSpPr>
        <p:spPr>
          <a:xfrm xmlns:a="http://schemas.openxmlformats.org/drawingml/2006/main">
            <a:off x="7962900" y="2581275"/>
            <a:ext cx="1143000" cy="0"/>
          </a:xfrm>
          <a:prstGeom xmlns:a="http://schemas.openxmlformats.org/drawingml/2006/main" prst="straightConnector1">
            <a:avLst/>
          </a:prstGeom>
          <a:ln xmlns:a="http://schemas.openxmlformats.org/drawingml/2006/main" w="19050">
            <a:solidFill>
              <a:srgbClr val="2774AC"/>
            </a:solidFill>
            <a:prstDash val="solid"/>
            <a:tailEnd type="triangle" w="med" len="med"/>
          </a:ln>
        </p:spPr>
      </p:cxnSp>
      <p:sp>
        <p:nvSpPr>
          <p:cNvPr id="21" name="anchor-387">
            <a:extLst xmlns:a="http://schemas.openxmlformats.org/drawingml/2006/main">
              <a:ext uri="{FF2B5EF4-FFF2-40B4-BE49-F238E27FC236}">
                <a16:creationId xmlns:a16="http://schemas.microsoft.com/office/drawing/2014/main" id="{E06B5EB6-E564-4967-955E-DB2372BAAD01}"/>
              </a:ext>
            </a:extLst>
          </p:cNvPr>
          <p:cNvSpPr>
            <a:spLocks xmlns:a="http://schemas.openxmlformats.org/drawingml/2006/main" noGrp="1"/>
          </p:cNvSpPr>
          <p:nvPr/>
        </p:nvSpPr>
        <p:spPr>
          <a:xfrm xmlns:a="http://schemas.openxmlformats.org/drawingml/2006/main">
            <a:off x="6162675" y="3305175"/>
            <a:ext cx="19050" cy="19050"/>
          </a:xfrm>
          <a:prstGeom xmlns:a="http://schemas.openxmlformats.org/drawingml/2006/main" prst="rect">
            <a:avLst/>
          </a:prstGeom>
          <a:noFill xmlns:a="http://schemas.openxmlformats.org/drawingml/2006/main"/>
          <a:ln xmlns:a="http://schemas.openxmlformats.org/drawingml/2006/main" w="0">
            <a:noFill/>
          </a:ln>
        </p:spPr>
      </p:sp>
      <p:sp>
        <p:nvSpPr>
          <p:cNvPr id="22" name="anchor-388">
            <a:extLst xmlns:a="http://schemas.openxmlformats.org/drawingml/2006/main">
              <a:ext uri="{FF2B5EF4-FFF2-40B4-BE49-F238E27FC236}">
                <a16:creationId xmlns:a16="http://schemas.microsoft.com/office/drawing/2014/main" id="{60B9D054-4BC2-4393-9611-61A4E7435EA7}"/>
              </a:ext>
            </a:extLst>
          </p:cNvPr>
          <p:cNvSpPr>
            <a:spLocks xmlns:a="http://schemas.openxmlformats.org/drawingml/2006/main" noGrp="1"/>
          </p:cNvSpPr>
          <p:nvPr/>
        </p:nvSpPr>
        <p:spPr>
          <a:xfrm xmlns:a="http://schemas.openxmlformats.org/drawingml/2006/main">
            <a:off x="6162675" y="4419600"/>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67" name=""/>
          <p:cNvCxnSpPr>
            <a:stCxn xmlns:a="http://schemas.openxmlformats.org/drawingml/2006/main" id="21" idx="2"/>
            <a:endCxn xmlns:a="http://schemas.openxmlformats.org/drawingml/2006/main" id="22" idx="0"/>
          </p:cNvCxnSpPr>
          <p:nvPr/>
        </p:nvCxnSpPr>
        <p:spPr>
          <a:xfrm xmlns:a="http://schemas.openxmlformats.org/drawingml/2006/main">
            <a:off x="6172200" y="3324225"/>
            <a:ext cx="0" cy="1095375"/>
          </a:xfrm>
          <a:prstGeom xmlns:a="http://schemas.openxmlformats.org/drawingml/2006/main" prst="straightConnector1">
            <a:avLst/>
          </a:prstGeom>
          <a:ln xmlns:a="http://schemas.openxmlformats.org/drawingml/2006/main" w="19050">
            <a:solidFill>
              <a:srgbClr val="2774AC"/>
            </a:solidFill>
            <a:prstDash val="solid"/>
            <a:tailEnd type="triangle" w="med" len="med"/>
          </a:ln>
        </p:spPr>
      </p:cxnSp>
      <p:sp>
        <p:nvSpPr>
          <p:cNvPr id="24" name="text-389">
            <a:extLst xmlns:a="http://schemas.openxmlformats.org/drawingml/2006/main">
              <a:ext uri="{FF2B5EF4-FFF2-40B4-BE49-F238E27FC236}">
                <a16:creationId xmlns:a16="http://schemas.microsoft.com/office/drawing/2014/main" id="{0A1B94DF-33C9-4958-95EC-F4DDEF8C6805}"/>
              </a:ext>
            </a:extLst>
          </p:cNvPr>
          <p:cNvSpPr>
            <a:spLocks xmlns:a="http://schemas.openxmlformats.org/drawingml/2006/main" noGrp="1"/>
          </p:cNvSpPr>
          <p:nvPr/>
        </p:nvSpPr>
        <p:spPr>
          <a:xfrm xmlns:a="http://schemas.openxmlformats.org/drawingml/2006/main">
            <a:off x="6362700" y="3686175"/>
            <a:ext cx="1562100" cy="27622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2000"/>
              </a:lnSpc>
              <a:spcBef>
                <a:spcPts val="0"/>
              </a:spcBef>
              <a:spcAft>
                <a:spcPts val="0"/>
              </a:spcAft>
              <a:buNone/>
              <a:defRPr sz="1500" b="0">
                <a:solidFill>
                  <a:srgbClr val="2774AC"/>
                </a:solidFill>
                <a:latin typeface="微软雅黑"/>
                <a:ea typeface="微软雅黑"/>
                <a:cs typeface="微软雅黑"/>
              </a:defRPr>
            </a:pPr>
            <a:r>
              <a:rPr sz="1500" b="0">
                <a:solidFill>
                  <a:srgbClr val="2774AC"/>
                </a:solidFill>
                <a:latin typeface="微软雅黑"/>
                <a:ea typeface="微软雅黑"/>
                <a:cs typeface="微软雅黑"/>
              </a:rPr>
              <a:t>进入仿真执行</a:t>
            </a:r>
          </a:p>
        </p:txBody>
      </p:sp>
      <p:sp>
        <p:nvSpPr>
          <p:cNvPr id="25" name="anchor-390">
            <a:extLst xmlns:a="http://schemas.openxmlformats.org/drawingml/2006/main">
              <a:ext uri="{FF2B5EF4-FFF2-40B4-BE49-F238E27FC236}">
                <a16:creationId xmlns:a16="http://schemas.microsoft.com/office/drawing/2014/main" id="{6AF74291-987C-4927-8751-9BC373B24963}"/>
              </a:ext>
            </a:extLst>
          </p:cNvPr>
          <p:cNvSpPr>
            <a:spLocks xmlns:a="http://schemas.openxmlformats.org/drawingml/2006/main" noGrp="1"/>
          </p:cNvSpPr>
          <p:nvPr/>
        </p:nvSpPr>
        <p:spPr>
          <a:xfrm xmlns:a="http://schemas.openxmlformats.org/drawingml/2006/main">
            <a:off x="10325100" y="3181350"/>
            <a:ext cx="19050" cy="19050"/>
          </a:xfrm>
          <a:prstGeom xmlns:a="http://schemas.openxmlformats.org/drawingml/2006/main" prst="rect">
            <a:avLst/>
          </a:prstGeom>
          <a:noFill xmlns:a="http://schemas.openxmlformats.org/drawingml/2006/main"/>
          <a:ln xmlns:a="http://schemas.openxmlformats.org/drawingml/2006/main" w="0">
            <a:noFill/>
          </a:ln>
        </p:spPr>
      </p:sp>
      <p:sp>
        <p:nvSpPr>
          <p:cNvPr id="26" name="anchor-391">
            <a:extLst xmlns:a="http://schemas.openxmlformats.org/drawingml/2006/main">
              <a:ext uri="{FF2B5EF4-FFF2-40B4-BE49-F238E27FC236}">
                <a16:creationId xmlns:a16="http://schemas.microsoft.com/office/drawing/2014/main" id="{0059B141-890B-4BCA-9906-DB095AE93F2E}"/>
              </a:ext>
            </a:extLst>
          </p:cNvPr>
          <p:cNvSpPr>
            <a:spLocks xmlns:a="http://schemas.openxmlformats.org/drawingml/2006/main" noGrp="1"/>
          </p:cNvSpPr>
          <p:nvPr/>
        </p:nvSpPr>
        <p:spPr>
          <a:xfrm xmlns:a="http://schemas.openxmlformats.org/drawingml/2006/main">
            <a:off x="10325100" y="4419600"/>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71" name=""/>
          <p:cNvCxnSpPr>
            <a:stCxn xmlns:a="http://schemas.openxmlformats.org/drawingml/2006/main" id="25" idx="2"/>
            <a:endCxn xmlns:a="http://schemas.openxmlformats.org/drawingml/2006/main" id="26" idx="0"/>
          </p:cNvCxnSpPr>
          <p:nvPr/>
        </p:nvCxnSpPr>
        <p:spPr>
          <a:xfrm xmlns:a="http://schemas.openxmlformats.org/drawingml/2006/main">
            <a:off x="10334625" y="3200400"/>
            <a:ext cx="0" cy="1219200"/>
          </a:xfrm>
          <a:prstGeom xmlns:a="http://schemas.openxmlformats.org/drawingml/2006/main" prst="straightConnector1">
            <a:avLst/>
          </a:prstGeom>
          <a:ln xmlns:a="http://schemas.openxmlformats.org/drawingml/2006/main" w="19050">
            <a:solidFill>
              <a:srgbClr val="2774AC"/>
            </a:solidFill>
            <a:prstDash val="solid"/>
            <a:tailEnd type="triangle" w="med" len="med"/>
          </a:ln>
        </p:spPr>
      </p:cxnSp>
      <p:sp>
        <p:nvSpPr>
          <p:cNvPr id="28" name="text-392">
            <a:extLst xmlns:a="http://schemas.openxmlformats.org/drawingml/2006/main">
              <a:ext uri="{FF2B5EF4-FFF2-40B4-BE49-F238E27FC236}">
                <a16:creationId xmlns:a16="http://schemas.microsoft.com/office/drawing/2014/main" id="{6584F186-042E-4FDE-BADC-508891F8F146}"/>
              </a:ext>
            </a:extLst>
          </p:cNvPr>
          <p:cNvSpPr>
            <a:spLocks xmlns:a="http://schemas.openxmlformats.org/drawingml/2006/main" noGrp="1"/>
          </p:cNvSpPr>
          <p:nvPr/>
        </p:nvSpPr>
        <p:spPr>
          <a:xfrm xmlns:a="http://schemas.openxmlformats.org/drawingml/2006/main">
            <a:off x="10477500" y="3686175"/>
            <a:ext cx="1133475" cy="27622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2000"/>
              </a:lnSpc>
              <a:spcBef>
                <a:spcPts val="0"/>
              </a:spcBef>
              <a:spcAft>
                <a:spcPts val="0"/>
              </a:spcAft>
              <a:buNone/>
              <a:defRPr sz="1500" b="0">
                <a:solidFill>
                  <a:srgbClr val="2774AC"/>
                </a:solidFill>
                <a:latin typeface="微软雅黑"/>
                <a:ea typeface="微软雅黑"/>
                <a:cs typeface="微软雅黑"/>
              </a:defRPr>
            </a:pPr>
            <a:r>
              <a:rPr sz="1500" b="0">
                <a:solidFill>
                  <a:srgbClr val="2774AC"/>
                </a:solidFill>
                <a:latin typeface="微软雅黑"/>
                <a:ea typeface="微软雅黑"/>
                <a:cs typeface="微软雅黑"/>
              </a:rPr>
              <a:t>进入实机</a:t>
            </a:r>
          </a:p>
        </p:txBody>
      </p:sp>
      <p:sp>
        <p:nvSpPr>
          <p:cNvPr id="29" name="diagram-393">
            <a:extLst xmlns:a="http://schemas.openxmlformats.org/drawingml/2006/main">
              <a:ext uri="{FF2B5EF4-FFF2-40B4-BE49-F238E27FC236}">
                <a16:creationId xmlns:a16="http://schemas.microsoft.com/office/drawing/2014/main" id="{B2F585D9-A8A4-4522-AD2C-E3401FC058E0}"/>
              </a:ext>
            </a:extLst>
          </p:cNvPr>
          <p:cNvSpPr>
            <a:spLocks xmlns:a="http://schemas.openxmlformats.org/drawingml/2006/main" noGrp="1"/>
          </p:cNvSpPr>
          <p:nvPr/>
        </p:nvSpPr>
        <p:spPr>
          <a:xfrm xmlns:a="http://schemas.openxmlformats.org/drawingml/2006/main">
            <a:off x="619125" y="4429125"/>
            <a:ext cx="2381250" cy="1000125"/>
          </a:xfrm>
          <a:prstGeom xmlns:a="http://schemas.openxmlformats.org/drawingml/2006/main" prst="roundRect">
            <a:avLst>
              <a:gd name="adj" fmla="val 7619"/>
            </a:avLst>
          </a:prstGeom>
          <a:solidFill xmlns:a="http://schemas.openxmlformats.org/drawingml/2006/main">
            <a:srgbClr val="E9F5F2"/>
          </a:solidFill>
          <a:ln xmlns:a="http://schemas.openxmlformats.org/drawingml/2006/main" w="13335">
            <a:solidFill>
              <a:srgbClr val="178477"/>
            </a:solidFill>
          </a:ln>
        </p:spPr>
        <p:txBody>
          <a:bodyPr xmlns:a="http://schemas.openxmlformats.org/drawingml/2006/main" wrap="square" lIns="76200" tIns="76200" rIns="76200" bIns="76200" anchor="ctr">
            <a:noAutofit/>
          </a:bodyPr>
          <a:lstStyle xmlns:a="http://schemas.openxmlformats.org/drawingml/2006/main"/>
          <a:p xmlns:a="http://schemas.openxmlformats.org/drawingml/2006/main">
            <a:pPr algn="ctr">
              <a:lnSpc>
                <a:spcPct val="108000"/>
              </a:lnSpc>
              <a:spcAft>
                <a:spcPts val="750"/>
              </a:spcAft>
              <a:buNone/>
              <a:defRPr sz="1875" b="1">
                <a:solidFill>
                  <a:srgbClr val="1C3C5D"/>
                </a:solidFill>
                <a:latin typeface="微软雅黑"/>
                <a:ea typeface="微软雅黑"/>
                <a:cs typeface="微软雅黑"/>
              </a:defRPr>
            </a:pPr>
            <a:r>
              <a:rPr sz="1875" b="1">
                <a:solidFill>
                  <a:srgbClr val="1C3C5D"/>
                </a:solidFill>
                <a:latin typeface="微软雅黑"/>
                <a:ea typeface="微软雅黑"/>
                <a:cs typeface="微软雅黑"/>
              </a:rPr>
              <a:t>模拟反馈</a:t>
            </a:r>
          </a:p>
          <a:p xmlns:a="http://schemas.openxmlformats.org/drawingml/2006/main">
            <a:pPr algn="ctr">
              <a:lnSpc>
                <a:spcPct val="108000"/>
              </a:lnSpc>
              <a:spcAft>
                <a:spcPts val="750"/>
              </a:spcAft>
              <a:buNone/>
              <a:defRPr sz="1875" b="1">
                <a:solidFill>
                  <a:srgbClr val="1C3C5D"/>
                </a:solidFill>
                <a:latin typeface="微软雅黑"/>
                <a:ea typeface="微软雅黑"/>
                <a:cs typeface="微软雅黑"/>
              </a:defRPr>
            </a:pPr>
            <a:r>
              <a:rPr sz="1875" b="1">
                <a:solidFill>
                  <a:srgbClr val="1C3C5D"/>
                </a:solidFill>
                <a:latin typeface="微软雅黑"/>
                <a:ea typeface="微软雅黑"/>
                <a:cs typeface="微软雅黑"/>
              </a:rPr>
              <a:t>大模型调整方案</a:t>
            </a:r>
          </a:p>
        </p:txBody>
      </p:sp>
      <p:sp>
        <p:nvSpPr>
          <p:cNvPr id="30" name="anchor-394">
            <a:extLst xmlns:a="http://schemas.openxmlformats.org/drawingml/2006/main">
              <a:ext uri="{FF2B5EF4-FFF2-40B4-BE49-F238E27FC236}">
                <a16:creationId xmlns:a16="http://schemas.microsoft.com/office/drawing/2014/main" id="{09AEA9C2-1E54-4B2E-A6AB-6DB0E93E7D2C}"/>
              </a:ext>
            </a:extLst>
          </p:cNvPr>
          <p:cNvSpPr>
            <a:spLocks xmlns:a="http://schemas.openxmlformats.org/drawingml/2006/main" noGrp="1"/>
          </p:cNvSpPr>
          <p:nvPr/>
        </p:nvSpPr>
        <p:spPr>
          <a:xfrm xmlns:a="http://schemas.openxmlformats.org/drawingml/2006/main">
            <a:off x="4371975" y="4914900"/>
            <a:ext cx="19050" cy="19050"/>
          </a:xfrm>
          <a:prstGeom xmlns:a="http://schemas.openxmlformats.org/drawingml/2006/main" prst="rect">
            <a:avLst/>
          </a:prstGeom>
          <a:noFill xmlns:a="http://schemas.openxmlformats.org/drawingml/2006/main"/>
          <a:ln xmlns:a="http://schemas.openxmlformats.org/drawingml/2006/main" w="0">
            <a:noFill/>
          </a:ln>
        </p:spPr>
      </p:sp>
      <p:sp>
        <p:nvSpPr>
          <p:cNvPr id="31" name="anchor-395">
            <a:extLst xmlns:a="http://schemas.openxmlformats.org/drawingml/2006/main">
              <a:ext uri="{FF2B5EF4-FFF2-40B4-BE49-F238E27FC236}">
                <a16:creationId xmlns:a16="http://schemas.microsoft.com/office/drawing/2014/main" id="{51690465-6C76-4753-B905-45C4DAFB05F6}"/>
              </a:ext>
            </a:extLst>
          </p:cNvPr>
          <p:cNvSpPr>
            <a:spLocks xmlns:a="http://schemas.openxmlformats.org/drawingml/2006/main" noGrp="1"/>
          </p:cNvSpPr>
          <p:nvPr/>
        </p:nvSpPr>
        <p:spPr>
          <a:xfrm xmlns:a="http://schemas.openxmlformats.org/drawingml/2006/main">
            <a:off x="2990850" y="4914900"/>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76" name=""/>
          <p:cNvCxnSpPr>
            <a:stCxn xmlns:a="http://schemas.openxmlformats.org/drawingml/2006/main" id="30" idx="1"/>
            <a:endCxn xmlns:a="http://schemas.openxmlformats.org/drawingml/2006/main" id="31" idx="3"/>
          </p:cNvCxnSpPr>
          <p:nvPr/>
        </p:nvCxnSpPr>
        <p:spPr>
          <a:xfrm xmlns:a="http://schemas.openxmlformats.org/drawingml/2006/main" flipH="1">
            <a:off x="3009900" y="4924425"/>
            <a:ext cx="1362075" cy="0"/>
          </a:xfrm>
          <a:prstGeom xmlns:a="http://schemas.openxmlformats.org/drawingml/2006/main" prst="straightConnector1">
            <a:avLst/>
          </a:prstGeom>
          <a:ln xmlns:a="http://schemas.openxmlformats.org/drawingml/2006/main" w="19050">
            <a:solidFill>
              <a:srgbClr val="178477"/>
            </a:solidFill>
            <a:prstDash val="dash"/>
            <a:tailEnd type="triangle" w="med" len="med"/>
          </a:ln>
        </p:spPr>
      </p:cxnSp>
      <p:sp>
        <p:nvSpPr>
          <p:cNvPr id="33" name="anchor-396">
            <a:extLst xmlns:a="http://schemas.openxmlformats.org/drawingml/2006/main">
              <a:ext uri="{FF2B5EF4-FFF2-40B4-BE49-F238E27FC236}">
                <a16:creationId xmlns:a16="http://schemas.microsoft.com/office/drawing/2014/main" id="{582B078B-ADDF-4ACA-9580-ABB6E496AD36}"/>
              </a:ext>
            </a:extLst>
          </p:cNvPr>
          <p:cNvSpPr>
            <a:spLocks xmlns:a="http://schemas.openxmlformats.org/drawingml/2006/main" noGrp="1"/>
          </p:cNvSpPr>
          <p:nvPr/>
        </p:nvSpPr>
        <p:spPr>
          <a:xfrm xmlns:a="http://schemas.openxmlformats.org/drawingml/2006/main">
            <a:off x="1800225" y="4419600"/>
            <a:ext cx="19050" cy="19050"/>
          </a:xfrm>
          <a:prstGeom xmlns:a="http://schemas.openxmlformats.org/drawingml/2006/main" prst="rect">
            <a:avLst/>
          </a:prstGeom>
          <a:noFill xmlns:a="http://schemas.openxmlformats.org/drawingml/2006/main"/>
          <a:ln xmlns:a="http://schemas.openxmlformats.org/drawingml/2006/main" w="0">
            <a:noFill/>
          </a:ln>
        </p:spPr>
      </p:sp>
      <p:sp>
        <p:nvSpPr>
          <p:cNvPr id="34" name="anchor-397">
            <a:extLst xmlns:a="http://schemas.openxmlformats.org/drawingml/2006/main">
              <a:ext uri="{FF2B5EF4-FFF2-40B4-BE49-F238E27FC236}">
                <a16:creationId xmlns:a16="http://schemas.microsoft.com/office/drawing/2014/main" id="{C760E7D2-99F5-4E1A-8A52-37AF8A20C118}"/>
              </a:ext>
            </a:extLst>
          </p:cNvPr>
          <p:cNvSpPr>
            <a:spLocks xmlns:a="http://schemas.openxmlformats.org/drawingml/2006/main" noGrp="1"/>
          </p:cNvSpPr>
          <p:nvPr/>
        </p:nvSpPr>
        <p:spPr>
          <a:xfrm xmlns:a="http://schemas.openxmlformats.org/drawingml/2006/main">
            <a:off x="1800225" y="3162300"/>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79" name=""/>
          <p:cNvCxnSpPr>
            <a:stCxn xmlns:a="http://schemas.openxmlformats.org/drawingml/2006/main" id="33" idx="0"/>
            <a:endCxn xmlns:a="http://schemas.openxmlformats.org/drawingml/2006/main" id="34" idx="2"/>
          </p:cNvCxnSpPr>
          <p:nvPr/>
        </p:nvCxnSpPr>
        <p:spPr>
          <a:xfrm xmlns:a="http://schemas.openxmlformats.org/drawingml/2006/main" flipV="1">
            <a:off x="1809750" y="3181350"/>
            <a:ext cx="0" cy="1238250"/>
          </a:xfrm>
          <a:prstGeom xmlns:a="http://schemas.openxmlformats.org/drawingml/2006/main" prst="straightConnector1">
            <a:avLst/>
          </a:prstGeom>
          <a:ln xmlns:a="http://schemas.openxmlformats.org/drawingml/2006/main" w="19050">
            <a:solidFill>
              <a:srgbClr val="178477"/>
            </a:solidFill>
            <a:prstDash val="dash"/>
            <a:tailEnd type="triangle" w="med" len="med"/>
          </a:ln>
        </p:spPr>
      </p:cxnSp>
      <p:sp>
        <p:nvSpPr>
          <p:cNvPr id="36" name="text-398">
            <a:extLst xmlns:a="http://schemas.openxmlformats.org/drawingml/2006/main">
              <a:ext uri="{FF2B5EF4-FFF2-40B4-BE49-F238E27FC236}">
                <a16:creationId xmlns:a16="http://schemas.microsoft.com/office/drawing/2014/main" id="{29EFCDC8-CBE8-46F4-8B87-28A4B4438092}"/>
              </a:ext>
            </a:extLst>
          </p:cNvPr>
          <p:cNvSpPr>
            <a:spLocks xmlns:a="http://schemas.openxmlformats.org/drawingml/2006/main" noGrp="1"/>
          </p:cNvSpPr>
          <p:nvPr/>
        </p:nvSpPr>
        <p:spPr>
          <a:xfrm xmlns:a="http://schemas.openxmlformats.org/drawingml/2006/main">
            <a:off x="619125" y="3686175"/>
            <a:ext cx="1057275" cy="27622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2000"/>
              </a:lnSpc>
              <a:spcBef>
                <a:spcPts val="0"/>
              </a:spcBef>
              <a:spcAft>
                <a:spcPts val="0"/>
              </a:spcAft>
              <a:buNone/>
              <a:defRPr sz="1500" b="0">
                <a:solidFill>
                  <a:srgbClr val="178477"/>
                </a:solidFill>
                <a:latin typeface="微软雅黑"/>
                <a:ea typeface="微软雅黑"/>
                <a:cs typeface="微软雅黑"/>
              </a:defRPr>
            </a:pPr>
            <a:r>
              <a:rPr sz="1500" b="0">
                <a:solidFill>
                  <a:srgbClr val="178477"/>
                </a:solidFill>
                <a:latin typeface="微软雅黑"/>
                <a:ea typeface="微软雅黑"/>
                <a:cs typeface="微软雅黑"/>
              </a:rPr>
              <a:t>再次决策</a:t>
            </a:r>
          </a:p>
        </p:txBody>
      </p:sp>
      <p:sp>
        <p:nvSpPr>
          <p:cNvPr id="37" name="anchor-399">
            <a:extLst xmlns:a="http://schemas.openxmlformats.org/drawingml/2006/main">
              <a:ext uri="{FF2B5EF4-FFF2-40B4-BE49-F238E27FC236}">
                <a16:creationId xmlns:a16="http://schemas.microsoft.com/office/drawing/2014/main" id="{A97B4526-C851-494D-B992-BB0715ED1FE5}"/>
              </a:ext>
            </a:extLst>
          </p:cNvPr>
          <p:cNvSpPr>
            <a:spLocks xmlns:a="http://schemas.openxmlformats.org/drawingml/2006/main" noGrp="1"/>
          </p:cNvSpPr>
          <p:nvPr/>
        </p:nvSpPr>
        <p:spPr>
          <a:xfrm xmlns:a="http://schemas.openxmlformats.org/drawingml/2006/main">
            <a:off x="7943850" y="4953000"/>
            <a:ext cx="19050" cy="19050"/>
          </a:xfrm>
          <a:prstGeom xmlns:a="http://schemas.openxmlformats.org/drawingml/2006/main" prst="rect">
            <a:avLst/>
          </a:prstGeom>
          <a:noFill xmlns:a="http://schemas.openxmlformats.org/drawingml/2006/main"/>
          <a:ln xmlns:a="http://schemas.openxmlformats.org/drawingml/2006/main" w="0">
            <a:noFill/>
          </a:ln>
        </p:spPr>
      </p:sp>
      <p:sp>
        <p:nvSpPr>
          <p:cNvPr id="38" name="anchor-400">
            <a:extLst xmlns:a="http://schemas.openxmlformats.org/drawingml/2006/main">
              <a:ext uri="{FF2B5EF4-FFF2-40B4-BE49-F238E27FC236}">
                <a16:creationId xmlns:a16="http://schemas.microsoft.com/office/drawing/2014/main" id="{8F4F753F-36E8-4108-A4B5-DA0283107492}"/>
              </a:ext>
            </a:extLst>
          </p:cNvPr>
          <p:cNvSpPr>
            <a:spLocks xmlns:a="http://schemas.openxmlformats.org/drawingml/2006/main" noGrp="1"/>
          </p:cNvSpPr>
          <p:nvPr/>
        </p:nvSpPr>
        <p:spPr>
          <a:xfrm xmlns:a="http://schemas.openxmlformats.org/drawingml/2006/main">
            <a:off x="8562975" y="4953000"/>
            <a:ext cx="19050" cy="19050"/>
          </a:xfrm>
          <a:prstGeom xmlns:a="http://schemas.openxmlformats.org/drawingml/2006/main" prst="rect">
            <a:avLst/>
          </a:prstGeom>
          <a:noFill xmlns:a="http://schemas.openxmlformats.org/drawingml/2006/main"/>
          <a:ln xmlns:a="http://schemas.openxmlformats.org/drawingml/2006/main" w="0">
            <a:noFill/>
          </a:ln>
        </p:spPr>
      </p:sp>
      <p:sp>
        <p:nvSpPr>
          <p:cNvPr id="39" name="anchor-401">
            <a:extLst xmlns:a="http://schemas.openxmlformats.org/drawingml/2006/main">
              <a:ext uri="{FF2B5EF4-FFF2-40B4-BE49-F238E27FC236}">
                <a16:creationId xmlns:a16="http://schemas.microsoft.com/office/drawing/2014/main" id="{83BD6385-E5FA-4093-B9BD-BEC032317827}"/>
              </a:ext>
            </a:extLst>
          </p:cNvPr>
          <p:cNvSpPr>
            <a:spLocks xmlns:a="http://schemas.openxmlformats.org/drawingml/2006/main" noGrp="1"/>
          </p:cNvSpPr>
          <p:nvPr/>
        </p:nvSpPr>
        <p:spPr>
          <a:xfrm xmlns:a="http://schemas.openxmlformats.org/drawingml/2006/main">
            <a:off x="8562975" y="2990850"/>
            <a:ext cx="19050" cy="19050"/>
          </a:xfrm>
          <a:prstGeom xmlns:a="http://schemas.openxmlformats.org/drawingml/2006/main" prst="rect">
            <a:avLst/>
          </a:prstGeom>
          <a:noFill xmlns:a="http://schemas.openxmlformats.org/drawingml/2006/main"/>
          <a:ln xmlns:a="http://schemas.openxmlformats.org/drawingml/2006/main" w="0">
            <a:noFill/>
          </a:ln>
        </p:spPr>
      </p:sp>
      <p:sp>
        <p:nvSpPr>
          <p:cNvPr id="40" name="anchor-402">
            <a:extLst xmlns:a="http://schemas.openxmlformats.org/drawingml/2006/main">
              <a:ext uri="{FF2B5EF4-FFF2-40B4-BE49-F238E27FC236}">
                <a16:creationId xmlns:a16="http://schemas.microsoft.com/office/drawing/2014/main" id="{E7CB2B54-30B7-47BB-AA33-692778D28AE8}"/>
              </a:ext>
            </a:extLst>
          </p:cNvPr>
          <p:cNvSpPr>
            <a:spLocks xmlns:a="http://schemas.openxmlformats.org/drawingml/2006/main" noGrp="1"/>
          </p:cNvSpPr>
          <p:nvPr/>
        </p:nvSpPr>
        <p:spPr>
          <a:xfrm xmlns:a="http://schemas.openxmlformats.org/drawingml/2006/main">
            <a:off x="9105900" y="2990850"/>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85" name=""/>
          <p:cNvCxnSpPr>
            <a:stCxn xmlns:a="http://schemas.openxmlformats.org/drawingml/2006/main" id="37" idx="3"/>
            <a:endCxn xmlns:a="http://schemas.openxmlformats.org/drawingml/2006/main" id="38" idx="1"/>
          </p:cNvCxnSpPr>
          <p:nvPr/>
        </p:nvCxnSpPr>
        <p:spPr>
          <a:xfrm xmlns:a="http://schemas.openxmlformats.org/drawingml/2006/main">
            <a:off x="7962900" y="4962525"/>
            <a:ext cx="600075" cy="0"/>
          </a:xfrm>
          <a:prstGeom xmlns:a="http://schemas.openxmlformats.org/drawingml/2006/main" prst="straightConnector1">
            <a:avLst/>
          </a:prstGeom>
          <a:ln xmlns:a="http://schemas.openxmlformats.org/drawingml/2006/main" w="19050">
            <a:solidFill>
              <a:srgbClr val="178477"/>
            </a:solidFill>
            <a:prstDash val="dash"/>
            <a:tailEnd type="none" w="med" len="med"/>
          </a:ln>
        </p:spPr>
      </p:cxnSp>
      <p:cxnSp>
        <p:nvCxnSpPr>
          <p:cNvPr id="86" name=""/>
          <p:cNvCxnSpPr>
            <a:stCxn xmlns:a="http://schemas.openxmlformats.org/drawingml/2006/main" id="38" idx="0"/>
            <a:endCxn xmlns:a="http://schemas.openxmlformats.org/drawingml/2006/main" id="39" idx="2"/>
          </p:cNvCxnSpPr>
          <p:nvPr/>
        </p:nvCxnSpPr>
        <p:spPr>
          <a:xfrm xmlns:a="http://schemas.openxmlformats.org/drawingml/2006/main" flipV="1">
            <a:off x="8572500" y="3009900"/>
            <a:ext cx="0" cy="1943100"/>
          </a:xfrm>
          <a:prstGeom xmlns:a="http://schemas.openxmlformats.org/drawingml/2006/main" prst="straightConnector1">
            <a:avLst/>
          </a:prstGeom>
          <a:ln xmlns:a="http://schemas.openxmlformats.org/drawingml/2006/main" w="19050">
            <a:solidFill>
              <a:srgbClr val="178477"/>
            </a:solidFill>
            <a:prstDash val="dash"/>
            <a:tailEnd type="none" w="med" len="med"/>
          </a:ln>
        </p:spPr>
      </p:cxnSp>
      <p:cxnSp>
        <p:nvCxnSpPr>
          <p:cNvPr id="87" name=""/>
          <p:cNvCxnSpPr>
            <a:stCxn xmlns:a="http://schemas.openxmlformats.org/drawingml/2006/main" id="39" idx="3"/>
            <a:endCxn xmlns:a="http://schemas.openxmlformats.org/drawingml/2006/main" id="40" idx="1"/>
          </p:cNvCxnSpPr>
          <p:nvPr/>
        </p:nvCxnSpPr>
        <p:spPr>
          <a:xfrm xmlns:a="http://schemas.openxmlformats.org/drawingml/2006/main">
            <a:off x="8582025" y="3000375"/>
            <a:ext cx="523875" cy="0"/>
          </a:xfrm>
          <a:prstGeom xmlns:a="http://schemas.openxmlformats.org/drawingml/2006/main" prst="straightConnector1">
            <a:avLst/>
          </a:prstGeom>
          <a:ln xmlns:a="http://schemas.openxmlformats.org/drawingml/2006/main" w="19050">
            <a:solidFill>
              <a:srgbClr val="178477"/>
            </a:solidFill>
            <a:prstDash val="dash"/>
            <a:tailEnd type="triangle" w="med" len="med"/>
          </a:ln>
        </p:spPr>
      </p:cxnSp>
      <p:sp>
        <p:nvSpPr>
          <p:cNvPr id="44" name="text-403">
            <a:extLst xmlns:a="http://schemas.openxmlformats.org/drawingml/2006/main">
              <a:ext uri="{FF2B5EF4-FFF2-40B4-BE49-F238E27FC236}">
                <a16:creationId xmlns:a16="http://schemas.microsoft.com/office/drawing/2014/main" id="{3BDFFB09-6F8E-4689-9133-5A364D1FAB09}"/>
              </a:ext>
            </a:extLst>
          </p:cNvPr>
          <p:cNvSpPr>
            <a:spLocks xmlns:a="http://schemas.openxmlformats.org/drawingml/2006/main" noGrp="1"/>
          </p:cNvSpPr>
          <p:nvPr/>
        </p:nvSpPr>
        <p:spPr>
          <a:xfrm xmlns:a="http://schemas.openxmlformats.org/drawingml/2006/main">
            <a:off x="8058150" y="5133975"/>
            <a:ext cx="1028700" cy="27622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2000"/>
              </a:lnSpc>
              <a:spcBef>
                <a:spcPts val="0"/>
              </a:spcBef>
              <a:spcAft>
                <a:spcPts val="0"/>
              </a:spcAft>
              <a:buNone/>
              <a:defRPr sz="1350" b="0">
                <a:solidFill>
                  <a:srgbClr val="178477"/>
                </a:solidFill>
                <a:latin typeface="微软雅黑"/>
                <a:ea typeface="微软雅黑"/>
                <a:cs typeface="微软雅黑"/>
              </a:defRPr>
            </a:pPr>
            <a:r>
              <a:rPr sz="1350" b="0">
                <a:solidFill>
                  <a:srgbClr val="178477"/>
                </a:solidFill>
                <a:latin typeface="微软雅黑"/>
                <a:ea typeface="微软雅黑"/>
                <a:cs typeface="微软雅黑"/>
              </a:rPr>
              <a:t>评估结果</a:t>
            </a:r>
          </a:p>
        </p:txBody>
      </p:sp>
      <p:sp>
        <p:nvSpPr>
          <p:cNvPr id="45" name="anchor-404">
            <a:extLst xmlns:a="http://schemas.openxmlformats.org/drawingml/2006/main">
              <a:ext uri="{FF2B5EF4-FFF2-40B4-BE49-F238E27FC236}">
                <a16:creationId xmlns:a16="http://schemas.microsoft.com/office/drawing/2014/main" id="{6A4D31C1-18D0-4C93-AD28-684BA8B9A7AA}"/>
              </a:ext>
            </a:extLst>
          </p:cNvPr>
          <p:cNvSpPr>
            <a:spLocks xmlns:a="http://schemas.openxmlformats.org/drawingml/2006/main" noGrp="1"/>
          </p:cNvSpPr>
          <p:nvPr/>
        </p:nvSpPr>
        <p:spPr>
          <a:xfrm xmlns:a="http://schemas.openxmlformats.org/drawingml/2006/main">
            <a:off x="542925" y="6010275"/>
            <a:ext cx="19050" cy="19050"/>
          </a:xfrm>
          <a:prstGeom xmlns:a="http://schemas.openxmlformats.org/drawingml/2006/main" prst="rect">
            <a:avLst/>
          </a:prstGeom>
          <a:noFill xmlns:a="http://schemas.openxmlformats.org/drawingml/2006/main"/>
          <a:ln xmlns:a="http://schemas.openxmlformats.org/drawingml/2006/main" w="0">
            <a:noFill/>
          </a:ln>
        </p:spPr>
      </p:sp>
      <p:sp>
        <p:nvSpPr>
          <p:cNvPr id="46" name="anchor-405">
            <a:extLst xmlns:a="http://schemas.openxmlformats.org/drawingml/2006/main">
              <a:ext uri="{FF2B5EF4-FFF2-40B4-BE49-F238E27FC236}">
                <a16:creationId xmlns:a16="http://schemas.microsoft.com/office/drawing/2014/main" id="{03BA09BA-180F-4319-BE7E-B82D98B2DFA7}"/>
              </a:ext>
            </a:extLst>
          </p:cNvPr>
          <p:cNvSpPr>
            <a:spLocks xmlns:a="http://schemas.openxmlformats.org/drawingml/2006/main" noGrp="1"/>
          </p:cNvSpPr>
          <p:nvPr/>
        </p:nvSpPr>
        <p:spPr>
          <a:xfrm xmlns:a="http://schemas.openxmlformats.org/drawingml/2006/main">
            <a:off x="11630025" y="601027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91" name=""/>
          <p:cNvCxnSpPr>
            <a:stCxn xmlns:a="http://schemas.openxmlformats.org/drawingml/2006/main" id="45" idx="3"/>
            <a:endCxn xmlns:a="http://schemas.openxmlformats.org/drawingml/2006/main" id="46" idx="1"/>
          </p:cNvCxnSpPr>
          <p:nvPr/>
        </p:nvCxnSpPr>
        <p:spPr>
          <a:xfrm xmlns:a="http://schemas.openxmlformats.org/drawingml/2006/main">
            <a:off x="561975" y="6019800"/>
            <a:ext cx="11068050" cy="0"/>
          </a:xfrm>
          <a:prstGeom xmlns:a="http://schemas.openxmlformats.org/drawingml/2006/main" prst="straightConnector1">
            <a:avLst/>
          </a:prstGeom>
          <a:ln xmlns:a="http://schemas.openxmlformats.org/drawingml/2006/main" w="9525">
            <a:solidFill>
              <a:srgbClr val="9BB7CC"/>
            </a:solidFill>
            <a:prstDash val="solid"/>
            <a:tailEnd type="none" w="med" len="med"/>
          </a:ln>
        </p:spPr>
      </p:cxnSp>
      <p:sp>
        <p:nvSpPr>
          <p:cNvPr id="48" name="text-406">
            <a:extLst xmlns:a="http://schemas.openxmlformats.org/drawingml/2006/main">
              <a:ext uri="{FF2B5EF4-FFF2-40B4-BE49-F238E27FC236}">
                <a16:creationId xmlns:a16="http://schemas.microsoft.com/office/drawing/2014/main" id="{075F5781-5687-44F0-8270-440E5F3A320E}"/>
              </a:ext>
            </a:extLst>
          </p:cNvPr>
          <p:cNvSpPr>
            <a:spLocks xmlns:a="http://schemas.openxmlformats.org/drawingml/2006/main" noGrp="1"/>
          </p:cNvSpPr>
          <p:nvPr/>
        </p:nvSpPr>
        <p:spPr>
          <a:xfrm xmlns:a="http://schemas.openxmlformats.org/drawingml/2006/main">
            <a:off x="552450" y="61150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1725" b="1">
                <a:solidFill>
                  <a:srgbClr val="1C3C5D"/>
                </a:solidFill>
                <a:latin typeface="微软雅黑"/>
                <a:ea typeface="微软雅黑"/>
                <a:cs typeface="微软雅黑"/>
              </a:defRPr>
            </a:pPr>
            <a:r>
              <a:rPr sz="1725" b="1">
                <a:solidFill>
                  <a:srgbClr val="1C3C5D"/>
                </a:solidFill>
                <a:latin typeface="微软雅黑"/>
                <a:ea typeface="微软雅黑"/>
                <a:cs typeface="微软雅黑"/>
              </a:rPr>
              <a:t>大模型改变决策与方案，设备执行始终遵守共同的模型语义和控制边界。</a:t>
            </a:r>
          </a:p>
        </p:txBody>
      </p:sp>
    </p:spTree>
    <p:extLst>
      <p:ext uri="{BB962C8B-B14F-4D97-AF65-F5344CB8AC3E}">
        <p14:creationId xmlns:p14="http://schemas.microsoft.com/office/powerpoint/2010/main" val="555153158"/>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38AB7EE8-E28F-4006-A110-4954EF6548D0}"/>
              </a:ext>
            </a:extLst>
          </p:cNvPr>
          <p:cNvSpPr>
            <a:spLocks xmlns:a="http://schemas.openxmlformats.org/drawingml/2006/main" noGrp="1"/>
          </p:cNvSpPr>
          <p:nvPr/>
        </p:nvSpPr>
        <p:spPr>
          <a:xfrm xmlns:a="http://schemas.openxmlformats.org/drawingml/2006/main">
            <a:off x="0" y="0"/>
            <a:ext cx="12191695" cy="914400"/>
          </a:xfrm>
          <a:prstGeom xmlns:a="http://schemas.openxmlformats.org/drawingml/2006/main" prst="rect">
            <a:avLst/>
          </a:prstGeom>
          <a:solidFill xmlns:a="http://schemas.openxmlformats.org/drawingml/2006/main">
            <a:srgbClr val="1A3A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92A0842F-1B19-4FF8-890E-09C298592E15}"/>
              </a:ext>
            </a:extLst>
          </p:cNvPr>
          <p:cNvSpPr>
            <a:spLocks xmlns:a="http://schemas.openxmlformats.org/drawingml/2006/main" noGrp="1"/>
          </p:cNvSpPr>
          <p:nvPr/>
        </p:nvSpPr>
        <p:spPr>
          <a:xfrm xmlns:a="http://schemas.openxmlformats.org/drawingml/2006/main">
            <a:off x="552450" y="238125"/>
            <a:ext cx="11087100" cy="571500"/>
          </a:xfrm>
          <a:prstGeom xmlns:a="http://schemas.openxmlformats.org/drawingml/2006/main" prst="rect">
            <a:avLst/>
          </a:prstGeom>
          <a:noFill xmlns:a="http://schemas.openxmlformats.org/drawingml/2006/main"/>
        </p:spPr>
        <p:txBody>
          <a:bodyPr xmlns:a="http://schemas.openxmlformats.org/drawingml/2006/main" wrap="none" lIns="0" tIns="0" rIns="0" bIns="0">
            <a:noAutofit/>
          </a:bodyPr>
          <a:lstStyle xmlns:a="http://schemas.openxmlformats.org/drawingml/2006/main"/>
          <a:p xmlns:a="http://schemas.openxmlformats.org/drawingml/2006/main">
            <a:pPr algn="l">
              <a:buNone/>
              <a:defRPr sz="2850" b="1">
                <a:solidFill>
                  <a:srgbClr val="FFFFFF"/>
                </a:solidFill>
                <a:latin typeface="微软雅黑"/>
                <a:ea typeface="微软雅黑"/>
                <a:cs typeface="微软雅黑"/>
              </a:defRPr>
            </a:pPr>
            <a:r>
              <a:rPr sz="2850" b="1">
                <a:solidFill>
                  <a:srgbClr val="FFFFFF"/>
                </a:solidFill>
                <a:latin typeface="微软雅黑"/>
                <a:ea typeface="微软雅黑"/>
                <a:cs typeface="微软雅黑"/>
              </a:rPr>
              <a:t>15  总结：明确的建模语言与执行语义</a:t>
            </a:r>
            <a:endParaRPr sz="2600" b="1">
              <a:solidFill>
                <a:srgbClr val="FFFFFF"/>
              </a:solidFill>
              <a:latin typeface="微软雅黑"/>
              <a:ea typeface="微软雅黑"/>
              <a:cs typeface="微软雅黑"/>
            </a:endParaRPr>
          </a:p>
        </p:txBody>
      </p:sp>
      <p:sp>
        <p:nvSpPr>
          <p:cNvPr id="5" name="TextBox 4">
            <a:extLst xmlns:a="http://schemas.openxmlformats.org/drawingml/2006/main">
              <a:ext uri="{FF2B5EF4-FFF2-40B4-BE49-F238E27FC236}">
                <a16:creationId xmlns:a16="http://schemas.microsoft.com/office/drawing/2014/main" id="{2F7B9BD6-14F7-441A-A78B-081015E5ECE1}"/>
              </a:ext>
            </a:extLst>
          </p:cNvPr>
          <p:cNvSpPr>
            <a:spLocks xmlns:a="http://schemas.openxmlformats.org/drawingml/2006/main" noGrp="1"/>
          </p:cNvSpPr>
          <p:nvPr/>
        </p:nvSpPr>
        <p:spPr>
          <a:xfrm xmlns:a="http://schemas.openxmlformats.org/drawingml/2006/main">
            <a:off x="457200" y="6446520"/>
            <a:ext cx="91440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0">
                <a:solidFill>
                  <a:srgbClr val="555555"/>
                </a:solidFill>
                <a:latin typeface="微软雅黑"/>
                <a:ea typeface="微软雅黑"/>
                <a:cs typeface="微软雅黑"/>
              </a:rPr>
              <a:t>EUROSIM 2026  ·  面向智慧化学实验室的任务导向可执行建模框架</a:t>
            </a:r>
            <a:endParaRPr sz="1100" b="0">
              <a:solidFill>
                <a:srgbClr val="555555"/>
              </a:solidFill>
              <a:latin typeface="微软雅黑"/>
              <a:ea typeface="微软雅黑"/>
              <a:cs typeface="微软雅黑"/>
            </a:endParaRPr>
          </a:p>
        </p:txBody>
      </p:sp>
      <p:sp>
        <p:nvSpPr>
          <p:cNvPr id="6" name="TextBox 5">
            <a:extLst xmlns:a="http://schemas.openxmlformats.org/drawingml/2006/main">
              <a:ext uri="{FF2B5EF4-FFF2-40B4-BE49-F238E27FC236}">
                <a16:creationId xmlns:a16="http://schemas.microsoft.com/office/drawing/2014/main" id="{BE71AF97-5534-4BE0-A8A7-569BF22211FB}"/>
              </a:ext>
            </a:extLst>
          </p:cNvPr>
          <p:cNvSpPr>
            <a:spLocks xmlns:a="http://schemas.openxmlformats.org/drawingml/2006/main" noGrp="1"/>
          </p:cNvSpPr>
          <p:nvPr/>
        </p:nvSpPr>
        <p:spPr>
          <a:xfrm xmlns:a="http://schemas.openxmlformats.org/drawingml/2006/main">
            <a:off x="10515600" y="6446520"/>
            <a:ext cx="13716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pPr>
            <a:r>
              <a:rPr sz="1100" b="0">
                <a:solidFill>
                  <a:srgbClr val="555555"/>
                </a:solidFill>
                <a:latin typeface="微软雅黑"/>
                <a:ea typeface="微软雅黑"/>
                <a:cs typeface="微软雅黑"/>
              </a:rPr>
              <a:t>15/16</a:t>
            </a:r>
            <a:endParaRPr sz="1100" b="0">
              <a:solidFill>
                <a:srgbClr val="555555"/>
              </a:solidFill>
              <a:latin typeface="微软雅黑"/>
              <a:ea typeface="微软雅黑"/>
              <a:cs typeface="微软雅黑"/>
            </a:endParaRPr>
          </a:p>
        </p:txBody>
      </p:sp>
      <p:sp>
        <p:nvSpPr>
          <p:cNvPr id="7" name="text-407">
            <a:extLst xmlns:a="http://schemas.openxmlformats.org/drawingml/2006/main">
              <a:ext uri="{FF2B5EF4-FFF2-40B4-BE49-F238E27FC236}">
                <a16:creationId xmlns:a16="http://schemas.microsoft.com/office/drawing/2014/main" id="{FD67EBCD-C02C-4925-8532-E3A952664724}"/>
              </a:ext>
            </a:extLst>
          </p:cNvPr>
          <p:cNvSpPr>
            <a:spLocks xmlns:a="http://schemas.openxmlformats.org/drawingml/2006/main" noGrp="1"/>
          </p:cNvSpPr>
          <p:nvPr/>
        </p:nvSpPr>
        <p:spPr>
          <a:xfrm xmlns:a="http://schemas.openxmlformats.org/drawingml/2006/main">
            <a:off x="704850" y="1409700"/>
            <a:ext cx="10763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750"/>
              </a:spcAft>
              <a:buNone/>
              <a:defRPr sz="2475" b="1">
                <a:solidFill>
                  <a:srgbClr val="1C3C5D"/>
                </a:solidFill>
                <a:latin typeface="微软雅黑"/>
                <a:ea typeface="微软雅黑"/>
                <a:cs typeface="微软雅黑"/>
              </a:defRPr>
            </a:pPr>
            <a:r>
              <a:rPr sz="2475" b="1">
                <a:solidFill>
                  <a:srgbClr val="1C3C5D"/>
                </a:solidFill>
                <a:latin typeface="微软雅黑"/>
                <a:ea typeface="微软雅黑"/>
                <a:cs typeface="微软雅黑"/>
              </a:rPr>
              <a:t>面向实验室任务执行，建立语义明确、结构统一、</a:t>
            </a:r>
          </a:p>
          <a:p xmlns:a="http://schemas.openxmlformats.org/drawingml/2006/main">
            <a:pPr algn="l">
              <a:lnSpc>
                <a:spcPct val="112000"/>
              </a:lnSpc>
              <a:spcBef>
                <a:spcPts val="0"/>
              </a:spcBef>
              <a:spcAft>
                <a:spcPts val="750"/>
              </a:spcAft>
              <a:buNone/>
              <a:defRPr sz="2475" b="1">
                <a:solidFill>
                  <a:srgbClr val="1C3C5D"/>
                </a:solidFill>
                <a:latin typeface="微软雅黑"/>
                <a:ea typeface="微软雅黑"/>
                <a:cs typeface="微软雅黑"/>
              </a:defRPr>
            </a:pPr>
            <a:r>
              <a:rPr sz="2475" b="1">
                <a:solidFill>
                  <a:srgbClr val="1C3C5D"/>
                </a:solidFill>
                <a:latin typeface="微软雅黑"/>
                <a:ea typeface="微软雅黑"/>
                <a:cs typeface="微软雅黑"/>
              </a:rPr>
              <a:t>执行逻辑完整的建模框架。</a:t>
            </a:r>
          </a:p>
        </p:txBody>
      </p:sp>
      <p:sp>
        <p:nvSpPr>
          <p:cNvPr id="8" name="text-408">
            <a:extLst xmlns:a="http://schemas.openxmlformats.org/drawingml/2006/main">
              <a:ext uri="{FF2B5EF4-FFF2-40B4-BE49-F238E27FC236}">
                <a16:creationId xmlns:a16="http://schemas.microsoft.com/office/drawing/2014/main" id="{E8B8EF8C-8508-47F4-BAA3-238F8336008A}"/>
              </a:ext>
            </a:extLst>
          </p:cNvPr>
          <p:cNvSpPr>
            <a:spLocks xmlns:a="http://schemas.openxmlformats.org/drawingml/2006/main" noGrp="1"/>
          </p:cNvSpPr>
          <p:nvPr/>
        </p:nvSpPr>
        <p:spPr>
          <a:xfrm xmlns:a="http://schemas.openxmlformats.org/drawingml/2006/main">
            <a:off x="723900" y="2714625"/>
            <a:ext cx="1752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2025" b="1">
                <a:solidFill>
                  <a:srgbClr val="2774AC"/>
                </a:solidFill>
                <a:latin typeface="微软雅黑"/>
                <a:ea typeface="微软雅黑"/>
                <a:cs typeface="微软雅黑"/>
              </a:defRPr>
            </a:pPr>
            <a:r>
              <a:rPr sz="2025" b="1">
                <a:solidFill>
                  <a:srgbClr val="2774AC"/>
                </a:solidFill>
                <a:latin typeface="微软雅黑"/>
                <a:ea typeface="微软雅黑"/>
                <a:cs typeface="微软雅黑"/>
              </a:rPr>
              <a:t>结构统一</a:t>
            </a:r>
          </a:p>
        </p:txBody>
      </p:sp>
      <p:sp>
        <p:nvSpPr>
          <p:cNvPr id="9" name="text-409">
            <a:extLst xmlns:a="http://schemas.openxmlformats.org/drawingml/2006/main">
              <a:ext uri="{FF2B5EF4-FFF2-40B4-BE49-F238E27FC236}">
                <a16:creationId xmlns:a16="http://schemas.microsoft.com/office/drawing/2014/main" id="{8180379F-C203-4A6B-B0AD-90A5EC628A38}"/>
              </a:ext>
            </a:extLst>
          </p:cNvPr>
          <p:cNvSpPr>
            <a:spLocks xmlns:a="http://schemas.openxmlformats.org/drawingml/2006/main" noGrp="1"/>
          </p:cNvSpPr>
          <p:nvPr/>
        </p:nvSpPr>
        <p:spPr>
          <a:xfrm xmlns:a="http://schemas.openxmlformats.org/drawingml/2006/main">
            <a:off x="2724150" y="2714625"/>
            <a:ext cx="8724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1950" b="0">
                <a:solidFill>
                  <a:srgbClr val="243746"/>
                </a:solidFill>
                <a:latin typeface="微软雅黑"/>
                <a:ea typeface="微软雅黑"/>
                <a:cs typeface="微软雅黑"/>
              </a:defRPr>
            </a:pPr>
            <a:r>
              <a:rPr sz="1950" b="0">
                <a:solidFill>
                  <a:srgbClr val="243746"/>
                </a:solidFill>
                <a:latin typeface="微软雅黑"/>
                <a:ea typeface="微软雅黑"/>
                <a:cs typeface="微软雅黑"/>
              </a:rPr>
              <a:t>资源、工作流和约束进入同一模型体系。</a:t>
            </a:r>
          </a:p>
        </p:txBody>
      </p:sp>
      <p:sp>
        <p:nvSpPr>
          <p:cNvPr id="10" name="anchor-410">
            <a:extLst xmlns:a="http://schemas.openxmlformats.org/drawingml/2006/main">
              <a:ext uri="{FF2B5EF4-FFF2-40B4-BE49-F238E27FC236}">
                <a16:creationId xmlns:a16="http://schemas.microsoft.com/office/drawing/2014/main" id="{37E0BFF5-03E5-43BD-80FC-EC4BF9C46F4B}"/>
              </a:ext>
            </a:extLst>
          </p:cNvPr>
          <p:cNvSpPr>
            <a:spLocks xmlns:a="http://schemas.openxmlformats.org/drawingml/2006/main" noGrp="1"/>
          </p:cNvSpPr>
          <p:nvPr/>
        </p:nvSpPr>
        <p:spPr>
          <a:xfrm xmlns:a="http://schemas.openxmlformats.org/drawingml/2006/main">
            <a:off x="2714625" y="3209925"/>
            <a:ext cx="19050" cy="19050"/>
          </a:xfrm>
          <a:prstGeom xmlns:a="http://schemas.openxmlformats.org/drawingml/2006/main" prst="rect">
            <a:avLst/>
          </a:prstGeom>
          <a:noFill xmlns:a="http://schemas.openxmlformats.org/drawingml/2006/main"/>
          <a:ln xmlns:a="http://schemas.openxmlformats.org/drawingml/2006/main" w="0">
            <a:noFill/>
          </a:ln>
        </p:spPr>
      </p:sp>
      <p:sp>
        <p:nvSpPr>
          <p:cNvPr id="11" name="anchor-411">
            <a:extLst xmlns:a="http://schemas.openxmlformats.org/drawingml/2006/main">
              <a:ext uri="{FF2B5EF4-FFF2-40B4-BE49-F238E27FC236}">
                <a16:creationId xmlns:a16="http://schemas.microsoft.com/office/drawing/2014/main" id="{01D3D3D0-A011-4F8C-956E-DCCD2DC12879}"/>
              </a:ext>
            </a:extLst>
          </p:cNvPr>
          <p:cNvSpPr>
            <a:spLocks xmlns:a="http://schemas.openxmlformats.org/drawingml/2006/main" noGrp="1"/>
          </p:cNvSpPr>
          <p:nvPr/>
        </p:nvSpPr>
        <p:spPr>
          <a:xfrm xmlns:a="http://schemas.openxmlformats.org/drawingml/2006/main">
            <a:off x="11458575" y="320992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35" name=""/>
          <p:cNvCxnSpPr>
            <a:stCxn xmlns:a="http://schemas.openxmlformats.org/drawingml/2006/main" id="10" idx="3"/>
            <a:endCxn xmlns:a="http://schemas.openxmlformats.org/drawingml/2006/main" id="11" idx="1"/>
          </p:cNvCxnSpPr>
          <p:nvPr/>
        </p:nvCxnSpPr>
        <p:spPr>
          <a:xfrm xmlns:a="http://schemas.openxmlformats.org/drawingml/2006/main">
            <a:off x="2733675" y="3219450"/>
            <a:ext cx="8724900" cy="0"/>
          </a:xfrm>
          <a:prstGeom xmlns:a="http://schemas.openxmlformats.org/drawingml/2006/main" prst="straightConnector1">
            <a:avLst/>
          </a:prstGeom>
          <a:ln xmlns:a="http://schemas.openxmlformats.org/drawingml/2006/main" w="9525">
            <a:solidFill>
              <a:srgbClr val="9BB7CC"/>
            </a:solidFill>
            <a:prstDash val="solid"/>
            <a:tailEnd type="none" w="med" len="med"/>
          </a:ln>
        </p:spPr>
      </p:cxnSp>
      <p:sp>
        <p:nvSpPr>
          <p:cNvPr id="13" name="text-412">
            <a:extLst xmlns:a="http://schemas.openxmlformats.org/drawingml/2006/main">
              <a:ext uri="{FF2B5EF4-FFF2-40B4-BE49-F238E27FC236}">
                <a16:creationId xmlns:a16="http://schemas.microsoft.com/office/drawing/2014/main" id="{41073E5B-9F66-490B-A058-5970AEEB1C0A}"/>
              </a:ext>
            </a:extLst>
          </p:cNvPr>
          <p:cNvSpPr>
            <a:spLocks xmlns:a="http://schemas.openxmlformats.org/drawingml/2006/main" noGrp="1"/>
          </p:cNvSpPr>
          <p:nvPr/>
        </p:nvSpPr>
        <p:spPr>
          <a:xfrm xmlns:a="http://schemas.openxmlformats.org/drawingml/2006/main">
            <a:off x="723900" y="3390900"/>
            <a:ext cx="1752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2025" b="1">
                <a:solidFill>
                  <a:srgbClr val="2774AC"/>
                </a:solidFill>
                <a:latin typeface="微软雅黑"/>
                <a:ea typeface="微软雅黑"/>
                <a:cs typeface="微软雅黑"/>
              </a:defRPr>
            </a:pPr>
            <a:r>
              <a:rPr sz="2025" b="1">
                <a:solidFill>
                  <a:srgbClr val="2774AC"/>
                </a:solidFill>
                <a:latin typeface="微软雅黑"/>
                <a:ea typeface="微软雅黑"/>
                <a:cs typeface="微软雅黑"/>
              </a:rPr>
              <a:t>逻辑明确</a:t>
            </a:r>
          </a:p>
        </p:txBody>
      </p:sp>
      <p:sp>
        <p:nvSpPr>
          <p:cNvPr id="14" name="text-413">
            <a:extLst xmlns:a="http://schemas.openxmlformats.org/drawingml/2006/main">
              <a:ext uri="{FF2B5EF4-FFF2-40B4-BE49-F238E27FC236}">
                <a16:creationId xmlns:a16="http://schemas.microsoft.com/office/drawing/2014/main" id="{7EF4EA6F-EFC1-4ACF-885C-E9A97F5F3029}"/>
              </a:ext>
            </a:extLst>
          </p:cNvPr>
          <p:cNvSpPr>
            <a:spLocks xmlns:a="http://schemas.openxmlformats.org/drawingml/2006/main" noGrp="1"/>
          </p:cNvSpPr>
          <p:nvPr/>
        </p:nvSpPr>
        <p:spPr>
          <a:xfrm xmlns:a="http://schemas.openxmlformats.org/drawingml/2006/main">
            <a:off x="2724150" y="3390900"/>
            <a:ext cx="8724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1950" b="0">
                <a:solidFill>
                  <a:srgbClr val="243746"/>
                </a:solidFill>
                <a:latin typeface="微软雅黑"/>
                <a:ea typeface="微软雅黑"/>
                <a:cs typeface="微软雅黑"/>
              </a:defRPr>
            </a:pPr>
            <a:r>
              <a:rPr sz="1950" b="0">
                <a:solidFill>
                  <a:srgbClr val="243746"/>
                </a:solidFill>
                <a:latin typeface="微软雅黑"/>
                <a:ea typeface="微软雅黑"/>
                <a:cs typeface="微软雅黑"/>
              </a:rPr>
              <a:t>变量、接口、触发器与状态机共同解释执行。</a:t>
            </a:r>
          </a:p>
        </p:txBody>
      </p:sp>
      <p:sp>
        <p:nvSpPr>
          <p:cNvPr id="15" name="anchor-414">
            <a:extLst xmlns:a="http://schemas.openxmlformats.org/drawingml/2006/main">
              <a:ext uri="{FF2B5EF4-FFF2-40B4-BE49-F238E27FC236}">
                <a16:creationId xmlns:a16="http://schemas.microsoft.com/office/drawing/2014/main" id="{4AA368F0-3AF3-4A69-AF1C-02019D4BA320}"/>
              </a:ext>
            </a:extLst>
          </p:cNvPr>
          <p:cNvSpPr>
            <a:spLocks xmlns:a="http://schemas.openxmlformats.org/drawingml/2006/main" noGrp="1"/>
          </p:cNvSpPr>
          <p:nvPr/>
        </p:nvSpPr>
        <p:spPr>
          <a:xfrm xmlns:a="http://schemas.openxmlformats.org/drawingml/2006/main">
            <a:off x="2714625" y="3886200"/>
            <a:ext cx="19050" cy="19050"/>
          </a:xfrm>
          <a:prstGeom xmlns:a="http://schemas.openxmlformats.org/drawingml/2006/main" prst="rect">
            <a:avLst/>
          </a:prstGeom>
          <a:noFill xmlns:a="http://schemas.openxmlformats.org/drawingml/2006/main"/>
          <a:ln xmlns:a="http://schemas.openxmlformats.org/drawingml/2006/main" w="0">
            <a:noFill/>
          </a:ln>
        </p:spPr>
      </p:sp>
      <p:sp>
        <p:nvSpPr>
          <p:cNvPr id="16" name="anchor-415">
            <a:extLst xmlns:a="http://schemas.openxmlformats.org/drawingml/2006/main">
              <a:ext uri="{FF2B5EF4-FFF2-40B4-BE49-F238E27FC236}">
                <a16:creationId xmlns:a16="http://schemas.microsoft.com/office/drawing/2014/main" id="{B51D6D54-F152-45B5-9090-FA4CFEF7B982}"/>
              </a:ext>
            </a:extLst>
          </p:cNvPr>
          <p:cNvSpPr>
            <a:spLocks xmlns:a="http://schemas.openxmlformats.org/drawingml/2006/main" noGrp="1"/>
          </p:cNvSpPr>
          <p:nvPr/>
        </p:nvSpPr>
        <p:spPr>
          <a:xfrm xmlns:a="http://schemas.openxmlformats.org/drawingml/2006/main">
            <a:off x="11458575" y="3886200"/>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40" name=""/>
          <p:cNvCxnSpPr>
            <a:stCxn xmlns:a="http://schemas.openxmlformats.org/drawingml/2006/main" id="15" idx="3"/>
            <a:endCxn xmlns:a="http://schemas.openxmlformats.org/drawingml/2006/main" id="16" idx="1"/>
          </p:cNvCxnSpPr>
          <p:nvPr/>
        </p:nvCxnSpPr>
        <p:spPr>
          <a:xfrm xmlns:a="http://schemas.openxmlformats.org/drawingml/2006/main">
            <a:off x="2733675" y="3895725"/>
            <a:ext cx="8724900" cy="0"/>
          </a:xfrm>
          <a:prstGeom xmlns:a="http://schemas.openxmlformats.org/drawingml/2006/main" prst="straightConnector1">
            <a:avLst/>
          </a:prstGeom>
          <a:ln xmlns:a="http://schemas.openxmlformats.org/drawingml/2006/main" w="9525">
            <a:solidFill>
              <a:srgbClr val="9BB7CC"/>
            </a:solidFill>
            <a:prstDash val="solid"/>
            <a:tailEnd type="none" w="med" len="med"/>
          </a:ln>
        </p:spPr>
      </p:cxnSp>
      <p:sp>
        <p:nvSpPr>
          <p:cNvPr id="18" name="text-416">
            <a:extLst xmlns:a="http://schemas.openxmlformats.org/drawingml/2006/main">
              <a:ext uri="{FF2B5EF4-FFF2-40B4-BE49-F238E27FC236}">
                <a16:creationId xmlns:a16="http://schemas.microsoft.com/office/drawing/2014/main" id="{83988494-F3AE-4A8F-A857-728A1978C573}"/>
              </a:ext>
            </a:extLst>
          </p:cNvPr>
          <p:cNvSpPr>
            <a:spLocks xmlns:a="http://schemas.openxmlformats.org/drawingml/2006/main" noGrp="1"/>
          </p:cNvSpPr>
          <p:nvPr/>
        </p:nvSpPr>
        <p:spPr>
          <a:xfrm xmlns:a="http://schemas.openxmlformats.org/drawingml/2006/main">
            <a:off x="723900" y="4067175"/>
            <a:ext cx="1752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2025" b="1">
                <a:solidFill>
                  <a:srgbClr val="2774AC"/>
                </a:solidFill>
                <a:latin typeface="微软雅黑"/>
                <a:ea typeface="微软雅黑"/>
                <a:cs typeface="微软雅黑"/>
              </a:defRPr>
            </a:pPr>
            <a:r>
              <a:rPr sz="2025" b="1">
                <a:solidFill>
                  <a:srgbClr val="2774AC"/>
                </a:solidFill>
                <a:latin typeface="微软雅黑"/>
                <a:ea typeface="微软雅黑"/>
                <a:cs typeface="微软雅黑"/>
              </a:rPr>
              <a:t>模型驱动</a:t>
            </a:r>
          </a:p>
        </p:txBody>
      </p:sp>
      <p:sp>
        <p:nvSpPr>
          <p:cNvPr id="19" name="text-417">
            <a:extLst xmlns:a="http://schemas.openxmlformats.org/drawingml/2006/main">
              <a:ext uri="{FF2B5EF4-FFF2-40B4-BE49-F238E27FC236}">
                <a16:creationId xmlns:a16="http://schemas.microsoft.com/office/drawing/2014/main" id="{A7CC492A-A305-4018-9A57-CDC3DFF5E3F8}"/>
              </a:ext>
            </a:extLst>
          </p:cNvPr>
          <p:cNvSpPr>
            <a:spLocks xmlns:a="http://schemas.openxmlformats.org/drawingml/2006/main" noGrp="1"/>
          </p:cNvSpPr>
          <p:nvPr/>
        </p:nvSpPr>
        <p:spPr>
          <a:xfrm xmlns:a="http://schemas.openxmlformats.org/drawingml/2006/main">
            <a:off x="2724150" y="4067175"/>
            <a:ext cx="8724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1950" b="0">
                <a:solidFill>
                  <a:srgbClr val="243746"/>
                </a:solidFill>
                <a:latin typeface="微软雅黑"/>
                <a:ea typeface="微软雅黑"/>
                <a:cs typeface="微软雅黑"/>
              </a:defRPr>
            </a:pPr>
            <a:r>
              <a:rPr sz="1950" b="0">
                <a:solidFill>
                  <a:srgbClr val="243746"/>
                </a:solidFill>
                <a:latin typeface="微软雅黑"/>
                <a:ea typeface="微软雅黑"/>
                <a:cs typeface="微软雅黑"/>
              </a:rPr>
              <a:t>通过模型描述不同实验室与任务，保持统一执行结构。</a:t>
            </a:r>
          </a:p>
        </p:txBody>
      </p:sp>
      <p:sp>
        <p:nvSpPr>
          <p:cNvPr id="20" name="anchor-418">
            <a:extLst xmlns:a="http://schemas.openxmlformats.org/drawingml/2006/main">
              <a:ext uri="{FF2B5EF4-FFF2-40B4-BE49-F238E27FC236}">
                <a16:creationId xmlns:a16="http://schemas.microsoft.com/office/drawing/2014/main" id="{BA9B4CC4-8579-4D7D-9755-F0BBF6B139FA}"/>
              </a:ext>
            </a:extLst>
          </p:cNvPr>
          <p:cNvSpPr>
            <a:spLocks xmlns:a="http://schemas.openxmlformats.org/drawingml/2006/main" noGrp="1"/>
          </p:cNvSpPr>
          <p:nvPr/>
        </p:nvSpPr>
        <p:spPr>
          <a:xfrm xmlns:a="http://schemas.openxmlformats.org/drawingml/2006/main">
            <a:off x="2714625" y="4562475"/>
            <a:ext cx="19050" cy="19050"/>
          </a:xfrm>
          <a:prstGeom xmlns:a="http://schemas.openxmlformats.org/drawingml/2006/main" prst="rect">
            <a:avLst/>
          </a:prstGeom>
          <a:noFill xmlns:a="http://schemas.openxmlformats.org/drawingml/2006/main"/>
          <a:ln xmlns:a="http://schemas.openxmlformats.org/drawingml/2006/main" w="0">
            <a:noFill/>
          </a:ln>
        </p:spPr>
      </p:sp>
      <p:sp>
        <p:nvSpPr>
          <p:cNvPr id="21" name="anchor-419">
            <a:extLst xmlns:a="http://schemas.openxmlformats.org/drawingml/2006/main">
              <a:ext uri="{FF2B5EF4-FFF2-40B4-BE49-F238E27FC236}">
                <a16:creationId xmlns:a16="http://schemas.microsoft.com/office/drawing/2014/main" id="{C08E9396-3ECC-4903-9B19-224934ABFAAE}"/>
              </a:ext>
            </a:extLst>
          </p:cNvPr>
          <p:cNvSpPr>
            <a:spLocks xmlns:a="http://schemas.openxmlformats.org/drawingml/2006/main" noGrp="1"/>
          </p:cNvSpPr>
          <p:nvPr/>
        </p:nvSpPr>
        <p:spPr>
          <a:xfrm xmlns:a="http://schemas.openxmlformats.org/drawingml/2006/main">
            <a:off x="11458575" y="456247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45" name=""/>
          <p:cNvCxnSpPr>
            <a:stCxn xmlns:a="http://schemas.openxmlformats.org/drawingml/2006/main" id="20" idx="3"/>
            <a:endCxn xmlns:a="http://schemas.openxmlformats.org/drawingml/2006/main" id="21" idx="1"/>
          </p:cNvCxnSpPr>
          <p:nvPr/>
        </p:nvCxnSpPr>
        <p:spPr>
          <a:xfrm xmlns:a="http://schemas.openxmlformats.org/drawingml/2006/main">
            <a:off x="2733675" y="4572000"/>
            <a:ext cx="8724900" cy="0"/>
          </a:xfrm>
          <a:prstGeom xmlns:a="http://schemas.openxmlformats.org/drawingml/2006/main" prst="straightConnector1">
            <a:avLst/>
          </a:prstGeom>
          <a:ln xmlns:a="http://schemas.openxmlformats.org/drawingml/2006/main" w="9525">
            <a:solidFill>
              <a:srgbClr val="9BB7CC"/>
            </a:solidFill>
            <a:prstDash val="solid"/>
            <a:tailEnd type="none" w="med" len="med"/>
          </a:ln>
        </p:spPr>
      </p:cxnSp>
      <p:sp>
        <p:nvSpPr>
          <p:cNvPr id="23" name="text-420">
            <a:extLst xmlns:a="http://schemas.openxmlformats.org/drawingml/2006/main">
              <a:ext uri="{FF2B5EF4-FFF2-40B4-BE49-F238E27FC236}">
                <a16:creationId xmlns:a16="http://schemas.microsoft.com/office/drawing/2014/main" id="{EC2435CD-2B03-4FB1-BABB-8625F623D720}"/>
              </a:ext>
            </a:extLst>
          </p:cNvPr>
          <p:cNvSpPr>
            <a:spLocks xmlns:a="http://schemas.openxmlformats.org/drawingml/2006/main" noGrp="1"/>
          </p:cNvSpPr>
          <p:nvPr/>
        </p:nvSpPr>
        <p:spPr>
          <a:xfrm xmlns:a="http://schemas.openxmlformats.org/drawingml/2006/main">
            <a:off x="723900" y="4743450"/>
            <a:ext cx="1752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2025" b="1">
                <a:solidFill>
                  <a:srgbClr val="2774AC"/>
                </a:solidFill>
                <a:latin typeface="微软雅黑"/>
                <a:ea typeface="微软雅黑"/>
                <a:cs typeface="微软雅黑"/>
              </a:defRPr>
            </a:pPr>
            <a:r>
              <a:rPr sz="2025" b="1">
                <a:solidFill>
                  <a:srgbClr val="2774AC"/>
                </a:solidFill>
                <a:latin typeface="微软雅黑"/>
                <a:ea typeface="微软雅黑"/>
                <a:cs typeface="微软雅黑"/>
              </a:rPr>
              <a:t>边界一致</a:t>
            </a:r>
          </a:p>
        </p:txBody>
      </p:sp>
      <p:sp>
        <p:nvSpPr>
          <p:cNvPr id="24" name="text-421">
            <a:extLst xmlns:a="http://schemas.openxmlformats.org/drawingml/2006/main">
              <a:ext uri="{FF2B5EF4-FFF2-40B4-BE49-F238E27FC236}">
                <a16:creationId xmlns:a16="http://schemas.microsoft.com/office/drawing/2014/main" id="{1A668476-D127-46B0-B0D4-58C6D9712A96}"/>
              </a:ext>
            </a:extLst>
          </p:cNvPr>
          <p:cNvSpPr>
            <a:spLocks xmlns:a="http://schemas.openxmlformats.org/drawingml/2006/main" noGrp="1"/>
          </p:cNvSpPr>
          <p:nvPr/>
        </p:nvSpPr>
        <p:spPr>
          <a:xfrm xmlns:a="http://schemas.openxmlformats.org/drawingml/2006/main">
            <a:off x="2724150" y="4743450"/>
            <a:ext cx="8724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1950" b="0">
                <a:solidFill>
                  <a:srgbClr val="243746"/>
                </a:solidFill>
                <a:latin typeface="微软雅黑"/>
                <a:ea typeface="微软雅黑"/>
                <a:cs typeface="微软雅黑"/>
              </a:defRPr>
            </a:pPr>
            <a:r>
              <a:rPr sz="1950" b="0">
                <a:solidFill>
                  <a:srgbClr val="243746"/>
                </a:solidFill>
                <a:latin typeface="微软雅黑"/>
                <a:ea typeface="微软雅黑"/>
                <a:cs typeface="微软雅黑"/>
              </a:rPr>
              <a:t>人、流程和大模型共用同一套设备执行机制。</a:t>
            </a:r>
          </a:p>
        </p:txBody>
      </p:sp>
      <p:sp>
        <p:nvSpPr>
          <p:cNvPr id="25" name="text-422">
            <a:extLst xmlns:a="http://schemas.openxmlformats.org/drawingml/2006/main">
              <a:ext uri="{FF2B5EF4-FFF2-40B4-BE49-F238E27FC236}">
                <a16:creationId xmlns:a16="http://schemas.microsoft.com/office/drawing/2014/main" id="{45261057-0A41-468D-A3CD-C4414B863D56}"/>
              </a:ext>
            </a:extLst>
          </p:cNvPr>
          <p:cNvSpPr>
            <a:spLocks xmlns:a="http://schemas.openxmlformats.org/drawingml/2006/main" noGrp="1"/>
          </p:cNvSpPr>
          <p:nvPr/>
        </p:nvSpPr>
        <p:spPr>
          <a:xfrm xmlns:a="http://schemas.openxmlformats.org/drawingml/2006/main">
            <a:off x="695325" y="5810250"/>
            <a:ext cx="108108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2000"/>
              </a:lnSpc>
              <a:spcBef>
                <a:spcPts val="0"/>
              </a:spcBef>
              <a:spcAft>
                <a:spcPts val="0"/>
              </a:spcAft>
              <a:buNone/>
              <a:defRPr sz="2250" b="1">
                <a:solidFill>
                  <a:srgbClr val="1C3C5D"/>
                </a:solidFill>
                <a:latin typeface="微软雅黑"/>
                <a:ea typeface="微软雅黑"/>
                <a:cs typeface="微软雅黑"/>
              </a:defRPr>
            </a:pPr>
            <a:r>
              <a:rPr sz="2250" b="1">
                <a:solidFill>
                  <a:srgbClr val="1C3C5D"/>
                </a:solidFill>
                <a:latin typeface="微软雅黑"/>
                <a:ea typeface="微软雅黑"/>
                <a:cs typeface="微软雅黑"/>
              </a:rPr>
              <a:t>谢谢各位，欢迎交流。</a:t>
            </a:r>
          </a:p>
        </p:txBody>
      </p:sp>
    </p:spTree>
    <p:extLst>
      <p:ext uri="{BB962C8B-B14F-4D97-AF65-F5344CB8AC3E}">
        <p14:creationId xmlns:p14="http://schemas.microsoft.com/office/powerpoint/2010/main" val="1764110769"/>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FDC6A048-DF1E-4678-BD75-14DF1393AAE9}"/>
              </a:ext>
            </a:extLst>
          </p:cNvPr>
          <p:cNvSpPr>
            <a:spLocks xmlns:a="http://schemas.openxmlformats.org/drawingml/2006/main" noGrp="1"/>
          </p:cNvSpPr>
          <p:nvPr/>
        </p:nvSpPr>
        <p:spPr>
          <a:xfrm xmlns:a="http://schemas.openxmlformats.org/drawingml/2006/main">
            <a:off x="0" y="0"/>
            <a:ext cx="12191695" cy="914400"/>
          </a:xfrm>
          <a:prstGeom xmlns:a="http://schemas.openxmlformats.org/drawingml/2006/main" prst="rect">
            <a:avLst/>
          </a:prstGeom>
          <a:solidFill xmlns:a="http://schemas.openxmlformats.org/drawingml/2006/main">
            <a:srgbClr val="1A3A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D2C5C94B-88A9-4BC6-A7A1-37135C66AD99}"/>
              </a:ext>
            </a:extLst>
          </p:cNvPr>
          <p:cNvSpPr>
            <a:spLocks xmlns:a="http://schemas.openxmlformats.org/drawingml/2006/main" noGrp="1"/>
          </p:cNvSpPr>
          <p:nvPr/>
        </p:nvSpPr>
        <p:spPr>
          <a:xfrm xmlns:a="http://schemas.openxmlformats.org/drawingml/2006/main">
            <a:off x="552450" y="238125"/>
            <a:ext cx="11087100" cy="571500"/>
          </a:xfrm>
          <a:prstGeom xmlns:a="http://schemas.openxmlformats.org/drawingml/2006/main" prst="rect">
            <a:avLst/>
          </a:prstGeom>
          <a:noFill xmlns:a="http://schemas.openxmlformats.org/drawingml/2006/main"/>
        </p:spPr>
        <p:txBody>
          <a:bodyPr xmlns:a="http://schemas.openxmlformats.org/drawingml/2006/main" wrap="none" lIns="0" tIns="0" rIns="0" bIns="0">
            <a:noAutofit/>
          </a:bodyPr>
          <a:lstStyle xmlns:a="http://schemas.openxmlformats.org/drawingml/2006/main"/>
          <a:p xmlns:a="http://schemas.openxmlformats.org/drawingml/2006/main">
            <a:pPr algn="l">
              <a:buNone/>
              <a:defRPr sz="2850" b="1">
                <a:solidFill>
                  <a:srgbClr val="FFFFFF"/>
                </a:solidFill>
                <a:latin typeface="微软雅黑"/>
                <a:ea typeface="微软雅黑"/>
                <a:cs typeface="微软雅黑"/>
              </a:defRPr>
            </a:pPr>
            <a:r>
              <a:rPr sz="2850" b="1">
                <a:solidFill>
                  <a:srgbClr val="FFFFFF"/>
                </a:solidFill>
                <a:latin typeface="微软雅黑"/>
                <a:ea typeface="微软雅黑"/>
                <a:cs typeface="微软雅黑"/>
              </a:rPr>
              <a:t>16  Q&amp;A  备用说明</a:t>
            </a:r>
            <a:endParaRPr sz="2600" b="1">
              <a:solidFill>
                <a:srgbClr val="FFFFFF"/>
              </a:solidFill>
              <a:latin typeface="微软雅黑"/>
              <a:ea typeface="微软雅黑"/>
              <a:cs typeface="微软雅黑"/>
            </a:endParaRPr>
          </a:p>
        </p:txBody>
      </p:sp>
      <p:sp>
        <p:nvSpPr>
          <p:cNvPr id="6" name="TextBox 5">
            <a:extLst xmlns:a="http://schemas.openxmlformats.org/drawingml/2006/main">
              <a:ext uri="{FF2B5EF4-FFF2-40B4-BE49-F238E27FC236}">
                <a16:creationId xmlns:a16="http://schemas.microsoft.com/office/drawing/2014/main" id="{A3990B9D-1DBD-479C-AB7B-A7B40BA1E60A}"/>
              </a:ext>
            </a:extLst>
          </p:cNvPr>
          <p:cNvSpPr>
            <a:spLocks xmlns:a="http://schemas.openxmlformats.org/drawingml/2006/main" noGrp="1"/>
          </p:cNvSpPr>
          <p:nvPr/>
        </p:nvSpPr>
        <p:spPr>
          <a:xfrm xmlns:a="http://schemas.openxmlformats.org/drawingml/2006/main">
            <a:off x="457200" y="6446520"/>
            <a:ext cx="91440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0">
                <a:solidFill>
                  <a:srgbClr val="555555"/>
                </a:solidFill>
                <a:latin typeface="微软雅黑"/>
                <a:ea typeface="微软雅黑"/>
                <a:cs typeface="微软雅黑"/>
              </a:rPr>
              <a:t>EUROSIM 2026  ·  面向智慧化学实验室的任务导向可执行建模框架</a:t>
            </a:r>
            <a:endParaRPr sz="1100" b="0">
              <a:solidFill>
                <a:srgbClr val="555555"/>
              </a:solidFill>
              <a:latin typeface="微软雅黑"/>
              <a:ea typeface="微软雅黑"/>
              <a:cs typeface="微软雅黑"/>
            </a:endParaRPr>
          </a:p>
        </p:txBody>
      </p:sp>
      <p:sp>
        <p:nvSpPr>
          <p:cNvPr id="7" name="TextBox 6">
            <a:extLst xmlns:a="http://schemas.openxmlformats.org/drawingml/2006/main">
              <a:ext uri="{FF2B5EF4-FFF2-40B4-BE49-F238E27FC236}">
                <a16:creationId xmlns:a16="http://schemas.microsoft.com/office/drawing/2014/main" id="{344AD840-496B-4114-AE14-4B0951DFFB39}"/>
              </a:ext>
            </a:extLst>
          </p:cNvPr>
          <p:cNvSpPr>
            <a:spLocks xmlns:a="http://schemas.openxmlformats.org/drawingml/2006/main" noGrp="1"/>
          </p:cNvSpPr>
          <p:nvPr/>
        </p:nvSpPr>
        <p:spPr>
          <a:xfrm xmlns:a="http://schemas.openxmlformats.org/drawingml/2006/main">
            <a:off x="10515600" y="6446520"/>
            <a:ext cx="13716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pPr>
            <a:r>
              <a:rPr sz="1100" b="0">
                <a:solidFill>
                  <a:srgbClr val="555555"/>
                </a:solidFill>
                <a:latin typeface="微软雅黑"/>
                <a:ea typeface="微软雅黑"/>
                <a:cs typeface="微软雅黑"/>
              </a:rPr>
              <a:t>16/16</a:t>
            </a:r>
            <a:endParaRPr sz="1100" b="0">
              <a:solidFill>
                <a:srgbClr val="555555"/>
              </a:solidFill>
              <a:latin typeface="微软雅黑"/>
              <a:ea typeface="微软雅黑"/>
              <a:cs typeface="微软雅黑"/>
            </a:endParaRPr>
          </a:p>
        </p:txBody>
      </p:sp>
      <p:sp>
        <p:nvSpPr>
          <p:cNvPr id="8" name="text-423">
            <a:extLst xmlns:a="http://schemas.openxmlformats.org/drawingml/2006/main">
              <a:ext uri="{FF2B5EF4-FFF2-40B4-BE49-F238E27FC236}">
                <a16:creationId xmlns:a16="http://schemas.microsoft.com/office/drawing/2014/main" id="{BB8799AF-5873-4D1A-AB7B-564E439CDD12}"/>
              </a:ext>
            </a:extLst>
          </p:cNvPr>
          <p:cNvSpPr>
            <a:spLocks xmlns:a="http://schemas.openxmlformats.org/drawingml/2006/main" noGrp="1"/>
          </p:cNvSpPr>
          <p:nvPr/>
        </p:nvSpPr>
        <p:spPr>
          <a:xfrm xmlns:a="http://schemas.openxmlformats.org/drawingml/2006/main">
            <a:off x="628650" y="1314450"/>
            <a:ext cx="10982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1875" b="1">
                <a:solidFill>
                  <a:srgbClr val="1C3C5D"/>
                </a:solidFill>
                <a:latin typeface="微软雅黑"/>
                <a:ea typeface="微软雅黑"/>
                <a:cs typeface="微软雅黑"/>
              </a:defRPr>
            </a:pPr>
            <a:r>
              <a:rPr sz="1875" b="1">
                <a:solidFill>
                  <a:srgbClr val="1C3C5D"/>
                </a:solidFill>
                <a:latin typeface="微软雅黑"/>
                <a:ea typeface="微软雅黑"/>
                <a:cs typeface="微软雅黑"/>
              </a:rPr>
              <a:t>建模语言与执行语义指什么？</a:t>
            </a:r>
          </a:p>
        </p:txBody>
      </p:sp>
      <p:sp>
        <p:nvSpPr>
          <p:cNvPr id="9" name="text-424">
            <a:extLst xmlns:a="http://schemas.openxmlformats.org/drawingml/2006/main">
              <a:ext uri="{FF2B5EF4-FFF2-40B4-BE49-F238E27FC236}">
                <a16:creationId xmlns:a16="http://schemas.microsoft.com/office/drawing/2014/main" id="{F301FCE6-77DC-4E2F-ABB0-FB4F47FA6F61}"/>
              </a:ext>
            </a:extLst>
          </p:cNvPr>
          <p:cNvSpPr>
            <a:spLocks xmlns:a="http://schemas.openxmlformats.org/drawingml/2006/main" noGrp="1"/>
          </p:cNvSpPr>
          <p:nvPr/>
        </p:nvSpPr>
        <p:spPr>
          <a:xfrm xmlns:a="http://schemas.openxmlformats.org/drawingml/2006/main">
            <a:off x="628650" y="1695450"/>
            <a:ext cx="109823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1725" b="0">
                <a:solidFill>
                  <a:srgbClr val="243746"/>
                </a:solidFill>
                <a:latin typeface="微软雅黑"/>
                <a:ea typeface="微软雅黑"/>
                <a:cs typeface="微软雅黑"/>
              </a:defRPr>
            </a:pPr>
            <a:r>
              <a:rPr sz="1725" b="0">
                <a:solidFill>
                  <a:srgbClr val="243746"/>
                </a:solidFill>
                <a:latin typeface="微软雅黑"/>
                <a:ea typeface="微软雅黑"/>
                <a:cs typeface="微软雅黑"/>
              </a:rPr>
              <a:t>模型定义对象、关系、状态与规则，执行语义规定这些定义怎样产生行为。</a:t>
            </a:r>
          </a:p>
        </p:txBody>
      </p:sp>
      <p:sp>
        <p:nvSpPr>
          <p:cNvPr id="10" name="anchor-425">
            <a:extLst xmlns:a="http://schemas.openxmlformats.org/drawingml/2006/main">
              <a:ext uri="{FF2B5EF4-FFF2-40B4-BE49-F238E27FC236}">
                <a16:creationId xmlns:a16="http://schemas.microsoft.com/office/drawing/2014/main" id="{B9408959-DAA4-4B01-A722-324A6B6B3E4C}"/>
              </a:ext>
            </a:extLst>
          </p:cNvPr>
          <p:cNvSpPr>
            <a:spLocks xmlns:a="http://schemas.openxmlformats.org/drawingml/2006/main" noGrp="1"/>
          </p:cNvSpPr>
          <p:nvPr/>
        </p:nvSpPr>
        <p:spPr>
          <a:xfrm xmlns:a="http://schemas.openxmlformats.org/drawingml/2006/main">
            <a:off x="619125" y="2133600"/>
            <a:ext cx="19050" cy="19050"/>
          </a:xfrm>
          <a:prstGeom xmlns:a="http://schemas.openxmlformats.org/drawingml/2006/main" prst="rect">
            <a:avLst/>
          </a:prstGeom>
          <a:noFill xmlns:a="http://schemas.openxmlformats.org/drawingml/2006/main"/>
          <a:ln xmlns:a="http://schemas.openxmlformats.org/drawingml/2006/main" w="0">
            <a:noFill/>
          </a:ln>
        </p:spPr>
      </p:sp>
      <p:sp>
        <p:nvSpPr>
          <p:cNvPr id="11" name="anchor-426">
            <a:extLst xmlns:a="http://schemas.openxmlformats.org/drawingml/2006/main">
              <a:ext uri="{FF2B5EF4-FFF2-40B4-BE49-F238E27FC236}">
                <a16:creationId xmlns:a16="http://schemas.microsoft.com/office/drawing/2014/main" id="{55EA9C98-B6B8-4108-A0CE-ADC787BE6025}"/>
              </a:ext>
            </a:extLst>
          </p:cNvPr>
          <p:cNvSpPr>
            <a:spLocks xmlns:a="http://schemas.openxmlformats.org/drawingml/2006/main" noGrp="1"/>
          </p:cNvSpPr>
          <p:nvPr/>
        </p:nvSpPr>
        <p:spPr>
          <a:xfrm xmlns:a="http://schemas.openxmlformats.org/drawingml/2006/main">
            <a:off x="11563350" y="2133600"/>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38" name=""/>
          <p:cNvCxnSpPr>
            <a:stCxn xmlns:a="http://schemas.openxmlformats.org/drawingml/2006/main" id="10" idx="3"/>
            <a:endCxn xmlns:a="http://schemas.openxmlformats.org/drawingml/2006/main" id="11" idx="1"/>
          </p:cNvCxnSpPr>
          <p:nvPr/>
        </p:nvCxnSpPr>
        <p:spPr>
          <a:xfrm xmlns:a="http://schemas.openxmlformats.org/drawingml/2006/main">
            <a:off x="638175" y="2143125"/>
            <a:ext cx="10925175" cy="0"/>
          </a:xfrm>
          <a:prstGeom xmlns:a="http://schemas.openxmlformats.org/drawingml/2006/main" prst="straightConnector1">
            <a:avLst/>
          </a:prstGeom>
          <a:ln xmlns:a="http://schemas.openxmlformats.org/drawingml/2006/main" w="9525">
            <a:solidFill>
              <a:srgbClr val="9BB7CC"/>
            </a:solidFill>
            <a:prstDash val="solid"/>
            <a:tailEnd type="none" w="med" len="med"/>
          </a:ln>
        </p:spPr>
      </p:cxnSp>
      <p:sp>
        <p:nvSpPr>
          <p:cNvPr id="13" name="text-427">
            <a:extLst xmlns:a="http://schemas.openxmlformats.org/drawingml/2006/main">
              <a:ext uri="{FF2B5EF4-FFF2-40B4-BE49-F238E27FC236}">
                <a16:creationId xmlns:a16="http://schemas.microsoft.com/office/drawing/2014/main" id="{E537E5A5-6A1A-4267-8AD0-6DB2583F0790}"/>
              </a:ext>
            </a:extLst>
          </p:cNvPr>
          <p:cNvSpPr>
            <a:spLocks xmlns:a="http://schemas.openxmlformats.org/drawingml/2006/main" noGrp="1"/>
          </p:cNvSpPr>
          <p:nvPr/>
        </p:nvSpPr>
        <p:spPr>
          <a:xfrm xmlns:a="http://schemas.openxmlformats.org/drawingml/2006/main">
            <a:off x="628650" y="2276475"/>
            <a:ext cx="10982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1875" b="1">
                <a:solidFill>
                  <a:srgbClr val="1C3C5D"/>
                </a:solidFill>
                <a:latin typeface="微软雅黑"/>
                <a:ea typeface="微软雅黑"/>
                <a:cs typeface="微软雅黑"/>
              </a:defRPr>
            </a:pPr>
            <a:r>
              <a:rPr sz="1875" b="1">
                <a:solidFill>
                  <a:srgbClr val="1C3C5D"/>
                </a:solidFill>
                <a:latin typeface="微软雅黑"/>
                <a:ea typeface="微软雅黑"/>
                <a:cs typeface="微软雅黑"/>
              </a:rPr>
              <a:t>接口与端口的区别是什么？</a:t>
            </a:r>
          </a:p>
        </p:txBody>
      </p:sp>
      <p:sp>
        <p:nvSpPr>
          <p:cNvPr id="14" name="text-428">
            <a:extLst xmlns:a="http://schemas.openxmlformats.org/drawingml/2006/main">
              <a:ext uri="{FF2B5EF4-FFF2-40B4-BE49-F238E27FC236}">
                <a16:creationId xmlns:a16="http://schemas.microsoft.com/office/drawing/2014/main" id="{8E4D0FBD-2811-47F9-9123-CEE7BCDE24CF}"/>
              </a:ext>
            </a:extLst>
          </p:cNvPr>
          <p:cNvSpPr>
            <a:spLocks xmlns:a="http://schemas.openxmlformats.org/drawingml/2006/main" noGrp="1"/>
          </p:cNvSpPr>
          <p:nvPr/>
        </p:nvSpPr>
        <p:spPr>
          <a:xfrm xmlns:a="http://schemas.openxmlformats.org/drawingml/2006/main">
            <a:off x="628650" y="2657475"/>
            <a:ext cx="109823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1725" b="0">
                <a:solidFill>
                  <a:srgbClr val="243746"/>
                </a:solidFill>
                <a:latin typeface="微软雅黑"/>
                <a:ea typeface="微软雅黑"/>
                <a:cs typeface="微软雅黑"/>
              </a:defRPr>
            </a:pPr>
            <a:r>
              <a:rPr sz="1725" b="0">
                <a:solidFill>
                  <a:srgbClr val="243746"/>
                </a:solidFill>
                <a:latin typeface="微软雅黑"/>
                <a:ea typeface="微软雅黑"/>
                <a:cs typeface="微软雅黑"/>
              </a:rPr>
              <a:t>接口传递控制信号，端口传递实验数据，两者在工作流中分别建立连接。</a:t>
            </a:r>
          </a:p>
        </p:txBody>
      </p:sp>
      <p:sp>
        <p:nvSpPr>
          <p:cNvPr id="15" name="anchor-429">
            <a:extLst xmlns:a="http://schemas.openxmlformats.org/drawingml/2006/main">
              <a:ext uri="{FF2B5EF4-FFF2-40B4-BE49-F238E27FC236}">
                <a16:creationId xmlns:a16="http://schemas.microsoft.com/office/drawing/2014/main" id="{B0B4CC1E-EB5D-4624-9BF1-A90D3F7F7256}"/>
              </a:ext>
            </a:extLst>
          </p:cNvPr>
          <p:cNvSpPr>
            <a:spLocks xmlns:a="http://schemas.openxmlformats.org/drawingml/2006/main" noGrp="1"/>
          </p:cNvSpPr>
          <p:nvPr/>
        </p:nvSpPr>
        <p:spPr>
          <a:xfrm xmlns:a="http://schemas.openxmlformats.org/drawingml/2006/main">
            <a:off x="619125" y="3095625"/>
            <a:ext cx="19050" cy="19050"/>
          </a:xfrm>
          <a:prstGeom xmlns:a="http://schemas.openxmlformats.org/drawingml/2006/main" prst="rect">
            <a:avLst/>
          </a:prstGeom>
          <a:noFill xmlns:a="http://schemas.openxmlformats.org/drawingml/2006/main"/>
          <a:ln xmlns:a="http://schemas.openxmlformats.org/drawingml/2006/main" w="0">
            <a:noFill/>
          </a:ln>
        </p:spPr>
      </p:sp>
      <p:sp>
        <p:nvSpPr>
          <p:cNvPr id="16" name="anchor-430">
            <a:extLst xmlns:a="http://schemas.openxmlformats.org/drawingml/2006/main">
              <a:ext uri="{FF2B5EF4-FFF2-40B4-BE49-F238E27FC236}">
                <a16:creationId xmlns:a16="http://schemas.microsoft.com/office/drawing/2014/main" id="{DE6360C3-0C96-473E-B0E2-8AD614DC5D15}"/>
              </a:ext>
            </a:extLst>
          </p:cNvPr>
          <p:cNvSpPr>
            <a:spLocks xmlns:a="http://schemas.openxmlformats.org/drawingml/2006/main" noGrp="1"/>
          </p:cNvSpPr>
          <p:nvPr/>
        </p:nvSpPr>
        <p:spPr>
          <a:xfrm xmlns:a="http://schemas.openxmlformats.org/drawingml/2006/main">
            <a:off x="11563350" y="309562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43" name=""/>
          <p:cNvCxnSpPr>
            <a:stCxn xmlns:a="http://schemas.openxmlformats.org/drawingml/2006/main" id="15" idx="3"/>
            <a:endCxn xmlns:a="http://schemas.openxmlformats.org/drawingml/2006/main" id="16" idx="1"/>
          </p:cNvCxnSpPr>
          <p:nvPr/>
        </p:nvCxnSpPr>
        <p:spPr>
          <a:xfrm xmlns:a="http://schemas.openxmlformats.org/drawingml/2006/main">
            <a:off x="638175" y="3105150"/>
            <a:ext cx="10925175" cy="0"/>
          </a:xfrm>
          <a:prstGeom xmlns:a="http://schemas.openxmlformats.org/drawingml/2006/main" prst="straightConnector1">
            <a:avLst/>
          </a:prstGeom>
          <a:ln xmlns:a="http://schemas.openxmlformats.org/drawingml/2006/main" w="9525">
            <a:solidFill>
              <a:srgbClr val="9BB7CC"/>
            </a:solidFill>
            <a:prstDash val="solid"/>
            <a:tailEnd type="none" w="med" len="med"/>
          </a:ln>
        </p:spPr>
      </p:cxnSp>
      <p:sp>
        <p:nvSpPr>
          <p:cNvPr id="18" name="text-431">
            <a:extLst xmlns:a="http://schemas.openxmlformats.org/drawingml/2006/main">
              <a:ext uri="{FF2B5EF4-FFF2-40B4-BE49-F238E27FC236}">
                <a16:creationId xmlns:a16="http://schemas.microsoft.com/office/drawing/2014/main" id="{F21526CE-89D8-404B-831A-6EECD7D3B48F}"/>
              </a:ext>
            </a:extLst>
          </p:cNvPr>
          <p:cNvSpPr>
            <a:spLocks xmlns:a="http://schemas.openxmlformats.org/drawingml/2006/main" noGrp="1"/>
          </p:cNvSpPr>
          <p:nvPr/>
        </p:nvSpPr>
        <p:spPr>
          <a:xfrm xmlns:a="http://schemas.openxmlformats.org/drawingml/2006/main">
            <a:off x="628650" y="3238500"/>
            <a:ext cx="10982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1875" b="1">
                <a:solidFill>
                  <a:srgbClr val="1C3C5D"/>
                </a:solidFill>
                <a:latin typeface="微软雅黑"/>
                <a:ea typeface="微软雅黑"/>
                <a:cs typeface="微软雅黑"/>
              </a:defRPr>
            </a:pPr>
            <a:r>
              <a:rPr sz="1875" b="1">
                <a:solidFill>
                  <a:srgbClr val="1C3C5D"/>
                </a:solidFill>
                <a:latin typeface="微软雅黑"/>
                <a:ea typeface="微软雅黑"/>
                <a:cs typeface="微软雅黑"/>
              </a:rPr>
              <a:t>节点生命周期与设备状态的关系是什么？</a:t>
            </a:r>
          </a:p>
        </p:txBody>
      </p:sp>
      <p:sp>
        <p:nvSpPr>
          <p:cNvPr id="19" name="text-432">
            <a:extLst xmlns:a="http://schemas.openxmlformats.org/drawingml/2006/main">
              <a:ext uri="{FF2B5EF4-FFF2-40B4-BE49-F238E27FC236}">
                <a16:creationId xmlns:a16="http://schemas.microsoft.com/office/drawing/2014/main" id="{927FC0F2-1DEE-48CC-ABA7-DD29300FE544}"/>
              </a:ext>
            </a:extLst>
          </p:cNvPr>
          <p:cNvSpPr>
            <a:spLocks xmlns:a="http://schemas.openxmlformats.org/drawingml/2006/main" noGrp="1"/>
          </p:cNvSpPr>
          <p:nvPr/>
        </p:nvSpPr>
        <p:spPr>
          <a:xfrm xmlns:a="http://schemas.openxmlformats.org/drawingml/2006/main">
            <a:off x="628650" y="3619500"/>
            <a:ext cx="109823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1725" b="0">
                <a:solidFill>
                  <a:srgbClr val="243746"/>
                </a:solidFill>
                <a:latin typeface="微软雅黑"/>
                <a:ea typeface="微软雅黑"/>
                <a:cs typeface="微软雅黑"/>
              </a:defRPr>
            </a:pPr>
            <a:r>
              <a:rPr sz="1725" b="0">
                <a:solidFill>
                  <a:srgbClr val="243746"/>
                </a:solidFill>
                <a:latin typeface="微软雅黑"/>
                <a:ea typeface="微软雅黑"/>
                <a:cs typeface="微软雅黑"/>
              </a:rPr>
              <a:t>节点描述任务进度，状态机描述设备执行；二者通过接口反馈与触发器协同。</a:t>
            </a:r>
          </a:p>
        </p:txBody>
      </p:sp>
      <p:sp>
        <p:nvSpPr>
          <p:cNvPr id="20" name="anchor-433">
            <a:extLst xmlns:a="http://schemas.openxmlformats.org/drawingml/2006/main">
              <a:ext uri="{FF2B5EF4-FFF2-40B4-BE49-F238E27FC236}">
                <a16:creationId xmlns:a16="http://schemas.microsoft.com/office/drawing/2014/main" id="{18574238-4CE5-4982-83CA-487E662113B2}"/>
              </a:ext>
            </a:extLst>
          </p:cNvPr>
          <p:cNvSpPr>
            <a:spLocks xmlns:a="http://schemas.openxmlformats.org/drawingml/2006/main" noGrp="1"/>
          </p:cNvSpPr>
          <p:nvPr/>
        </p:nvSpPr>
        <p:spPr>
          <a:xfrm xmlns:a="http://schemas.openxmlformats.org/drawingml/2006/main">
            <a:off x="619125" y="4057650"/>
            <a:ext cx="19050" cy="19050"/>
          </a:xfrm>
          <a:prstGeom xmlns:a="http://schemas.openxmlformats.org/drawingml/2006/main" prst="rect">
            <a:avLst/>
          </a:prstGeom>
          <a:noFill xmlns:a="http://schemas.openxmlformats.org/drawingml/2006/main"/>
          <a:ln xmlns:a="http://schemas.openxmlformats.org/drawingml/2006/main" w="0">
            <a:noFill/>
          </a:ln>
        </p:spPr>
      </p:sp>
      <p:sp>
        <p:nvSpPr>
          <p:cNvPr id="21" name="anchor-434">
            <a:extLst xmlns:a="http://schemas.openxmlformats.org/drawingml/2006/main">
              <a:ext uri="{FF2B5EF4-FFF2-40B4-BE49-F238E27FC236}">
                <a16:creationId xmlns:a16="http://schemas.microsoft.com/office/drawing/2014/main" id="{4288EB90-9BE8-4FD6-A479-FDBA7E301F73}"/>
              </a:ext>
            </a:extLst>
          </p:cNvPr>
          <p:cNvSpPr>
            <a:spLocks xmlns:a="http://schemas.openxmlformats.org/drawingml/2006/main" noGrp="1"/>
          </p:cNvSpPr>
          <p:nvPr/>
        </p:nvSpPr>
        <p:spPr>
          <a:xfrm xmlns:a="http://schemas.openxmlformats.org/drawingml/2006/main">
            <a:off x="11563350" y="4057650"/>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48" name=""/>
          <p:cNvCxnSpPr>
            <a:stCxn xmlns:a="http://schemas.openxmlformats.org/drawingml/2006/main" id="20" idx="3"/>
            <a:endCxn xmlns:a="http://schemas.openxmlformats.org/drawingml/2006/main" id="21" idx="1"/>
          </p:cNvCxnSpPr>
          <p:nvPr/>
        </p:nvCxnSpPr>
        <p:spPr>
          <a:xfrm xmlns:a="http://schemas.openxmlformats.org/drawingml/2006/main">
            <a:off x="638175" y="4067175"/>
            <a:ext cx="10925175" cy="0"/>
          </a:xfrm>
          <a:prstGeom xmlns:a="http://schemas.openxmlformats.org/drawingml/2006/main" prst="straightConnector1">
            <a:avLst/>
          </a:prstGeom>
          <a:ln xmlns:a="http://schemas.openxmlformats.org/drawingml/2006/main" w="9525">
            <a:solidFill>
              <a:srgbClr val="9BB7CC"/>
            </a:solidFill>
            <a:prstDash val="solid"/>
            <a:tailEnd type="none" w="med" len="med"/>
          </a:ln>
        </p:spPr>
      </p:cxnSp>
      <p:sp>
        <p:nvSpPr>
          <p:cNvPr id="23" name="text-435">
            <a:extLst xmlns:a="http://schemas.openxmlformats.org/drawingml/2006/main">
              <a:ext uri="{FF2B5EF4-FFF2-40B4-BE49-F238E27FC236}">
                <a16:creationId xmlns:a16="http://schemas.microsoft.com/office/drawing/2014/main" id="{355A7D1E-B44F-4C4A-9EA4-A94DE45E855D}"/>
              </a:ext>
            </a:extLst>
          </p:cNvPr>
          <p:cNvSpPr>
            <a:spLocks xmlns:a="http://schemas.openxmlformats.org/drawingml/2006/main" noGrp="1"/>
          </p:cNvSpPr>
          <p:nvPr/>
        </p:nvSpPr>
        <p:spPr>
          <a:xfrm xmlns:a="http://schemas.openxmlformats.org/drawingml/2006/main">
            <a:off x="628650" y="4200525"/>
            <a:ext cx="10982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1875" b="1">
                <a:solidFill>
                  <a:srgbClr val="1C3C5D"/>
                </a:solidFill>
                <a:latin typeface="微软雅黑"/>
                <a:ea typeface="微软雅黑"/>
                <a:cs typeface="微软雅黑"/>
              </a:defRPr>
            </a:pPr>
            <a:r>
              <a:rPr sz="1875" b="1">
                <a:solidFill>
                  <a:srgbClr val="1C3C5D"/>
                </a:solidFill>
                <a:latin typeface="微软雅黑"/>
                <a:ea typeface="微软雅黑"/>
                <a:cs typeface="微软雅黑"/>
              </a:rPr>
              <a:t>大模型在框架中的位置在哪里？</a:t>
            </a:r>
          </a:p>
        </p:txBody>
      </p:sp>
      <p:sp>
        <p:nvSpPr>
          <p:cNvPr id="24" name="text-436">
            <a:extLst xmlns:a="http://schemas.openxmlformats.org/drawingml/2006/main">
              <a:ext uri="{FF2B5EF4-FFF2-40B4-BE49-F238E27FC236}">
                <a16:creationId xmlns:a16="http://schemas.microsoft.com/office/drawing/2014/main" id="{2AF624FA-1AA6-4CE3-828F-6FC93D124B4A}"/>
              </a:ext>
            </a:extLst>
          </p:cNvPr>
          <p:cNvSpPr>
            <a:spLocks xmlns:a="http://schemas.openxmlformats.org/drawingml/2006/main" noGrp="1"/>
          </p:cNvSpPr>
          <p:nvPr/>
        </p:nvSpPr>
        <p:spPr>
          <a:xfrm xmlns:a="http://schemas.openxmlformats.org/drawingml/2006/main">
            <a:off x="628650" y="4581525"/>
            <a:ext cx="109823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1725" b="0">
                <a:solidFill>
                  <a:srgbClr val="243746"/>
                </a:solidFill>
                <a:latin typeface="微软雅黑"/>
                <a:ea typeface="微软雅黑"/>
                <a:cs typeface="微软雅黑"/>
              </a:defRPr>
            </a:pPr>
            <a:r>
              <a:rPr sz="1725" b="0">
                <a:solidFill>
                  <a:srgbClr val="243746"/>
                </a:solidFill>
                <a:latin typeface="微软雅黑"/>
                <a:ea typeface="微软雅黑"/>
                <a:cs typeface="微软雅黑"/>
              </a:rPr>
              <a:t>它是上层决策与请求来源，提出的设备操作必须经过共同的模型执行机制。</a:t>
            </a:r>
          </a:p>
        </p:txBody>
      </p:sp>
      <p:sp>
        <p:nvSpPr>
          <p:cNvPr id="25" name="anchor-437">
            <a:extLst xmlns:a="http://schemas.openxmlformats.org/drawingml/2006/main">
              <a:ext uri="{FF2B5EF4-FFF2-40B4-BE49-F238E27FC236}">
                <a16:creationId xmlns:a16="http://schemas.microsoft.com/office/drawing/2014/main" id="{14E14C1B-A353-4869-9D05-6BBDBAE141A7}"/>
              </a:ext>
            </a:extLst>
          </p:cNvPr>
          <p:cNvSpPr>
            <a:spLocks xmlns:a="http://schemas.openxmlformats.org/drawingml/2006/main" noGrp="1"/>
          </p:cNvSpPr>
          <p:nvPr/>
        </p:nvSpPr>
        <p:spPr>
          <a:xfrm xmlns:a="http://schemas.openxmlformats.org/drawingml/2006/main">
            <a:off x="619125" y="5019675"/>
            <a:ext cx="19050" cy="19050"/>
          </a:xfrm>
          <a:prstGeom xmlns:a="http://schemas.openxmlformats.org/drawingml/2006/main" prst="rect">
            <a:avLst/>
          </a:prstGeom>
          <a:noFill xmlns:a="http://schemas.openxmlformats.org/drawingml/2006/main"/>
          <a:ln xmlns:a="http://schemas.openxmlformats.org/drawingml/2006/main" w="0">
            <a:noFill/>
          </a:ln>
        </p:spPr>
      </p:sp>
      <p:sp>
        <p:nvSpPr>
          <p:cNvPr id="26" name="anchor-438">
            <a:extLst xmlns:a="http://schemas.openxmlformats.org/drawingml/2006/main">
              <a:ext uri="{FF2B5EF4-FFF2-40B4-BE49-F238E27FC236}">
                <a16:creationId xmlns:a16="http://schemas.microsoft.com/office/drawing/2014/main" id="{507D4F59-924B-4D71-9E0D-30803C6B021F}"/>
              </a:ext>
            </a:extLst>
          </p:cNvPr>
          <p:cNvSpPr>
            <a:spLocks xmlns:a="http://schemas.openxmlformats.org/drawingml/2006/main" noGrp="1"/>
          </p:cNvSpPr>
          <p:nvPr/>
        </p:nvSpPr>
        <p:spPr>
          <a:xfrm xmlns:a="http://schemas.openxmlformats.org/drawingml/2006/main">
            <a:off x="11563350" y="501967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53" name=""/>
          <p:cNvCxnSpPr>
            <a:stCxn xmlns:a="http://schemas.openxmlformats.org/drawingml/2006/main" id="25" idx="3"/>
            <a:endCxn xmlns:a="http://schemas.openxmlformats.org/drawingml/2006/main" id="26" idx="1"/>
          </p:cNvCxnSpPr>
          <p:nvPr/>
        </p:nvCxnSpPr>
        <p:spPr>
          <a:xfrm xmlns:a="http://schemas.openxmlformats.org/drawingml/2006/main">
            <a:off x="638175" y="5029200"/>
            <a:ext cx="10925175" cy="0"/>
          </a:xfrm>
          <a:prstGeom xmlns:a="http://schemas.openxmlformats.org/drawingml/2006/main" prst="straightConnector1">
            <a:avLst/>
          </a:prstGeom>
          <a:ln xmlns:a="http://schemas.openxmlformats.org/drawingml/2006/main" w="9525">
            <a:solidFill>
              <a:srgbClr val="9BB7CC"/>
            </a:solidFill>
            <a:prstDash val="solid"/>
            <a:tailEnd type="none" w="med" len="med"/>
          </a:ln>
        </p:spPr>
      </p:cxnSp>
      <p:sp>
        <p:nvSpPr>
          <p:cNvPr id="28" name="text-439">
            <a:extLst xmlns:a="http://schemas.openxmlformats.org/drawingml/2006/main">
              <a:ext uri="{FF2B5EF4-FFF2-40B4-BE49-F238E27FC236}">
                <a16:creationId xmlns:a16="http://schemas.microsoft.com/office/drawing/2014/main" id="{22BBAEA6-D300-493C-830D-8FF9888E5CA8}"/>
              </a:ext>
            </a:extLst>
          </p:cNvPr>
          <p:cNvSpPr>
            <a:spLocks xmlns:a="http://schemas.openxmlformats.org/drawingml/2006/main" noGrp="1"/>
          </p:cNvSpPr>
          <p:nvPr/>
        </p:nvSpPr>
        <p:spPr>
          <a:xfrm xmlns:a="http://schemas.openxmlformats.org/drawingml/2006/main">
            <a:off x="628650" y="5162550"/>
            <a:ext cx="10982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1875" b="1">
                <a:solidFill>
                  <a:srgbClr val="1C3C5D"/>
                </a:solidFill>
                <a:latin typeface="微软雅黑"/>
                <a:ea typeface="微软雅黑"/>
                <a:cs typeface="微软雅黑"/>
              </a:defRPr>
            </a:pPr>
            <a:r>
              <a:rPr sz="1875" b="1">
                <a:solidFill>
                  <a:srgbClr val="1C3C5D"/>
                </a:solidFill>
                <a:latin typeface="微软雅黑"/>
                <a:ea typeface="微软雅黑"/>
                <a:cs typeface="微软雅黑"/>
              </a:rPr>
              <a:t>仿真反馈闭环怎样接入？</a:t>
            </a:r>
          </a:p>
        </p:txBody>
      </p:sp>
      <p:sp>
        <p:nvSpPr>
          <p:cNvPr id="29" name="text-440">
            <a:extLst xmlns:a="http://schemas.openxmlformats.org/drawingml/2006/main">
              <a:ext uri="{FF2B5EF4-FFF2-40B4-BE49-F238E27FC236}">
                <a16:creationId xmlns:a16="http://schemas.microsoft.com/office/drawing/2014/main" id="{CDDF7CB0-14FC-49A5-A1C4-E478C86A18AD}"/>
              </a:ext>
            </a:extLst>
          </p:cNvPr>
          <p:cNvSpPr>
            <a:spLocks xmlns:a="http://schemas.openxmlformats.org/drawingml/2006/main" noGrp="1"/>
          </p:cNvSpPr>
          <p:nvPr/>
        </p:nvSpPr>
        <p:spPr>
          <a:xfrm xmlns:a="http://schemas.openxmlformats.org/drawingml/2006/main">
            <a:off x="628650" y="5543550"/>
            <a:ext cx="109823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Bef>
                <a:spcPts val="0"/>
              </a:spcBef>
              <a:spcAft>
                <a:spcPts val="0"/>
              </a:spcAft>
              <a:buNone/>
              <a:defRPr sz="1725" b="0">
                <a:solidFill>
                  <a:srgbClr val="243746"/>
                </a:solidFill>
                <a:latin typeface="微软雅黑"/>
                <a:ea typeface="微软雅黑"/>
                <a:cs typeface="微软雅黑"/>
              </a:defRPr>
            </a:pPr>
            <a:r>
              <a:rPr sz="1725" b="0">
                <a:solidFill>
                  <a:srgbClr val="243746"/>
                </a:solidFill>
                <a:latin typeface="微软雅黑"/>
                <a:ea typeface="微软雅黑"/>
                <a:cs typeface="微软雅黑"/>
              </a:rPr>
              <a:t>在 Adapter 层接入仿真环境，沿用上层模型语义，并以反馈驱动方案调整。</a:t>
            </a:r>
          </a:p>
        </p:txBody>
      </p:sp>
    </p:spTree>
    <p:extLst>
      <p:ext uri="{BB962C8B-B14F-4D97-AF65-F5344CB8AC3E}">
        <p14:creationId xmlns:p14="http://schemas.microsoft.com/office/powerpoint/2010/main" val="653117398"/>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2026-09-08T15:02:39.0610000Z</dcterms:created>
  <dcterms:modified xsi:type="dcterms:W3CDTF">2026-09-08T15:02:39.0610000Z</dcterms:modified>
</coreProperties>
</file>