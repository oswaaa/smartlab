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7555fe6059b4e87" /><Relationship Type="http://schemas.openxmlformats.org/officeDocument/2006/relationships/extended-properties" Target="/docProps/app.xml" Id="R37d3d7d489884b8f" /><Relationship Type="http://schemas.openxmlformats.org/officeDocument/2006/relationships/officeDocument" Target="/ppt/presentation.xml" Id="R75d09e3afb48459d" /></Relationships>
</file>

<file path=ppt/presentation.xml><?xml version="1.0" encoding="utf-8"?>
<p:presentation xmlns:p="http://schemas.openxmlformats.org/presentationml/2006/main">
  <p:sldMasterIdLst>
    <p:sldMasterId xmlns:r="http://schemas.openxmlformats.org/officeDocument/2006/relationships" id="2147483648" r:id="R0d20c3c6acea45a7"/>
  </p:sldMasterIdLst>
  <p:notesMasterIdLst>
    <p:notesMasterId xmlns:r="http://schemas.openxmlformats.org/officeDocument/2006/relationships" r:id="Rea335b9a52434d37"/>
  </p:notesMasterIdLst>
  <p:sldIdLst>
    <p:sldId xmlns:r="http://schemas.openxmlformats.org/officeDocument/2006/relationships" id="256" r:id="Ra7776a21d3654b56"/>
    <p:sldId xmlns:r="http://schemas.openxmlformats.org/officeDocument/2006/relationships" id="257" r:id="Rd02ddb300f1a4a27"/>
    <p:sldId xmlns:r="http://schemas.openxmlformats.org/officeDocument/2006/relationships" id="258" r:id="R2cacf8649a9847a6"/>
    <p:sldId xmlns:r="http://schemas.openxmlformats.org/officeDocument/2006/relationships" id="259" r:id="R74a0edd00f584217"/>
    <p:sldId xmlns:r="http://schemas.openxmlformats.org/officeDocument/2006/relationships" id="260" r:id="R2d84db3be3e3405d"/>
    <p:sldId xmlns:r="http://schemas.openxmlformats.org/officeDocument/2006/relationships" id="261" r:id="Rc4ce90cb016142f4"/>
    <p:sldId xmlns:r="http://schemas.openxmlformats.org/officeDocument/2006/relationships" id="262" r:id="Ra4a567edbfd3442b"/>
    <p:sldId xmlns:r="http://schemas.openxmlformats.org/officeDocument/2006/relationships" id="263" r:id="R5944af6cd1fd449b"/>
    <p:sldId xmlns:r="http://schemas.openxmlformats.org/officeDocument/2006/relationships" id="264" r:id="R04ced19ce4ad4277"/>
    <p:sldId xmlns:r="http://schemas.openxmlformats.org/officeDocument/2006/relationships" id="265" r:id="R1be8163e293c4085"/>
    <p:sldId xmlns:r="http://schemas.openxmlformats.org/officeDocument/2006/relationships" id="266" r:id="R6fba794ed88e4933"/>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a6dcffd8b134d22" /><Relationship Type="http://schemas.openxmlformats.org/officeDocument/2006/relationships/slideMaster" Target="/ppt/slideMasters/slideMaster1.xml" Id="R0d20c3c6acea45a7" /><Relationship Type="http://schemas.openxmlformats.org/officeDocument/2006/relationships/notesMaster" Target="/ppt/notesMasters/notesMaster1.xml" Id="Rea335b9a52434d37" /><Relationship Type="http://schemas.openxmlformats.org/officeDocument/2006/relationships/presProps" Target="/ppt/presProps.xml" Id="Rf8f76720e8854ce7" /><Relationship Type="http://schemas.openxmlformats.org/officeDocument/2006/relationships/viewProps" Target="/ppt/viewProps.xml" Id="Rc517d3bf1ac143f9" /><Relationship Type="http://schemas.openxmlformats.org/officeDocument/2006/relationships/tableStyles" Target="/ppt/tableStyles.xml" Id="R174e5f4b06534bb5" /><Relationship Type="http://schemas.openxmlformats.org/officeDocument/2006/relationships/slide" Target="/ppt/slides/slide1.xml" Id="Ra7776a21d3654b56" /><Relationship Type="http://schemas.openxmlformats.org/officeDocument/2006/relationships/slide" Target="/ppt/slides/slide2.xml" Id="Rd02ddb300f1a4a27" /><Relationship Type="http://schemas.openxmlformats.org/officeDocument/2006/relationships/slide" Target="/ppt/slides/slide3.xml" Id="R2cacf8649a9847a6" /><Relationship Type="http://schemas.openxmlformats.org/officeDocument/2006/relationships/slide" Target="/ppt/slides/slide4.xml" Id="R74a0edd00f584217" /><Relationship Type="http://schemas.openxmlformats.org/officeDocument/2006/relationships/slide" Target="/ppt/slides/slide5.xml" Id="R2d84db3be3e3405d" /><Relationship Type="http://schemas.openxmlformats.org/officeDocument/2006/relationships/slide" Target="/ppt/slides/slide6.xml" Id="Rc4ce90cb016142f4" /><Relationship Type="http://schemas.openxmlformats.org/officeDocument/2006/relationships/slide" Target="/ppt/slides/slide7.xml" Id="Ra4a567edbfd3442b" /><Relationship Type="http://schemas.openxmlformats.org/officeDocument/2006/relationships/slide" Target="/ppt/slides/slide8.xml" Id="R5944af6cd1fd449b" /><Relationship Type="http://schemas.openxmlformats.org/officeDocument/2006/relationships/slide" Target="/ppt/slides/slide9.xml" Id="R04ced19ce4ad4277" /><Relationship Type="http://schemas.openxmlformats.org/officeDocument/2006/relationships/slide" Target="/ppt/slides/slide10.xml" Id="R1be8163e293c4085" /><Relationship Type="http://schemas.openxmlformats.org/officeDocument/2006/relationships/slide" Target="/ppt/slides/slide11.xml" Id="R6fba794ed88e49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b3b27626184c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9d1237a54146d6" /><Relationship Type="http://schemas.openxmlformats.org/officeDocument/2006/relationships/notesMaster" Target="/ppt/notesMasters/notesMaster1.xml" Id="R5b162bebf2df4d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e769557e894002" /><Relationship Type="http://schemas.openxmlformats.org/officeDocument/2006/relationships/notesMaster" Target="/ppt/notesMasters/notesMaster1.xml" Id="R1ae9943a4eb745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d27679f50e428a" /><Relationship Type="http://schemas.openxmlformats.org/officeDocument/2006/relationships/notesMaster" Target="/ppt/notesMasters/notesMaster1.xml" Id="Rfd30434e81fe42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d9d355f56c4de3" /><Relationship Type="http://schemas.openxmlformats.org/officeDocument/2006/relationships/notesMaster" Target="/ppt/notesMasters/notesMaster1.xml" Id="R687dc63b2ff645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1e61a289a14e7d" /><Relationship Type="http://schemas.openxmlformats.org/officeDocument/2006/relationships/notesMaster" Target="/ppt/notesMasters/notesMaster1.xml" Id="R7b612a9cf1df43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f9c36ddf6d43ab" /><Relationship Type="http://schemas.openxmlformats.org/officeDocument/2006/relationships/notesMaster" Target="/ppt/notesMasters/notesMaster1.xml" Id="Rf4817220909b4f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b0ff96417a42bd" /><Relationship Type="http://schemas.openxmlformats.org/officeDocument/2006/relationships/notesMaster" Target="/ppt/notesMasters/notesMaster1.xml" Id="R05496764270f4af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cfafcd4a194ae8" /><Relationship Type="http://schemas.openxmlformats.org/officeDocument/2006/relationships/notesMaster" Target="/ppt/notesMasters/notesMaster1.xml" Id="Rb63fb44d86c342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d62192ff5344b3c" /><Relationship Type="http://schemas.openxmlformats.org/officeDocument/2006/relationships/notesMaster" Target="/ppt/notesMasters/notesMaster1.xml" Id="R2137b819be294c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473df32ac04a0c" /><Relationship Type="http://schemas.openxmlformats.org/officeDocument/2006/relationships/notesMaster" Target="/ppt/notesMasters/notesMaster1.xml" Id="R07c0c22f521c40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9c19dde4a50445c" /><Relationship Type="http://schemas.openxmlformats.org/officeDocument/2006/relationships/notesMaster" Target="/ppt/notesMasters/notesMaster1.xml" Id="R3e18cb5cf49a43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My name is Tao Yu, from Beijing Information Science and Technology University. Today I will present our work, A Task-Oriented Executable Modeling Framework for Smart Chemical Laboratories.</a:t>
            </a:r>
          </a:p>
          <a:p xmlns:a="http://schemas.openxmlformats.org/drawingml/2006/main">
            <a:r>
              <a:t/>
            </a:r>
          </a:p>
          <a:p xmlns:a="http://schemas.openxmlformats.org/drawingml/2006/main">
            <a:r>
              <a:t>We focus on how a laboratory task moves from an intention to device execution. Our aim is to describe devices, task logic, and operating rules through models, and to make their execution semantics explicit. This becomes especially relevant when large language models participate in laboratory decision-making and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begin with the background and the execution-boundary problem. I will then introduce the overall modeling framework and explain its resource, workflow, and constraint layers.</a:t>
            </a:r>
          </a:p>
          <a:p xmlns:a="http://schemas.openxmlformats.org/drawingml/2006/main">
            <a:r>
              <a:t/>
            </a:r>
          </a:p>
          <a:p xmlns:a="http://schemas.openxmlformats.org/drawingml/2006/main">
            <a:r>
              <a:t>Next, I will show how these models cooperate along a shared device execution path. A reactor-heating case in SmartLab 2.0 illustrates the mechanism. Finally, I will discuss a simulation feedback loop as an extension and summarize the main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Laboratory automation is expanding from predefined workflows toward decision-making and control involving large language models, or LLMs.</a:t>
            </a:r>
          </a:p>
          <a:p xmlns:a="http://schemas.openxmlformats.org/drawingml/2006/main">
            <a:r>
              <a:t/>
            </a:r>
          </a:p>
          <a:p xmlns:a="http://schemas.openxmlformats.org/drawingml/2006/main">
            <a:r>
              <a:t>Regardless of whether an intention comes from a person, a workflow, or an LLM, every task requires four aspects to be made explicit. How are resources organized and used? How do device states evolve? How are data generated and passed between steps? And does execution remain within the allowed boundaries?</a:t>
            </a:r>
          </a:p>
          <a:p xmlns:a="http://schemas.openxmlformats.org/drawingml/2006/main">
            <a:r>
              <a:t/>
            </a:r>
          </a:p>
          <a:p xmlns:a="http://schemas.openxmlformats.org/drawingml/2006/main">
            <a:r>
              <a:t>LLMs make the boundary question more pressing. What requests may an LLM make, and under what conditions may those requests execute? Our principle is that an LLM must not have a privileged path directly to a device. Its requests must enter the same execution mechanism as other requests.</a:t>
            </a:r>
          </a:p>
          <a:p xmlns:a="http://schemas.openxmlformats.org/drawingml/2006/main">
            <a:r>
              <a:t/>
            </a:r>
          </a:p>
          <a:p xmlns:a="http://schemas.openxmlformats.org/drawingml/2006/main">
            <a:r>
              <a:t>This motivates an executable framework that brings resource organization, state evolution, data flow, and boundary checks together. The next question is how to organize these modeling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organize the framework by examining what a laboratory task needs to express. The objects used to perform the task become resource models. The order of operations, data dependencies, and progression conditions become a workflow model. The rules that define allowed execution become constraint models.</a:t>
            </a:r>
          </a:p>
          <a:p xmlns:a="http://schemas.openxmlformats.org/drawingml/2006/main">
            <a:r>
              <a:t/>
            </a:r>
          </a:p>
          <a:p xmlns:a="http://schemas.openxmlformats.org/drawingml/2006/main">
            <a:r>
              <a:t>The diagram therefore has three modeling layers. The workflow layer is on the left, the resource layer is on the right, and the constraint layer observes both from below. The cross-layer protocol, Pi, defines their control signals, data types, port relations, and execution feedback.</a:t>
            </a:r>
          </a:p>
          <a:p xmlns:a="http://schemas.openxmlformats.org/drawingml/2006/main">
            <a:r>
              <a:t/>
            </a:r>
          </a:p>
          <a:p xmlns:a="http://schemas.openxmlformats.org/drawingml/2006/main">
            <a:r>
              <a:t>The four execution concerns do not map mechanically to four separate layers. Resources represent device capabilities and states. Workflows organize steps, node lifecycles, and data relationships. Constraints define execution boundaries. State and data are shared concerns across these layers.</a:t>
            </a:r>
          </a:p>
          <a:p xmlns:a="http://schemas.openxmlformats.org/drawingml/2006/main">
            <a:r>
              <a:t/>
            </a:r>
          </a:p>
          <a:p xmlns:a="http://schemas.openxmlformats.org/drawingml/2006/main">
            <a:r>
              <a:t>Notice the distinction between capability binding and runtime interaction. A node is bound to a device capability. During execution, it sends a request and receives state and data feedback. Constraints observe the relevant model values and return handling actions through model interfaces.</a:t>
            </a:r>
          </a:p>
          <a:p xmlns:a="http://schemas.openxmlformats.org/drawingml/2006/main">
            <a:r>
              <a:t/>
            </a:r>
          </a:p>
          <a:p xmlns:a="http://schemas.openxmlformats.org/drawingml/2006/main">
            <a:r>
              <a:t>This gives the system both an explicit modeling structure and a common basis for execution. Let us first look at the resource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resource layer represents each device as a device object model. The stacked outlines indicate multiple device objects, while the front object shows the common internal structure: a capability model and a state machine.</a:t>
            </a:r>
          </a:p>
          <a:p xmlns:a="http://schemas.openxmlformats.org/drawingml/2006/main">
            <a:r>
              <a:t/>
            </a:r>
          </a:p>
          <a:p xmlns:a="http://schemas.openxmlformats.org/drawingml/2006/main">
            <a:r>
              <a:t>The capability model describes what the device can do. It defines attributes, available operations, parameters, interfaces, the Adapter mapping contract, and intrinsic constraints. For a reactor, heating is a capability, temperature is an attribute, and a heating request includes a target temperature. The contract links a model-level operation to the Adapter interface.</a:t>
            </a:r>
          </a:p>
          <a:p xmlns:a="http://schemas.openxmlformats.org/drawingml/2006/main">
            <a:r>
              <a:t/>
            </a:r>
          </a:p>
          <a:p xmlns:a="http://schemas.openxmlformats.org/drawingml/2006/main">
            <a:r>
              <a:t>The state machine describes how a request is executed. It checks the request against the current state and the capability definition, applies the relevant transition actions, and issues commands through its output interface. Returned events and measurements update the device model.</a:t>
            </a:r>
          </a:p>
          <a:p xmlns:a="http://schemas.openxmlformats.org/drawingml/2006/main">
            <a:r>
              <a:t/>
            </a:r>
          </a:p>
          <a:p xmlns:a="http://schemas.openxmlformats.org/drawingml/2006/main">
            <a:r>
              <a:t>People, workflows, and LLMs all enter through this device model and follow the same rules. We now need to organize individual operations into a complete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layer organizes task steps and their data dependencies. At the top, a previous node, an execution node, and a next node are connected through their progression relationships. The execution node can bind to a device capability and request an operation.</a:t>
            </a:r>
          </a:p>
          <a:p xmlns:a="http://schemas.openxmlformats.org/drawingml/2006/main">
            <a:r>
              <a:t/>
            </a:r>
          </a:p>
          <a:p xmlns:a="http://schemas.openxmlformats.org/drawingml/2006/main">
            <a:r>
              <a:t>The lower part expands that node. Its variable space holds task values and links to relevant device attributes. Its lifecycle represents the execution phase and outcome. Control interfaces carry signals, while data ports describe inputs and outputs.</a:t>
            </a:r>
          </a:p>
          <a:p xmlns:a="http://schemas.openxmlformats.org/drawingml/2006/main">
            <a:r>
              <a:t/>
            </a:r>
          </a:p>
          <a:p xmlns:a="http://schemas.openxmlformats.org/drawingml/2006/main">
            <a:r>
              <a:t>The trigger connects these parts. It reads variables, interface signals, and lifecycle information. When a condition holds, it performs the defined action, such as updating a variable or state, issuing a request, or activating a subsequent node.</a:t>
            </a:r>
          </a:p>
          <a:p xmlns:a="http://schemas.openxmlformats.org/drawingml/2006/main">
            <a:r>
              <a:t/>
            </a:r>
          </a:p>
          <a:p xmlns:a="http://schemas.openxmlformats.org/drawingml/2006/main">
            <a:r>
              <a:t>For example, a heating node receives an activation signal and requests heating when its preconditions hold. Temperature feedback updates the node's variables. The trigger then evaluates the completion condition. Receiving feedback alone does not mean the task is complete.</a:t>
            </a:r>
          </a:p>
          <a:p xmlns:a="http://schemas.openxmlformats.org/drawingml/2006/main">
            <a:r>
              <a:t/>
            </a:r>
          </a:p>
          <a:p xmlns:a="http://schemas.openxmlformats.org/drawingml/2006/main">
            <a:r>
              <a:t>These elements form one semantic unit. The task logic is expressed in the model, and the execution mechanism follows that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constraint layer observes execution and responds when a rule is triggered. The workflow provides node lifecycle information, task variables, and execution context. The resource layer provides device state, attributes, and measurements.</a:t>
            </a:r>
          </a:p>
          <a:p xmlns:a="http://schemas.openxmlformats.org/drawingml/2006/main">
            <a:r>
              <a:t/>
            </a:r>
          </a:p>
          <a:p xmlns:a="http://schemas.openxmlformats.org/drawingml/2006/main">
            <a:r>
              <a:t>These values form the observation space. Constraint rules evaluate the observed values in context and produce handling actions. Depending on the rule, an action may operate on a device, issue a warning or alarm, or abort a task. Actions return through node or state-machine interfaces. Device actions therefore continue through the normal Adapter path.</a:t>
            </a:r>
          </a:p>
          <a:p xmlns:a="http://schemas.openxmlformats.org/drawingml/2006/main">
            <a:r>
              <a:t/>
            </a:r>
          </a:p>
          <a:p xmlns:a="http://schemas.openxmlformats.org/drawingml/2006/main">
            <a:r>
              <a:t>We distinguish three kinds of constraints. Intrinsic constraints belong to the device capability and state rules and are handled locally by the device state machine. Laboratory baseline constraints continuously supervise laboratory operation. Task constraints apply during the associated task.</a:t>
            </a:r>
          </a:p>
          <a:p xmlns:a="http://schemas.openxmlformats.org/drawingml/2006/main">
            <a:r>
              <a:t/>
            </a:r>
          </a:p>
          <a:p xmlns:a="http://schemas.openxmlformats.org/drawingml/2006/main">
            <a:r>
              <a:t>The constraint layer is not a serial forwarding stage through which every command must pass. It observes execution across layers and returns actions when required. Having defined the objects, task process, and rules, we can now connect them through the execution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how the models cooperate during a device operation. On the left, the workflow organizes steps horizontally. An individual operation proceeds through the device model, the Adapter, and the physical device. Requests and commands move downward; state and data feedback move upward.</a:t>
            </a:r>
          </a:p>
          <a:p xmlns:a="http://schemas.openxmlformats.org/drawingml/2006/main">
            <a:r>
              <a:t/>
            </a:r>
          </a:p>
          <a:p xmlns:a="http://schemas.openxmlformats.org/drawingml/2006/main">
            <a:r>
              <a:t>On the right, the workflow trigger issues a request with operation parameters. The capability model supplies the operation definition and the Adapter mapping contract to the device state machine. The state machine checks the request against the current state, applies the transition actions, and generates the agreed upper-layer command according to that contract. The Adapter then maps the command sent by the upper layer into the device protocol or device instruction.</a:t>
            </a:r>
          </a:p>
          <a:p xmlns:a="http://schemas.openxmlformats.org/drawingml/2006/main">
            <a:r>
              <a:t/>
            </a:r>
          </a:p>
          <a:p xmlns:a="http://schemas.openxmlformats.org/drawingml/2006/main">
            <a:r>
              <a:t>Feedback returns through the corresponding interfaces. The Adapter converts device data into events and telemetry. The device model updates its state and attributes, and the workflow node receives the relevant execution state and data. Node conditions determine whether execution is complete and whether the next step can begin. Constraints continue to observe and act through the model interfaces.</a:t>
            </a:r>
          </a:p>
          <a:p xmlns:a="http://schemas.openxmlformats.org/drawingml/2006/main">
            <a:r>
              <a:t/>
            </a:r>
          </a:p>
          <a:p xmlns:a="http://schemas.openxmlformats.org/drawingml/2006/main">
            <a:r>
              <a:t>The workflow route shown here is one example. A person or an LLM may also request a device operation directly, without first using a workflow node. However, the request must still pass through the device model and state machine before reaching the Adapter. This is the shared execution boundary introduced at the beginning.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illustrate the mechanism with a reactor-heating task in SmartLab 2.0. Workflow and state-machine engines execute the models, and an MQTT Adapter handles device communication. The heating node is bound to the reactor's heating capability and contains its task parameters and completion conditions.</a:t>
            </a:r>
          </a:p>
          <a:p xmlns:a="http://schemas.openxmlformats.org/drawingml/2006/main">
            <a:r>
              <a:t/>
            </a:r>
          </a:p>
          <a:p xmlns:a="http://schemas.openxmlformats.org/drawingml/2006/main">
            <a:r>
              <a:t>Read the sequence from top to bottom. First, the node sends a heating request with parameters. The state machine checks the request and current state, then sends a standard heating command to the Adapter. The Adapter sends the device command to the reactor.</a:t>
            </a:r>
          </a:p>
          <a:p xmlns:a="http://schemas.openxmlformats.org/drawingml/2006/main">
            <a:r>
              <a:t/>
            </a:r>
          </a:p>
          <a:p xmlns:a="http://schemas.openxmlformats.org/drawingml/2006/main">
            <a:r>
              <a:t>The loop represents continuous feedback. Temperature and operating status return through the Adapter, update the device model, and become available to the node. Resource state and node context are also observed by the constraint layer.</a:t>
            </a:r>
          </a:p>
          <a:p xmlns:a="http://schemas.openxmlformats.org/drawingml/2006/main">
            <a:r>
              <a:t/>
            </a:r>
          </a:p>
          <a:p xmlns:a="http://schemas.openxmlformats.org/drawingml/2006/main">
            <a:r>
              <a:t>The lower part separates normal progression from an exception example. When completion conditions hold and progression is allowed, the node completes and activates the next step. If a stop or abort rule is triggered, the constraint mechanism acts through the state-machine and node interfaces. This connects request handling, feedback, completion, and exception handling in one modeled execution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extension uses simulation feedback to refine an experimental plan while preserving the same device execution path.</a:t>
            </a:r>
          </a:p>
          <a:p xmlns:a="http://schemas.openxmlformats.org/drawingml/2006/main">
            <a:r>
              <a:t/>
            </a:r>
          </a:p>
          <a:p xmlns:a="http://schemas.openxmlformats.org/drawingml/2006/main">
            <a:r>
              <a:t>On the left, an LLM may generate a workflow model or issue a direct device request. Both routes enter the device model and reach the Adapter through its state machine. The workflow is optional; the device model is the common entry point.</a:t>
            </a:r>
          </a:p>
          <a:p xmlns:a="http://schemas.openxmlformats.org/drawingml/2006/main">
            <a:r>
              <a:t/>
            </a:r>
          </a:p>
          <a:p xmlns:a="http://schemas.openxmlformats.org/drawingml/2006/main">
            <a:r>
              <a:t>At the start of a simulation, the Adapter creates a virtual device instance corresponding to the physical device instance. The same virtual instance is used throughout that simulation run. It responds to commands, evolves its state, and returns simulated measurements and operating status.</a:t>
            </a:r>
          </a:p>
          <a:p xmlns:a="http://schemas.openxmlformats.org/drawingml/2006/main">
            <a:r>
              <a:t/>
            </a:r>
          </a:p>
          <a:p xmlns:a="http://schemas.openxmlformats.org/drawingml/2006/main">
            <a:r>
              <a:t>The upper layers process this feedback as device data. The device model updates normally. If a workflow is involved, its nodes evaluate triggers and advance normally. Constraint rules also continue to observe the resource state and task context.</a:t>
            </a:r>
          </a:p>
          <a:p xmlns:a="http://schemas.openxmlformats.org/drawingml/2006/main">
            <a:r>
              <a:t/>
            </a:r>
          </a:p>
          <a:p xmlns:a="http://schemas.openxmlformats.org/drawingml/2006/main">
            <a:r>
              <a:t>The resulting state, data, and constraint outcomes return to the LLM. It can revise the steps, parameters, or device requests and simulate the revised plan again. This is the feedback loop used to improve the experimental plan.</a:t>
            </a:r>
          </a:p>
          <a:p xmlns:a="http://schemas.openxmlformats.org/drawingml/2006/main">
            <a:r>
              <a:t/>
            </a:r>
          </a:p>
          <a:p xmlns:a="http://schemas.openxmlformats.org/drawingml/2006/main">
            <a:r>
              <a:t>After the host system accepts the simulation result, it initiates hardware execution and selects the Adapter's hardware mode. The Adapter does not decide whether the simulation has passed, and it does not switch to hardware execution on its own. Only hardware mode is connected to the physical device. The upper-level models, interfaces, and execution rules remain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the framework provides a unified way to model laboratory task execution. Resources describe device capabilities and states, workflows describe task steps and data relationships, and constraints describe operating boundaries.</a:t>
            </a:r>
          </a:p>
          <a:p xmlns:a="http://schemas.openxmlformats.org/drawingml/2006/main">
            <a:r>
              <a:t/>
            </a:r>
          </a:p>
          <a:p xmlns:a="http://schemas.openxmlformats.org/drawingml/2006/main">
            <a:r>
              <a:t>The system also makes execution semantics explicit through variable spaces, interfaces, triggers, lifecycles, and state machines. Specific laboratory resources and task logic are expressed in models, while a common mechanism executes those models. This gives the framework a clear structure and makes the execution process explainable at the model level.</a:t>
            </a:r>
          </a:p>
          <a:p xmlns:a="http://schemas.openxmlformats.org/drawingml/2006/main">
            <a:r>
              <a:t/>
            </a:r>
          </a:p>
          <a:p xmlns:a="http://schemas.openxmlformats.org/drawingml/2006/main">
            <a:r>
              <a:t>Finally, people, workflows, and LLMs share the same device execution path. The simulation extension uses this path to obtain feedback and revise a plan before hardware execution. This brings us back to the original question: an LLM may propose what to do, while the shared model and constraint mechanisms govern how the request executes.</a:t>
            </a:r>
          </a:p>
          <a:p xmlns:a="http://schemas.openxmlformats.org/drawingml/2006/main">
            <a:r>
              <a:t/>
            </a:r>
          </a:p>
          <a:p xmlns:a="http://schemas.openxmlformats.org/drawingml/2006/main">
            <a:r>
              <a:t>Thank you for your attention. I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c5c50d48ed84c5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ef203758b44b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6ec6590aa443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31b048999a840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a24e220d884fb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f1c4dac0214a9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77df8aab8ee44f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f96f5a0aa484d8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233fbd9f968467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8507d6b30134aa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d34fd78d3604ac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E2142A7-5F84-4862-B277-3DEC3706324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C89FCA4-E027-4A4D-AB6E-A9118AB6070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A5D13F1-D4EC-47FB-B750-A85CDE5C9C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1CA7D6CC-BF3E-4421-A508-C7131BF9C4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CD8E456-27C4-4BE2-B670-28B73F9EA9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794914-4DFC-4C3F-8B6D-D3E49E096C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DC590AE-1910-4C30-8DFC-7A2D979980D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4A607F8-7806-43CB-8145-793DC2B292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F4EDF4F0-2926-42B6-AD2A-965F803D00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C22AC8-B416-4BBC-8264-A0B9504E5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9F2719-2181-4391-BB41-8C745B32204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BE65AD8-AE07-4933-B126-3F64732C467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7422BBA-7F99-4DE1-A703-019E600EB9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6E27E9BA-95EB-4BB6-B0A8-1B8B9A4BF2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92EDAF-74AC-47BC-A17C-FC5C22992D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7DD261-6377-4822-9264-DA70A4DC13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724EF40-F8F7-47CE-AF7E-E062EA053CA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A82B276-1A73-44BC-86F6-5F15B7E44843}"/>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1F57C6E9-DE1D-4C9B-B0E6-72716EEC52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17B66CFE-1FF7-4434-B08E-9E4313FE56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CE49325-0FCE-406F-9120-A8DDA45456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B607AD-6807-4FA7-A6F6-D5DFCAB495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654C6F-7B2D-4BFA-ABB4-B8CCA104A25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3BB0BF7-1360-40E4-A1A4-A1C5B1AE8B9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229D0BC-3143-45B5-A257-BBD6303BA31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2A6B88B-15FE-483C-92A5-C757B558C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EE2E7DC-EB32-4415-A251-6D08A2CA68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Footer Placeholder 7">
            <a:extLst xmlns:a="http://schemas.openxmlformats.org/drawingml/2006/main">
              <a:ext uri="{FF2B5EF4-FFF2-40B4-BE49-F238E27FC236}">
                <a16:creationId xmlns:a16="http://schemas.microsoft.com/office/drawing/2014/main" id="{F3F8E3A4-9467-4ABD-B084-1637287816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E3D21DF7-2964-4C0C-94BE-95B54BCCE9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CC30B3-13AA-4ED2-87BC-89CD915B566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0A0A9B4B-EF90-4B91-B46B-C0F68011A7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61F4B927-286D-4149-9C35-CFE2C09733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ADC26339-A3BE-4369-A799-10550A4675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FC525CD-D021-4583-B967-624DD280CE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C2A8DF7B-735A-4F5A-8FEE-CF3FDAA33A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2A4B8E07-B916-4A4F-8433-2D8F3237FB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2263CA-5555-4617-8127-AC9944B51F3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AF3EE63-2471-4918-AC84-FA171229B34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C7DB03B-2F6C-4D43-89EF-86EA548D77D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9682DC5-3B16-4F10-8078-11B2D1D14C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B2D3B9B2-0F3F-4D97-BE53-106651098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F546E0BA-0A37-4253-B96D-6A2F3BEA68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AB3B70-FB2D-482E-8591-F37B0BFCD8E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45A7933-A8B5-4B0C-AA17-B684A4C37B1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4FBB7A50-0CB4-437B-8FB6-317F17C84AC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6AF6104-F8AF-42C2-8F61-326EBF90CF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C271AB00-41DB-4785-947E-A40948D95D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624C1B58-9AE0-4949-AF91-527EA2BD1A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A6647E-7959-4D74-9042-A3D82E84E4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187F3B4-E59B-4EE5-8A64-1DDCB78EB21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99857DB-81ED-4EDE-8321-48AF502FB8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5A05CABE-FDA7-4F2F-934E-37B502BB24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32367C2-BF96-4856-8B5D-6C1D4A2BD7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6301357-13F5-4611-B368-149F6A59D6D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B06F334-5DC8-4A1A-B680-34AE8C718A6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D6F9847-16BE-44EF-B234-5F95BB514B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B99FC7F5-5131-4CB3-92F6-9BD7DAAF07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C34443C-F02C-42A6-BE8A-14B9C6D443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df213c58e344e99" /><Relationship Type="http://schemas.openxmlformats.org/officeDocument/2006/relationships/slideLayout" Target="/ppt/slideLayouts/slideLayout1.xml" Id="R38539c9066684f91" /><Relationship Type="http://schemas.openxmlformats.org/officeDocument/2006/relationships/slideLayout" Target="/ppt/slideLayouts/slideLayout2.xml" Id="R83db3c80a2b14096" /><Relationship Type="http://schemas.openxmlformats.org/officeDocument/2006/relationships/slideLayout" Target="/ppt/slideLayouts/slideLayout3.xml" Id="R639cf9071d0042b1" /><Relationship Type="http://schemas.openxmlformats.org/officeDocument/2006/relationships/slideLayout" Target="/ppt/slideLayouts/slideLayout4.xml" Id="R3614f51d7c3b44ac" /><Relationship Type="http://schemas.openxmlformats.org/officeDocument/2006/relationships/slideLayout" Target="/ppt/slideLayouts/slideLayout5.xml" Id="Redbba24608f14b1c" /><Relationship Type="http://schemas.openxmlformats.org/officeDocument/2006/relationships/slideLayout" Target="/ppt/slideLayouts/slideLayout6.xml" Id="Rddb4a9f33d4145d9" /><Relationship Type="http://schemas.openxmlformats.org/officeDocument/2006/relationships/slideLayout" Target="/ppt/slideLayouts/slideLayout7.xml" Id="R53c382ef7c574eb4" /><Relationship Type="http://schemas.openxmlformats.org/officeDocument/2006/relationships/slideLayout" Target="/ppt/slideLayouts/slideLayout8.xml" Id="R54b5fee345fa4f92" /><Relationship Type="http://schemas.openxmlformats.org/officeDocument/2006/relationships/slideLayout" Target="/ppt/slideLayouts/slideLayout9.xml" Id="Reb6b38f0dfb640b3" /><Relationship Type="http://schemas.openxmlformats.org/officeDocument/2006/relationships/slideLayout" Target="/ppt/slideLayouts/slideLayout10.xml" Id="R5e38f9eb7d6747f4" /><Relationship Type="http://schemas.openxmlformats.org/officeDocument/2006/relationships/slideLayout" Target="/ppt/slideLayouts/slideLayout11.xml" Id="R6cdbfd2e87d04c6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4E93813-9FCD-4F97-BA18-C5AAE6B8BBD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B9D70CD-6A3F-4A2A-A693-484DB88342A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010621A-ECF9-4D5D-82E2-F3B892C2ECD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7ABCD272-ED74-4E8B-89D3-35F041918DC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9A3C692-281D-4D4E-818F-1E592C23A34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539c9066684f91"/>
    <p:sldLayoutId xmlns:r="http://schemas.openxmlformats.org/officeDocument/2006/relationships" id="2147483650" r:id="R83db3c80a2b14096"/>
    <p:sldLayoutId xmlns:r="http://schemas.openxmlformats.org/officeDocument/2006/relationships" id="2147483651" r:id="R639cf9071d0042b1"/>
    <p:sldLayoutId xmlns:r="http://schemas.openxmlformats.org/officeDocument/2006/relationships" id="2147483652" r:id="R3614f51d7c3b44ac"/>
    <p:sldLayoutId xmlns:r="http://schemas.openxmlformats.org/officeDocument/2006/relationships" id="2147483653" r:id="Redbba24608f14b1c"/>
    <p:sldLayoutId xmlns:r="http://schemas.openxmlformats.org/officeDocument/2006/relationships" id="2147483654" r:id="Rddb4a9f33d4145d9"/>
    <p:sldLayoutId xmlns:r="http://schemas.openxmlformats.org/officeDocument/2006/relationships" id="2147483655" r:id="R53c382ef7c574eb4"/>
    <p:sldLayoutId xmlns:r="http://schemas.openxmlformats.org/officeDocument/2006/relationships" id="2147483656" r:id="R54b5fee345fa4f92"/>
    <p:sldLayoutId xmlns:r="http://schemas.openxmlformats.org/officeDocument/2006/relationships" id="2147483657" r:id="Reb6b38f0dfb640b3"/>
    <p:sldLayoutId xmlns:r="http://schemas.openxmlformats.org/officeDocument/2006/relationships" id="2147483658" r:id="R5e38f9eb7d6747f4"/>
    <p:sldLayoutId xmlns:r="http://schemas.openxmlformats.org/officeDocument/2006/relationships" id="2147483659" r:id="R6cdbfd2e87d04c69"/>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5cfb638b5394083" /><Relationship Type="http://schemas.openxmlformats.org/officeDocument/2006/relationships/notesSlide" Target="/ppt/notesSlides/notesSlide1.xml" Id="R7cac5548ba3544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19cac4dcc4384c93" /><Relationship Type="http://schemas.openxmlformats.org/officeDocument/2006/relationships/notesSlide" Target="/ppt/notesSlides/notesSlide2.xml" Id="Re98c280de55a49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cbf8184e9713481d" /><Relationship Type="http://schemas.openxmlformats.org/officeDocument/2006/relationships/notesSlide" Target="/ppt/notesSlides/notesSlide3.xml" Id="Rca7cef979f5840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731adb0a47c6453b" /><Relationship Type="http://schemas.openxmlformats.org/officeDocument/2006/relationships/notesSlide" Target="/ppt/notesSlides/notesSlide4.xml" Id="Ra4990df0e9a748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5af41e22401b4ec3" /><Relationship Type="http://schemas.openxmlformats.org/officeDocument/2006/relationships/notesSlide" Target="/ppt/notesSlides/notesSlide5.xml" Id="Rd9b039ce31124e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f8dc1f13c56f4ed5" /><Relationship Type="http://schemas.openxmlformats.org/officeDocument/2006/relationships/notesSlide" Target="/ppt/notesSlides/notesSlide6.xml" Id="R3e77a13181e341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08a68058e4274bbd" /><Relationship Type="http://schemas.openxmlformats.org/officeDocument/2006/relationships/notesSlide" Target="/ppt/notesSlides/notesSlide7.xml" Id="Rd50e1b88e0f948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e5e587c5881448bd" /><Relationship Type="http://schemas.openxmlformats.org/officeDocument/2006/relationships/notesSlide" Target="/ppt/notesSlides/notesSlide8.xml" Id="Rc280e5517dd941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4a9bc8029b05446a" /><Relationship Type="http://schemas.openxmlformats.org/officeDocument/2006/relationships/notesSlide" Target="/ppt/notesSlides/notesSlide9.xml" Id="Rebb31934e75843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40d4b806cef14b9c" /><Relationship Type="http://schemas.openxmlformats.org/officeDocument/2006/relationships/notesSlide" Target="/ppt/notesSlides/notesSlide10.xml" Id="R76ad7b6704da42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407bad00ed6a4a57" /><Relationship Type="http://schemas.openxmlformats.org/officeDocument/2006/relationships/notesSlide" Target="/ppt/notesSlides/notesSlide11.xml" Id="R676fca855e1440f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126B61-7F67-4F38-99FD-DEA99817825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66044A0D-DF0D-4EAA-8111-55C67E7679E9}"/>
              </a:ext>
            </a:extLst>
          </p:cNvPr>
          <p:cNvSpPr>
            <a:spLocks xmlns:a="http://schemas.openxmlformats.org/drawingml/2006/main" noGrp="1"/>
          </p:cNvSpPr>
          <p:nvPr/>
        </p:nvSpPr>
        <p:spPr>
          <a:xfrm xmlns:a="http://schemas.openxmlformats.org/drawingml/2006/main">
            <a:off x="0" y="5303520"/>
            <a:ext cx="12191695" cy="109728"/>
          </a:xfrm>
          <a:prstGeom xmlns:a="http://schemas.openxmlformats.org/drawingml/2006/main" prst="rect">
            <a:avLst/>
          </a:prstGeom>
          <a:solidFill xmlns:a="http://schemas.openxmlformats.org/drawingml/2006/main">
            <a:srgbClr val="2E75B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6F4465B-16B1-40D1-B29C-23383576B1EA}"/>
              </a:ext>
            </a:extLst>
          </p:cNvPr>
          <p:cNvSpPr>
            <a:spLocks xmlns:a="http://schemas.openxmlformats.org/drawingml/2006/main" noGrp="1"/>
          </p:cNvSpPr>
          <p:nvPr/>
        </p:nvSpPr>
        <p:spPr>
          <a:xfrm xmlns:a="http://schemas.openxmlformats.org/drawingml/2006/main">
            <a:off x="762000" y="1743075"/>
            <a:ext cx="10668000" cy="138112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A Task-Oriented Executable Modeling</a:t>
            </a:r>
          </a:p>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Framework for Smart Chemical Laboratories</a:t>
            </a:r>
          </a:p>
        </p:txBody>
      </p:sp>
      <p:sp>
        <p:nvSpPr>
          <p:cNvPr id="5" name="TextBox 4">
            <a:extLst xmlns:a="http://schemas.openxmlformats.org/drawingml/2006/main">
              <a:ext uri="{FF2B5EF4-FFF2-40B4-BE49-F238E27FC236}">
                <a16:creationId xmlns:a16="http://schemas.microsoft.com/office/drawing/2014/main" id="{12078455-79B5-479E-B9B5-F7DDCEE0A628}"/>
              </a:ext>
            </a:extLst>
          </p:cNvPr>
          <p:cNvSpPr>
            <a:spLocks xmlns:a="http://schemas.openxmlformats.org/drawingml/2006/main" noGrp="1"/>
          </p:cNvSpPr>
          <p:nvPr/>
        </p:nvSpPr>
        <p:spPr>
          <a:xfrm xmlns:a="http://schemas.openxmlformats.org/drawingml/2006/main">
            <a:off x="762000" y="3476625"/>
            <a:ext cx="10668000" cy="381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25" b="0">
                <a:solidFill>
                  <a:srgbClr val="B4CCE4"/>
                </a:solidFill>
                <a:latin typeface="微软雅黑"/>
                <a:ea typeface="微软雅黑"/>
                <a:cs typeface="微软雅黑"/>
              </a:defRPr>
            </a:pPr>
            <a:r>
              <a:rPr sz="1725" b="0">
                <a:solidFill>
                  <a:srgbClr val="B4CCE4"/>
                </a:solidFill>
                <a:latin typeface="微软雅黑"/>
                <a:ea typeface="微软雅黑"/>
                <a:cs typeface="微软雅黑"/>
              </a:rPr>
              <a:t>Beijing Information Science and Technology University</a:t>
            </a:r>
          </a:p>
        </p:txBody>
      </p:sp>
      <p:sp>
        <p:nvSpPr>
          <p:cNvPr id="6" name="TextBox 5">
            <a:extLst xmlns:a="http://schemas.openxmlformats.org/drawingml/2006/main">
              <a:ext uri="{FF2B5EF4-FFF2-40B4-BE49-F238E27FC236}">
                <a16:creationId xmlns:a16="http://schemas.microsoft.com/office/drawing/2014/main" id="{DDBA3378-982A-4B4C-A3F4-F8FBB3FBB17E}"/>
              </a:ext>
            </a:extLst>
          </p:cNvPr>
          <p:cNvSpPr>
            <a:spLocks xmlns:a="http://schemas.openxmlformats.org/drawingml/2006/main" noGrp="1"/>
          </p:cNvSpPr>
          <p:nvPr/>
        </p:nvSpPr>
        <p:spPr>
          <a:xfrm xmlns:a="http://schemas.openxmlformats.org/drawingml/2006/main">
            <a:off x="762000" y="4238625"/>
            <a:ext cx="10668000" cy="37147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25" b="0">
                <a:solidFill>
                  <a:srgbClr val="FFFFFF"/>
                </a:solidFill>
                <a:latin typeface="微软雅黑"/>
                <a:ea typeface="微软雅黑"/>
                <a:cs typeface="微软雅黑"/>
              </a:defRPr>
            </a:pPr>
            <a:r>
              <a:rPr sz="1725" b="0">
                <a:solidFill>
                  <a:srgbClr val="FFFFFF"/>
                </a:solidFill>
                <a:latin typeface="微软雅黑"/>
                <a:ea typeface="微软雅黑"/>
                <a:cs typeface="微软雅黑"/>
              </a:rPr>
              <a:t>Presenter: Tao Yu    |    Corresponding author: Chun Zhao</a:t>
            </a:r>
          </a:p>
        </p:txBody>
      </p:sp>
      <p:sp>
        <p:nvSpPr>
          <p:cNvPr id="7" name="TextBox 6">
            <a:extLst xmlns:a="http://schemas.openxmlformats.org/drawingml/2006/main">
              <a:ext uri="{FF2B5EF4-FFF2-40B4-BE49-F238E27FC236}">
                <a16:creationId xmlns:a16="http://schemas.microsoft.com/office/drawing/2014/main" id="{81B53B6C-55F0-4AD3-92A1-606B766A3258}"/>
              </a:ext>
            </a:extLst>
          </p:cNvPr>
          <p:cNvSpPr>
            <a:spLocks xmlns:a="http://schemas.openxmlformats.org/drawingml/2006/main" noGrp="1"/>
          </p:cNvSpPr>
          <p:nvPr/>
        </p:nvSpPr>
        <p:spPr>
          <a:xfrm xmlns:a="http://schemas.openxmlformats.org/drawingml/2006/main">
            <a:off x="731520" y="4663440"/>
            <a:ext cx="10515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00" b="0">
                <a:solidFill>
                  <a:srgbClr val="B8D0E8"/>
                </a:solidFill>
                <a:latin typeface="微软雅黑"/>
                <a:ea typeface="微软雅黑"/>
                <a:cs typeface="微软雅黑"/>
              </a:defRPr>
            </a:pPr>
            <a:r>
              <a:rPr sz="1600" b="0">
                <a:solidFill>
                  <a:srgbClr val="B8D0E8"/>
                </a:solidFill>
                <a:latin typeface="微软雅黑"/>
                <a:ea typeface="微软雅黑"/>
                <a:cs typeface="微软雅黑"/>
              </a:rPr>
              <a:t>EUROSIM 2026  ·  Genova, Italy</a:t>
            </a:r>
          </a:p>
        </p:txBody>
      </p:sp>
    </p:spTree>
    <p:extLst>
      <p:ext uri="{BB962C8B-B14F-4D97-AF65-F5344CB8AC3E}">
        <p14:creationId xmlns:p14="http://schemas.microsoft.com/office/powerpoint/2010/main" val="14302347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962FA-CCCE-4529-921E-D905A1A131D4}"/>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BB1D9B3-BB0B-4F9C-A93A-E0787A6EF48F}"/>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  Outline</a:t>
            </a:r>
          </a:p>
        </p:txBody>
      </p:sp>
      <p:sp>
        <p:nvSpPr>
          <p:cNvPr id="4" name="TextBox 3">
            <a:extLst xmlns:a="http://schemas.openxmlformats.org/drawingml/2006/main">
              <a:ext uri="{FF2B5EF4-FFF2-40B4-BE49-F238E27FC236}">
                <a16:creationId xmlns:a16="http://schemas.microsoft.com/office/drawing/2014/main" id="{E227453A-8EF3-4DB8-8B1D-BFC99D9684FF}"/>
              </a:ext>
            </a:extLst>
          </p:cNvPr>
          <p:cNvSpPr>
            <a:spLocks xmlns:a="http://schemas.openxmlformats.org/drawingml/2006/main" noGrp="1"/>
          </p:cNvSpPr>
          <p:nvPr/>
        </p:nvSpPr>
        <p:spPr>
          <a:xfrm xmlns:a="http://schemas.openxmlformats.org/drawingml/2006/main">
            <a:off x="731520" y="1280160"/>
            <a:ext cx="10515600" cy="30200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Background and problem</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Unified modeling framework</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Execution mechanism</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Implementation and case study</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Simulation extension</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Conclusions</a:t>
            </a:r>
          </a:p>
        </p:txBody>
      </p:sp>
      <p:sp>
        <p:nvSpPr>
          <p:cNvPr id="5" name="TextBox 4">
            <a:extLst xmlns:a="http://schemas.openxmlformats.org/drawingml/2006/main">
              <a:ext uri="{FF2B5EF4-FFF2-40B4-BE49-F238E27FC236}">
                <a16:creationId xmlns:a16="http://schemas.microsoft.com/office/drawing/2014/main" id="{CBF16ABE-79AA-4FE7-AE2D-5C35F45FD980}"/>
              </a:ext>
            </a:extLst>
          </p:cNvPr>
          <p:cNvSpPr>
            <a:spLocks xmlns:a="http://schemas.openxmlformats.org/drawingml/2006/main" noGrp="1"/>
          </p:cNvSpPr>
          <p:nvPr/>
        </p:nvSpPr>
        <p:spPr>
          <a:xfrm xmlns:a="http://schemas.openxmlformats.org/drawingml/2006/main">
            <a:off x="731520" y="5029200"/>
            <a:ext cx="10515600" cy="58356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From modeling requirements to a shared device execution path.</a:t>
            </a:r>
          </a:p>
        </p:txBody>
      </p:sp>
      <p:sp>
        <p:nvSpPr>
          <p:cNvPr id="6" name="TextBox 5">
            <a:extLst xmlns:a="http://schemas.openxmlformats.org/drawingml/2006/main">
              <a:ext uri="{FF2B5EF4-FFF2-40B4-BE49-F238E27FC236}">
                <a16:creationId xmlns:a16="http://schemas.microsoft.com/office/drawing/2014/main" id="{7613995F-F4E4-49D1-BA3C-6003C607767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1AAAA85E-C96F-42D8-B680-C64A06FAB7C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1/10</a:t>
            </a:r>
          </a:p>
        </p:txBody>
      </p:sp>
    </p:spTree>
    <p:extLst>
      <p:ext uri="{BB962C8B-B14F-4D97-AF65-F5344CB8AC3E}">
        <p14:creationId xmlns:p14="http://schemas.microsoft.com/office/powerpoint/2010/main" val="4768641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D2D7CE7-37DA-426D-9D04-EB4888EFB27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B629209-1CA3-4A87-95E6-2EFFF62574B2}"/>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2  Background: execution boundaries with LLMs</a:t>
            </a:r>
          </a:p>
        </p:txBody>
      </p:sp>
      <p:sp>
        <p:nvSpPr>
          <p:cNvPr id="5" name="TextBox 4">
            <a:extLst xmlns:a="http://schemas.openxmlformats.org/drawingml/2006/main">
              <a:ext uri="{FF2B5EF4-FFF2-40B4-BE49-F238E27FC236}">
                <a16:creationId xmlns:a16="http://schemas.microsoft.com/office/drawing/2014/main" id="{AD237B42-3AD0-428A-852B-4E8501ADA86A}"/>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EDF3467E-12E0-41A5-9475-98AA51BA363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2/10</a:t>
            </a:r>
          </a:p>
        </p:txBody>
      </p:sp>
      <p:sp>
        <p:nvSpPr>
          <p:cNvPr id="7" name="text-27">
            <a:extLst xmlns:a="http://schemas.openxmlformats.org/drawingml/2006/main">
              <a:ext uri="{FF2B5EF4-FFF2-40B4-BE49-F238E27FC236}">
                <a16:creationId xmlns:a16="http://schemas.microsoft.com/office/drawing/2014/main" id="{D150D801-6EAD-4CA2-AA35-24B766D886FD}"/>
              </a:ext>
            </a:extLst>
          </p:cNvPr>
          <p:cNvSpPr>
            <a:spLocks xmlns:a="http://schemas.openxmlformats.org/drawingml/2006/main" noGrp="1"/>
          </p:cNvSpPr>
          <p:nvPr/>
        </p:nvSpPr>
        <p:spPr>
          <a:xfrm xmlns:a="http://schemas.openxmlformats.org/drawingml/2006/main">
            <a:off x="685800" y="1311275"/>
            <a:ext cx="10620375" cy="767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Laboratory automation is expanding from predefined workflows</a:t>
            </a:r>
          </a:p>
          <a:p xmlns:a="http://schemas.openxmlformats.org/drawingml/2006/main">
            <a:pPr algn="l">
              <a:lnSpc>
                <a:spcPct val="104000"/>
              </a:lnSpc>
              <a:spcBef>
                <a:spcPts val="0"/>
              </a:spcBef>
              <a:spcAft>
                <a:spcPts val="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to decision-making and control involving large language models (LLMs).</a:t>
            </a:r>
          </a:p>
        </p:txBody>
      </p:sp>
      <p:sp>
        <p:nvSpPr>
          <p:cNvPr id="8" name="text-28">
            <a:extLst xmlns:a="http://schemas.openxmlformats.org/drawingml/2006/main">
              <a:ext uri="{FF2B5EF4-FFF2-40B4-BE49-F238E27FC236}">
                <a16:creationId xmlns:a16="http://schemas.microsoft.com/office/drawing/2014/main" id="{D14E1904-2677-440E-A382-616244CBC9C3}"/>
              </a:ext>
            </a:extLst>
          </p:cNvPr>
          <p:cNvSpPr>
            <a:spLocks xmlns:a="http://schemas.openxmlformats.org/drawingml/2006/main" noGrp="1"/>
          </p:cNvSpPr>
          <p:nvPr/>
        </p:nvSpPr>
        <p:spPr>
          <a:xfrm xmlns:a="http://schemas.openxmlformats.org/drawingml/2006/main">
            <a:off x="685800" y="2256155"/>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Every task requires four aspects to be made explicit:</a:t>
            </a:r>
          </a:p>
        </p:txBody>
      </p:sp>
      <p:sp>
        <p:nvSpPr>
          <p:cNvPr id="9" name="text-29">
            <a:extLst xmlns:a="http://schemas.openxmlformats.org/drawingml/2006/main">
              <a:ext uri="{FF2B5EF4-FFF2-40B4-BE49-F238E27FC236}">
                <a16:creationId xmlns:a16="http://schemas.microsoft.com/office/drawing/2014/main" id="{FCA54B7A-E15B-4727-B00F-40ECA49DD1C4}"/>
              </a:ext>
            </a:extLst>
          </p:cNvPr>
          <p:cNvSpPr>
            <a:spLocks xmlns:a="http://schemas.openxmlformats.org/drawingml/2006/main" noGrp="1"/>
          </p:cNvSpPr>
          <p:nvPr/>
        </p:nvSpPr>
        <p:spPr>
          <a:xfrm xmlns:a="http://schemas.openxmlformats.org/drawingml/2006/main">
            <a:off x="6953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Resources</a:t>
            </a:r>
          </a:p>
        </p:txBody>
      </p:sp>
      <p:sp>
        <p:nvSpPr>
          <p:cNvPr id="10" name="text-30">
            <a:extLst xmlns:a="http://schemas.openxmlformats.org/drawingml/2006/main">
              <a:ext uri="{FF2B5EF4-FFF2-40B4-BE49-F238E27FC236}">
                <a16:creationId xmlns:a16="http://schemas.microsoft.com/office/drawing/2014/main" id="{98106484-035A-4192-BB80-20DEC5378114}"/>
              </a:ext>
            </a:extLst>
          </p:cNvPr>
          <p:cNvSpPr>
            <a:spLocks xmlns:a="http://schemas.openxmlformats.org/drawingml/2006/main" noGrp="1"/>
          </p:cNvSpPr>
          <p:nvPr/>
        </p:nvSpPr>
        <p:spPr>
          <a:xfrm xmlns:a="http://schemas.openxmlformats.org/drawingml/2006/main">
            <a:off x="69532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25" b="0">
                <a:solidFill>
                  <a:srgbClr val="243746"/>
                </a:solidFill>
                <a:latin typeface="微软雅黑"/>
                <a:ea typeface="微软雅黑"/>
                <a:cs typeface="微软雅黑"/>
              </a:defRPr>
            </a:pPr>
            <a:r>
              <a:rPr sz="1125" b="0">
                <a:solidFill>
                  <a:srgbClr val="243746"/>
                </a:solidFill>
                <a:latin typeface="微软雅黑"/>
                <a:ea typeface="微软雅黑"/>
                <a:cs typeface="微软雅黑"/>
              </a:rPr>
              <a:t>How they are organized and used</a:t>
            </a:r>
          </a:p>
        </p:txBody>
      </p:sp>
      <p:sp>
        <p:nvSpPr>
          <p:cNvPr id="11" name="anchor-31">
            <a:extLst xmlns:a="http://schemas.openxmlformats.org/drawingml/2006/main">
              <a:ext uri="{FF2B5EF4-FFF2-40B4-BE49-F238E27FC236}">
                <a16:creationId xmlns:a16="http://schemas.microsoft.com/office/drawing/2014/main" id="{45A37CCE-DAE4-4DCB-8526-E7660661E6C6}"/>
              </a:ext>
            </a:extLst>
          </p:cNvPr>
          <p:cNvSpPr>
            <a:spLocks xmlns:a="http://schemas.openxmlformats.org/drawingml/2006/main" noGrp="1"/>
          </p:cNvSpPr>
          <p:nvPr/>
        </p:nvSpPr>
        <p:spPr>
          <a:xfrm xmlns:a="http://schemas.openxmlformats.org/drawingml/2006/main">
            <a:off x="31623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2" name="anchor-32">
            <a:extLst xmlns:a="http://schemas.openxmlformats.org/drawingml/2006/main">
              <a:ext uri="{FF2B5EF4-FFF2-40B4-BE49-F238E27FC236}">
                <a16:creationId xmlns:a16="http://schemas.microsoft.com/office/drawing/2014/main" id="{2C74C2CF-98C6-4A0A-95BF-A5583889D7B8}"/>
              </a:ext>
            </a:extLst>
          </p:cNvPr>
          <p:cNvSpPr>
            <a:spLocks xmlns:a="http://schemas.openxmlformats.org/drawingml/2006/main" noGrp="1"/>
          </p:cNvSpPr>
          <p:nvPr/>
        </p:nvSpPr>
        <p:spPr>
          <a:xfrm xmlns:a="http://schemas.openxmlformats.org/drawingml/2006/main">
            <a:off x="31623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46" name="直接箭头连接符 42"/>
          <p:cNvCxnSpPr>
            <a:stCxn xmlns:a="http://schemas.openxmlformats.org/drawingml/2006/main" id="11" idx="2"/>
            <a:endCxn xmlns:a="http://schemas.openxmlformats.org/drawingml/2006/main" id="12" idx="0"/>
          </p:cNvCxnSpPr>
          <p:nvPr/>
        </p:nvCxnSpPr>
        <p:spPr>
          <a:xfrm xmlns:a="http://schemas.openxmlformats.org/drawingml/2006/main">
            <a:off x="31718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4" name="text-33">
            <a:extLst xmlns:a="http://schemas.openxmlformats.org/drawingml/2006/main">
              <a:ext uri="{FF2B5EF4-FFF2-40B4-BE49-F238E27FC236}">
                <a16:creationId xmlns:a16="http://schemas.microsoft.com/office/drawing/2014/main" id="{0417A36F-3EA0-4F46-8B04-70DB05390E84}"/>
              </a:ext>
            </a:extLst>
          </p:cNvPr>
          <p:cNvSpPr>
            <a:spLocks xmlns:a="http://schemas.openxmlformats.org/drawingml/2006/main" noGrp="1"/>
          </p:cNvSpPr>
          <p:nvPr/>
        </p:nvSpPr>
        <p:spPr>
          <a:xfrm xmlns:a="http://schemas.openxmlformats.org/drawingml/2006/main">
            <a:off x="34194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States</a:t>
            </a:r>
          </a:p>
        </p:txBody>
      </p:sp>
      <p:sp>
        <p:nvSpPr>
          <p:cNvPr id="15" name="text-34">
            <a:extLst xmlns:a="http://schemas.openxmlformats.org/drawingml/2006/main">
              <a:ext uri="{FF2B5EF4-FFF2-40B4-BE49-F238E27FC236}">
                <a16:creationId xmlns:a16="http://schemas.microsoft.com/office/drawing/2014/main" id="{3FD969BB-9D68-4CFA-8E82-B1E26E388E39}"/>
              </a:ext>
            </a:extLst>
          </p:cNvPr>
          <p:cNvSpPr>
            <a:spLocks xmlns:a="http://schemas.openxmlformats.org/drawingml/2006/main" noGrp="1"/>
          </p:cNvSpPr>
          <p:nvPr/>
        </p:nvSpPr>
        <p:spPr>
          <a:xfrm xmlns:a="http://schemas.openxmlformats.org/drawingml/2006/main">
            <a:off x="341947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10" b="0">
                <a:solidFill>
                  <a:srgbClr val="243746"/>
                </a:solidFill>
                <a:latin typeface="微软雅黑"/>
                <a:ea typeface="微软雅黑"/>
                <a:cs typeface="微软雅黑"/>
              </a:defRPr>
            </a:pPr>
            <a:r>
              <a:rPr sz="1110" b="0">
                <a:solidFill>
                  <a:srgbClr val="243746"/>
                </a:solidFill>
                <a:latin typeface="微软雅黑"/>
                <a:ea typeface="微软雅黑"/>
                <a:cs typeface="微软雅黑"/>
              </a:rPr>
              <a:t>How they evolve during execution</a:t>
            </a:r>
          </a:p>
        </p:txBody>
      </p:sp>
      <p:sp>
        <p:nvSpPr>
          <p:cNvPr id="16" name="anchor-35">
            <a:extLst xmlns:a="http://schemas.openxmlformats.org/drawingml/2006/main">
              <a:ext uri="{FF2B5EF4-FFF2-40B4-BE49-F238E27FC236}">
                <a16:creationId xmlns:a16="http://schemas.microsoft.com/office/drawing/2014/main" id="{AC9C3D03-22A1-4365-A609-A8419392F777}"/>
              </a:ext>
            </a:extLst>
          </p:cNvPr>
          <p:cNvSpPr>
            <a:spLocks xmlns:a="http://schemas.openxmlformats.org/drawingml/2006/main" noGrp="1"/>
          </p:cNvSpPr>
          <p:nvPr/>
        </p:nvSpPr>
        <p:spPr>
          <a:xfrm xmlns:a="http://schemas.openxmlformats.org/drawingml/2006/main">
            <a:off x="588645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7" name="anchor-36">
            <a:extLst xmlns:a="http://schemas.openxmlformats.org/drawingml/2006/main">
              <a:ext uri="{FF2B5EF4-FFF2-40B4-BE49-F238E27FC236}">
                <a16:creationId xmlns:a16="http://schemas.microsoft.com/office/drawing/2014/main" id="{112A6AD5-258C-4CB5-909E-A24905690641}"/>
              </a:ext>
            </a:extLst>
          </p:cNvPr>
          <p:cNvSpPr>
            <a:spLocks xmlns:a="http://schemas.openxmlformats.org/drawingml/2006/main" noGrp="1"/>
          </p:cNvSpPr>
          <p:nvPr/>
        </p:nvSpPr>
        <p:spPr>
          <a:xfrm xmlns:a="http://schemas.openxmlformats.org/drawingml/2006/main">
            <a:off x="588645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1" name="直接箭头连接符 47"/>
          <p:cNvCxnSpPr>
            <a:stCxn xmlns:a="http://schemas.openxmlformats.org/drawingml/2006/main" id="16" idx="2"/>
            <a:endCxn xmlns:a="http://schemas.openxmlformats.org/drawingml/2006/main" id="17" idx="0"/>
          </p:cNvCxnSpPr>
          <p:nvPr/>
        </p:nvCxnSpPr>
        <p:spPr>
          <a:xfrm xmlns:a="http://schemas.openxmlformats.org/drawingml/2006/main">
            <a:off x="589597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9" name="text-37">
            <a:extLst xmlns:a="http://schemas.openxmlformats.org/drawingml/2006/main">
              <a:ext uri="{FF2B5EF4-FFF2-40B4-BE49-F238E27FC236}">
                <a16:creationId xmlns:a16="http://schemas.microsoft.com/office/drawing/2014/main" id="{A55DAAC3-DC31-4038-8DC3-142C85794568}"/>
              </a:ext>
            </a:extLst>
          </p:cNvPr>
          <p:cNvSpPr>
            <a:spLocks xmlns:a="http://schemas.openxmlformats.org/drawingml/2006/main" noGrp="1"/>
          </p:cNvSpPr>
          <p:nvPr/>
        </p:nvSpPr>
        <p:spPr>
          <a:xfrm xmlns:a="http://schemas.openxmlformats.org/drawingml/2006/main">
            <a:off x="61436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Data</a:t>
            </a:r>
          </a:p>
        </p:txBody>
      </p:sp>
      <p:sp>
        <p:nvSpPr>
          <p:cNvPr id="20" name="text-38">
            <a:extLst xmlns:a="http://schemas.openxmlformats.org/drawingml/2006/main">
              <a:ext uri="{FF2B5EF4-FFF2-40B4-BE49-F238E27FC236}">
                <a16:creationId xmlns:a16="http://schemas.microsoft.com/office/drawing/2014/main" id="{DEB0AB6F-554A-4BDC-A9B6-2FD13647492F}"/>
              </a:ext>
            </a:extLst>
          </p:cNvPr>
          <p:cNvSpPr>
            <a:spLocks xmlns:a="http://schemas.openxmlformats.org/drawingml/2006/main" noGrp="1"/>
          </p:cNvSpPr>
          <p:nvPr/>
        </p:nvSpPr>
        <p:spPr>
          <a:xfrm xmlns:a="http://schemas.openxmlformats.org/drawingml/2006/main">
            <a:off x="614362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50" b="0">
                <a:solidFill>
                  <a:srgbClr val="243746"/>
                </a:solidFill>
                <a:latin typeface="微软雅黑"/>
                <a:ea typeface="微软雅黑"/>
                <a:cs typeface="微软雅黑"/>
              </a:defRPr>
            </a:pPr>
            <a:r>
              <a:rPr sz="1050" b="0">
                <a:solidFill>
                  <a:srgbClr val="243746"/>
                </a:solidFill>
                <a:latin typeface="微软雅黑"/>
                <a:ea typeface="微软雅黑"/>
                <a:cs typeface="微软雅黑"/>
              </a:rPr>
              <a:t>How they are generated and passed</a:t>
            </a:r>
          </a:p>
        </p:txBody>
      </p:sp>
      <p:sp>
        <p:nvSpPr>
          <p:cNvPr id="21" name="anchor-39">
            <a:extLst xmlns:a="http://schemas.openxmlformats.org/drawingml/2006/main">
              <a:ext uri="{FF2B5EF4-FFF2-40B4-BE49-F238E27FC236}">
                <a16:creationId xmlns:a16="http://schemas.microsoft.com/office/drawing/2014/main" id="{807E8450-9076-42BE-8DF0-88E40210F391}"/>
              </a:ext>
            </a:extLst>
          </p:cNvPr>
          <p:cNvSpPr>
            <a:spLocks xmlns:a="http://schemas.openxmlformats.org/drawingml/2006/main" noGrp="1"/>
          </p:cNvSpPr>
          <p:nvPr/>
        </p:nvSpPr>
        <p:spPr>
          <a:xfrm xmlns:a="http://schemas.openxmlformats.org/drawingml/2006/main">
            <a:off x="86106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40">
            <a:extLst xmlns:a="http://schemas.openxmlformats.org/drawingml/2006/main">
              <a:ext uri="{FF2B5EF4-FFF2-40B4-BE49-F238E27FC236}">
                <a16:creationId xmlns:a16="http://schemas.microsoft.com/office/drawing/2014/main" id="{9F11B51C-2E80-4810-AEF9-977B4630A353}"/>
              </a:ext>
            </a:extLst>
          </p:cNvPr>
          <p:cNvSpPr>
            <a:spLocks xmlns:a="http://schemas.openxmlformats.org/drawingml/2006/main" noGrp="1"/>
          </p:cNvSpPr>
          <p:nvPr/>
        </p:nvSpPr>
        <p:spPr>
          <a:xfrm xmlns:a="http://schemas.openxmlformats.org/drawingml/2006/main">
            <a:off x="86106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6" name="直接箭头连接符 52"/>
          <p:cNvCxnSpPr>
            <a:stCxn xmlns:a="http://schemas.openxmlformats.org/drawingml/2006/main" id="21" idx="2"/>
            <a:endCxn xmlns:a="http://schemas.openxmlformats.org/drawingml/2006/main" id="22" idx="0"/>
          </p:cNvCxnSpPr>
          <p:nvPr/>
        </p:nvCxnSpPr>
        <p:spPr>
          <a:xfrm xmlns:a="http://schemas.openxmlformats.org/drawingml/2006/main">
            <a:off x="86201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4" name="text-41">
            <a:extLst xmlns:a="http://schemas.openxmlformats.org/drawingml/2006/main">
              <a:ext uri="{FF2B5EF4-FFF2-40B4-BE49-F238E27FC236}">
                <a16:creationId xmlns:a16="http://schemas.microsoft.com/office/drawing/2014/main" id="{03620E64-B38D-428D-BEC1-AD449B52C08D}"/>
              </a:ext>
            </a:extLst>
          </p:cNvPr>
          <p:cNvSpPr>
            <a:spLocks xmlns:a="http://schemas.openxmlformats.org/drawingml/2006/main" noGrp="1"/>
          </p:cNvSpPr>
          <p:nvPr/>
        </p:nvSpPr>
        <p:spPr>
          <a:xfrm xmlns:a="http://schemas.openxmlformats.org/drawingml/2006/main">
            <a:off x="88677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Boundaries</a:t>
            </a:r>
          </a:p>
        </p:txBody>
      </p:sp>
      <p:sp>
        <p:nvSpPr>
          <p:cNvPr id="25" name="text-42">
            <a:extLst xmlns:a="http://schemas.openxmlformats.org/drawingml/2006/main">
              <a:ext uri="{FF2B5EF4-FFF2-40B4-BE49-F238E27FC236}">
                <a16:creationId xmlns:a16="http://schemas.microsoft.com/office/drawing/2014/main" id="{1C883917-B0BB-4AD5-93D8-42B5AF5FBE58}"/>
              </a:ext>
            </a:extLst>
          </p:cNvPr>
          <p:cNvSpPr>
            <a:spLocks xmlns:a="http://schemas.openxmlformats.org/drawingml/2006/main" noGrp="1"/>
          </p:cNvSpPr>
          <p:nvPr/>
        </p:nvSpPr>
        <p:spPr>
          <a:xfrm xmlns:a="http://schemas.openxmlformats.org/drawingml/2006/main">
            <a:off x="886777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58" b="0">
                <a:solidFill>
                  <a:srgbClr val="243746"/>
                </a:solidFill>
                <a:latin typeface="微软雅黑"/>
                <a:ea typeface="微软雅黑"/>
                <a:cs typeface="微软雅黑"/>
              </a:defRPr>
            </a:pPr>
            <a:r>
              <a:rPr sz="1058" b="0">
                <a:solidFill>
                  <a:srgbClr val="243746"/>
                </a:solidFill>
                <a:latin typeface="微软雅黑"/>
                <a:ea typeface="微软雅黑"/>
                <a:cs typeface="微软雅黑"/>
              </a:rPr>
              <a:t>Whether execution remains allowed</a:t>
            </a:r>
          </a:p>
        </p:txBody>
      </p:sp>
      <p:sp>
        <p:nvSpPr>
          <p:cNvPr id="26" name="text-43">
            <a:extLst xmlns:a="http://schemas.openxmlformats.org/drawingml/2006/main">
              <a:ext uri="{FF2B5EF4-FFF2-40B4-BE49-F238E27FC236}">
                <a16:creationId xmlns:a16="http://schemas.microsoft.com/office/drawing/2014/main" id="{8B4B12EC-168B-44C1-BB11-34FBCD86A362}"/>
              </a:ext>
            </a:extLst>
          </p:cNvPr>
          <p:cNvSpPr>
            <a:spLocks xmlns:a="http://schemas.openxmlformats.org/drawingml/2006/main" noGrp="1"/>
          </p:cNvSpPr>
          <p:nvPr/>
        </p:nvSpPr>
        <p:spPr>
          <a:xfrm xmlns:a="http://schemas.openxmlformats.org/drawingml/2006/main">
            <a:off x="685800" y="4026535"/>
            <a:ext cx="10648950" cy="718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With LLMs, execution boundaries become more pressing:</a:t>
            </a:r>
          </a:p>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What may an LLM request, and under what conditions may it execute?</a:t>
            </a:r>
          </a:p>
        </p:txBody>
      </p:sp>
      <p:sp>
        <p:nvSpPr>
          <p:cNvPr id="27" name="text-44">
            <a:extLst xmlns:a="http://schemas.openxmlformats.org/drawingml/2006/main">
              <a:ext uri="{FF2B5EF4-FFF2-40B4-BE49-F238E27FC236}">
                <a16:creationId xmlns:a16="http://schemas.microsoft.com/office/drawing/2014/main" id="{D104F17B-4D9E-41A0-8BD0-F50C09460BA1}"/>
              </a:ext>
            </a:extLst>
          </p:cNvPr>
          <p:cNvSpPr>
            <a:spLocks xmlns:a="http://schemas.openxmlformats.org/drawingml/2006/main" noGrp="1"/>
          </p:cNvSpPr>
          <p:nvPr/>
        </p:nvSpPr>
        <p:spPr>
          <a:xfrm xmlns:a="http://schemas.openxmlformats.org/drawingml/2006/main">
            <a:off x="685800" y="4768215"/>
            <a:ext cx="1064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Principle: no privileged bypass. All device requests follow the same execution path.</a:t>
            </a:r>
          </a:p>
        </p:txBody>
      </p:sp>
      <p:sp>
        <p:nvSpPr>
          <p:cNvPr id="28" name="text-45">
            <a:extLst xmlns:a="http://schemas.openxmlformats.org/drawingml/2006/main">
              <a:ext uri="{FF2B5EF4-FFF2-40B4-BE49-F238E27FC236}">
                <a16:creationId xmlns:a16="http://schemas.microsoft.com/office/drawing/2014/main" id="{617F4521-B078-432E-AE19-4C096BFB463B}"/>
              </a:ext>
            </a:extLst>
          </p:cNvPr>
          <p:cNvSpPr>
            <a:spLocks xmlns:a="http://schemas.openxmlformats.org/drawingml/2006/main" noGrp="1"/>
          </p:cNvSpPr>
          <p:nvPr/>
        </p:nvSpPr>
        <p:spPr>
          <a:xfrm xmlns:a="http://schemas.openxmlformats.org/drawingml/2006/main">
            <a:off x="685800" y="5213985"/>
            <a:ext cx="1064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15" b="0">
                <a:solidFill>
                  <a:srgbClr val="243746"/>
                </a:solidFill>
                <a:latin typeface="微软雅黑"/>
                <a:ea typeface="微软雅黑"/>
                <a:cs typeface="微软雅黑"/>
              </a:defRPr>
            </a:pPr>
            <a:r>
              <a:rPr sz="1815" b="0">
                <a:solidFill>
                  <a:srgbClr val="243746"/>
                </a:solidFill>
                <a:latin typeface="微软雅黑"/>
                <a:ea typeface="微软雅黑"/>
                <a:cs typeface="微软雅黑"/>
              </a:rPr>
              <a:t>An executable framework must unify resources, state evolution, data flow, and boundary checks.</a:t>
            </a:r>
          </a:p>
        </p:txBody>
      </p:sp>
      <p:sp>
        <p:nvSpPr>
          <p:cNvPr id="29" name="anchor-46">
            <a:extLst xmlns:a="http://schemas.openxmlformats.org/drawingml/2006/main">
              <a:ext uri="{FF2B5EF4-FFF2-40B4-BE49-F238E27FC236}">
                <a16:creationId xmlns:a16="http://schemas.microsoft.com/office/drawing/2014/main" id="{7E659B3E-4CA5-402A-B735-42DA23FED27A}"/>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47">
            <a:extLst xmlns:a="http://schemas.openxmlformats.org/drawingml/2006/main">
              <a:ext uri="{FF2B5EF4-FFF2-40B4-BE49-F238E27FC236}">
                <a16:creationId xmlns:a16="http://schemas.microsoft.com/office/drawing/2014/main" id="{AE688422-91F5-4B04-BF73-CF6E6563CA80}"/>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64" name="直接箭头连接符 60"/>
          <p:cNvCxnSpPr>
            <a:stCxn xmlns:a="http://schemas.openxmlformats.org/drawingml/2006/main" id="29" idx="3"/>
            <a:endCxn xmlns:a="http://schemas.openxmlformats.org/drawingml/2006/main" id="30"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32" name="text-48">
            <a:extLst xmlns:a="http://schemas.openxmlformats.org/drawingml/2006/main">
              <a:ext uri="{FF2B5EF4-FFF2-40B4-BE49-F238E27FC236}">
                <a16:creationId xmlns:a16="http://schemas.microsoft.com/office/drawing/2014/main" id="{2F8FCE36-D50E-4ECE-B46F-22F533B7125F}"/>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D"/>
                </a:solidFill>
                <a:latin typeface="微软雅黑"/>
                <a:ea typeface="微软雅黑"/>
                <a:cs typeface="微软雅黑"/>
              </a:defRPr>
            </a:pPr>
            <a:r>
              <a:rPr sz="1650" b="1">
                <a:solidFill>
                  <a:srgbClr val="1C3C5D"/>
                </a:solidFill>
                <a:latin typeface="微软雅黑"/>
                <a:ea typeface="微软雅黑"/>
                <a:cs typeface="微软雅黑"/>
              </a:rPr>
              <a:t>LLM participation makes shared execution boundaries essential.</a:t>
            </a:r>
          </a:p>
        </p:txBody>
      </p:sp>
    </p:spTree>
    <p:extLst>
      <p:ext uri="{BB962C8B-B14F-4D97-AF65-F5344CB8AC3E}">
        <p14:creationId xmlns:p14="http://schemas.microsoft.com/office/powerpoint/2010/main" val="2218676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D6F081-784A-4991-BCBF-2133F78E68D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67ECD3C-6193-4117-AE84-4BF50FBF9195}"/>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3  Unified modeling framework</a:t>
            </a:r>
          </a:p>
        </p:txBody>
      </p:sp>
      <p:sp>
        <p:nvSpPr>
          <p:cNvPr id="16" name="TextBox 15">
            <a:extLst xmlns:a="http://schemas.openxmlformats.org/drawingml/2006/main">
              <a:ext uri="{FF2B5EF4-FFF2-40B4-BE49-F238E27FC236}">
                <a16:creationId xmlns:a16="http://schemas.microsoft.com/office/drawing/2014/main" id="{A3278A7F-6256-4525-85B9-6FE459A6C7B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7" name="TextBox 16">
            <a:extLst xmlns:a="http://schemas.openxmlformats.org/drawingml/2006/main">
              <a:ext uri="{FF2B5EF4-FFF2-40B4-BE49-F238E27FC236}">
                <a16:creationId xmlns:a16="http://schemas.microsoft.com/office/drawing/2014/main" id="{181B37D9-51F1-426D-9521-4576BC43F37B}"/>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3/10</a:t>
            </a:r>
          </a:p>
        </p:txBody>
      </p:sp>
      <p:sp>
        <p:nvSpPr>
          <p:cNvPr id="18" name="revision-text-1">
            <a:extLst xmlns:a="http://schemas.openxmlformats.org/drawingml/2006/main">
              <a:ext uri="{FF2B5EF4-FFF2-40B4-BE49-F238E27FC236}">
                <a16:creationId xmlns:a16="http://schemas.microsoft.com/office/drawing/2014/main" id="{77EF01E7-ED36-4940-9D7A-C874BCAC58F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73" b="0">
                <a:solidFill>
                  <a:srgbClr val="152C40"/>
                </a:solidFill>
                <a:latin typeface="微软雅黑"/>
                <a:ea typeface="微软雅黑"/>
                <a:cs typeface="微软雅黑"/>
              </a:defRPr>
            </a:pPr>
            <a:r>
              <a:rPr sz="1673" b="0">
                <a:solidFill>
                  <a:srgbClr val="152C40"/>
                </a:solidFill>
                <a:latin typeface="微软雅黑"/>
                <a:ea typeface="微软雅黑"/>
                <a:cs typeface="微软雅黑"/>
              </a:rPr>
              <a:t>Model the execution objects as resources, the task process as a workflow, and operating rules as constraints.</a:t>
            </a:r>
          </a:p>
        </p:txBody>
      </p:sp>
      <p:sp>
        <p:nvSpPr>
          <p:cNvPr id="19" name="diagram-box-2">
            <a:extLst xmlns:a="http://schemas.openxmlformats.org/drawingml/2006/main">
              <a:ext uri="{FF2B5EF4-FFF2-40B4-BE49-F238E27FC236}">
                <a16:creationId xmlns:a16="http://schemas.microsoft.com/office/drawing/2014/main" id="{1897B3F5-9565-4629-86A9-799FE42F9E34}"/>
              </a:ext>
            </a:extLst>
          </p:cNvPr>
          <p:cNvSpPr>
            <a:spLocks xmlns:a="http://schemas.openxmlformats.org/drawingml/2006/main" noGrp="1"/>
          </p:cNvSpPr>
          <p:nvPr/>
        </p:nvSpPr>
        <p:spPr>
          <a:xfrm xmlns:a="http://schemas.openxmlformats.org/drawingml/2006/main">
            <a:off x="571500" y="1495425"/>
            <a:ext cx="11049000" cy="304800"/>
          </a:xfrm>
          <a:prstGeom xmlns:a="http://schemas.openxmlformats.org/drawingml/2006/main" prst="rect">
            <a:avLst/>
          </a:prstGeom>
          <a:solidFill xmlns:a="http://schemas.openxmlformats.org/drawingml/2006/main">
            <a:srgbClr val="F8F9FA"/>
          </a:solidFill>
          <a:ln xmlns:a="http://schemas.openxmlformats.org/drawingml/2006/main" w="9525">
            <a:solidFill>
              <a:srgbClr val="6F7B83"/>
            </a:solidFill>
          </a:ln>
        </p:spPr>
      </p:sp>
      <p:sp>
        <p:nvSpPr>
          <p:cNvPr id="20" name="revision-text-3">
            <a:extLst xmlns:a="http://schemas.openxmlformats.org/drawingml/2006/main">
              <a:ext uri="{FF2B5EF4-FFF2-40B4-BE49-F238E27FC236}">
                <a16:creationId xmlns:a16="http://schemas.microsoft.com/office/drawing/2014/main" id="{51617FA3-D3CA-4D18-9FB0-C756AB016DDF}"/>
              </a:ext>
            </a:extLst>
          </p:cNvPr>
          <p:cNvSpPr>
            <a:spLocks xmlns:a="http://schemas.openxmlformats.org/drawingml/2006/main" noGrp="1"/>
          </p:cNvSpPr>
          <p:nvPr/>
        </p:nvSpPr>
        <p:spPr>
          <a:xfrm xmlns:a="http://schemas.openxmlformats.org/drawingml/2006/main">
            <a:off x="609600" y="1533525"/>
            <a:ext cx="10972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Cross-layer protocol Π: control signals, data types, port relations, and execution feedback</a:t>
            </a:r>
          </a:p>
        </p:txBody>
      </p:sp>
      <p:sp>
        <p:nvSpPr>
          <p:cNvPr id="21" name="diagram-box-4">
            <a:extLst xmlns:a="http://schemas.openxmlformats.org/drawingml/2006/main">
              <a:ext uri="{FF2B5EF4-FFF2-40B4-BE49-F238E27FC236}">
                <a16:creationId xmlns:a16="http://schemas.microsoft.com/office/drawing/2014/main" id="{3F6C38F4-B19A-4EE7-B4D0-AB2F1CFEA384}"/>
              </a:ext>
            </a:extLst>
          </p:cNvPr>
          <p:cNvSpPr>
            <a:spLocks xmlns:a="http://schemas.openxmlformats.org/drawingml/2006/main" noGrp="1"/>
          </p:cNvSpPr>
          <p:nvPr/>
        </p:nvSpPr>
        <p:spPr>
          <a:xfrm xmlns:a="http://schemas.openxmlformats.org/drawingml/2006/main">
            <a:off x="571500" y="1952625"/>
            <a:ext cx="4238625" cy="2381250"/>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22" name="diagram-box-5">
            <a:extLst xmlns:a="http://schemas.openxmlformats.org/drawingml/2006/main">
              <a:ext uri="{FF2B5EF4-FFF2-40B4-BE49-F238E27FC236}">
                <a16:creationId xmlns:a16="http://schemas.microsoft.com/office/drawing/2014/main" id="{8854C93C-5EBD-4800-B68C-F11F8B487B1E}"/>
              </a:ext>
            </a:extLst>
          </p:cNvPr>
          <p:cNvSpPr>
            <a:spLocks xmlns:a="http://schemas.openxmlformats.org/drawingml/2006/main" noGrp="1"/>
          </p:cNvSpPr>
          <p:nvPr/>
        </p:nvSpPr>
        <p:spPr>
          <a:xfrm xmlns:a="http://schemas.openxmlformats.org/drawingml/2006/main">
            <a:off x="571500" y="1952625"/>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23" name="revision-text-6">
            <a:extLst xmlns:a="http://schemas.openxmlformats.org/drawingml/2006/main">
              <a:ext uri="{FF2B5EF4-FFF2-40B4-BE49-F238E27FC236}">
                <a16:creationId xmlns:a16="http://schemas.microsoft.com/office/drawing/2014/main" id="{3028F264-A5C4-4506-BF01-285E0132691E}"/>
              </a:ext>
            </a:extLst>
          </p:cNvPr>
          <p:cNvSpPr>
            <a:spLocks xmlns:a="http://schemas.openxmlformats.org/drawingml/2006/main" noGrp="1"/>
          </p:cNvSpPr>
          <p:nvPr/>
        </p:nvSpPr>
        <p:spPr>
          <a:xfrm xmlns:a="http://schemas.openxmlformats.org/drawingml/2006/main">
            <a:off x="647700"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24" name="diagram-box-7">
            <a:extLst xmlns:a="http://schemas.openxmlformats.org/drawingml/2006/main">
              <a:ext uri="{FF2B5EF4-FFF2-40B4-BE49-F238E27FC236}">
                <a16:creationId xmlns:a16="http://schemas.microsoft.com/office/drawing/2014/main" id="{6724538C-1CB2-4049-A1FE-E09059ACF746}"/>
              </a:ext>
            </a:extLst>
          </p:cNvPr>
          <p:cNvSpPr>
            <a:spLocks xmlns:a="http://schemas.openxmlformats.org/drawingml/2006/main" noGrp="1"/>
          </p:cNvSpPr>
          <p:nvPr/>
        </p:nvSpPr>
        <p:spPr>
          <a:xfrm xmlns:a="http://schemas.openxmlformats.org/drawingml/2006/main">
            <a:off x="76200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5" name="revision-text-8">
            <a:extLst xmlns:a="http://schemas.openxmlformats.org/drawingml/2006/main">
              <a:ext uri="{FF2B5EF4-FFF2-40B4-BE49-F238E27FC236}">
                <a16:creationId xmlns:a16="http://schemas.microsoft.com/office/drawing/2014/main" id="{38BC8601-AA30-4FB2-B943-AAEB597D952B}"/>
              </a:ext>
            </a:extLst>
          </p:cNvPr>
          <p:cNvSpPr>
            <a:spLocks xmlns:a="http://schemas.openxmlformats.org/drawingml/2006/main" noGrp="1"/>
          </p:cNvSpPr>
          <p:nvPr/>
        </p:nvSpPr>
        <p:spPr>
          <a:xfrm xmlns:a="http://schemas.openxmlformats.org/drawingml/2006/main">
            <a:off x="76200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95" b="0">
                <a:solidFill>
                  <a:srgbClr val="111111"/>
                </a:solidFill>
                <a:latin typeface="微软雅黑"/>
                <a:ea typeface="微软雅黑"/>
                <a:cs typeface="微软雅黑"/>
              </a:defRPr>
            </a:pPr>
            <a:r>
              <a:rPr sz="1095" b="0">
                <a:solidFill>
                  <a:srgbClr val="111111"/>
                </a:solidFill>
                <a:latin typeface="微软雅黑"/>
                <a:ea typeface="微软雅黑"/>
                <a:cs typeface="微软雅黑"/>
              </a:rPr>
              <a:t>Previous node</a:t>
            </a:r>
          </a:p>
        </p:txBody>
      </p:sp>
      <p:sp>
        <p:nvSpPr>
          <p:cNvPr id="26" name="diagram-box-9">
            <a:extLst xmlns:a="http://schemas.openxmlformats.org/drawingml/2006/main">
              <a:ext uri="{FF2B5EF4-FFF2-40B4-BE49-F238E27FC236}">
                <a16:creationId xmlns:a16="http://schemas.microsoft.com/office/drawing/2014/main" id="{E2A5F9CA-F2D5-4868-BA8A-233192621EFB}"/>
              </a:ext>
            </a:extLst>
          </p:cNvPr>
          <p:cNvSpPr>
            <a:spLocks xmlns:a="http://schemas.openxmlformats.org/drawingml/2006/main" noGrp="1"/>
          </p:cNvSpPr>
          <p:nvPr/>
        </p:nvSpPr>
        <p:spPr>
          <a:xfrm xmlns:a="http://schemas.openxmlformats.org/drawingml/2006/main">
            <a:off x="2200275"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7" name="revision-text-10">
            <a:extLst xmlns:a="http://schemas.openxmlformats.org/drawingml/2006/main">
              <a:ext uri="{FF2B5EF4-FFF2-40B4-BE49-F238E27FC236}">
                <a16:creationId xmlns:a16="http://schemas.microsoft.com/office/drawing/2014/main" id="{37963C01-6DF7-4C57-A391-4B9CB9C0DC1D}"/>
              </a:ext>
            </a:extLst>
          </p:cNvPr>
          <p:cNvSpPr>
            <a:spLocks xmlns:a="http://schemas.openxmlformats.org/drawingml/2006/main" noGrp="1"/>
          </p:cNvSpPr>
          <p:nvPr/>
        </p:nvSpPr>
        <p:spPr>
          <a:xfrm xmlns:a="http://schemas.openxmlformats.org/drawingml/2006/main">
            <a:off x="2200275"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68" b="1">
                <a:solidFill>
                  <a:srgbClr val="111111"/>
                </a:solidFill>
                <a:latin typeface="微软雅黑"/>
                <a:ea typeface="微软雅黑"/>
                <a:cs typeface="微软雅黑"/>
              </a:defRPr>
            </a:pPr>
            <a:r>
              <a:rPr sz="968" b="1">
                <a:solidFill>
                  <a:srgbClr val="111111"/>
                </a:solidFill>
                <a:latin typeface="微软雅黑"/>
                <a:ea typeface="微软雅黑"/>
                <a:cs typeface="微软雅黑"/>
              </a:rPr>
              <a:t>Execution node</a:t>
            </a:r>
          </a:p>
        </p:txBody>
      </p:sp>
      <p:sp>
        <p:nvSpPr>
          <p:cNvPr id="28" name="diagram-box-11">
            <a:extLst xmlns:a="http://schemas.openxmlformats.org/drawingml/2006/main">
              <a:ext uri="{FF2B5EF4-FFF2-40B4-BE49-F238E27FC236}">
                <a16:creationId xmlns:a16="http://schemas.microsoft.com/office/drawing/2014/main" id="{E9CFB603-5ED8-4796-BAD8-A36185E4EF5C}"/>
              </a:ext>
            </a:extLst>
          </p:cNvPr>
          <p:cNvSpPr>
            <a:spLocks xmlns:a="http://schemas.openxmlformats.org/drawingml/2006/main" noGrp="1"/>
          </p:cNvSpPr>
          <p:nvPr/>
        </p:nvSpPr>
        <p:spPr>
          <a:xfrm xmlns:a="http://schemas.openxmlformats.org/drawingml/2006/main">
            <a:off x="363855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9" name="revision-text-12">
            <a:extLst xmlns:a="http://schemas.openxmlformats.org/drawingml/2006/main">
              <a:ext uri="{FF2B5EF4-FFF2-40B4-BE49-F238E27FC236}">
                <a16:creationId xmlns:a16="http://schemas.microsoft.com/office/drawing/2014/main" id="{780951D3-90AE-45EB-A732-9A58E82C4333}"/>
              </a:ext>
            </a:extLst>
          </p:cNvPr>
          <p:cNvSpPr>
            <a:spLocks xmlns:a="http://schemas.openxmlformats.org/drawingml/2006/main" noGrp="1"/>
          </p:cNvSpPr>
          <p:nvPr/>
        </p:nvSpPr>
        <p:spPr>
          <a:xfrm xmlns:a="http://schemas.openxmlformats.org/drawingml/2006/main">
            <a:off x="363855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111111"/>
                </a:solidFill>
                <a:latin typeface="微软雅黑"/>
                <a:ea typeface="微软雅黑"/>
                <a:cs typeface="微软雅黑"/>
              </a:defRPr>
            </a:pPr>
            <a:r>
              <a:rPr sz="1200" b="0">
                <a:solidFill>
                  <a:srgbClr val="111111"/>
                </a:solidFill>
                <a:latin typeface="微软雅黑"/>
                <a:ea typeface="微软雅黑"/>
                <a:cs typeface="微软雅黑"/>
              </a:rPr>
              <a:t>Next node</a:t>
            </a:r>
          </a:p>
        </p:txBody>
      </p:sp>
      <p:sp>
        <p:nvSpPr>
          <p:cNvPr id="30" name="diagram-line-13">
            <a:extLst xmlns:a="http://schemas.openxmlformats.org/drawingml/2006/main">
              <a:ext uri="{FF2B5EF4-FFF2-40B4-BE49-F238E27FC236}">
                <a16:creationId xmlns:a16="http://schemas.microsoft.com/office/drawing/2014/main" id="{10F0A25E-402E-4101-9147-874290E15259}"/>
              </a:ext>
            </a:extLst>
          </p:cNvPr>
          <p:cNvSpPr>
            <a:spLocks xmlns:a="http://schemas.openxmlformats.org/drawingml/2006/main" noGrp="1"/>
          </p:cNvSpPr>
          <p:nvPr/>
        </p:nvSpPr>
        <p:spPr>
          <a:xfrm xmlns:a="http://schemas.openxmlformats.org/drawingml/2006/main">
            <a:off x="1743075"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1" name="diagram-poly-14">
            <a:extLst xmlns:a="http://schemas.openxmlformats.org/drawingml/2006/main">
              <a:ext uri="{FF2B5EF4-FFF2-40B4-BE49-F238E27FC236}">
                <a16:creationId xmlns:a16="http://schemas.microsoft.com/office/drawing/2014/main" id="{138CB8B0-5D7B-4100-B33D-89737E8BEA8F}"/>
              </a:ext>
            </a:extLst>
          </p:cNvPr>
          <p:cNvSpPr>
            <a:spLocks xmlns:a="http://schemas.openxmlformats.org/drawingml/2006/main" noGrp="1"/>
          </p:cNvSpPr>
          <p:nvPr/>
        </p:nvSpPr>
        <p:spPr>
          <a:xfrm xmlns:a="http://schemas.openxmlformats.org/drawingml/2006/main">
            <a:off x="2133600"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2" name="diagram-line-15">
            <a:extLst xmlns:a="http://schemas.openxmlformats.org/drawingml/2006/main">
              <a:ext uri="{FF2B5EF4-FFF2-40B4-BE49-F238E27FC236}">
                <a16:creationId xmlns:a16="http://schemas.microsoft.com/office/drawing/2014/main" id="{66370292-8605-4BA8-8BCA-14F8E0E1FB9E}"/>
              </a:ext>
            </a:extLst>
          </p:cNvPr>
          <p:cNvSpPr>
            <a:spLocks xmlns:a="http://schemas.openxmlformats.org/drawingml/2006/main" noGrp="1"/>
          </p:cNvSpPr>
          <p:nvPr/>
        </p:nvSpPr>
        <p:spPr>
          <a:xfrm xmlns:a="http://schemas.openxmlformats.org/drawingml/2006/main">
            <a:off x="3181350"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3" name="diagram-poly-16">
            <a:extLst xmlns:a="http://schemas.openxmlformats.org/drawingml/2006/main">
              <a:ext uri="{FF2B5EF4-FFF2-40B4-BE49-F238E27FC236}">
                <a16:creationId xmlns:a16="http://schemas.microsoft.com/office/drawing/2014/main" id="{F7506B97-C41E-4E0F-8678-27CB479BC09D}"/>
              </a:ext>
            </a:extLst>
          </p:cNvPr>
          <p:cNvSpPr>
            <a:spLocks xmlns:a="http://schemas.openxmlformats.org/drawingml/2006/main" noGrp="1"/>
          </p:cNvSpPr>
          <p:nvPr/>
        </p:nvSpPr>
        <p:spPr>
          <a:xfrm xmlns:a="http://schemas.openxmlformats.org/drawingml/2006/main">
            <a:off x="3571875"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4" name="diagram-line-17">
            <a:extLst xmlns:a="http://schemas.openxmlformats.org/drawingml/2006/main">
              <a:ext uri="{FF2B5EF4-FFF2-40B4-BE49-F238E27FC236}">
                <a16:creationId xmlns:a16="http://schemas.microsoft.com/office/drawing/2014/main" id="{B50943AE-4BA1-4C33-AA77-F139BCD4B749}"/>
              </a:ext>
            </a:extLst>
          </p:cNvPr>
          <p:cNvSpPr>
            <a:spLocks xmlns:a="http://schemas.openxmlformats.org/drawingml/2006/main" noGrp="1"/>
          </p:cNvSpPr>
          <p:nvPr/>
        </p:nvSpPr>
        <p:spPr>
          <a:xfrm xmlns:a="http://schemas.openxmlformats.org/drawingml/2006/main">
            <a:off x="26860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5" name="diagram-line-18">
            <a:extLst xmlns:a="http://schemas.openxmlformats.org/drawingml/2006/main">
              <a:ext uri="{FF2B5EF4-FFF2-40B4-BE49-F238E27FC236}">
                <a16:creationId xmlns:a16="http://schemas.microsoft.com/office/drawing/2014/main" id="{94D4C479-6841-4D09-B405-B4E9E19687EE}"/>
              </a:ext>
            </a:extLst>
          </p:cNvPr>
          <p:cNvSpPr>
            <a:spLocks xmlns:a="http://schemas.openxmlformats.org/drawingml/2006/main" noGrp="1"/>
          </p:cNvSpPr>
          <p:nvPr/>
        </p:nvSpPr>
        <p:spPr>
          <a:xfrm xmlns:a="http://schemas.openxmlformats.org/drawingml/2006/main">
            <a:off x="26860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6" name="diagram-box-19">
            <a:extLst xmlns:a="http://schemas.openxmlformats.org/drawingml/2006/main">
              <a:ext uri="{FF2B5EF4-FFF2-40B4-BE49-F238E27FC236}">
                <a16:creationId xmlns:a16="http://schemas.microsoft.com/office/drawing/2014/main" id="{F37F006B-BBD0-4E64-B613-7894BED042E9}"/>
              </a:ext>
            </a:extLst>
          </p:cNvPr>
          <p:cNvSpPr>
            <a:spLocks xmlns:a="http://schemas.openxmlformats.org/drawingml/2006/main" noGrp="1"/>
          </p:cNvSpPr>
          <p:nvPr/>
        </p:nvSpPr>
        <p:spPr>
          <a:xfrm xmlns:a="http://schemas.openxmlformats.org/drawingml/2006/main">
            <a:off x="762000" y="2943225"/>
            <a:ext cx="3857625"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37" name="revision-text-20">
            <a:extLst xmlns:a="http://schemas.openxmlformats.org/drawingml/2006/main">
              <a:ext uri="{FF2B5EF4-FFF2-40B4-BE49-F238E27FC236}">
                <a16:creationId xmlns:a16="http://schemas.microsoft.com/office/drawing/2014/main" id="{FEB254B5-832D-4C2C-9CA4-DA556E26B23A}"/>
              </a:ext>
            </a:extLst>
          </p:cNvPr>
          <p:cNvSpPr>
            <a:spLocks xmlns:a="http://schemas.openxmlformats.org/drawingml/2006/main" noGrp="1"/>
          </p:cNvSpPr>
          <p:nvPr/>
        </p:nvSpPr>
        <p:spPr>
          <a:xfrm xmlns:a="http://schemas.openxmlformats.org/drawingml/2006/main">
            <a:off x="809625" y="2971800"/>
            <a:ext cx="37623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Workflow node</a:t>
            </a:r>
          </a:p>
        </p:txBody>
      </p:sp>
      <p:sp>
        <p:nvSpPr>
          <p:cNvPr id="38" name="diagram-box-21">
            <a:extLst xmlns:a="http://schemas.openxmlformats.org/drawingml/2006/main">
              <a:ext uri="{FF2B5EF4-FFF2-40B4-BE49-F238E27FC236}">
                <a16:creationId xmlns:a16="http://schemas.microsoft.com/office/drawing/2014/main" id="{CA5A2B88-38BF-4079-9412-FE1A092D112F}"/>
              </a:ext>
            </a:extLst>
          </p:cNvPr>
          <p:cNvSpPr>
            <a:spLocks xmlns:a="http://schemas.openxmlformats.org/drawingml/2006/main" noGrp="1"/>
          </p:cNvSpPr>
          <p:nvPr/>
        </p:nvSpPr>
        <p:spPr>
          <a:xfrm xmlns:a="http://schemas.openxmlformats.org/drawingml/2006/main">
            <a:off x="85725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39" name="revision-text-22">
            <a:extLst xmlns:a="http://schemas.openxmlformats.org/drawingml/2006/main">
              <a:ext uri="{FF2B5EF4-FFF2-40B4-BE49-F238E27FC236}">
                <a16:creationId xmlns:a16="http://schemas.microsoft.com/office/drawing/2014/main" id="{E5D3BF54-9DA5-4439-9553-6B29AF026A42}"/>
              </a:ext>
            </a:extLst>
          </p:cNvPr>
          <p:cNvSpPr>
            <a:spLocks xmlns:a="http://schemas.openxmlformats.org/drawingml/2006/main" noGrp="1"/>
          </p:cNvSpPr>
          <p:nvPr/>
        </p:nvSpPr>
        <p:spPr>
          <a:xfrm xmlns:a="http://schemas.openxmlformats.org/drawingml/2006/main">
            <a:off x="90487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Variable space</a:t>
            </a:r>
          </a:p>
        </p:txBody>
      </p:sp>
      <p:sp>
        <p:nvSpPr>
          <p:cNvPr id="40" name="revision-text-23">
            <a:extLst xmlns:a="http://schemas.openxmlformats.org/drawingml/2006/main">
              <a:ext uri="{FF2B5EF4-FFF2-40B4-BE49-F238E27FC236}">
                <a16:creationId xmlns:a16="http://schemas.microsoft.com/office/drawing/2014/main" id="{E879A34E-C0BB-4BE1-A20D-A9EC1712542A}"/>
              </a:ext>
            </a:extLst>
          </p:cNvPr>
          <p:cNvSpPr>
            <a:spLocks xmlns:a="http://schemas.openxmlformats.org/drawingml/2006/main" noGrp="1"/>
          </p:cNvSpPr>
          <p:nvPr/>
        </p:nvSpPr>
        <p:spPr>
          <a:xfrm xmlns:a="http://schemas.openxmlformats.org/drawingml/2006/main">
            <a:off x="914400" y="34290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00" b="0">
                <a:solidFill>
                  <a:srgbClr val="111111"/>
                </a:solidFill>
                <a:latin typeface="微软雅黑"/>
                <a:ea typeface="微软雅黑"/>
                <a:cs typeface="微软雅黑"/>
              </a:defRPr>
            </a:pPr>
            <a:r>
              <a:rPr sz="900" b="0">
                <a:solidFill>
                  <a:srgbClr val="111111"/>
                </a:solidFill>
                <a:latin typeface="微软雅黑"/>
                <a:ea typeface="微软雅黑"/>
                <a:cs typeface="微软雅黑"/>
              </a:rPr>
              <a:t>Task variables / Attribute links</a:t>
            </a:r>
          </a:p>
        </p:txBody>
      </p:sp>
      <p:sp>
        <p:nvSpPr>
          <p:cNvPr id="41" name="diagram-box-24">
            <a:extLst xmlns:a="http://schemas.openxmlformats.org/drawingml/2006/main">
              <a:ext uri="{FF2B5EF4-FFF2-40B4-BE49-F238E27FC236}">
                <a16:creationId xmlns:a16="http://schemas.microsoft.com/office/drawing/2014/main" id="{A92109D6-9FF1-4733-9953-8C2FC7A9A115}"/>
              </a:ext>
            </a:extLst>
          </p:cNvPr>
          <p:cNvSpPr>
            <a:spLocks xmlns:a="http://schemas.openxmlformats.org/drawingml/2006/main" noGrp="1"/>
          </p:cNvSpPr>
          <p:nvPr/>
        </p:nvSpPr>
        <p:spPr>
          <a:xfrm xmlns:a="http://schemas.openxmlformats.org/drawingml/2006/main">
            <a:off x="274320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2" name="revision-text-25">
            <a:extLst xmlns:a="http://schemas.openxmlformats.org/drawingml/2006/main">
              <a:ext uri="{FF2B5EF4-FFF2-40B4-BE49-F238E27FC236}">
                <a16:creationId xmlns:a16="http://schemas.microsoft.com/office/drawing/2014/main" id="{38ACE0EA-CE5C-4A57-9AD1-12904A605A76}"/>
              </a:ext>
            </a:extLst>
          </p:cNvPr>
          <p:cNvSpPr>
            <a:spLocks xmlns:a="http://schemas.openxmlformats.org/drawingml/2006/main" noGrp="1"/>
          </p:cNvSpPr>
          <p:nvPr/>
        </p:nvSpPr>
        <p:spPr>
          <a:xfrm xmlns:a="http://schemas.openxmlformats.org/drawingml/2006/main">
            <a:off x="279082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Node lifecycle</a:t>
            </a:r>
          </a:p>
        </p:txBody>
      </p:sp>
      <p:sp>
        <p:nvSpPr>
          <p:cNvPr id="43" name="revision-text-26">
            <a:extLst xmlns:a="http://schemas.openxmlformats.org/drawingml/2006/main">
              <a:ext uri="{FF2B5EF4-FFF2-40B4-BE49-F238E27FC236}">
                <a16:creationId xmlns:a16="http://schemas.microsoft.com/office/drawing/2014/main" id="{3AA2DD89-3A04-4739-BFED-DC64A3F78C6B}"/>
              </a:ext>
            </a:extLst>
          </p:cNvPr>
          <p:cNvSpPr>
            <a:spLocks xmlns:a="http://schemas.openxmlformats.org/drawingml/2006/main" noGrp="1"/>
          </p:cNvSpPr>
          <p:nvPr/>
        </p:nvSpPr>
        <p:spPr>
          <a:xfrm xmlns:a="http://schemas.openxmlformats.org/drawingml/2006/main">
            <a:off x="2800350" y="34290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Execution phase and outcome</a:t>
            </a:r>
          </a:p>
        </p:txBody>
      </p:sp>
      <p:sp>
        <p:nvSpPr>
          <p:cNvPr id="44" name="diagram-box-27">
            <a:extLst xmlns:a="http://schemas.openxmlformats.org/drawingml/2006/main">
              <a:ext uri="{FF2B5EF4-FFF2-40B4-BE49-F238E27FC236}">
                <a16:creationId xmlns:a16="http://schemas.microsoft.com/office/drawing/2014/main" id="{8CBC8F52-BA65-4CD4-BEE0-3B0E975C7082}"/>
              </a:ext>
            </a:extLst>
          </p:cNvPr>
          <p:cNvSpPr>
            <a:spLocks xmlns:a="http://schemas.openxmlformats.org/drawingml/2006/main" noGrp="1"/>
          </p:cNvSpPr>
          <p:nvPr/>
        </p:nvSpPr>
        <p:spPr>
          <a:xfrm xmlns:a="http://schemas.openxmlformats.org/drawingml/2006/main">
            <a:off x="85725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5" name="revision-text-28">
            <a:extLst xmlns:a="http://schemas.openxmlformats.org/drawingml/2006/main">
              <a:ext uri="{FF2B5EF4-FFF2-40B4-BE49-F238E27FC236}">
                <a16:creationId xmlns:a16="http://schemas.microsoft.com/office/drawing/2014/main" id="{B33CB69A-02FA-45AA-A4DA-609C79EFBCD4}"/>
              </a:ext>
            </a:extLst>
          </p:cNvPr>
          <p:cNvSpPr>
            <a:spLocks xmlns:a="http://schemas.openxmlformats.org/drawingml/2006/main" noGrp="1"/>
          </p:cNvSpPr>
          <p:nvPr/>
        </p:nvSpPr>
        <p:spPr>
          <a:xfrm xmlns:a="http://schemas.openxmlformats.org/drawingml/2006/main">
            <a:off x="90487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40" b="1">
                <a:solidFill>
                  <a:srgbClr val="111111"/>
                </a:solidFill>
                <a:latin typeface="微软雅黑"/>
                <a:ea typeface="微软雅黑"/>
                <a:cs typeface="微软雅黑"/>
              </a:defRPr>
            </a:pPr>
            <a:r>
              <a:rPr sz="840" b="1">
                <a:solidFill>
                  <a:srgbClr val="111111"/>
                </a:solidFill>
                <a:latin typeface="微软雅黑"/>
                <a:ea typeface="微软雅黑"/>
                <a:cs typeface="微软雅黑"/>
              </a:rPr>
              <a:t>Control interfaces / Data ports</a:t>
            </a:r>
          </a:p>
        </p:txBody>
      </p:sp>
      <p:sp>
        <p:nvSpPr>
          <p:cNvPr id="46" name="revision-text-29">
            <a:extLst xmlns:a="http://schemas.openxmlformats.org/drawingml/2006/main">
              <a:ext uri="{FF2B5EF4-FFF2-40B4-BE49-F238E27FC236}">
                <a16:creationId xmlns:a16="http://schemas.microsoft.com/office/drawing/2014/main" id="{6F7EF862-8D74-42F9-AA91-8E6BAF233E03}"/>
              </a:ext>
            </a:extLst>
          </p:cNvPr>
          <p:cNvSpPr>
            <a:spLocks xmlns:a="http://schemas.openxmlformats.org/drawingml/2006/main" noGrp="1"/>
          </p:cNvSpPr>
          <p:nvPr/>
        </p:nvSpPr>
        <p:spPr>
          <a:xfrm xmlns:a="http://schemas.openxmlformats.org/drawingml/2006/main">
            <a:off x="914400" y="38862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55" b="0">
                <a:solidFill>
                  <a:srgbClr val="111111"/>
                </a:solidFill>
                <a:latin typeface="微软雅黑"/>
                <a:ea typeface="微软雅黑"/>
                <a:cs typeface="微软雅黑"/>
              </a:defRPr>
            </a:pPr>
            <a:r>
              <a:rPr sz="855" b="0">
                <a:solidFill>
                  <a:srgbClr val="111111"/>
                </a:solidFill>
                <a:latin typeface="微软雅黑"/>
                <a:ea typeface="微软雅黑"/>
                <a:cs typeface="微软雅黑"/>
              </a:rPr>
              <a:t>Signals / Input and output data</a:t>
            </a:r>
          </a:p>
        </p:txBody>
      </p:sp>
      <p:sp>
        <p:nvSpPr>
          <p:cNvPr id="47" name="diagram-box-30">
            <a:extLst xmlns:a="http://schemas.openxmlformats.org/drawingml/2006/main">
              <a:ext uri="{FF2B5EF4-FFF2-40B4-BE49-F238E27FC236}">
                <a16:creationId xmlns:a16="http://schemas.microsoft.com/office/drawing/2014/main" id="{E9278105-3020-4190-BED6-DBD73B8539AB}"/>
              </a:ext>
            </a:extLst>
          </p:cNvPr>
          <p:cNvSpPr>
            <a:spLocks xmlns:a="http://schemas.openxmlformats.org/drawingml/2006/main" noGrp="1"/>
          </p:cNvSpPr>
          <p:nvPr/>
        </p:nvSpPr>
        <p:spPr>
          <a:xfrm xmlns:a="http://schemas.openxmlformats.org/drawingml/2006/main">
            <a:off x="274320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8" name="revision-text-31">
            <a:extLst xmlns:a="http://schemas.openxmlformats.org/drawingml/2006/main">
              <a:ext uri="{FF2B5EF4-FFF2-40B4-BE49-F238E27FC236}">
                <a16:creationId xmlns:a16="http://schemas.microsoft.com/office/drawing/2014/main" id="{0028B506-8532-46F3-B22B-535FAFD649D9}"/>
              </a:ext>
            </a:extLst>
          </p:cNvPr>
          <p:cNvSpPr>
            <a:spLocks xmlns:a="http://schemas.openxmlformats.org/drawingml/2006/main" noGrp="1"/>
          </p:cNvSpPr>
          <p:nvPr/>
        </p:nvSpPr>
        <p:spPr>
          <a:xfrm xmlns:a="http://schemas.openxmlformats.org/drawingml/2006/main">
            <a:off x="279082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45" b="1">
                <a:solidFill>
                  <a:srgbClr val="111111"/>
                </a:solidFill>
                <a:latin typeface="微软雅黑"/>
                <a:ea typeface="微软雅黑"/>
                <a:cs typeface="微软雅黑"/>
              </a:defRPr>
            </a:pPr>
            <a:r>
              <a:rPr sz="945" b="1">
                <a:solidFill>
                  <a:srgbClr val="111111"/>
                </a:solidFill>
                <a:latin typeface="微软雅黑"/>
                <a:ea typeface="微软雅黑"/>
                <a:cs typeface="微软雅黑"/>
              </a:rPr>
              <a:t>Trigger: condition → action</a:t>
            </a:r>
          </a:p>
        </p:txBody>
      </p:sp>
      <p:sp>
        <p:nvSpPr>
          <p:cNvPr id="49" name="revision-text-32">
            <a:extLst xmlns:a="http://schemas.openxmlformats.org/drawingml/2006/main">
              <a:ext uri="{FF2B5EF4-FFF2-40B4-BE49-F238E27FC236}">
                <a16:creationId xmlns:a16="http://schemas.microsoft.com/office/drawing/2014/main" id="{5D983909-E629-4D0D-BA6E-2CDB922063B7}"/>
              </a:ext>
            </a:extLst>
          </p:cNvPr>
          <p:cNvSpPr>
            <a:spLocks xmlns:a="http://schemas.openxmlformats.org/drawingml/2006/main" noGrp="1"/>
          </p:cNvSpPr>
          <p:nvPr/>
        </p:nvSpPr>
        <p:spPr>
          <a:xfrm xmlns:a="http://schemas.openxmlformats.org/drawingml/2006/main">
            <a:off x="2800350" y="38862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05" b="0">
                <a:solidFill>
                  <a:srgbClr val="111111"/>
                </a:solidFill>
                <a:latin typeface="微软雅黑"/>
                <a:ea typeface="微软雅黑"/>
                <a:cs typeface="微软雅黑"/>
              </a:defRPr>
            </a:pPr>
            <a:r>
              <a:rPr sz="1005" b="0">
                <a:solidFill>
                  <a:srgbClr val="111111"/>
                </a:solidFill>
                <a:latin typeface="微软雅黑"/>
                <a:ea typeface="微软雅黑"/>
                <a:cs typeface="微软雅黑"/>
              </a:rPr>
              <a:t>Update state / Emit signals</a:t>
            </a:r>
          </a:p>
        </p:txBody>
      </p:sp>
      <p:sp>
        <p:nvSpPr>
          <p:cNvPr id="50" name="diagram-box-33">
            <a:extLst xmlns:a="http://schemas.openxmlformats.org/drawingml/2006/main">
              <a:ext uri="{FF2B5EF4-FFF2-40B4-BE49-F238E27FC236}">
                <a16:creationId xmlns:a16="http://schemas.microsoft.com/office/drawing/2014/main" id="{1A9965E6-FB1C-4A8A-B013-D6B3CDE4B381}"/>
              </a:ext>
            </a:extLst>
          </p:cNvPr>
          <p:cNvSpPr>
            <a:spLocks xmlns:a="http://schemas.openxmlformats.org/drawingml/2006/main" noGrp="1"/>
          </p:cNvSpPr>
          <p:nvPr/>
        </p:nvSpPr>
        <p:spPr>
          <a:xfrm xmlns:a="http://schemas.openxmlformats.org/drawingml/2006/main">
            <a:off x="7381875" y="1952625"/>
            <a:ext cx="4238625" cy="2381250"/>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51" name="diagram-box-34">
            <a:extLst xmlns:a="http://schemas.openxmlformats.org/drawingml/2006/main">
              <a:ext uri="{FF2B5EF4-FFF2-40B4-BE49-F238E27FC236}">
                <a16:creationId xmlns:a16="http://schemas.microsoft.com/office/drawing/2014/main" id="{F66AFD92-05C6-4723-9F7F-C75A4EBEFE58}"/>
              </a:ext>
            </a:extLst>
          </p:cNvPr>
          <p:cNvSpPr>
            <a:spLocks xmlns:a="http://schemas.openxmlformats.org/drawingml/2006/main" noGrp="1"/>
          </p:cNvSpPr>
          <p:nvPr/>
        </p:nvSpPr>
        <p:spPr>
          <a:xfrm xmlns:a="http://schemas.openxmlformats.org/drawingml/2006/main">
            <a:off x="7381875" y="1952625"/>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52" name="revision-text-35">
            <a:extLst xmlns:a="http://schemas.openxmlformats.org/drawingml/2006/main">
              <a:ext uri="{FF2B5EF4-FFF2-40B4-BE49-F238E27FC236}">
                <a16:creationId xmlns:a16="http://schemas.microsoft.com/office/drawing/2014/main" id="{6EC71610-484F-47F8-B4F5-3B72D20C769F}"/>
              </a:ext>
            </a:extLst>
          </p:cNvPr>
          <p:cNvSpPr>
            <a:spLocks xmlns:a="http://schemas.openxmlformats.org/drawingml/2006/main" noGrp="1"/>
          </p:cNvSpPr>
          <p:nvPr/>
        </p:nvSpPr>
        <p:spPr>
          <a:xfrm xmlns:a="http://schemas.openxmlformats.org/drawingml/2006/main">
            <a:off x="7458075"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53" name="diagram-box-36">
            <a:extLst xmlns:a="http://schemas.openxmlformats.org/drawingml/2006/main">
              <a:ext uri="{FF2B5EF4-FFF2-40B4-BE49-F238E27FC236}">
                <a16:creationId xmlns:a16="http://schemas.microsoft.com/office/drawing/2014/main" id="{D2A768ED-A9A1-4EDA-A80D-26EE075B8D87}"/>
              </a:ext>
            </a:extLst>
          </p:cNvPr>
          <p:cNvSpPr>
            <a:spLocks xmlns:a="http://schemas.openxmlformats.org/drawingml/2006/main" noGrp="1"/>
          </p:cNvSpPr>
          <p:nvPr/>
        </p:nvSpPr>
        <p:spPr>
          <a:xfrm xmlns:a="http://schemas.openxmlformats.org/drawingml/2006/main">
            <a:off x="7743825" y="23812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4" name="diagram-box-37">
            <a:extLst xmlns:a="http://schemas.openxmlformats.org/drawingml/2006/main">
              <a:ext uri="{FF2B5EF4-FFF2-40B4-BE49-F238E27FC236}">
                <a16:creationId xmlns:a16="http://schemas.microsoft.com/office/drawing/2014/main" id="{00E14071-2B6C-44C2-8462-0D3A5CB7A67A}"/>
              </a:ext>
            </a:extLst>
          </p:cNvPr>
          <p:cNvSpPr>
            <a:spLocks xmlns:a="http://schemas.openxmlformats.org/drawingml/2006/main" noGrp="1"/>
          </p:cNvSpPr>
          <p:nvPr/>
        </p:nvSpPr>
        <p:spPr>
          <a:xfrm xmlns:a="http://schemas.openxmlformats.org/drawingml/2006/main">
            <a:off x="7667625" y="24574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5" name="diagram-box-38">
            <a:extLst xmlns:a="http://schemas.openxmlformats.org/drawingml/2006/main">
              <a:ext uri="{FF2B5EF4-FFF2-40B4-BE49-F238E27FC236}">
                <a16:creationId xmlns:a16="http://schemas.microsoft.com/office/drawing/2014/main" id="{CCB00F61-EC11-4A29-A767-D283795C98CF}"/>
              </a:ext>
            </a:extLst>
          </p:cNvPr>
          <p:cNvSpPr>
            <a:spLocks xmlns:a="http://schemas.openxmlformats.org/drawingml/2006/main" noGrp="1"/>
          </p:cNvSpPr>
          <p:nvPr/>
        </p:nvSpPr>
        <p:spPr>
          <a:xfrm xmlns:a="http://schemas.openxmlformats.org/drawingml/2006/main">
            <a:off x="7591425" y="25336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6" name="revision-text-39">
            <a:extLst xmlns:a="http://schemas.openxmlformats.org/drawingml/2006/main">
              <a:ext uri="{FF2B5EF4-FFF2-40B4-BE49-F238E27FC236}">
                <a16:creationId xmlns:a16="http://schemas.microsoft.com/office/drawing/2014/main" id="{AE304A2B-927E-4610-AF42-57AC32D6E9F9}"/>
              </a:ext>
            </a:extLst>
          </p:cNvPr>
          <p:cNvSpPr>
            <a:spLocks xmlns:a="http://schemas.openxmlformats.org/drawingml/2006/main" noGrp="1"/>
          </p:cNvSpPr>
          <p:nvPr/>
        </p:nvSpPr>
        <p:spPr>
          <a:xfrm xmlns:a="http://schemas.openxmlformats.org/drawingml/2006/main">
            <a:off x="7610475" y="2571750"/>
            <a:ext cx="36195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Device object model</a:t>
            </a:r>
          </a:p>
        </p:txBody>
      </p:sp>
      <p:sp>
        <p:nvSpPr>
          <p:cNvPr id="57" name="diagram-box-40">
            <a:extLst xmlns:a="http://schemas.openxmlformats.org/drawingml/2006/main">
              <a:ext uri="{FF2B5EF4-FFF2-40B4-BE49-F238E27FC236}">
                <a16:creationId xmlns:a16="http://schemas.microsoft.com/office/drawing/2014/main" id="{163AABCB-1922-4F94-B15B-B98025757607}"/>
              </a:ext>
            </a:extLst>
          </p:cNvPr>
          <p:cNvSpPr>
            <a:spLocks xmlns:a="http://schemas.openxmlformats.org/drawingml/2006/main" noGrp="1"/>
          </p:cNvSpPr>
          <p:nvPr/>
        </p:nvSpPr>
        <p:spPr>
          <a:xfrm xmlns:a="http://schemas.openxmlformats.org/drawingml/2006/main">
            <a:off x="776287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58" name="revision-text-41">
            <a:extLst xmlns:a="http://schemas.openxmlformats.org/drawingml/2006/main">
              <a:ext uri="{FF2B5EF4-FFF2-40B4-BE49-F238E27FC236}">
                <a16:creationId xmlns:a16="http://schemas.microsoft.com/office/drawing/2014/main" id="{92078569-28E9-4410-A904-2532D7D21BCF}"/>
              </a:ext>
            </a:extLst>
          </p:cNvPr>
          <p:cNvSpPr>
            <a:spLocks xmlns:a="http://schemas.openxmlformats.org/drawingml/2006/main" noGrp="1"/>
          </p:cNvSpPr>
          <p:nvPr/>
        </p:nvSpPr>
        <p:spPr>
          <a:xfrm xmlns:a="http://schemas.openxmlformats.org/drawingml/2006/main">
            <a:off x="781050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Capability model</a:t>
            </a:r>
          </a:p>
        </p:txBody>
      </p:sp>
      <p:sp>
        <p:nvSpPr>
          <p:cNvPr id="59" name="revision-text-42">
            <a:extLst xmlns:a="http://schemas.openxmlformats.org/drawingml/2006/main">
              <a:ext uri="{FF2B5EF4-FFF2-40B4-BE49-F238E27FC236}">
                <a16:creationId xmlns:a16="http://schemas.microsoft.com/office/drawing/2014/main" id="{A0FE30A3-E1F5-4005-AF0D-9D39B36E89C9}"/>
              </a:ext>
            </a:extLst>
          </p:cNvPr>
          <p:cNvSpPr>
            <a:spLocks xmlns:a="http://schemas.openxmlformats.org/drawingml/2006/main" noGrp="1"/>
          </p:cNvSpPr>
          <p:nvPr/>
        </p:nvSpPr>
        <p:spPr>
          <a:xfrm xmlns:a="http://schemas.openxmlformats.org/drawingml/2006/main">
            <a:off x="7820025" y="3124200"/>
            <a:ext cx="1485900" cy="54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Attributes and capabilities</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Operation parameters</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Interfaces / Adapter contract</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Intrinsic constraints</a:t>
            </a:r>
          </a:p>
        </p:txBody>
      </p:sp>
      <p:sp>
        <p:nvSpPr>
          <p:cNvPr id="60" name="diagram-box-43">
            <a:extLst xmlns:a="http://schemas.openxmlformats.org/drawingml/2006/main">
              <a:ext uri="{FF2B5EF4-FFF2-40B4-BE49-F238E27FC236}">
                <a16:creationId xmlns:a16="http://schemas.microsoft.com/office/drawing/2014/main" id="{26F23C79-AB24-4791-884E-0EBBA850E2F2}"/>
              </a:ext>
            </a:extLst>
          </p:cNvPr>
          <p:cNvSpPr>
            <a:spLocks xmlns:a="http://schemas.openxmlformats.org/drawingml/2006/main" noGrp="1"/>
          </p:cNvSpPr>
          <p:nvPr/>
        </p:nvSpPr>
        <p:spPr>
          <a:xfrm xmlns:a="http://schemas.openxmlformats.org/drawingml/2006/main">
            <a:off x="953452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61" name="revision-text-44">
            <a:extLst xmlns:a="http://schemas.openxmlformats.org/drawingml/2006/main">
              <a:ext uri="{FF2B5EF4-FFF2-40B4-BE49-F238E27FC236}">
                <a16:creationId xmlns:a16="http://schemas.microsoft.com/office/drawing/2014/main" id="{DA9F3D67-F76B-4C15-90BE-34F34B9CBDC8}"/>
              </a:ext>
            </a:extLst>
          </p:cNvPr>
          <p:cNvSpPr>
            <a:spLocks xmlns:a="http://schemas.openxmlformats.org/drawingml/2006/main" noGrp="1"/>
          </p:cNvSpPr>
          <p:nvPr/>
        </p:nvSpPr>
        <p:spPr>
          <a:xfrm xmlns:a="http://schemas.openxmlformats.org/drawingml/2006/main">
            <a:off x="958215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State machine</a:t>
            </a:r>
          </a:p>
        </p:txBody>
      </p:sp>
      <p:sp>
        <p:nvSpPr>
          <p:cNvPr id="62" name="revision-text-45">
            <a:extLst xmlns:a="http://schemas.openxmlformats.org/drawingml/2006/main">
              <a:ext uri="{FF2B5EF4-FFF2-40B4-BE49-F238E27FC236}">
                <a16:creationId xmlns:a16="http://schemas.microsoft.com/office/drawing/2014/main" id="{A0028B61-9BF6-46E2-A76E-5E593AC1A3DC}"/>
              </a:ext>
            </a:extLst>
          </p:cNvPr>
          <p:cNvSpPr>
            <a:spLocks xmlns:a="http://schemas.openxmlformats.org/drawingml/2006/main" noGrp="1"/>
          </p:cNvSpPr>
          <p:nvPr/>
        </p:nvSpPr>
        <p:spPr>
          <a:xfrm xmlns:a="http://schemas.openxmlformats.org/drawingml/2006/main">
            <a:off x="9591675" y="3124200"/>
            <a:ext cx="1485900"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Request and state checks</a:t>
            </a:r>
          </a:p>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Transitions and commands</a:t>
            </a:r>
          </a:p>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Feedback-driven updates</a:t>
            </a:r>
          </a:p>
        </p:txBody>
      </p:sp>
      <p:sp>
        <p:nvSpPr>
          <p:cNvPr id="63" name="diagram-line-46">
            <a:extLst xmlns:a="http://schemas.openxmlformats.org/drawingml/2006/main">
              <a:ext uri="{FF2B5EF4-FFF2-40B4-BE49-F238E27FC236}">
                <a16:creationId xmlns:a16="http://schemas.microsoft.com/office/drawing/2014/main" id="{FD4F2098-034E-446F-BD4E-73AF88510C48}"/>
              </a:ext>
            </a:extLst>
          </p:cNvPr>
          <p:cNvSpPr>
            <a:spLocks xmlns:a="http://schemas.openxmlformats.org/drawingml/2006/main" noGrp="1"/>
          </p:cNvSpPr>
          <p:nvPr/>
        </p:nvSpPr>
        <p:spPr>
          <a:xfrm xmlns:a="http://schemas.openxmlformats.org/drawingml/2006/main">
            <a:off x="4810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4" name="diagram-line-47">
            <a:extLst xmlns:a="http://schemas.openxmlformats.org/drawingml/2006/main">
              <a:ext uri="{FF2B5EF4-FFF2-40B4-BE49-F238E27FC236}">
                <a16:creationId xmlns:a16="http://schemas.microsoft.com/office/drawing/2014/main" id="{5352E15F-14D4-48BC-A643-27749E6C9231}"/>
              </a:ext>
            </a:extLst>
          </p:cNvPr>
          <p:cNvSpPr>
            <a:spLocks xmlns:a="http://schemas.openxmlformats.org/drawingml/2006/main" noGrp="1"/>
          </p:cNvSpPr>
          <p:nvPr/>
        </p:nvSpPr>
        <p:spPr>
          <a:xfrm xmlns:a="http://schemas.openxmlformats.org/drawingml/2006/main">
            <a:off x="4924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5" name="diagram-line-48">
            <a:extLst xmlns:a="http://schemas.openxmlformats.org/drawingml/2006/main">
              <a:ext uri="{FF2B5EF4-FFF2-40B4-BE49-F238E27FC236}">
                <a16:creationId xmlns:a16="http://schemas.microsoft.com/office/drawing/2014/main" id="{0CB94723-7990-498A-A5A7-0750EE8F96BD}"/>
              </a:ext>
            </a:extLst>
          </p:cNvPr>
          <p:cNvSpPr>
            <a:spLocks xmlns:a="http://schemas.openxmlformats.org/drawingml/2006/main" noGrp="1"/>
          </p:cNvSpPr>
          <p:nvPr/>
        </p:nvSpPr>
        <p:spPr>
          <a:xfrm xmlns:a="http://schemas.openxmlformats.org/drawingml/2006/main">
            <a:off x="5038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6" name="diagram-line-49">
            <a:extLst xmlns:a="http://schemas.openxmlformats.org/drawingml/2006/main">
              <a:ext uri="{FF2B5EF4-FFF2-40B4-BE49-F238E27FC236}">
                <a16:creationId xmlns:a16="http://schemas.microsoft.com/office/drawing/2014/main" id="{2D1D5414-AA7C-4C2E-82A8-AEA37BAAAA94}"/>
              </a:ext>
            </a:extLst>
          </p:cNvPr>
          <p:cNvSpPr>
            <a:spLocks xmlns:a="http://schemas.openxmlformats.org/drawingml/2006/main" noGrp="1"/>
          </p:cNvSpPr>
          <p:nvPr/>
        </p:nvSpPr>
        <p:spPr>
          <a:xfrm xmlns:a="http://schemas.openxmlformats.org/drawingml/2006/main">
            <a:off x="5153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7" name="diagram-line-50">
            <a:extLst xmlns:a="http://schemas.openxmlformats.org/drawingml/2006/main">
              <a:ext uri="{FF2B5EF4-FFF2-40B4-BE49-F238E27FC236}">
                <a16:creationId xmlns:a16="http://schemas.microsoft.com/office/drawing/2014/main" id="{EA655B29-94FD-4707-AAD4-75E6EB802AC8}"/>
              </a:ext>
            </a:extLst>
          </p:cNvPr>
          <p:cNvSpPr>
            <a:spLocks xmlns:a="http://schemas.openxmlformats.org/drawingml/2006/main" noGrp="1"/>
          </p:cNvSpPr>
          <p:nvPr/>
        </p:nvSpPr>
        <p:spPr>
          <a:xfrm xmlns:a="http://schemas.openxmlformats.org/drawingml/2006/main">
            <a:off x="5267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8" name="diagram-line-51">
            <a:extLst xmlns:a="http://schemas.openxmlformats.org/drawingml/2006/main">
              <a:ext uri="{FF2B5EF4-FFF2-40B4-BE49-F238E27FC236}">
                <a16:creationId xmlns:a16="http://schemas.microsoft.com/office/drawing/2014/main" id="{0A670627-98D0-4B39-A63B-D9A7EB744DA3}"/>
              </a:ext>
            </a:extLst>
          </p:cNvPr>
          <p:cNvSpPr>
            <a:spLocks xmlns:a="http://schemas.openxmlformats.org/drawingml/2006/main" noGrp="1"/>
          </p:cNvSpPr>
          <p:nvPr/>
        </p:nvSpPr>
        <p:spPr>
          <a:xfrm xmlns:a="http://schemas.openxmlformats.org/drawingml/2006/main">
            <a:off x="5381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9" name="diagram-line-52">
            <a:extLst xmlns:a="http://schemas.openxmlformats.org/drawingml/2006/main">
              <a:ext uri="{FF2B5EF4-FFF2-40B4-BE49-F238E27FC236}">
                <a16:creationId xmlns:a16="http://schemas.microsoft.com/office/drawing/2014/main" id="{DE8E2536-AAAB-42B0-BB75-F2ADBEFC3F7E}"/>
              </a:ext>
            </a:extLst>
          </p:cNvPr>
          <p:cNvSpPr>
            <a:spLocks xmlns:a="http://schemas.openxmlformats.org/drawingml/2006/main" noGrp="1"/>
          </p:cNvSpPr>
          <p:nvPr/>
        </p:nvSpPr>
        <p:spPr>
          <a:xfrm xmlns:a="http://schemas.openxmlformats.org/drawingml/2006/main">
            <a:off x="5495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0" name="diagram-line-53">
            <a:extLst xmlns:a="http://schemas.openxmlformats.org/drawingml/2006/main">
              <a:ext uri="{FF2B5EF4-FFF2-40B4-BE49-F238E27FC236}">
                <a16:creationId xmlns:a16="http://schemas.microsoft.com/office/drawing/2014/main" id="{1621D970-8E4F-4FA7-8FF6-B2CB69565150}"/>
              </a:ext>
            </a:extLst>
          </p:cNvPr>
          <p:cNvSpPr>
            <a:spLocks xmlns:a="http://schemas.openxmlformats.org/drawingml/2006/main" noGrp="1"/>
          </p:cNvSpPr>
          <p:nvPr/>
        </p:nvSpPr>
        <p:spPr>
          <a:xfrm xmlns:a="http://schemas.openxmlformats.org/drawingml/2006/main">
            <a:off x="5610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1" name="diagram-line-54">
            <a:extLst xmlns:a="http://schemas.openxmlformats.org/drawingml/2006/main">
              <a:ext uri="{FF2B5EF4-FFF2-40B4-BE49-F238E27FC236}">
                <a16:creationId xmlns:a16="http://schemas.microsoft.com/office/drawing/2014/main" id="{3E5008FA-3FCB-491C-927A-EA6A43F5630A}"/>
              </a:ext>
            </a:extLst>
          </p:cNvPr>
          <p:cNvSpPr>
            <a:spLocks xmlns:a="http://schemas.openxmlformats.org/drawingml/2006/main" noGrp="1"/>
          </p:cNvSpPr>
          <p:nvPr/>
        </p:nvSpPr>
        <p:spPr>
          <a:xfrm xmlns:a="http://schemas.openxmlformats.org/drawingml/2006/main">
            <a:off x="5724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2" name="diagram-line-55">
            <a:extLst xmlns:a="http://schemas.openxmlformats.org/drawingml/2006/main">
              <a:ext uri="{FF2B5EF4-FFF2-40B4-BE49-F238E27FC236}">
                <a16:creationId xmlns:a16="http://schemas.microsoft.com/office/drawing/2014/main" id="{0213256E-F8FB-463D-BB8F-B39FDE8479AA}"/>
              </a:ext>
            </a:extLst>
          </p:cNvPr>
          <p:cNvSpPr>
            <a:spLocks xmlns:a="http://schemas.openxmlformats.org/drawingml/2006/main" noGrp="1"/>
          </p:cNvSpPr>
          <p:nvPr/>
        </p:nvSpPr>
        <p:spPr>
          <a:xfrm xmlns:a="http://schemas.openxmlformats.org/drawingml/2006/main">
            <a:off x="5838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3" name="diagram-line-56">
            <a:extLst xmlns:a="http://schemas.openxmlformats.org/drawingml/2006/main">
              <a:ext uri="{FF2B5EF4-FFF2-40B4-BE49-F238E27FC236}">
                <a16:creationId xmlns:a16="http://schemas.microsoft.com/office/drawing/2014/main" id="{5C596C10-C4CE-42CD-9C26-28D935522634}"/>
              </a:ext>
            </a:extLst>
          </p:cNvPr>
          <p:cNvSpPr>
            <a:spLocks xmlns:a="http://schemas.openxmlformats.org/drawingml/2006/main" noGrp="1"/>
          </p:cNvSpPr>
          <p:nvPr/>
        </p:nvSpPr>
        <p:spPr>
          <a:xfrm xmlns:a="http://schemas.openxmlformats.org/drawingml/2006/main">
            <a:off x="5953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4" name="diagram-line-57">
            <a:extLst xmlns:a="http://schemas.openxmlformats.org/drawingml/2006/main">
              <a:ext uri="{FF2B5EF4-FFF2-40B4-BE49-F238E27FC236}">
                <a16:creationId xmlns:a16="http://schemas.microsoft.com/office/drawing/2014/main" id="{D43DDF8A-0725-442A-B29D-6D07E07CE965}"/>
              </a:ext>
            </a:extLst>
          </p:cNvPr>
          <p:cNvSpPr>
            <a:spLocks xmlns:a="http://schemas.openxmlformats.org/drawingml/2006/main" noGrp="1"/>
          </p:cNvSpPr>
          <p:nvPr/>
        </p:nvSpPr>
        <p:spPr>
          <a:xfrm xmlns:a="http://schemas.openxmlformats.org/drawingml/2006/main">
            <a:off x="6067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5" name="diagram-line-58">
            <a:extLst xmlns:a="http://schemas.openxmlformats.org/drawingml/2006/main">
              <a:ext uri="{FF2B5EF4-FFF2-40B4-BE49-F238E27FC236}">
                <a16:creationId xmlns:a16="http://schemas.microsoft.com/office/drawing/2014/main" id="{E3DB4C97-F1AD-4482-A050-268F2CB3210E}"/>
              </a:ext>
            </a:extLst>
          </p:cNvPr>
          <p:cNvSpPr>
            <a:spLocks xmlns:a="http://schemas.openxmlformats.org/drawingml/2006/main" noGrp="1"/>
          </p:cNvSpPr>
          <p:nvPr/>
        </p:nvSpPr>
        <p:spPr>
          <a:xfrm xmlns:a="http://schemas.openxmlformats.org/drawingml/2006/main">
            <a:off x="6181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6" name="diagram-line-59">
            <a:extLst xmlns:a="http://schemas.openxmlformats.org/drawingml/2006/main">
              <a:ext uri="{FF2B5EF4-FFF2-40B4-BE49-F238E27FC236}">
                <a16:creationId xmlns:a16="http://schemas.microsoft.com/office/drawing/2014/main" id="{0F7FB3AA-BC68-4AAF-9CB0-2FEADFDE13CF}"/>
              </a:ext>
            </a:extLst>
          </p:cNvPr>
          <p:cNvSpPr>
            <a:spLocks xmlns:a="http://schemas.openxmlformats.org/drawingml/2006/main" noGrp="1"/>
          </p:cNvSpPr>
          <p:nvPr/>
        </p:nvSpPr>
        <p:spPr>
          <a:xfrm xmlns:a="http://schemas.openxmlformats.org/drawingml/2006/main">
            <a:off x="6296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7" name="diagram-line-60">
            <a:extLst xmlns:a="http://schemas.openxmlformats.org/drawingml/2006/main">
              <a:ext uri="{FF2B5EF4-FFF2-40B4-BE49-F238E27FC236}">
                <a16:creationId xmlns:a16="http://schemas.microsoft.com/office/drawing/2014/main" id="{FFA21BC2-9296-4A33-B742-78CF8DCD0C03}"/>
              </a:ext>
            </a:extLst>
          </p:cNvPr>
          <p:cNvSpPr>
            <a:spLocks xmlns:a="http://schemas.openxmlformats.org/drawingml/2006/main" noGrp="1"/>
          </p:cNvSpPr>
          <p:nvPr/>
        </p:nvSpPr>
        <p:spPr>
          <a:xfrm xmlns:a="http://schemas.openxmlformats.org/drawingml/2006/main">
            <a:off x="6410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8" name="diagram-line-61">
            <a:extLst xmlns:a="http://schemas.openxmlformats.org/drawingml/2006/main">
              <a:ext uri="{FF2B5EF4-FFF2-40B4-BE49-F238E27FC236}">
                <a16:creationId xmlns:a16="http://schemas.microsoft.com/office/drawing/2014/main" id="{85F737D1-FC82-48DE-AEBF-6BDB3B294D56}"/>
              </a:ext>
            </a:extLst>
          </p:cNvPr>
          <p:cNvSpPr>
            <a:spLocks xmlns:a="http://schemas.openxmlformats.org/drawingml/2006/main" noGrp="1"/>
          </p:cNvSpPr>
          <p:nvPr/>
        </p:nvSpPr>
        <p:spPr>
          <a:xfrm xmlns:a="http://schemas.openxmlformats.org/drawingml/2006/main">
            <a:off x="6524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9" name="diagram-line-62">
            <a:extLst xmlns:a="http://schemas.openxmlformats.org/drawingml/2006/main">
              <a:ext uri="{FF2B5EF4-FFF2-40B4-BE49-F238E27FC236}">
                <a16:creationId xmlns:a16="http://schemas.microsoft.com/office/drawing/2014/main" id="{BFB60373-69D1-47DB-BE5D-E84C84E952B3}"/>
              </a:ext>
            </a:extLst>
          </p:cNvPr>
          <p:cNvSpPr>
            <a:spLocks xmlns:a="http://schemas.openxmlformats.org/drawingml/2006/main" noGrp="1"/>
          </p:cNvSpPr>
          <p:nvPr/>
        </p:nvSpPr>
        <p:spPr>
          <a:xfrm xmlns:a="http://schemas.openxmlformats.org/drawingml/2006/main">
            <a:off x="6638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0" name="diagram-line-63">
            <a:extLst xmlns:a="http://schemas.openxmlformats.org/drawingml/2006/main">
              <a:ext uri="{FF2B5EF4-FFF2-40B4-BE49-F238E27FC236}">
                <a16:creationId xmlns:a16="http://schemas.microsoft.com/office/drawing/2014/main" id="{9A81A1E0-BF71-4D97-AC0D-999C23A18848}"/>
              </a:ext>
            </a:extLst>
          </p:cNvPr>
          <p:cNvSpPr>
            <a:spLocks xmlns:a="http://schemas.openxmlformats.org/drawingml/2006/main" noGrp="1"/>
          </p:cNvSpPr>
          <p:nvPr/>
        </p:nvSpPr>
        <p:spPr>
          <a:xfrm xmlns:a="http://schemas.openxmlformats.org/drawingml/2006/main">
            <a:off x="6753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1" name="diagram-line-64">
            <a:extLst xmlns:a="http://schemas.openxmlformats.org/drawingml/2006/main">
              <a:ext uri="{FF2B5EF4-FFF2-40B4-BE49-F238E27FC236}">
                <a16:creationId xmlns:a16="http://schemas.microsoft.com/office/drawing/2014/main" id="{44E3529F-6F93-41B7-91CB-FEF9A0F19664}"/>
              </a:ext>
            </a:extLst>
          </p:cNvPr>
          <p:cNvSpPr>
            <a:spLocks xmlns:a="http://schemas.openxmlformats.org/drawingml/2006/main" noGrp="1"/>
          </p:cNvSpPr>
          <p:nvPr/>
        </p:nvSpPr>
        <p:spPr>
          <a:xfrm xmlns:a="http://schemas.openxmlformats.org/drawingml/2006/main">
            <a:off x="6867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2" name="diagram-line-65">
            <a:extLst xmlns:a="http://schemas.openxmlformats.org/drawingml/2006/main">
              <a:ext uri="{FF2B5EF4-FFF2-40B4-BE49-F238E27FC236}">
                <a16:creationId xmlns:a16="http://schemas.microsoft.com/office/drawing/2014/main" id="{ABAB12DD-B2A7-4EB8-836F-7B4815913DF3}"/>
              </a:ext>
            </a:extLst>
          </p:cNvPr>
          <p:cNvSpPr>
            <a:spLocks xmlns:a="http://schemas.openxmlformats.org/drawingml/2006/main" noGrp="1"/>
          </p:cNvSpPr>
          <p:nvPr/>
        </p:nvSpPr>
        <p:spPr>
          <a:xfrm xmlns:a="http://schemas.openxmlformats.org/drawingml/2006/main">
            <a:off x="6981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3" name="diagram-line-66">
            <a:extLst xmlns:a="http://schemas.openxmlformats.org/drawingml/2006/main">
              <a:ext uri="{FF2B5EF4-FFF2-40B4-BE49-F238E27FC236}">
                <a16:creationId xmlns:a16="http://schemas.microsoft.com/office/drawing/2014/main" id="{CF25BF18-3702-42E3-90AE-A62F297CD6E4}"/>
              </a:ext>
            </a:extLst>
          </p:cNvPr>
          <p:cNvSpPr>
            <a:spLocks xmlns:a="http://schemas.openxmlformats.org/drawingml/2006/main" noGrp="1"/>
          </p:cNvSpPr>
          <p:nvPr/>
        </p:nvSpPr>
        <p:spPr>
          <a:xfrm xmlns:a="http://schemas.openxmlformats.org/drawingml/2006/main">
            <a:off x="7096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4" name="diagram-line-67">
            <a:extLst xmlns:a="http://schemas.openxmlformats.org/drawingml/2006/main">
              <a:ext uri="{FF2B5EF4-FFF2-40B4-BE49-F238E27FC236}">
                <a16:creationId xmlns:a16="http://schemas.microsoft.com/office/drawing/2014/main" id="{375AE4B2-43A0-4F7E-B498-CBEC2C7159CB}"/>
              </a:ext>
            </a:extLst>
          </p:cNvPr>
          <p:cNvSpPr>
            <a:spLocks xmlns:a="http://schemas.openxmlformats.org/drawingml/2006/main" noGrp="1"/>
          </p:cNvSpPr>
          <p:nvPr/>
        </p:nvSpPr>
        <p:spPr>
          <a:xfrm xmlns:a="http://schemas.openxmlformats.org/drawingml/2006/main">
            <a:off x="7210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5" name="diagram-line-68">
            <a:extLst xmlns:a="http://schemas.openxmlformats.org/drawingml/2006/main">
              <a:ext uri="{FF2B5EF4-FFF2-40B4-BE49-F238E27FC236}">
                <a16:creationId xmlns:a16="http://schemas.microsoft.com/office/drawing/2014/main" id="{FA48271D-9CEC-4F75-8A0D-DD3F4AFC1BC8}"/>
              </a:ext>
            </a:extLst>
          </p:cNvPr>
          <p:cNvSpPr>
            <a:spLocks xmlns:a="http://schemas.openxmlformats.org/drawingml/2006/main" noGrp="1"/>
          </p:cNvSpPr>
          <p:nvPr/>
        </p:nvSpPr>
        <p:spPr>
          <a:xfrm xmlns:a="http://schemas.openxmlformats.org/drawingml/2006/main">
            <a:off x="7324725" y="2895600"/>
            <a:ext cx="57150" cy="191"/>
          </a:xfrm>
          <a:custGeom xmlns:a="http://schemas.openxmlformats.org/drawingml/2006/main">
            <a:pathLst>
              <a:path w="57150" h="191">
                <a:moveTo>
                  <a:pt x="0" y="0"/>
                </a:moveTo>
                <a:lnTo>
                  <a:pt x="57150" y="0"/>
                </a:lnTo>
              </a:path>
            </a:pathLst>
          </a:custGeom>
          <a:noFill xmlns:a="http://schemas.openxmlformats.org/drawingml/2006/main"/>
          <a:ln xmlns:a="http://schemas.openxmlformats.org/drawingml/2006/main" w="14288">
            <a:solidFill>
              <a:srgbClr val="939CA3"/>
            </a:solidFill>
          </a:ln>
        </p:spPr>
      </p:sp>
      <p:sp>
        <p:nvSpPr>
          <p:cNvPr id="86" name="revision-text-69">
            <a:extLst xmlns:a="http://schemas.openxmlformats.org/drawingml/2006/main">
              <a:ext uri="{FF2B5EF4-FFF2-40B4-BE49-F238E27FC236}">
                <a16:creationId xmlns:a16="http://schemas.microsoft.com/office/drawing/2014/main" id="{B76607F7-A2D3-47D1-827F-C0ACF5E97C93}"/>
              </a:ext>
            </a:extLst>
          </p:cNvPr>
          <p:cNvSpPr>
            <a:spLocks xmlns:a="http://schemas.openxmlformats.org/drawingml/2006/main" noGrp="1"/>
          </p:cNvSpPr>
          <p:nvPr/>
        </p:nvSpPr>
        <p:spPr>
          <a:xfrm xmlns:a="http://schemas.openxmlformats.org/drawingml/2006/main">
            <a:off x="4991100" y="2676525"/>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939CA3"/>
                </a:solidFill>
                <a:latin typeface="微软雅黑"/>
                <a:ea typeface="微软雅黑"/>
                <a:cs typeface="微软雅黑"/>
              </a:defRPr>
            </a:pPr>
            <a:r>
              <a:rPr sz="1350" b="0">
                <a:solidFill>
                  <a:srgbClr val="939CA3"/>
                </a:solidFill>
                <a:latin typeface="微软雅黑"/>
                <a:ea typeface="微软雅黑"/>
                <a:cs typeface="微软雅黑"/>
              </a:rPr>
              <a:t>Capability binding</a:t>
            </a:r>
          </a:p>
        </p:txBody>
      </p:sp>
      <p:sp>
        <p:nvSpPr>
          <p:cNvPr id="87" name="diagram-line-70">
            <a:extLst xmlns:a="http://schemas.openxmlformats.org/drawingml/2006/main">
              <a:ext uri="{FF2B5EF4-FFF2-40B4-BE49-F238E27FC236}">
                <a16:creationId xmlns:a16="http://schemas.microsoft.com/office/drawing/2014/main" id="{2C4A870A-6C96-4632-87F8-281B3EB254E4}"/>
              </a:ext>
            </a:extLst>
          </p:cNvPr>
          <p:cNvSpPr>
            <a:spLocks xmlns:a="http://schemas.openxmlformats.org/drawingml/2006/main" noGrp="1"/>
          </p:cNvSpPr>
          <p:nvPr/>
        </p:nvSpPr>
        <p:spPr>
          <a:xfrm xmlns:a="http://schemas.openxmlformats.org/drawingml/2006/main">
            <a:off x="4810125" y="3448050"/>
            <a:ext cx="2571750" cy="191"/>
          </a:xfrm>
          <a:custGeom xmlns:a="http://schemas.openxmlformats.org/drawingml/2006/main">
            <a:pathLst>
              <a:path w="2571750" h="191">
                <a:moveTo>
                  <a:pt x="0" y="0"/>
                </a:moveTo>
                <a:lnTo>
                  <a:pt x="2571750" y="0"/>
                </a:lnTo>
              </a:path>
            </a:pathLst>
          </a:custGeom>
          <a:noFill xmlns:a="http://schemas.openxmlformats.org/drawingml/2006/main"/>
          <a:ln xmlns:a="http://schemas.openxmlformats.org/drawingml/2006/main" w="14288">
            <a:solidFill>
              <a:srgbClr val="28849C"/>
            </a:solidFill>
          </a:ln>
        </p:spPr>
      </p:sp>
      <p:sp>
        <p:nvSpPr>
          <p:cNvPr id="88" name="diagram-poly-71">
            <a:extLst xmlns:a="http://schemas.openxmlformats.org/drawingml/2006/main">
              <a:ext uri="{FF2B5EF4-FFF2-40B4-BE49-F238E27FC236}">
                <a16:creationId xmlns:a16="http://schemas.microsoft.com/office/drawing/2014/main" id="{24D03CC2-0347-48B0-A443-88F12DF2898E}"/>
              </a:ext>
            </a:extLst>
          </p:cNvPr>
          <p:cNvSpPr>
            <a:spLocks xmlns:a="http://schemas.openxmlformats.org/drawingml/2006/main" noGrp="1"/>
          </p:cNvSpPr>
          <p:nvPr/>
        </p:nvSpPr>
        <p:spPr>
          <a:xfrm xmlns:a="http://schemas.openxmlformats.org/drawingml/2006/main">
            <a:off x="7315200" y="341852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89" name="revision-text-72">
            <a:extLst xmlns:a="http://schemas.openxmlformats.org/drawingml/2006/main">
              <a:ext uri="{FF2B5EF4-FFF2-40B4-BE49-F238E27FC236}">
                <a16:creationId xmlns:a16="http://schemas.microsoft.com/office/drawing/2014/main" id="{C387F393-44FF-49BF-9C68-310F908D058E}"/>
              </a:ext>
            </a:extLst>
          </p:cNvPr>
          <p:cNvSpPr>
            <a:spLocks xmlns:a="http://schemas.openxmlformats.org/drawingml/2006/main" noGrp="1"/>
          </p:cNvSpPr>
          <p:nvPr/>
        </p:nvSpPr>
        <p:spPr>
          <a:xfrm xmlns:a="http://schemas.openxmlformats.org/drawingml/2006/main">
            <a:off x="4991100" y="321945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Requests / Control signals</a:t>
            </a:r>
          </a:p>
        </p:txBody>
      </p:sp>
      <p:sp>
        <p:nvSpPr>
          <p:cNvPr id="90" name="diagram-line-73">
            <a:extLst xmlns:a="http://schemas.openxmlformats.org/drawingml/2006/main">
              <a:ext uri="{FF2B5EF4-FFF2-40B4-BE49-F238E27FC236}">
                <a16:creationId xmlns:a16="http://schemas.microsoft.com/office/drawing/2014/main" id="{8BD10D60-C9AE-4A85-996A-84E0B5DEEE4C}"/>
              </a:ext>
            </a:extLst>
          </p:cNvPr>
          <p:cNvSpPr>
            <a:spLocks xmlns:a="http://schemas.openxmlformats.org/drawingml/2006/main" noGrp="1"/>
          </p:cNvSpPr>
          <p:nvPr/>
        </p:nvSpPr>
        <p:spPr>
          <a:xfrm xmlns:a="http://schemas.openxmlformats.org/drawingml/2006/main">
            <a:off x="4810125" y="3971925"/>
            <a:ext cx="2571750" cy="191"/>
          </a:xfrm>
          <a:custGeom xmlns:a="http://schemas.openxmlformats.org/drawingml/2006/main">
            <a:pathLst>
              <a:path w="2571750" h="191">
                <a:moveTo>
                  <a:pt x="2571750" y="0"/>
                </a:moveTo>
                <a:lnTo>
                  <a:pt x="0" y="0"/>
                </a:lnTo>
              </a:path>
            </a:pathLst>
          </a:custGeom>
          <a:noFill xmlns:a="http://schemas.openxmlformats.org/drawingml/2006/main"/>
          <a:ln xmlns:a="http://schemas.openxmlformats.org/drawingml/2006/main" w="14288">
            <a:solidFill>
              <a:srgbClr val="799A39"/>
            </a:solidFill>
          </a:ln>
        </p:spPr>
      </p:sp>
      <p:sp>
        <p:nvSpPr>
          <p:cNvPr id="91" name="diagram-poly-74">
            <a:extLst xmlns:a="http://schemas.openxmlformats.org/drawingml/2006/main">
              <a:ext uri="{FF2B5EF4-FFF2-40B4-BE49-F238E27FC236}">
                <a16:creationId xmlns:a16="http://schemas.microsoft.com/office/drawing/2014/main" id="{6C4D4E0A-7A55-431D-A01A-7CE633FDE58E}"/>
              </a:ext>
            </a:extLst>
          </p:cNvPr>
          <p:cNvSpPr>
            <a:spLocks xmlns:a="http://schemas.openxmlformats.org/drawingml/2006/main" noGrp="1"/>
          </p:cNvSpPr>
          <p:nvPr/>
        </p:nvSpPr>
        <p:spPr>
          <a:xfrm xmlns:a="http://schemas.openxmlformats.org/drawingml/2006/main">
            <a:off x="4810125" y="39423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92" name="revision-text-75">
            <a:extLst xmlns:a="http://schemas.openxmlformats.org/drawingml/2006/main">
              <a:ext uri="{FF2B5EF4-FFF2-40B4-BE49-F238E27FC236}">
                <a16:creationId xmlns:a16="http://schemas.microsoft.com/office/drawing/2014/main" id="{99627938-6177-47D4-BEB6-C26B7F6247F8}"/>
              </a:ext>
            </a:extLst>
          </p:cNvPr>
          <p:cNvSpPr>
            <a:spLocks xmlns:a="http://schemas.openxmlformats.org/drawingml/2006/main" noGrp="1"/>
          </p:cNvSpPr>
          <p:nvPr/>
        </p:nvSpPr>
        <p:spPr>
          <a:xfrm xmlns:a="http://schemas.openxmlformats.org/drawingml/2006/main">
            <a:off x="4991100" y="401955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State / Data feedback</a:t>
            </a:r>
          </a:p>
        </p:txBody>
      </p:sp>
      <p:sp>
        <p:nvSpPr>
          <p:cNvPr id="93" name="diagram-box-76">
            <a:extLst xmlns:a="http://schemas.openxmlformats.org/drawingml/2006/main">
              <a:ext uri="{FF2B5EF4-FFF2-40B4-BE49-F238E27FC236}">
                <a16:creationId xmlns:a16="http://schemas.microsoft.com/office/drawing/2014/main" id="{E9699D59-7A45-4B38-8BBC-4D8503C34371}"/>
              </a:ext>
            </a:extLst>
          </p:cNvPr>
          <p:cNvSpPr>
            <a:spLocks xmlns:a="http://schemas.openxmlformats.org/drawingml/2006/main" noGrp="1"/>
          </p:cNvSpPr>
          <p:nvPr/>
        </p:nvSpPr>
        <p:spPr>
          <a:xfrm xmlns:a="http://schemas.openxmlformats.org/drawingml/2006/main">
            <a:off x="571500" y="5057775"/>
            <a:ext cx="11049000" cy="9334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94" name="diagram-box-77">
            <a:extLst xmlns:a="http://schemas.openxmlformats.org/drawingml/2006/main">
              <a:ext uri="{FF2B5EF4-FFF2-40B4-BE49-F238E27FC236}">
                <a16:creationId xmlns:a16="http://schemas.microsoft.com/office/drawing/2014/main" id="{15407192-D273-45E2-B555-7A6076E622D5}"/>
              </a:ext>
            </a:extLst>
          </p:cNvPr>
          <p:cNvSpPr>
            <a:spLocks xmlns:a="http://schemas.openxmlformats.org/drawingml/2006/main" noGrp="1"/>
          </p:cNvSpPr>
          <p:nvPr/>
        </p:nvSpPr>
        <p:spPr>
          <a:xfrm xmlns:a="http://schemas.openxmlformats.org/drawingml/2006/main">
            <a:off x="571500" y="50577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5" name="revision-text-78">
            <a:extLst xmlns:a="http://schemas.openxmlformats.org/drawingml/2006/main">
              <a:ext uri="{FF2B5EF4-FFF2-40B4-BE49-F238E27FC236}">
                <a16:creationId xmlns:a16="http://schemas.microsoft.com/office/drawing/2014/main" id="{EABF6500-ECCF-4F28-8A13-A213A5B6DBF5}"/>
              </a:ext>
            </a:extLst>
          </p:cNvPr>
          <p:cNvSpPr>
            <a:spLocks xmlns:a="http://schemas.openxmlformats.org/drawingml/2006/main" noGrp="1"/>
          </p:cNvSpPr>
          <p:nvPr/>
        </p:nvSpPr>
        <p:spPr>
          <a:xfrm xmlns:a="http://schemas.openxmlformats.org/drawingml/2006/main">
            <a:off x="647700" y="50863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96" name="diagram-box-79">
            <a:extLst xmlns:a="http://schemas.openxmlformats.org/drawingml/2006/main">
              <a:ext uri="{FF2B5EF4-FFF2-40B4-BE49-F238E27FC236}">
                <a16:creationId xmlns:a16="http://schemas.microsoft.com/office/drawing/2014/main" id="{E5A9D62A-1EB6-424B-9515-12EB7A436D92}"/>
              </a:ext>
            </a:extLst>
          </p:cNvPr>
          <p:cNvSpPr>
            <a:spLocks xmlns:a="http://schemas.openxmlformats.org/drawingml/2006/main" noGrp="1"/>
          </p:cNvSpPr>
          <p:nvPr/>
        </p:nvSpPr>
        <p:spPr>
          <a:xfrm xmlns:a="http://schemas.openxmlformats.org/drawingml/2006/main">
            <a:off x="7810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revision-text-80">
            <a:extLst xmlns:a="http://schemas.openxmlformats.org/drawingml/2006/main">
              <a:ext uri="{FF2B5EF4-FFF2-40B4-BE49-F238E27FC236}">
                <a16:creationId xmlns:a16="http://schemas.microsoft.com/office/drawing/2014/main" id="{C03A6E5C-0503-4160-8F77-47ACD7A66227}"/>
              </a:ext>
            </a:extLst>
          </p:cNvPr>
          <p:cNvSpPr>
            <a:spLocks xmlns:a="http://schemas.openxmlformats.org/drawingml/2006/main" noGrp="1"/>
          </p:cNvSpPr>
          <p:nvPr/>
        </p:nvSpPr>
        <p:spPr>
          <a:xfrm xmlns:a="http://schemas.openxmlformats.org/drawingml/2006/main">
            <a:off x="82867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Observation space</a:t>
            </a:r>
          </a:p>
        </p:txBody>
      </p:sp>
      <p:sp>
        <p:nvSpPr>
          <p:cNvPr id="98" name="revision-text-81">
            <a:extLst xmlns:a="http://schemas.openxmlformats.org/drawingml/2006/main">
              <a:ext uri="{FF2B5EF4-FFF2-40B4-BE49-F238E27FC236}">
                <a16:creationId xmlns:a16="http://schemas.microsoft.com/office/drawing/2014/main" id="{CB0DB96F-A64C-4D43-A432-1F8F4C9AC80B}"/>
              </a:ext>
            </a:extLst>
          </p:cNvPr>
          <p:cNvSpPr>
            <a:spLocks xmlns:a="http://schemas.openxmlformats.org/drawingml/2006/main" noGrp="1"/>
          </p:cNvSpPr>
          <p:nvPr/>
        </p:nvSpPr>
        <p:spPr>
          <a:xfrm xmlns:a="http://schemas.openxmlformats.org/drawingml/2006/main">
            <a:off x="83820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Device state, attributes / Task context</a:t>
            </a:r>
          </a:p>
        </p:txBody>
      </p:sp>
      <p:sp>
        <p:nvSpPr>
          <p:cNvPr id="99" name="diagram-box-82">
            <a:extLst xmlns:a="http://schemas.openxmlformats.org/drawingml/2006/main">
              <a:ext uri="{FF2B5EF4-FFF2-40B4-BE49-F238E27FC236}">
                <a16:creationId xmlns:a16="http://schemas.microsoft.com/office/drawing/2014/main" id="{753325C4-94A3-4CCC-BE44-F9042F138EA4}"/>
              </a:ext>
            </a:extLst>
          </p:cNvPr>
          <p:cNvSpPr>
            <a:spLocks xmlns:a="http://schemas.openxmlformats.org/drawingml/2006/main" noGrp="1"/>
          </p:cNvSpPr>
          <p:nvPr/>
        </p:nvSpPr>
        <p:spPr>
          <a:xfrm xmlns:a="http://schemas.openxmlformats.org/drawingml/2006/main">
            <a:off x="453390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0" name="revision-text-83">
            <a:extLst xmlns:a="http://schemas.openxmlformats.org/drawingml/2006/main">
              <a:ext uri="{FF2B5EF4-FFF2-40B4-BE49-F238E27FC236}">
                <a16:creationId xmlns:a16="http://schemas.microsoft.com/office/drawing/2014/main" id="{3DB1BC01-6C6B-4A52-AFD3-D691CE7441D0}"/>
              </a:ext>
            </a:extLst>
          </p:cNvPr>
          <p:cNvSpPr>
            <a:spLocks xmlns:a="http://schemas.openxmlformats.org/drawingml/2006/main" noGrp="1"/>
          </p:cNvSpPr>
          <p:nvPr/>
        </p:nvSpPr>
        <p:spPr>
          <a:xfrm xmlns:a="http://schemas.openxmlformats.org/drawingml/2006/main">
            <a:off x="458152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Constraint rules</a:t>
            </a:r>
          </a:p>
        </p:txBody>
      </p:sp>
      <p:sp>
        <p:nvSpPr>
          <p:cNvPr id="101" name="revision-text-84">
            <a:extLst xmlns:a="http://schemas.openxmlformats.org/drawingml/2006/main">
              <a:ext uri="{FF2B5EF4-FFF2-40B4-BE49-F238E27FC236}">
                <a16:creationId xmlns:a16="http://schemas.microsoft.com/office/drawing/2014/main" id="{4CE0B2E8-F8F4-405A-890C-C60FD1DA94BD}"/>
              </a:ext>
            </a:extLst>
          </p:cNvPr>
          <p:cNvSpPr>
            <a:spLocks xmlns:a="http://schemas.openxmlformats.org/drawingml/2006/main" noGrp="1"/>
          </p:cNvSpPr>
          <p:nvPr/>
        </p:nvSpPr>
        <p:spPr>
          <a:xfrm xmlns:a="http://schemas.openxmlformats.org/drawingml/2006/main">
            <a:off x="459105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Laboratory baseline / Task rules</a:t>
            </a:r>
          </a:p>
        </p:txBody>
      </p:sp>
      <p:sp>
        <p:nvSpPr>
          <p:cNvPr id="102" name="diagram-box-85">
            <a:extLst xmlns:a="http://schemas.openxmlformats.org/drawingml/2006/main">
              <a:ext uri="{FF2B5EF4-FFF2-40B4-BE49-F238E27FC236}">
                <a16:creationId xmlns:a16="http://schemas.microsoft.com/office/drawing/2014/main" id="{9B68BDC7-A93F-45F2-82FE-ECEE085F8D55}"/>
              </a:ext>
            </a:extLst>
          </p:cNvPr>
          <p:cNvSpPr>
            <a:spLocks xmlns:a="http://schemas.openxmlformats.org/drawingml/2006/main" noGrp="1"/>
          </p:cNvSpPr>
          <p:nvPr/>
        </p:nvSpPr>
        <p:spPr>
          <a:xfrm xmlns:a="http://schemas.openxmlformats.org/drawingml/2006/main">
            <a:off x="82867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3" name="revision-text-86">
            <a:extLst xmlns:a="http://schemas.openxmlformats.org/drawingml/2006/main">
              <a:ext uri="{FF2B5EF4-FFF2-40B4-BE49-F238E27FC236}">
                <a16:creationId xmlns:a16="http://schemas.microsoft.com/office/drawing/2014/main" id="{0AB4C518-9126-4F36-A620-1304A4A5C8BF}"/>
              </a:ext>
            </a:extLst>
          </p:cNvPr>
          <p:cNvSpPr>
            <a:spLocks xmlns:a="http://schemas.openxmlformats.org/drawingml/2006/main" noGrp="1"/>
          </p:cNvSpPr>
          <p:nvPr/>
        </p:nvSpPr>
        <p:spPr>
          <a:xfrm xmlns:a="http://schemas.openxmlformats.org/drawingml/2006/main">
            <a:off x="833437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Handling actions</a:t>
            </a:r>
          </a:p>
        </p:txBody>
      </p:sp>
      <p:sp>
        <p:nvSpPr>
          <p:cNvPr id="104" name="revision-text-87">
            <a:extLst xmlns:a="http://schemas.openxmlformats.org/drawingml/2006/main">
              <a:ext uri="{FF2B5EF4-FFF2-40B4-BE49-F238E27FC236}">
                <a16:creationId xmlns:a16="http://schemas.microsoft.com/office/drawing/2014/main" id="{6C7D8068-F020-4D47-88B1-C11853B8B1DE}"/>
              </a:ext>
            </a:extLst>
          </p:cNvPr>
          <p:cNvSpPr>
            <a:spLocks xmlns:a="http://schemas.openxmlformats.org/drawingml/2006/main" noGrp="1"/>
          </p:cNvSpPr>
          <p:nvPr/>
        </p:nvSpPr>
        <p:spPr>
          <a:xfrm xmlns:a="http://schemas.openxmlformats.org/drawingml/2006/main">
            <a:off x="834390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Device actions / Warn / Alarm / Abort</a:t>
            </a:r>
          </a:p>
        </p:txBody>
      </p:sp>
      <p:sp>
        <p:nvSpPr>
          <p:cNvPr id="105" name="diagram-line-88">
            <a:extLst xmlns:a="http://schemas.openxmlformats.org/drawingml/2006/main">
              <a:ext uri="{FF2B5EF4-FFF2-40B4-BE49-F238E27FC236}">
                <a16:creationId xmlns:a16="http://schemas.microsoft.com/office/drawing/2014/main" id="{6BE17CEE-581C-490E-A16B-B0B71AD4BDC9}"/>
              </a:ext>
            </a:extLst>
          </p:cNvPr>
          <p:cNvSpPr>
            <a:spLocks xmlns:a="http://schemas.openxmlformats.org/drawingml/2006/main" noGrp="1"/>
          </p:cNvSpPr>
          <p:nvPr/>
        </p:nvSpPr>
        <p:spPr>
          <a:xfrm xmlns:a="http://schemas.openxmlformats.org/drawingml/2006/main">
            <a:off x="390525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6" name="diagram-poly-89">
            <a:extLst xmlns:a="http://schemas.openxmlformats.org/drawingml/2006/main">
              <a:ext uri="{FF2B5EF4-FFF2-40B4-BE49-F238E27FC236}">
                <a16:creationId xmlns:a16="http://schemas.microsoft.com/office/drawing/2014/main" id="{6B9BAF9F-ED50-4C9C-A5A4-5FC1A5EC0EE4}"/>
              </a:ext>
            </a:extLst>
          </p:cNvPr>
          <p:cNvSpPr>
            <a:spLocks xmlns:a="http://schemas.openxmlformats.org/drawingml/2006/main" noGrp="1"/>
          </p:cNvSpPr>
          <p:nvPr/>
        </p:nvSpPr>
        <p:spPr>
          <a:xfrm xmlns:a="http://schemas.openxmlformats.org/drawingml/2006/main">
            <a:off x="446722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7" name="diagram-line-90">
            <a:extLst xmlns:a="http://schemas.openxmlformats.org/drawingml/2006/main">
              <a:ext uri="{FF2B5EF4-FFF2-40B4-BE49-F238E27FC236}">
                <a16:creationId xmlns:a16="http://schemas.microsoft.com/office/drawing/2014/main" id="{0B56248A-836D-4BDB-ACD1-374C465FEEBD}"/>
              </a:ext>
            </a:extLst>
          </p:cNvPr>
          <p:cNvSpPr>
            <a:spLocks xmlns:a="http://schemas.openxmlformats.org/drawingml/2006/main" noGrp="1"/>
          </p:cNvSpPr>
          <p:nvPr/>
        </p:nvSpPr>
        <p:spPr>
          <a:xfrm xmlns:a="http://schemas.openxmlformats.org/drawingml/2006/main">
            <a:off x="765810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8" name="diagram-poly-91">
            <a:extLst xmlns:a="http://schemas.openxmlformats.org/drawingml/2006/main">
              <a:ext uri="{FF2B5EF4-FFF2-40B4-BE49-F238E27FC236}">
                <a16:creationId xmlns:a16="http://schemas.microsoft.com/office/drawing/2014/main" id="{ECC53CE4-EB4F-4364-95E5-70E55D7C25F5}"/>
              </a:ext>
            </a:extLst>
          </p:cNvPr>
          <p:cNvSpPr>
            <a:spLocks xmlns:a="http://schemas.openxmlformats.org/drawingml/2006/main" noGrp="1"/>
          </p:cNvSpPr>
          <p:nvPr/>
        </p:nvSpPr>
        <p:spPr>
          <a:xfrm xmlns:a="http://schemas.openxmlformats.org/drawingml/2006/main">
            <a:off x="822007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9" name="diagram-line-92">
            <a:extLst xmlns:a="http://schemas.openxmlformats.org/drawingml/2006/main">
              <a:ext uri="{FF2B5EF4-FFF2-40B4-BE49-F238E27FC236}">
                <a16:creationId xmlns:a16="http://schemas.microsoft.com/office/drawing/2014/main" id="{ADD5236B-FF96-4046-8C68-1FA34BA4B3ED}"/>
              </a:ext>
            </a:extLst>
          </p:cNvPr>
          <p:cNvSpPr>
            <a:spLocks xmlns:a="http://schemas.openxmlformats.org/drawingml/2006/main" noGrp="1"/>
          </p:cNvSpPr>
          <p:nvPr/>
        </p:nvSpPr>
        <p:spPr>
          <a:xfrm xmlns:a="http://schemas.openxmlformats.org/drawingml/2006/main">
            <a:off x="19050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0" name="diagram-line-93">
            <a:extLst xmlns:a="http://schemas.openxmlformats.org/drawingml/2006/main">
              <a:ext uri="{FF2B5EF4-FFF2-40B4-BE49-F238E27FC236}">
                <a16:creationId xmlns:a16="http://schemas.microsoft.com/office/drawing/2014/main" id="{E45E13F3-3048-4717-841C-2D6B1241394A}"/>
              </a:ext>
            </a:extLst>
          </p:cNvPr>
          <p:cNvSpPr>
            <a:spLocks xmlns:a="http://schemas.openxmlformats.org/drawingml/2006/main" noGrp="1"/>
          </p:cNvSpPr>
          <p:nvPr/>
        </p:nvSpPr>
        <p:spPr>
          <a:xfrm xmlns:a="http://schemas.openxmlformats.org/drawingml/2006/main">
            <a:off x="19050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1" name="diagram-line-94">
            <a:extLst xmlns:a="http://schemas.openxmlformats.org/drawingml/2006/main">
              <a:ext uri="{FF2B5EF4-FFF2-40B4-BE49-F238E27FC236}">
                <a16:creationId xmlns:a16="http://schemas.microsoft.com/office/drawing/2014/main" id="{740B53F8-CC09-4596-AEF0-D3B711DB3F5A}"/>
              </a:ext>
            </a:extLst>
          </p:cNvPr>
          <p:cNvSpPr>
            <a:spLocks xmlns:a="http://schemas.openxmlformats.org/drawingml/2006/main" noGrp="1"/>
          </p:cNvSpPr>
          <p:nvPr/>
        </p:nvSpPr>
        <p:spPr>
          <a:xfrm xmlns:a="http://schemas.openxmlformats.org/drawingml/2006/main">
            <a:off x="1905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2" name="diagram-line-95">
            <a:extLst xmlns:a="http://schemas.openxmlformats.org/drawingml/2006/main">
              <a:ext uri="{FF2B5EF4-FFF2-40B4-BE49-F238E27FC236}">
                <a16:creationId xmlns:a16="http://schemas.microsoft.com/office/drawing/2014/main" id="{8F3B0DBB-4679-45A9-8A66-E10E7A415FE5}"/>
              </a:ext>
            </a:extLst>
          </p:cNvPr>
          <p:cNvSpPr>
            <a:spLocks xmlns:a="http://schemas.openxmlformats.org/drawingml/2006/main" noGrp="1"/>
          </p:cNvSpPr>
          <p:nvPr/>
        </p:nvSpPr>
        <p:spPr>
          <a:xfrm xmlns:a="http://schemas.openxmlformats.org/drawingml/2006/main">
            <a:off x="1905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3" name="diagram-line-96">
            <a:extLst xmlns:a="http://schemas.openxmlformats.org/drawingml/2006/main">
              <a:ext uri="{FF2B5EF4-FFF2-40B4-BE49-F238E27FC236}">
                <a16:creationId xmlns:a16="http://schemas.microsoft.com/office/drawing/2014/main" id="{7C4F3D91-FA36-4F7A-B906-425E00FD20AD}"/>
              </a:ext>
            </a:extLst>
          </p:cNvPr>
          <p:cNvSpPr>
            <a:spLocks xmlns:a="http://schemas.openxmlformats.org/drawingml/2006/main" noGrp="1"/>
          </p:cNvSpPr>
          <p:nvPr/>
        </p:nvSpPr>
        <p:spPr>
          <a:xfrm xmlns:a="http://schemas.openxmlformats.org/drawingml/2006/main">
            <a:off x="1905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4" name="diagram-line-97">
            <a:extLst xmlns:a="http://schemas.openxmlformats.org/drawingml/2006/main">
              <a:ext uri="{FF2B5EF4-FFF2-40B4-BE49-F238E27FC236}">
                <a16:creationId xmlns:a16="http://schemas.microsoft.com/office/drawing/2014/main" id="{EE788E5E-E38C-4E68-8839-DE5DC4094D40}"/>
              </a:ext>
            </a:extLst>
          </p:cNvPr>
          <p:cNvSpPr>
            <a:spLocks xmlns:a="http://schemas.openxmlformats.org/drawingml/2006/main" noGrp="1"/>
          </p:cNvSpPr>
          <p:nvPr/>
        </p:nvSpPr>
        <p:spPr>
          <a:xfrm xmlns:a="http://schemas.openxmlformats.org/drawingml/2006/main">
            <a:off x="1905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5" name="diagram-line-98">
            <a:extLst xmlns:a="http://schemas.openxmlformats.org/drawingml/2006/main">
              <a:ext uri="{FF2B5EF4-FFF2-40B4-BE49-F238E27FC236}">
                <a16:creationId xmlns:a16="http://schemas.microsoft.com/office/drawing/2014/main" id="{9192C2FC-FF08-413C-A08A-DE774D1B555B}"/>
              </a:ext>
            </a:extLst>
          </p:cNvPr>
          <p:cNvSpPr>
            <a:spLocks xmlns:a="http://schemas.openxmlformats.org/drawingml/2006/main" noGrp="1"/>
          </p:cNvSpPr>
          <p:nvPr/>
        </p:nvSpPr>
        <p:spPr>
          <a:xfrm xmlns:a="http://schemas.openxmlformats.org/drawingml/2006/main">
            <a:off x="1905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9A83BB"/>
            </a:solidFill>
          </a:ln>
        </p:spPr>
      </p:sp>
      <p:sp>
        <p:nvSpPr>
          <p:cNvPr id="116" name="diagram-poly-99">
            <a:extLst xmlns:a="http://schemas.openxmlformats.org/drawingml/2006/main">
              <a:ext uri="{FF2B5EF4-FFF2-40B4-BE49-F238E27FC236}">
                <a16:creationId xmlns:a16="http://schemas.microsoft.com/office/drawing/2014/main" id="{98396DE0-1BA2-4E05-A40E-F63EBF36F5E7}"/>
              </a:ext>
            </a:extLst>
          </p:cNvPr>
          <p:cNvSpPr>
            <a:spLocks xmlns:a="http://schemas.openxmlformats.org/drawingml/2006/main" noGrp="1"/>
          </p:cNvSpPr>
          <p:nvPr/>
        </p:nvSpPr>
        <p:spPr>
          <a:xfrm xmlns:a="http://schemas.openxmlformats.org/drawingml/2006/main">
            <a:off x="1875473" y="49911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117" name="revision-text-100">
            <a:extLst xmlns:a="http://schemas.openxmlformats.org/drawingml/2006/main">
              <a:ext uri="{FF2B5EF4-FFF2-40B4-BE49-F238E27FC236}">
                <a16:creationId xmlns:a16="http://schemas.microsoft.com/office/drawing/2014/main" id="{D4746322-3742-41F3-A53C-252E335DDECD}"/>
              </a:ext>
            </a:extLst>
          </p:cNvPr>
          <p:cNvSpPr>
            <a:spLocks xmlns:a="http://schemas.openxmlformats.org/drawingml/2006/main" noGrp="1"/>
          </p:cNvSpPr>
          <p:nvPr/>
        </p:nvSpPr>
        <p:spPr>
          <a:xfrm xmlns:a="http://schemas.openxmlformats.org/drawingml/2006/main">
            <a:off x="619125" y="4486275"/>
            <a:ext cx="12573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variables</a:t>
            </a:r>
          </a:p>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Task context</a:t>
            </a:r>
          </a:p>
        </p:txBody>
      </p:sp>
      <p:sp>
        <p:nvSpPr>
          <p:cNvPr id="118" name="diagram-line-101">
            <a:extLst xmlns:a="http://schemas.openxmlformats.org/drawingml/2006/main">
              <a:ext uri="{FF2B5EF4-FFF2-40B4-BE49-F238E27FC236}">
                <a16:creationId xmlns:a16="http://schemas.microsoft.com/office/drawing/2014/main" id="{68F295E2-FA34-4655-A89F-DD187B081440}"/>
              </a:ext>
            </a:extLst>
          </p:cNvPr>
          <p:cNvSpPr>
            <a:spLocks xmlns:a="http://schemas.openxmlformats.org/drawingml/2006/main" noGrp="1"/>
          </p:cNvSpPr>
          <p:nvPr/>
        </p:nvSpPr>
        <p:spPr>
          <a:xfrm xmlns:a="http://schemas.openxmlformats.org/drawingml/2006/main">
            <a:off x="8810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9" name="diagram-line-102">
            <a:extLst xmlns:a="http://schemas.openxmlformats.org/drawingml/2006/main">
              <a:ext uri="{FF2B5EF4-FFF2-40B4-BE49-F238E27FC236}">
                <a16:creationId xmlns:a16="http://schemas.microsoft.com/office/drawing/2014/main" id="{C6373B3A-50BF-4D05-BC91-36A903140C33}"/>
              </a:ext>
            </a:extLst>
          </p:cNvPr>
          <p:cNvSpPr>
            <a:spLocks xmlns:a="http://schemas.openxmlformats.org/drawingml/2006/main" noGrp="1"/>
          </p:cNvSpPr>
          <p:nvPr/>
        </p:nvSpPr>
        <p:spPr>
          <a:xfrm xmlns:a="http://schemas.openxmlformats.org/drawingml/2006/main">
            <a:off x="8810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20" name="diagram-line-103">
            <a:extLst xmlns:a="http://schemas.openxmlformats.org/drawingml/2006/main">
              <a:ext uri="{FF2B5EF4-FFF2-40B4-BE49-F238E27FC236}">
                <a16:creationId xmlns:a16="http://schemas.microsoft.com/office/drawing/2014/main" id="{05B2BFB3-ED37-480E-A439-A9E83ACDB653}"/>
              </a:ext>
            </a:extLst>
          </p:cNvPr>
          <p:cNvSpPr>
            <a:spLocks xmlns:a="http://schemas.openxmlformats.org/drawingml/2006/main" noGrp="1"/>
          </p:cNvSpPr>
          <p:nvPr/>
        </p:nvSpPr>
        <p:spPr>
          <a:xfrm xmlns:a="http://schemas.openxmlformats.org/drawingml/2006/main">
            <a:off x="8743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1" name="diagram-line-104">
            <a:extLst xmlns:a="http://schemas.openxmlformats.org/drawingml/2006/main">
              <a:ext uri="{FF2B5EF4-FFF2-40B4-BE49-F238E27FC236}">
                <a16:creationId xmlns:a16="http://schemas.microsoft.com/office/drawing/2014/main" id="{EB868BA4-F335-4985-A711-43F288D4DF35}"/>
              </a:ext>
            </a:extLst>
          </p:cNvPr>
          <p:cNvSpPr>
            <a:spLocks xmlns:a="http://schemas.openxmlformats.org/drawingml/2006/main" noGrp="1"/>
          </p:cNvSpPr>
          <p:nvPr/>
        </p:nvSpPr>
        <p:spPr>
          <a:xfrm xmlns:a="http://schemas.openxmlformats.org/drawingml/2006/main">
            <a:off x="8629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2" name="diagram-line-105">
            <a:extLst xmlns:a="http://schemas.openxmlformats.org/drawingml/2006/main">
              <a:ext uri="{FF2B5EF4-FFF2-40B4-BE49-F238E27FC236}">
                <a16:creationId xmlns:a16="http://schemas.microsoft.com/office/drawing/2014/main" id="{F1FC7CFB-C043-4A65-9626-11B7A54ADE8E}"/>
              </a:ext>
            </a:extLst>
          </p:cNvPr>
          <p:cNvSpPr>
            <a:spLocks xmlns:a="http://schemas.openxmlformats.org/drawingml/2006/main" noGrp="1"/>
          </p:cNvSpPr>
          <p:nvPr/>
        </p:nvSpPr>
        <p:spPr>
          <a:xfrm xmlns:a="http://schemas.openxmlformats.org/drawingml/2006/main">
            <a:off x="8515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3" name="diagram-line-106">
            <a:extLst xmlns:a="http://schemas.openxmlformats.org/drawingml/2006/main">
              <a:ext uri="{FF2B5EF4-FFF2-40B4-BE49-F238E27FC236}">
                <a16:creationId xmlns:a16="http://schemas.microsoft.com/office/drawing/2014/main" id="{25172DB9-BE13-43E0-8839-8C25316689FA}"/>
              </a:ext>
            </a:extLst>
          </p:cNvPr>
          <p:cNvSpPr>
            <a:spLocks xmlns:a="http://schemas.openxmlformats.org/drawingml/2006/main" noGrp="1"/>
          </p:cNvSpPr>
          <p:nvPr/>
        </p:nvSpPr>
        <p:spPr>
          <a:xfrm xmlns:a="http://schemas.openxmlformats.org/drawingml/2006/main">
            <a:off x="8401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4" name="diagram-line-107">
            <a:extLst xmlns:a="http://schemas.openxmlformats.org/drawingml/2006/main">
              <a:ext uri="{FF2B5EF4-FFF2-40B4-BE49-F238E27FC236}">
                <a16:creationId xmlns:a16="http://schemas.microsoft.com/office/drawing/2014/main" id="{62330013-B8C2-435A-8FF4-CCF058BCAD27}"/>
              </a:ext>
            </a:extLst>
          </p:cNvPr>
          <p:cNvSpPr>
            <a:spLocks xmlns:a="http://schemas.openxmlformats.org/drawingml/2006/main" noGrp="1"/>
          </p:cNvSpPr>
          <p:nvPr/>
        </p:nvSpPr>
        <p:spPr>
          <a:xfrm xmlns:a="http://schemas.openxmlformats.org/drawingml/2006/main">
            <a:off x="8286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5" name="diagram-line-108">
            <a:extLst xmlns:a="http://schemas.openxmlformats.org/drawingml/2006/main">
              <a:ext uri="{FF2B5EF4-FFF2-40B4-BE49-F238E27FC236}">
                <a16:creationId xmlns:a16="http://schemas.microsoft.com/office/drawing/2014/main" id="{5B349743-7EB3-42E3-BA01-A88CE6D691AC}"/>
              </a:ext>
            </a:extLst>
          </p:cNvPr>
          <p:cNvSpPr>
            <a:spLocks xmlns:a="http://schemas.openxmlformats.org/drawingml/2006/main" noGrp="1"/>
          </p:cNvSpPr>
          <p:nvPr/>
        </p:nvSpPr>
        <p:spPr>
          <a:xfrm xmlns:a="http://schemas.openxmlformats.org/drawingml/2006/main">
            <a:off x="8172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6" name="diagram-line-109">
            <a:extLst xmlns:a="http://schemas.openxmlformats.org/drawingml/2006/main">
              <a:ext uri="{FF2B5EF4-FFF2-40B4-BE49-F238E27FC236}">
                <a16:creationId xmlns:a16="http://schemas.microsoft.com/office/drawing/2014/main" id="{275E081C-D368-4666-B20E-5C1D7FDB6821}"/>
              </a:ext>
            </a:extLst>
          </p:cNvPr>
          <p:cNvSpPr>
            <a:spLocks xmlns:a="http://schemas.openxmlformats.org/drawingml/2006/main" noGrp="1"/>
          </p:cNvSpPr>
          <p:nvPr/>
        </p:nvSpPr>
        <p:spPr>
          <a:xfrm xmlns:a="http://schemas.openxmlformats.org/drawingml/2006/main">
            <a:off x="8058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7" name="diagram-line-110">
            <a:extLst xmlns:a="http://schemas.openxmlformats.org/drawingml/2006/main">
              <a:ext uri="{FF2B5EF4-FFF2-40B4-BE49-F238E27FC236}">
                <a16:creationId xmlns:a16="http://schemas.microsoft.com/office/drawing/2014/main" id="{1BD7EAFD-68E1-4D08-A837-0464A43491AD}"/>
              </a:ext>
            </a:extLst>
          </p:cNvPr>
          <p:cNvSpPr>
            <a:spLocks xmlns:a="http://schemas.openxmlformats.org/drawingml/2006/main" noGrp="1"/>
          </p:cNvSpPr>
          <p:nvPr/>
        </p:nvSpPr>
        <p:spPr>
          <a:xfrm xmlns:a="http://schemas.openxmlformats.org/drawingml/2006/main">
            <a:off x="7943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8" name="diagram-line-111">
            <a:extLst xmlns:a="http://schemas.openxmlformats.org/drawingml/2006/main">
              <a:ext uri="{FF2B5EF4-FFF2-40B4-BE49-F238E27FC236}">
                <a16:creationId xmlns:a16="http://schemas.microsoft.com/office/drawing/2014/main" id="{DFFF2827-D262-401B-A3DD-E1B40BADFF2F}"/>
              </a:ext>
            </a:extLst>
          </p:cNvPr>
          <p:cNvSpPr>
            <a:spLocks xmlns:a="http://schemas.openxmlformats.org/drawingml/2006/main" noGrp="1"/>
          </p:cNvSpPr>
          <p:nvPr/>
        </p:nvSpPr>
        <p:spPr>
          <a:xfrm xmlns:a="http://schemas.openxmlformats.org/drawingml/2006/main">
            <a:off x="7829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9" name="diagram-line-112">
            <a:extLst xmlns:a="http://schemas.openxmlformats.org/drawingml/2006/main">
              <a:ext uri="{FF2B5EF4-FFF2-40B4-BE49-F238E27FC236}">
                <a16:creationId xmlns:a16="http://schemas.microsoft.com/office/drawing/2014/main" id="{43E95952-9A41-4A06-B541-A96DB80D2BAB}"/>
              </a:ext>
            </a:extLst>
          </p:cNvPr>
          <p:cNvSpPr>
            <a:spLocks xmlns:a="http://schemas.openxmlformats.org/drawingml/2006/main" noGrp="1"/>
          </p:cNvSpPr>
          <p:nvPr/>
        </p:nvSpPr>
        <p:spPr>
          <a:xfrm xmlns:a="http://schemas.openxmlformats.org/drawingml/2006/main">
            <a:off x="7715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0" name="diagram-line-113">
            <a:extLst xmlns:a="http://schemas.openxmlformats.org/drawingml/2006/main">
              <a:ext uri="{FF2B5EF4-FFF2-40B4-BE49-F238E27FC236}">
                <a16:creationId xmlns:a16="http://schemas.microsoft.com/office/drawing/2014/main" id="{75FEE690-755F-4747-8F05-C58BAF9C976E}"/>
              </a:ext>
            </a:extLst>
          </p:cNvPr>
          <p:cNvSpPr>
            <a:spLocks xmlns:a="http://schemas.openxmlformats.org/drawingml/2006/main" noGrp="1"/>
          </p:cNvSpPr>
          <p:nvPr/>
        </p:nvSpPr>
        <p:spPr>
          <a:xfrm xmlns:a="http://schemas.openxmlformats.org/drawingml/2006/main">
            <a:off x="7600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1" name="diagram-line-114">
            <a:extLst xmlns:a="http://schemas.openxmlformats.org/drawingml/2006/main">
              <a:ext uri="{FF2B5EF4-FFF2-40B4-BE49-F238E27FC236}">
                <a16:creationId xmlns:a16="http://schemas.microsoft.com/office/drawing/2014/main" id="{07D48DE8-AFC3-4D56-8C30-88126ED630C8}"/>
              </a:ext>
            </a:extLst>
          </p:cNvPr>
          <p:cNvSpPr>
            <a:spLocks xmlns:a="http://schemas.openxmlformats.org/drawingml/2006/main" noGrp="1"/>
          </p:cNvSpPr>
          <p:nvPr/>
        </p:nvSpPr>
        <p:spPr>
          <a:xfrm xmlns:a="http://schemas.openxmlformats.org/drawingml/2006/main">
            <a:off x="7486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2" name="diagram-line-115">
            <a:extLst xmlns:a="http://schemas.openxmlformats.org/drawingml/2006/main">
              <a:ext uri="{FF2B5EF4-FFF2-40B4-BE49-F238E27FC236}">
                <a16:creationId xmlns:a16="http://schemas.microsoft.com/office/drawing/2014/main" id="{8F608169-D60A-459C-8E99-472C37F9AC67}"/>
              </a:ext>
            </a:extLst>
          </p:cNvPr>
          <p:cNvSpPr>
            <a:spLocks xmlns:a="http://schemas.openxmlformats.org/drawingml/2006/main" noGrp="1"/>
          </p:cNvSpPr>
          <p:nvPr/>
        </p:nvSpPr>
        <p:spPr>
          <a:xfrm xmlns:a="http://schemas.openxmlformats.org/drawingml/2006/main">
            <a:off x="7372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3" name="diagram-line-116">
            <a:extLst xmlns:a="http://schemas.openxmlformats.org/drawingml/2006/main">
              <a:ext uri="{FF2B5EF4-FFF2-40B4-BE49-F238E27FC236}">
                <a16:creationId xmlns:a16="http://schemas.microsoft.com/office/drawing/2014/main" id="{62E72760-D538-463C-BA09-CD2E3652080C}"/>
              </a:ext>
            </a:extLst>
          </p:cNvPr>
          <p:cNvSpPr>
            <a:spLocks xmlns:a="http://schemas.openxmlformats.org/drawingml/2006/main" noGrp="1"/>
          </p:cNvSpPr>
          <p:nvPr/>
        </p:nvSpPr>
        <p:spPr>
          <a:xfrm xmlns:a="http://schemas.openxmlformats.org/drawingml/2006/main">
            <a:off x="7258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4" name="diagram-line-117">
            <a:extLst xmlns:a="http://schemas.openxmlformats.org/drawingml/2006/main">
              <a:ext uri="{FF2B5EF4-FFF2-40B4-BE49-F238E27FC236}">
                <a16:creationId xmlns:a16="http://schemas.microsoft.com/office/drawing/2014/main" id="{4FE99DB7-373F-467A-B849-60678783B9C4}"/>
              </a:ext>
            </a:extLst>
          </p:cNvPr>
          <p:cNvSpPr>
            <a:spLocks xmlns:a="http://schemas.openxmlformats.org/drawingml/2006/main" noGrp="1"/>
          </p:cNvSpPr>
          <p:nvPr/>
        </p:nvSpPr>
        <p:spPr>
          <a:xfrm xmlns:a="http://schemas.openxmlformats.org/drawingml/2006/main">
            <a:off x="7143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5" name="diagram-line-118">
            <a:extLst xmlns:a="http://schemas.openxmlformats.org/drawingml/2006/main">
              <a:ext uri="{FF2B5EF4-FFF2-40B4-BE49-F238E27FC236}">
                <a16:creationId xmlns:a16="http://schemas.microsoft.com/office/drawing/2014/main" id="{00487CBE-2A98-4D17-8C75-317B3BE19817}"/>
              </a:ext>
            </a:extLst>
          </p:cNvPr>
          <p:cNvSpPr>
            <a:spLocks xmlns:a="http://schemas.openxmlformats.org/drawingml/2006/main" noGrp="1"/>
          </p:cNvSpPr>
          <p:nvPr/>
        </p:nvSpPr>
        <p:spPr>
          <a:xfrm xmlns:a="http://schemas.openxmlformats.org/drawingml/2006/main">
            <a:off x="7029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6" name="diagram-line-119">
            <a:extLst xmlns:a="http://schemas.openxmlformats.org/drawingml/2006/main">
              <a:ext uri="{FF2B5EF4-FFF2-40B4-BE49-F238E27FC236}">
                <a16:creationId xmlns:a16="http://schemas.microsoft.com/office/drawing/2014/main" id="{01838CCB-9B8A-4EB5-9B21-DDB18E013157}"/>
              </a:ext>
            </a:extLst>
          </p:cNvPr>
          <p:cNvSpPr>
            <a:spLocks xmlns:a="http://schemas.openxmlformats.org/drawingml/2006/main" noGrp="1"/>
          </p:cNvSpPr>
          <p:nvPr/>
        </p:nvSpPr>
        <p:spPr>
          <a:xfrm xmlns:a="http://schemas.openxmlformats.org/drawingml/2006/main">
            <a:off x="6915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7" name="diagram-line-120">
            <a:extLst xmlns:a="http://schemas.openxmlformats.org/drawingml/2006/main">
              <a:ext uri="{FF2B5EF4-FFF2-40B4-BE49-F238E27FC236}">
                <a16:creationId xmlns:a16="http://schemas.microsoft.com/office/drawing/2014/main" id="{342FD9E1-034C-4C20-872E-F3D01D093E68}"/>
              </a:ext>
            </a:extLst>
          </p:cNvPr>
          <p:cNvSpPr>
            <a:spLocks xmlns:a="http://schemas.openxmlformats.org/drawingml/2006/main" noGrp="1"/>
          </p:cNvSpPr>
          <p:nvPr/>
        </p:nvSpPr>
        <p:spPr>
          <a:xfrm xmlns:a="http://schemas.openxmlformats.org/drawingml/2006/main">
            <a:off x="6800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8" name="diagram-line-121">
            <a:extLst xmlns:a="http://schemas.openxmlformats.org/drawingml/2006/main">
              <a:ext uri="{FF2B5EF4-FFF2-40B4-BE49-F238E27FC236}">
                <a16:creationId xmlns:a16="http://schemas.microsoft.com/office/drawing/2014/main" id="{1688976A-D57D-4105-893C-3DF6C51BA00E}"/>
              </a:ext>
            </a:extLst>
          </p:cNvPr>
          <p:cNvSpPr>
            <a:spLocks xmlns:a="http://schemas.openxmlformats.org/drawingml/2006/main" noGrp="1"/>
          </p:cNvSpPr>
          <p:nvPr/>
        </p:nvSpPr>
        <p:spPr>
          <a:xfrm xmlns:a="http://schemas.openxmlformats.org/drawingml/2006/main">
            <a:off x="6686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9" name="diagram-line-122">
            <a:extLst xmlns:a="http://schemas.openxmlformats.org/drawingml/2006/main">
              <a:ext uri="{FF2B5EF4-FFF2-40B4-BE49-F238E27FC236}">
                <a16:creationId xmlns:a16="http://schemas.microsoft.com/office/drawing/2014/main" id="{0ABDB874-C970-4D52-8BBA-6D61D8922094}"/>
              </a:ext>
            </a:extLst>
          </p:cNvPr>
          <p:cNvSpPr>
            <a:spLocks xmlns:a="http://schemas.openxmlformats.org/drawingml/2006/main" noGrp="1"/>
          </p:cNvSpPr>
          <p:nvPr/>
        </p:nvSpPr>
        <p:spPr>
          <a:xfrm xmlns:a="http://schemas.openxmlformats.org/drawingml/2006/main">
            <a:off x="6572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0" name="diagram-line-123">
            <a:extLst xmlns:a="http://schemas.openxmlformats.org/drawingml/2006/main">
              <a:ext uri="{FF2B5EF4-FFF2-40B4-BE49-F238E27FC236}">
                <a16:creationId xmlns:a16="http://schemas.microsoft.com/office/drawing/2014/main" id="{89DCD39C-D19C-4287-8650-FBE762922643}"/>
              </a:ext>
            </a:extLst>
          </p:cNvPr>
          <p:cNvSpPr>
            <a:spLocks xmlns:a="http://schemas.openxmlformats.org/drawingml/2006/main" noGrp="1"/>
          </p:cNvSpPr>
          <p:nvPr/>
        </p:nvSpPr>
        <p:spPr>
          <a:xfrm xmlns:a="http://schemas.openxmlformats.org/drawingml/2006/main">
            <a:off x="6457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1" name="diagram-line-124">
            <a:extLst xmlns:a="http://schemas.openxmlformats.org/drawingml/2006/main">
              <a:ext uri="{FF2B5EF4-FFF2-40B4-BE49-F238E27FC236}">
                <a16:creationId xmlns:a16="http://schemas.microsoft.com/office/drawing/2014/main" id="{A3C71F86-6777-4D09-8E55-084C68220C7D}"/>
              </a:ext>
            </a:extLst>
          </p:cNvPr>
          <p:cNvSpPr>
            <a:spLocks xmlns:a="http://schemas.openxmlformats.org/drawingml/2006/main" noGrp="1"/>
          </p:cNvSpPr>
          <p:nvPr/>
        </p:nvSpPr>
        <p:spPr>
          <a:xfrm xmlns:a="http://schemas.openxmlformats.org/drawingml/2006/main">
            <a:off x="6343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2" name="diagram-line-125">
            <a:extLst xmlns:a="http://schemas.openxmlformats.org/drawingml/2006/main">
              <a:ext uri="{FF2B5EF4-FFF2-40B4-BE49-F238E27FC236}">
                <a16:creationId xmlns:a16="http://schemas.microsoft.com/office/drawing/2014/main" id="{9B920C5B-A007-430D-8EDC-58D9C7A6685E}"/>
              </a:ext>
            </a:extLst>
          </p:cNvPr>
          <p:cNvSpPr>
            <a:spLocks xmlns:a="http://schemas.openxmlformats.org/drawingml/2006/main" noGrp="1"/>
          </p:cNvSpPr>
          <p:nvPr/>
        </p:nvSpPr>
        <p:spPr>
          <a:xfrm xmlns:a="http://schemas.openxmlformats.org/drawingml/2006/main">
            <a:off x="6229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3" name="diagram-line-126">
            <a:extLst xmlns:a="http://schemas.openxmlformats.org/drawingml/2006/main">
              <a:ext uri="{FF2B5EF4-FFF2-40B4-BE49-F238E27FC236}">
                <a16:creationId xmlns:a16="http://schemas.microsoft.com/office/drawing/2014/main" id="{EDA460C2-E203-4E32-B951-D86E8E436855}"/>
              </a:ext>
            </a:extLst>
          </p:cNvPr>
          <p:cNvSpPr>
            <a:spLocks xmlns:a="http://schemas.openxmlformats.org/drawingml/2006/main" noGrp="1"/>
          </p:cNvSpPr>
          <p:nvPr/>
        </p:nvSpPr>
        <p:spPr>
          <a:xfrm xmlns:a="http://schemas.openxmlformats.org/drawingml/2006/main">
            <a:off x="6115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4" name="diagram-line-127">
            <a:extLst xmlns:a="http://schemas.openxmlformats.org/drawingml/2006/main">
              <a:ext uri="{FF2B5EF4-FFF2-40B4-BE49-F238E27FC236}">
                <a16:creationId xmlns:a16="http://schemas.microsoft.com/office/drawing/2014/main" id="{B696B298-D9C7-4FB2-91A9-51BD8C6CDC89}"/>
              </a:ext>
            </a:extLst>
          </p:cNvPr>
          <p:cNvSpPr>
            <a:spLocks xmlns:a="http://schemas.openxmlformats.org/drawingml/2006/main" noGrp="1"/>
          </p:cNvSpPr>
          <p:nvPr/>
        </p:nvSpPr>
        <p:spPr>
          <a:xfrm xmlns:a="http://schemas.openxmlformats.org/drawingml/2006/main">
            <a:off x="6000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5" name="diagram-line-128">
            <a:extLst xmlns:a="http://schemas.openxmlformats.org/drawingml/2006/main">
              <a:ext uri="{FF2B5EF4-FFF2-40B4-BE49-F238E27FC236}">
                <a16:creationId xmlns:a16="http://schemas.microsoft.com/office/drawing/2014/main" id="{48ED4ED8-67EB-4D57-A304-C0646611537F}"/>
              </a:ext>
            </a:extLst>
          </p:cNvPr>
          <p:cNvSpPr>
            <a:spLocks xmlns:a="http://schemas.openxmlformats.org/drawingml/2006/main" noGrp="1"/>
          </p:cNvSpPr>
          <p:nvPr/>
        </p:nvSpPr>
        <p:spPr>
          <a:xfrm xmlns:a="http://schemas.openxmlformats.org/drawingml/2006/main">
            <a:off x="5886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6" name="diagram-line-129">
            <a:extLst xmlns:a="http://schemas.openxmlformats.org/drawingml/2006/main">
              <a:ext uri="{FF2B5EF4-FFF2-40B4-BE49-F238E27FC236}">
                <a16:creationId xmlns:a16="http://schemas.microsoft.com/office/drawing/2014/main" id="{9BFDEBB5-B90F-460A-ADB5-29069B94C02E}"/>
              </a:ext>
            </a:extLst>
          </p:cNvPr>
          <p:cNvSpPr>
            <a:spLocks xmlns:a="http://schemas.openxmlformats.org/drawingml/2006/main" noGrp="1"/>
          </p:cNvSpPr>
          <p:nvPr/>
        </p:nvSpPr>
        <p:spPr>
          <a:xfrm xmlns:a="http://schemas.openxmlformats.org/drawingml/2006/main">
            <a:off x="5772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7" name="diagram-line-130">
            <a:extLst xmlns:a="http://schemas.openxmlformats.org/drawingml/2006/main">
              <a:ext uri="{FF2B5EF4-FFF2-40B4-BE49-F238E27FC236}">
                <a16:creationId xmlns:a16="http://schemas.microsoft.com/office/drawing/2014/main" id="{4C605DDF-7B46-44E9-A254-5C13A3A219CA}"/>
              </a:ext>
            </a:extLst>
          </p:cNvPr>
          <p:cNvSpPr>
            <a:spLocks xmlns:a="http://schemas.openxmlformats.org/drawingml/2006/main" noGrp="1"/>
          </p:cNvSpPr>
          <p:nvPr/>
        </p:nvSpPr>
        <p:spPr>
          <a:xfrm xmlns:a="http://schemas.openxmlformats.org/drawingml/2006/main">
            <a:off x="5657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8" name="diagram-line-131">
            <a:extLst xmlns:a="http://schemas.openxmlformats.org/drawingml/2006/main">
              <a:ext uri="{FF2B5EF4-FFF2-40B4-BE49-F238E27FC236}">
                <a16:creationId xmlns:a16="http://schemas.microsoft.com/office/drawing/2014/main" id="{E1A95ABA-84DD-472F-9B86-F1134244E9B5}"/>
              </a:ext>
            </a:extLst>
          </p:cNvPr>
          <p:cNvSpPr>
            <a:spLocks xmlns:a="http://schemas.openxmlformats.org/drawingml/2006/main" noGrp="1"/>
          </p:cNvSpPr>
          <p:nvPr/>
        </p:nvSpPr>
        <p:spPr>
          <a:xfrm xmlns:a="http://schemas.openxmlformats.org/drawingml/2006/main">
            <a:off x="5543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9" name="diagram-line-132">
            <a:extLst xmlns:a="http://schemas.openxmlformats.org/drawingml/2006/main">
              <a:ext uri="{FF2B5EF4-FFF2-40B4-BE49-F238E27FC236}">
                <a16:creationId xmlns:a16="http://schemas.microsoft.com/office/drawing/2014/main" id="{B975224F-E7F8-482B-8F54-9C4258812ED7}"/>
              </a:ext>
            </a:extLst>
          </p:cNvPr>
          <p:cNvSpPr>
            <a:spLocks xmlns:a="http://schemas.openxmlformats.org/drawingml/2006/main" noGrp="1"/>
          </p:cNvSpPr>
          <p:nvPr/>
        </p:nvSpPr>
        <p:spPr>
          <a:xfrm xmlns:a="http://schemas.openxmlformats.org/drawingml/2006/main">
            <a:off x="5429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0" name="diagram-line-133">
            <a:extLst xmlns:a="http://schemas.openxmlformats.org/drawingml/2006/main">
              <a:ext uri="{FF2B5EF4-FFF2-40B4-BE49-F238E27FC236}">
                <a16:creationId xmlns:a16="http://schemas.microsoft.com/office/drawing/2014/main" id="{E3A85AE6-CA16-4D18-8952-B76936B8989C}"/>
              </a:ext>
            </a:extLst>
          </p:cNvPr>
          <p:cNvSpPr>
            <a:spLocks xmlns:a="http://schemas.openxmlformats.org/drawingml/2006/main" noGrp="1"/>
          </p:cNvSpPr>
          <p:nvPr/>
        </p:nvSpPr>
        <p:spPr>
          <a:xfrm xmlns:a="http://schemas.openxmlformats.org/drawingml/2006/main">
            <a:off x="5314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1" name="diagram-line-134">
            <a:extLst xmlns:a="http://schemas.openxmlformats.org/drawingml/2006/main">
              <a:ext uri="{FF2B5EF4-FFF2-40B4-BE49-F238E27FC236}">
                <a16:creationId xmlns:a16="http://schemas.microsoft.com/office/drawing/2014/main" id="{EB7DBF67-B965-4CAB-8C9D-DF5E383634DC}"/>
              </a:ext>
            </a:extLst>
          </p:cNvPr>
          <p:cNvSpPr>
            <a:spLocks xmlns:a="http://schemas.openxmlformats.org/drawingml/2006/main" noGrp="1"/>
          </p:cNvSpPr>
          <p:nvPr/>
        </p:nvSpPr>
        <p:spPr>
          <a:xfrm xmlns:a="http://schemas.openxmlformats.org/drawingml/2006/main">
            <a:off x="5200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2" name="diagram-line-135">
            <a:extLst xmlns:a="http://schemas.openxmlformats.org/drawingml/2006/main">
              <a:ext uri="{FF2B5EF4-FFF2-40B4-BE49-F238E27FC236}">
                <a16:creationId xmlns:a16="http://schemas.microsoft.com/office/drawing/2014/main" id="{72AEFF7D-146A-4597-84C6-3A8C4EBAD86C}"/>
              </a:ext>
            </a:extLst>
          </p:cNvPr>
          <p:cNvSpPr>
            <a:spLocks xmlns:a="http://schemas.openxmlformats.org/drawingml/2006/main" noGrp="1"/>
          </p:cNvSpPr>
          <p:nvPr/>
        </p:nvSpPr>
        <p:spPr>
          <a:xfrm xmlns:a="http://schemas.openxmlformats.org/drawingml/2006/main">
            <a:off x="5086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3" name="diagram-line-136">
            <a:extLst xmlns:a="http://schemas.openxmlformats.org/drawingml/2006/main">
              <a:ext uri="{FF2B5EF4-FFF2-40B4-BE49-F238E27FC236}">
                <a16:creationId xmlns:a16="http://schemas.microsoft.com/office/drawing/2014/main" id="{4A8AE7AB-39A1-4015-A33B-93E35A1A6108}"/>
              </a:ext>
            </a:extLst>
          </p:cNvPr>
          <p:cNvSpPr>
            <a:spLocks xmlns:a="http://schemas.openxmlformats.org/drawingml/2006/main" noGrp="1"/>
          </p:cNvSpPr>
          <p:nvPr/>
        </p:nvSpPr>
        <p:spPr>
          <a:xfrm xmlns:a="http://schemas.openxmlformats.org/drawingml/2006/main">
            <a:off x="4972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4" name="diagram-line-137">
            <a:extLst xmlns:a="http://schemas.openxmlformats.org/drawingml/2006/main">
              <a:ext uri="{FF2B5EF4-FFF2-40B4-BE49-F238E27FC236}">
                <a16:creationId xmlns:a16="http://schemas.microsoft.com/office/drawing/2014/main" id="{161902C3-747C-482B-BBCA-108070A58F40}"/>
              </a:ext>
            </a:extLst>
          </p:cNvPr>
          <p:cNvSpPr>
            <a:spLocks xmlns:a="http://schemas.openxmlformats.org/drawingml/2006/main" noGrp="1"/>
          </p:cNvSpPr>
          <p:nvPr/>
        </p:nvSpPr>
        <p:spPr>
          <a:xfrm xmlns:a="http://schemas.openxmlformats.org/drawingml/2006/main">
            <a:off x="4857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5" name="diagram-line-138">
            <a:extLst xmlns:a="http://schemas.openxmlformats.org/drawingml/2006/main">
              <a:ext uri="{FF2B5EF4-FFF2-40B4-BE49-F238E27FC236}">
                <a16:creationId xmlns:a16="http://schemas.microsoft.com/office/drawing/2014/main" id="{A0FD6FAE-AA78-4409-B486-15B548FECCA5}"/>
              </a:ext>
            </a:extLst>
          </p:cNvPr>
          <p:cNvSpPr>
            <a:spLocks xmlns:a="http://schemas.openxmlformats.org/drawingml/2006/main" noGrp="1"/>
          </p:cNvSpPr>
          <p:nvPr/>
        </p:nvSpPr>
        <p:spPr>
          <a:xfrm xmlns:a="http://schemas.openxmlformats.org/drawingml/2006/main">
            <a:off x="4743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6" name="diagram-line-139">
            <a:extLst xmlns:a="http://schemas.openxmlformats.org/drawingml/2006/main">
              <a:ext uri="{FF2B5EF4-FFF2-40B4-BE49-F238E27FC236}">
                <a16:creationId xmlns:a16="http://schemas.microsoft.com/office/drawing/2014/main" id="{6A3D4477-4A33-4F71-A695-9F129BE5B7E6}"/>
              </a:ext>
            </a:extLst>
          </p:cNvPr>
          <p:cNvSpPr>
            <a:spLocks xmlns:a="http://schemas.openxmlformats.org/drawingml/2006/main" noGrp="1"/>
          </p:cNvSpPr>
          <p:nvPr/>
        </p:nvSpPr>
        <p:spPr>
          <a:xfrm xmlns:a="http://schemas.openxmlformats.org/drawingml/2006/main">
            <a:off x="4629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7" name="diagram-line-140">
            <a:extLst xmlns:a="http://schemas.openxmlformats.org/drawingml/2006/main">
              <a:ext uri="{FF2B5EF4-FFF2-40B4-BE49-F238E27FC236}">
                <a16:creationId xmlns:a16="http://schemas.microsoft.com/office/drawing/2014/main" id="{A259D2B6-7B11-4303-97AC-8D877ACD0FEE}"/>
              </a:ext>
            </a:extLst>
          </p:cNvPr>
          <p:cNvSpPr>
            <a:spLocks xmlns:a="http://schemas.openxmlformats.org/drawingml/2006/main" noGrp="1"/>
          </p:cNvSpPr>
          <p:nvPr/>
        </p:nvSpPr>
        <p:spPr>
          <a:xfrm xmlns:a="http://schemas.openxmlformats.org/drawingml/2006/main">
            <a:off x="4514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8" name="diagram-line-141">
            <a:extLst xmlns:a="http://schemas.openxmlformats.org/drawingml/2006/main">
              <a:ext uri="{FF2B5EF4-FFF2-40B4-BE49-F238E27FC236}">
                <a16:creationId xmlns:a16="http://schemas.microsoft.com/office/drawing/2014/main" id="{E78C2785-7284-4566-85C6-08DEEF681A56}"/>
              </a:ext>
            </a:extLst>
          </p:cNvPr>
          <p:cNvSpPr>
            <a:spLocks xmlns:a="http://schemas.openxmlformats.org/drawingml/2006/main" noGrp="1"/>
          </p:cNvSpPr>
          <p:nvPr/>
        </p:nvSpPr>
        <p:spPr>
          <a:xfrm xmlns:a="http://schemas.openxmlformats.org/drawingml/2006/main">
            <a:off x="4400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9" name="diagram-line-142">
            <a:extLst xmlns:a="http://schemas.openxmlformats.org/drawingml/2006/main">
              <a:ext uri="{FF2B5EF4-FFF2-40B4-BE49-F238E27FC236}">
                <a16:creationId xmlns:a16="http://schemas.microsoft.com/office/drawing/2014/main" id="{2C2038A1-39C4-4407-BE0C-92FA442B87AD}"/>
              </a:ext>
            </a:extLst>
          </p:cNvPr>
          <p:cNvSpPr>
            <a:spLocks xmlns:a="http://schemas.openxmlformats.org/drawingml/2006/main" noGrp="1"/>
          </p:cNvSpPr>
          <p:nvPr/>
        </p:nvSpPr>
        <p:spPr>
          <a:xfrm xmlns:a="http://schemas.openxmlformats.org/drawingml/2006/main">
            <a:off x="4286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60" name="diagram-line-143">
            <a:extLst xmlns:a="http://schemas.openxmlformats.org/drawingml/2006/main">
              <a:ext uri="{FF2B5EF4-FFF2-40B4-BE49-F238E27FC236}">
                <a16:creationId xmlns:a16="http://schemas.microsoft.com/office/drawing/2014/main" id="{282417F3-D87F-4CB6-8E4E-4DDD97D25B75}"/>
              </a:ext>
            </a:extLst>
          </p:cNvPr>
          <p:cNvSpPr>
            <a:spLocks xmlns:a="http://schemas.openxmlformats.org/drawingml/2006/main" noGrp="1"/>
          </p:cNvSpPr>
          <p:nvPr/>
        </p:nvSpPr>
        <p:spPr>
          <a:xfrm xmlns:a="http://schemas.openxmlformats.org/drawingml/2006/main">
            <a:off x="4191000" y="4562475"/>
            <a:ext cx="47625" cy="191"/>
          </a:xfrm>
          <a:custGeom xmlns:a="http://schemas.openxmlformats.org/drawingml/2006/main">
            <a:pathLst>
              <a:path w="47625" h="191">
                <a:moveTo>
                  <a:pt x="47625" y="0"/>
                </a:moveTo>
                <a:lnTo>
                  <a:pt x="0" y="0"/>
                </a:lnTo>
              </a:path>
            </a:pathLst>
          </a:custGeom>
          <a:noFill xmlns:a="http://schemas.openxmlformats.org/drawingml/2006/main"/>
          <a:ln xmlns:a="http://schemas.openxmlformats.org/drawingml/2006/main" w="14288">
            <a:solidFill>
              <a:srgbClr val="799A39"/>
            </a:solidFill>
          </a:ln>
        </p:spPr>
      </p:sp>
      <p:sp>
        <p:nvSpPr>
          <p:cNvPr id="161" name="diagram-line-144">
            <a:extLst xmlns:a="http://schemas.openxmlformats.org/drawingml/2006/main">
              <a:ext uri="{FF2B5EF4-FFF2-40B4-BE49-F238E27FC236}">
                <a16:creationId xmlns:a16="http://schemas.microsoft.com/office/drawing/2014/main" id="{E8E29104-A147-47B7-B6B3-CECE7AD84DF0}"/>
              </a:ext>
            </a:extLst>
          </p:cNvPr>
          <p:cNvSpPr>
            <a:spLocks xmlns:a="http://schemas.openxmlformats.org/drawingml/2006/main" noGrp="1"/>
          </p:cNvSpPr>
          <p:nvPr/>
        </p:nvSpPr>
        <p:spPr>
          <a:xfrm xmlns:a="http://schemas.openxmlformats.org/drawingml/2006/main">
            <a:off x="4191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2" name="diagram-line-145">
            <a:extLst xmlns:a="http://schemas.openxmlformats.org/drawingml/2006/main">
              <a:ext uri="{FF2B5EF4-FFF2-40B4-BE49-F238E27FC236}">
                <a16:creationId xmlns:a16="http://schemas.microsoft.com/office/drawing/2014/main" id="{AC40833C-5E9C-4E48-B685-478D4AB6EB4D}"/>
              </a:ext>
            </a:extLst>
          </p:cNvPr>
          <p:cNvSpPr>
            <a:spLocks xmlns:a="http://schemas.openxmlformats.org/drawingml/2006/main" noGrp="1"/>
          </p:cNvSpPr>
          <p:nvPr/>
        </p:nvSpPr>
        <p:spPr>
          <a:xfrm xmlns:a="http://schemas.openxmlformats.org/drawingml/2006/main">
            <a:off x="4191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3" name="diagram-line-146">
            <a:extLst xmlns:a="http://schemas.openxmlformats.org/drawingml/2006/main">
              <a:ext uri="{FF2B5EF4-FFF2-40B4-BE49-F238E27FC236}">
                <a16:creationId xmlns:a16="http://schemas.microsoft.com/office/drawing/2014/main" id="{7920D866-9B66-4BAC-9DFD-9D622EC06ACD}"/>
              </a:ext>
            </a:extLst>
          </p:cNvPr>
          <p:cNvSpPr>
            <a:spLocks xmlns:a="http://schemas.openxmlformats.org/drawingml/2006/main" noGrp="1"/>
          </p:cNvSpPr>
          <p:nvPr/>
        </p:nvSpPr>
        <p:spPr>
          <a:xfrm xmlns:a="http://schemas.openxmlformats.org/drawingml/2006/main">
            <a:off x="4191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4" name="diagram-line-147">
            <a:extLst xmlns:a="http://schemas.openxmlformats.org/drawingml/2006/main">
              <a:ext uri="{FF2B5EF4-FFF2-40B4-BE49-F238E27FC236}">
                <a16:creationId xmlns:a16="http://schemas.microsoft.com/office/drawing/2014/main" id="{30A2822F-63CC-477D-9750-B6927C4492C1}"/>
              </a:ext>
            </a:extLst>
          </p:cNvPr>
          <p:cNvSpPr>
            <a:spLocks xmlns:a="http://schemas.openxmlformats.org/drawingml/2006/main" noGrp="1"/>
          </p:cNvSpPr>
          <p:nvPr/>
        </p:nvSpPr>
        <p:spPr>
          <a:xfrm xmlns:a="http://schemas.openxmlformats.org/drawingml/2006/main">
            <a:off x="4191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5" name="diagram-line-148">
            <a:extLst xmlns:a="http://schemas.openxmlformats.org/drawingml/2006/main">
              <a:ext uri="{FF2B5EF4-FFF2-40B4-BE49-F238E27FC236}">
                <a16:creationId xmlns:a16="http://schemas.microsoft.com/office/drawing/2014/main" id="{BDFFECD6-45BE-4692-87E0-6AEA662EA380}"/>
              </a:ext>
            </a:extLst>
          </p:cNvPr>
          <p:cNvSpPr>
            <a:spLocks xmlns:a="http://schemas.openxmlformats.org/drawingml/2006/main" noGrp="1"/>
          </p:cNvSpPr>
          <p:nvPr/>
        </p:nvSpPr>
        <p:spPr>
          <a:xfrm xmlns:a="http://schemas.openxmlformats.org/drawingml/2006/main">
            <a:off x="4191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166" name="diagram-poly-149">
            <a:extLst xmlns:a="http://schemas.openxmlformats.org/drawingml/2006/main">
              <a:ext uri="{FF2B5EF4-FFF2-40B4-BE49-F238E27FC236}">
                <a16:creationId xmlns:a16="http://schemas.microsoft.com/office/drawing/2014/main" id="{B9090C9A-34F4-4C2A-9338-A17AD17C7C17}"/>
              </a:ext>
            </a:extLst>
          </p:cNvPr>
          <p:cNvSpPr>
            <a:spLocks xmlns:a="http://schemas.openxmlformats.org/drawingml/2006/main" noGrp="1"/>
          </p:cNvSpPr>
          <p:nvPr/>
        </p:nvSpPr>
        <p:spPr>
          <a:xfrm xmlns:a="http://schemas.openxmlformats.org/drawingml/2006/main">
            <a:off x="4161473" y="4991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67" name="revision-text-150">
            <a:extLst xmlns:a="http://schemas.openxmlformats.org/drawingml/2006/main">
              <a:ext uri="{FF2B5EF4-FFF2-40B4-BE49-F238E27FC236}">
                <a16:creationId xmlns:a16="http://schemas.microsoft.com/office/drawing/2014/main" id="{3A1A7F0B-CCF3-40E2-A225-DA7866CFB94E}"/>
              </a:ext>
            </a:extLst>
          </p:cNvPr>
          <p:cNvSpPr>
            <a:spLocks xmlns:a="http://schemas.openxmlformats.org/drawingml/2006/main" noGrp="1"/>
          </p:cNvSpPr>
          <p:nvPr/>
        </p:nvSpPr>
        <p:spPr>
          <a:xfrm xmlns:a="http://schemas.openxmlformats.org/drawingml/2006/main">
            <a:off x="6143625" y="4324350"/>
            <a:ext cx="2400300"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 Measurements</a:t>
            </a:r>
          </a:p>
        </p:txBody>
      </p:sp>
      <p:sp>
        <p:nvSpPr>
          <p:cNvPr id="168" name="diagram-line-151">
            <a:extLst xmlns:a="http://schemas.openxmlformats.org/drawingml/2006/main">
              <a:ext uri="{FF2B5EF4-FFF2-40B4-BE49-F238E27FC236}">
                <a16:creationId xmlns:a16="http://schemas.microsoft.com/office/drawing/2014/main" id="{98DB47C1-ABD2-4A0F-95B5-1A7B67688F14}"/>
              </a:ext>
            </a:extLst>
          </p:cNvPr>
          <p:cNvSpPr>
            <a:spLocks xmlns:a="http://schemas.openxmlformats.org/drawingml/2006/main" noGrp="1"/>
          </p:cNvSpPr>
          <p:nvPr/>
        </p:nvSpPr>
        <p:spPr>
          <a:xfrm xmlns:a="http://schemas.openxmlformats.org/drawingml/2006/main">
            <a:off x="10668000" y="4991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152">
            <a:extLst xmlns:a="http://schemas.openxmlformats.org/drawingml/2006/main">
              <a:ext uri="{FF2B5EF4-FFF2-40B4-BE49-F238E27FC236}">
                <a16:creationId xmlns:a16="http://schemas.microsoft.com/office/drawing/2014/main" id="{06F09556-ADF0-4563-BB91-CD602918AFA8}"/>
              </a:ext>
            </a:extLst>
          </p:cNvPr>
          <p:cNvSpPr>
            <a:spLocks xmlns:a="http://schemas.openxmlformats.org/drawingml/2006/main" noGrp="1"/>
          </p:cNvSpPr>
          <p:nvPr/>
        </p:nvSpPr>
        <p:spPr>
          <a:xfrm xmlns:a="http://schemas.openxmlformats.org/drawingml/2006/main">
            <a:off x="10668000" y="4876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153">
            <a:extLst xmlns:a="http://schemas.openxmlformats.org/drawingml/2006/main">
              <a:ext uri="{FF2B5EF4-FFF2-40B4-BE49-F238E27FC236}">
                <a16:creationId xmlns:a16="http://schemas.microsoft.com/office/drawing/2014/main" id="{1EFA2FF8-10E9-48C9-8928-70C7E07BF2AB}"/>
              </a:ext>
            </a:extLst>
          </p:cNvPr>
          <p:cNvSpPr>
            <a:spLocks xmlns:a="http://schemas.openxmlformats.org/drawingml/2006/main" noGrp="1"/>
          </p:cNvSpPr>
          <p:nvPr/>
        </p:nvSpPr>
        <p:spPr>
          <a:xfrm xmlns:a="http://schemas.openxmlformats.org/drawingml/2006/main">
            <a:off x="10668000" y="48006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71" name="diagram-line-154">
            <a:extLst xmlns:a="http://schemas.openxmlformats.org/drawingml/2006/main">
              <a:ext uri="{FF2B5EF4-FFF2-40B4-BE49-F238E27FC236}">
                <a16:creationId xmlns:a16="http://schemas.microsoft.com/office/drawing/2014/main" id="{87140320-E63F-4F26-9035-720164B5AF57}"/>
              </a:ext>
            </a:extLst>
          </p:cNvPr>
          <p:cNvSpPr>
            <a:spLocks xmlns:a="http://schemas.openxmlformats.org/drawingml/2006/main" noGrp="1"/>
          </p:cNvSpPr>
          <p:nvPr/>
        </p:nvSpPr>
        <p:spPr>
          <a:xfrm xmlns:a="http://schemas.openxmlformats.org/drawingml/2006/main">
            <a:off x="10601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2" name="diagram-line-155">
            <a:extLst xmlns:a="http://schemas.openxmlformats.org/drawingml/2006/main">
              <a:ext uri="{FF2B5EF4-FFF2-40B4-BE49-F238E27FC236}">
                <a16:creationId xmlns:a16="http://schemas.microsoft.com/office/drawing/2014/main" id="{F12FBDED-906C-420A-8BBA-331A00840A5A}"/>
              </a:ext>
            </a:extLst>
          </p:cNvPr>
          <p:cNvSpPr>
            <a:spLocks xmlns:a="http://schemas.openxmlformats.org/drawingml/2006/main" noGrp="1"/>
          </p:cNvSpPr>
          <p:nvPr/>
        </p:nvSpPr>
        <p:spPr>
          <a:xfrm xmlns:a="http://schemas.openxmlformats.org/drawingml/2006/main">
            <a:off x="10487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156">
            <a:extLst xmlns:a="http://schemas.openxmlformats.org/drawingml/2006/main">
              <a:ext uri="{FF2B5EF4-FFF2-40B4-BE49-F238E27FC236}">
                <a16:creationId xmlns:a16="http://schemas.microsoft.com/office/drawing/2014/main" id="{CF3BD8B3-BC51-4B82-AB15-0D007C2D0402}"/>
              </a:ext>
            </a:extLst>
          </p:cNvPr>
          <p:cNvSpPr>
            <a:spLocks xmlns:a="http://schemas.openxmlformats.org/drawingml/2006/main" noGrp="1"/>
          </p:cNvSpPr>
          <p:nvPr/>
        </p:nvSpPr>
        <p:spPr>
          <a:xfrm xmlns:a="http://schemas.openxmlformats.org/drawingml/2006/main">
            <a:off x="10372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157">
            <a:extLst xmlns:a="http://schemas.openxmlformats.org/drawingml/2006/main">
              <a:ext uri="{FF2B5EF4-FFF2-40B4-BE49-F238E27FC236}">
                <a16:creationId xmlns:a16="http://schemas.microsoft.com/office/drawing/2014/main" id="{8F720751-1272-4DC7-B4DB-B843F6893A0D}"/>
              </a:ext>
            </a:extLst>
          </p:cNvPr>
          <p:cNvSpPr>
            <a:spLocks xmlns:a="http://schemas.openxmlformats.org/drawingml/2006/main" noGrp="1"/>
          </p:cNvSpPr>
          <p:nvPr/>
        </p:nvSpPr>
        <p:spPr>
          <a:xfrm xmlns:a="http://schemas.openxmlformats.org/drawingml/2006/main">
            <a:off x="10258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158">
            <a:extLst xmlns:a="http://schemas.openxmlformats.org/drawingml/2006/main">
              <a:ext uri="{FF2B5EF4-FFF2-40B4-BE49-F238E27FC236}">
                <a16:creationId xmlns:a16="http://schemas.microsoft.com/office/drawing/2014/main" id="{5BA2B54F-3904-43E6-9625-6B6FF876ADE7}"/>
              </a:ext>
            </a:extLst>
          </p:cNvPr>
          <p:cNvSpPr>
            <a:spLocks xmlns:a="http://schemas.openxmlformats.org/drawingml/2006/main" noGrp="1"/>
          </p:cNvSpPr>
          <p:nvPr/>
        </p:nvSpPr>
        <p:spPr>
          <a:xfrm xmlns:a="http://schemas.openxmlformats.org/drawingml/2006/main">
            <a:off x="10144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159">
            <a:extLst xmlns:a="http://schemas.openxmlformats.org/drawingml/2006/main">
              <a:ext uri="{FF2B5EF4-FFF2-40B4-BE49-F238E27FC236}">
                <a16:creationId xmlns:a16="http://schemas.microsoft.com/office/drawing/2014/main" id="{E2EA4109-11CD-4EA9-900B-0E6E05742FBC}"/>
              </a:ext>
            </a:extLst>
          </p:cNvPr>
          <p:cNvSpPr>
            <a:spLocks xmlns:a="http://schemas.openxmlformats.org/drawingml/2006/main" noGrp="1"/>
          </p:cNvSpPr>
          <p:nvPr/>
        </p:nvSpPr>
        <p:spPr>
          <a:xfrm xmlns:a="http://schemas.openxmlformats.org/drawingml/2006/main">
            <a:off x="10029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160">
            <a:extLst xmlns:a="http://schemas.openxmlformats.org/drawingml/2006/main">
              <a:ext uri="{FF2B5EF4-FFF2-40B4-BE49-F238E27FC236}">
                <a16:creationId xmlns:a16="http://schemas.microsoft.com/office/drawing/2014/main" id="{5A1F8B75-F90A-4BFC-BAFA-066248318DE3}"/>
              </a:ext>
            </a:extLst>
          </p:cNvPr>
          <p:cNvSpPr>
            <a:spLocks xmlns:a="http://schemas.openxmlformats.org/drawingml/2006/main" noGrp="1"/>
          </p:cNvSpPr>
          <p:nvPr/>
        </p:nvSpPr>
        <p:spPr>
          <a:xfrm xmlns:a="http://schemas.openxmlformats.org/drawingml/2006/main">
            <a:off x="9915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161">
            <a:extLst xmlns:a="http://schemas.openxmlformats.org/drawingml/2006/main">
              <a:ext uri="{FF2B5EF4-FFF2-40B4-BE49-F238E27FC236}">
                <a16:creationId xmlns:a16="http://schemas.microsoft.com/office/drawing/2014/main" id="{121A783E-33C0-43E8-BF8F-376BD55001E3}"/>
              </a:ext>
            </a:extLst>
          </p:cNvPr>
          <p:cNvSpPr>
            <a:spLocks xmlns:a="http://schemas.openxmlformats.org/drawingml/2006/main" noGrp="1"/>
          </p:cNvSpPr>
          <p:nvPr/>
        </p:nvSpPr>
        <p:spPr>
          <a:xfrm xmlns:a="http://schemas.openxmlformats.org/drawingml/2006/main">
            <a:off x="9801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162">
            <a:extLst xmlns:a="http://schemas.openxmlformats.org/drawingml/2006/main">
              <a:ext uri="{FF2B5EF4-FFF2-40B4-BE49-F238E27FC236}">
                <a16:creationId xmlns:a16="http://schemas.microsoft.com/office/drawing/2014/main" id="{D8D88F47-47BA-4224-B823-0B81904D9159}"/>
              </a:ext>
            </a:extLst>
          </p:cNvPr>
          <p:cNvSpPr>
            <a:spLocks xmlns:a="http://schemas.openxmlformats.org/drawingml/2006/main" noGrp="1"/>
          </p:cNvSpPr>
          <p:nvPr/>
        </p:nvSpPr>
        <p:spPr>
          <a:xfrm xmlns:a="http://schemas.openxmlformats.org/drawingml/2006/main">
            <a:off x="9686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163">
            <a:extLst xmlns:a="http://schemas.openxmlformats.org/drawingml/2006/main">
              <a:ext uri="{FF2B5EF4-FFF2-40B4-BE49-F238E27FC236}">
                <a16:creationId xmlns:a16="http://schemas.microsoft.com/office/drawing/2014/main" id="{662DEF4A-9F89-4A62-84DA-FA0E9651D8EA}"/>
              </a:ext>
            </a:extLst>
          </p:cNvPr>
          <p:cNvSpPr>
            <a:spLocks xmlns:a="http://schemas.openxmlformats.org/drawingml/2006/main" noGrp="1"/>
          </p:cNvSpPr>
          <p:nvPr/>
        </p:nvSpPr>
        <p:spPr>
          <a:xfrm xmlns:a="http://schemas.openxmlformats.org/drawingml/2006/main">
            <a:off x="9572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164">
            <a:extLst xmlns:a="http://schemas.openxmlformats.org/drawingml/2006/main">
              <a:ext uri="{FF2B5EF4-FFF2-40B4-BE49-F238E27FC236}">
                <a16:creationId xmlns:a16="http://schemas.microsoft.com/office/drawing/2014/main" id="{2A68AA45-1E19-48C2-968F-294D06CBEF66}"/>
              </a:ext>
            </a:extLst>
          </p:cNvPr>
          <p:cNvSpPr>
            <a:spLocks xmlns:a="http://schemas.openxmlformats.org/drawingml/2006/main" noGrp="1"/>
          </p:cNvSpPr>
          <p:nvPr/>
        </p:nvSpPr>
        <p:spPr>
          <a:xfrm xmlns:a="http://schemas.openxmlformats.org/drawingml/2006/main">
            <a:off x="9458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165">
            <a:extLst xmlns:a="http://schemas.openxmlformats.org/drawingml/2006/main">
              <a:ext uri="{FF2B5EF4-FFF2-40B4-BE49-F238E27FC236}">
                <a16:creationId xmlns:a16="http://schemas.microsoft.com/office/drawing/2014/main" id="{581D0E0B-3E36-4B9F-BD56-20F79E209BFF}"/>
              </a:ext>
            </a:extLst>
          </p:cNvPr>
          <p:cNvSpPr>
            <a:spLocks xmlns:a="http://schemas.openxmlformats.org/drawingml/2006/main" noGrp="1"/>
          </p:cNvSpPr>
          <p:nvPr/>
        </p:nvSpPr>
        <p:spPr>
          <a:xfrm xmlns:a="http://schemas.openxmlformats.org/drawingml/2006/main">
            <a:off x="9344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166">
            <a:extLst xmlns:a="http://schemas.openxmlformats.org/drawingml/2006/main">
              <a:ext uri="{FF2B5EF4-FFF2-40B4-BE49-F238E27FC236}">
                <a16:creationId xmlns:a16="http://schemas.microsoft.com/office/drawing/2014/main" id="{82D6D121-FF90-4692-8ACB-210CC635F6E7}"/>
              </a:ext>
            </a:extLst>
          </p:cNvPr>
          <p:cNvSpPr>
            <a:spLocks xmlns:a="http://schemas.openxmlformats.org/drawingml/2006/main" noGrp="1"/>
          </p:cNvSpPr>
          <p:nvPr/>
        </p:nvSpPr>
        <p:spPr>
          <a:xfrm xmlns:a="http://schemas.openxmlformats.org/drawingml/2006/main">
            <a:off x="9229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4" name="diagram-line-167">
            <a:extLst xmlns:a="http://schemas.openxmlformats.org/drawingml/2006/main">
              <a:ext uri="{FF2B5EF4-FFF2-40B4-BE49-F238E27FC236}">
                <a16:creationId xmlns:a16="http://schemas.microsoft.com/office/drawing/2014/main" id="{47289E09-AB37-4738-BDCD-70E54E286767}"/>
              </a:ext>
            </a:extLst>
          </p:cNvPr>
          <p:cNvSpPr>
            <a:spLocks xmlns:a="http://schemas.openxmlformats.org/drawingml/2006/main" noGrp="1"/>
          </p:cNvSpPr>
          <p:nvPr/>
        </p:nvSpPr>
        <p:spPr>
          <a:xfrm xmlns:a="http://schemas.openxmlformats.org/drawingml/2006/main">
            <a:off x="9115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5" name="diagram-line-168">
            <a:extLst xmlns:a="http://schemas.openxmlformats.org/drawingml/2006/main">
              <a:ext uri="{FF2B5EF4-FFF2-40B4-BE49-F238E27FC236}">
                <a16:creationId xmlns:a16="http://schemas.microsoft.com/office/drawing/2014/main" id="{71297244-AA63-460E-8BB4-873832BFC1A4}"/>
              </a:ext>
            </a:extLst>
          </p:cNvPr>
          <p:cNvSpPr>
            <a:spLocks xmlns:a="http://schemas.openxmlformats.org/drawingml/2006/main" noGrp="1"/>
          </p:cNvSpPr>
          <p:nvPr/>
        </p:nvSpPr>
        <p:spPr>
          <a:xfrm xmlns:a="http://schemas.openxmlformats.org/drawingml/2006/main">
            <a:off x="9001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6" name="diagram-line-169">
            <a:extLst xmlns:a="http://schemas.openxmlformats.org/drawingml/2006/main">
              <a:ext uri="{FF2B5EF4-FFF2-40B4-BE49-F238E27FC236}">
                <a16:creationId xmlns:a16="http://schemas.microsoft.com/office/drawing/2014/main" id="{2D33D0A2-CCD3-47B1-9779-33BF0D5B1FD6}"/>
              </a:ext>
            </a:extLst>
          </p:cNvPr>
          <p:cNvSpPr>
            <a:spLocks xmlns:a="http://schemas.openxmlformats.org/drawingml/2006/main" noGrp="1"/>
          </p:cNvSpPr>
          <p:nvPr/>
        </p:nvSpPr>
        <p:spPr>
          <a:xfrm xmlns:a="http://schemas.openxmlformats.org/drawingml/2006/main">
            <a:off x="8886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7" name="diagram-line-170">
            <a:extLst xmlns:a="http://schemas.openxmlformats.org/drawingml/2006/main">
              <a:ext uri="{FF2B5EF4-FFF2-40B4-BE49-F238E27FC236}">
                <a16:creationId xmlns:a16="http://schemas.microsoft.com/office/drawing/2014/main" id="{6E2F05F0-46EF-4C8D-B00E-FBEB9E8F1642}"/>
              </a:ext>
            </a:extLst>
          </p:cNvPr>
          <p:cNvSpPr>
            <a:spLocks xmlns:a="http://schemas.openxmlformats.org/drawingml/2006/main" noGrp="1"/>
          </p:cNvSpPr>
          <p:nvPr/>
        </p:nvSpPr>
        <p:spPr>
          <a:xfrm xmlns:a="http://schemas.openxmlformats.org/drawingml/2006/main">
            <a:off x="8772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8" name="diagram-line-171">
            <a:extLst xmlns:a="http://schemas.openxmlformats.org/drawingml/2006/main">
              <a:ext uri="{FF2B5EF4-FFF2-40B4-BE49-F238E27FC236}">
                <a16:creationId xmlns:a16="http://schemas.microsoft.com/office/drawing/2014/main" id="{13C27E30-A0CD-4595-8845-2F149AC8DF28}"/>
              </a:ext>
            </a:extLst>
          </p:cNvPr>
          <p:cNvSpPr>
            <a:spLocks xmlns:a="http://schemas.openxmlformats.org/drawingml/2006/main" noGrp="1"/>
          </p:cNvSpPr>
          <p:nvPr/>
        </p:nvSpPr>
        <p:spPr>
          <a:xfrm xmlns:a="http://schemas.openxmlformats.org/drawingml/2006/main">
            <a:off x="8658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9" name="diagram-line-172">
            <a:extLst xmlns:a="http://schemas.openxmlformats.org/drawingml/2006/main">
              <a:ext uri="{FF2B5EF4-FFF2-40B4-BE49-F238E27FC236}">
                <a16:creationId xmlns:a16="http://schemas.microsoft.com/office/drawing/2014/main" id="{B874F19C-D600-462F-9405-1BCDB37B5813}"/>
              </a:ext>
            </a:extLst>
          </p:cNvPr>
          <p:cNvSpPr>
            <a:spLocks xmlns:a="http://schemas.openxmlformats.org/drawingml/2006/main" noGrp="1"/>
          </p:cNvSpPr>
          <p:nvPr/>
        </p:nvSpPr>
        <p:spPr>
          <a:xfrm xmlns:a="http://schemas.openxmlformats.org/drawingml/2006/main">
            <a:off x="8543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0" name="diagram-line-173">
            <a:extLst xmlns:a="http://schemas.openxmlformats.org/drawingml/2006/main">
              <a:ext uri="{FF2B5EF4-FFF2-40B4-BE49-F238E27FC236}">
                <a16:creationId xmlns:a16="http://schemas.microsoft.com/office/drawing/2014/main" id="{42978ED7-7D32-47EE-9AEF-9469EAEDA418}"/>
              </a:ext>
            </a:extLst>
          </p:cNvPr>
          <p:cNvSpPr>
            <a:spLocks xmlns:a="http://schemas.openxmlformats.org/drawingml/2006/main" noGrp="1"/>
          </p:cNvSpPr>
          <p:nvPr/>
        </p:nvSpPr>
        <p:spPr>
          <a:xfrm xmlns:a="http://schemas.openxmlformats.org/drawingml/2006/main">
            <a:off x="8429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1" name="diagram-line-174">
            <a:extLst xmlns:a="http://schemas.openxmlformats.org/drawingml/2006/main">
              <a:ext uri="{FF2B5EF4-FFF2-40B4-BE49-F238E27FC236}">
                <a16:creationId xmlns:a16="http://schemas.microsoft.com/office/drawing/2014/main" id="{BCB52176-FE2E-4346-8604-86D7D3D10D6A}"/>
              </a:ext>
            </a:extLst>
          </p:cNvPr>
          <p:cNvSpPr>
            <a:spLocks xmlns:a="http://schemas.openxmlformats.org/drawingml/2006/main" noGrp="1"/>
          </p:cNvSpPr>
          <p:nvPr/>
        </p:nvSpPr>
        <p:spPr>
          <a:xfrm xmlns:a="http://schemas.openxmlformats.org/drawingml/2006/main">
            <a:off x="8315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2" name="diagram-line-175">
            <a:extLst xmlns:a="http://schemas.openxmlformats.org/drawingml/2006/main">
              <a:ext uri="{FF2B5EF4-FFF2-40B4-BE49-F238E27FC236}">
                <a16:creationId xmlns:a16="http://schemas.microsoft.com/office/drawing/2014/main" id="{2F25B88E-2900-45AA-A4CB-26827B7E6B52}"/>
              </a:ext>
            </a:extLst>
          </p:cNvPr>
          <p:cNvSpPr>
            <a:spLocks xmlns:a="http://schemas.openxmlformats.org/drawingml/2006/main" noGrp="1"/>
          </p:cNvSpPr>
          <p:nvPr/>
        </p:nvSpPr>
        <p:spPr>
          <a:xfrm xmlns:a="http://schemas.openxmlformats.org/drawingml/2006/main">
            <a:off x="8201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3" name="diagram-line-176">
            <a:extLst xmlns:a="http://schemas.openxmlformats.org/drawingml/2006/main">
              <a:ext uri="{FF2B5EF4-FFF2-40B4-BE49-F238E27FC236}">
                <a16:creationId xmlns:a16="http://schemas.microsoft.com/office/drawing/2014/main" id="{9BF9AA71-E290-4F54-950D-678E5A156792}"/>
              </a:ext>
            </a:extLst>
          </p:cNvPr>
          <p:cNvSpPr>
            <a:spLocks xmlns:a="http://schemas.openxmlformats.org/drawingml/2006/main" noGrp="1"/>
          </p:cNvSpPr>
          <p:nvPr/>
        </p:nvSpPr>
        <p:spPr>
          <a:xfrm xmlns:a="http://schemas.openxmlformats.org/drawingml/2006/main">
            <a:off x="8086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4" name="diagram-line-177">
            <a:extLst xmlns:a="http://schemas.openxmlformats.org/drawingml/2006/main">
              <a:ext uri="{FF2B5EF4-FFF2-40B4-BE49-F238E27FC236}">
                <a16:creationId xmlns:a16="http://schemas.microsoft.com/office/drawing/2014/main" id="{C93CED50-95AA-4BBC-BC6C-1F4AEAEB6D8D}"/>
              </a:ext>
            </a:extLst>
          </p:cNvPr>
          <p:cNvSpPr>
            <a:spLocks xmlns:a="http://schemas.openxmlformats.org/drawingml/2006/main" noGrp="1"/>
          </p:cNvSpPr>
          <p:nvPr/>
        </p:nvSpPr>
        <p:spPr>
          <a:xfrm xmlns:a="http://schemas.openxmlformats.org/drawingml/2006/main">
            <a:off x="7972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5" name="diagram-line-178">
            <a:extLst xmlns:a="http://schemas.openxmlformats.org/drawingml/2006/main">
              <a:ext uri="{FF2B5EF4-FFF2-40B4-BE49-F238E27FC236}">
                <a16:creationId xmlns:a16="http://schemas.microsoft.com/office/drawing/2014/main" id="{C1ADFAAA-7E3F-4306-9C6F-D876199EDCBF}"/>
              </a:ext>
            </a:extLst>
          </p:cNvPr>
          <p:cNvSpPr>
            <a:spLocks xmlns:a="http://schemas.openxmlformats.org/drawingml/2006/main" noGrp="1"/>
          </p:cNvSpPr>
          <p:nvPr/>
        </p:nvSpPr>
        <p:spPr>
          <a:xfrm xmlns:a="http://schemas.openxmlformats.org/drawingml/2006/main">
            <a:off x="7858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6" name="diagram-line-179">
            <a:extLst xmlns:a="http://schemas.openxmlformats.org/drawingml/2006/main">
              <a:ext uri="{FF2B5EF4-FFF2-40B4-BE49-F238E27FC236}">
                <a16:creationId xmlns:a16="http://schemas.microsoft.com/office/drawing/2014/main" id="{56E2F64D-E13B-4A54-A91E-D21A432069BF}"/>
              </a:ext>
            </a:extLst>
          </p:cNvPr>
          <p:cNvSpPr>
            <a:spLocks xmlns:a="http://schemas.openxmlformats.org/drawingml/2006/main" noGrp="1"/>
          </p:cNvSpPr>
          <p:nvPr/>
        </p:nvSpPr>
        <p:spPr>
          <a:xfrm xmlns:a="http://schemas.openxmlformats.org/drawingml/2006/main">
            <a:off x="7743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7" name="diagram-line-180">
            <a:extLst xmlns:a="http://schemas.openxmlformats.org/drawingml/2006/main">
              <a:ext uri="{FF2B5EF4-FFF2-40B4-BE49-F238E27FC236}">
                <a16:creationId xmlns:a16="http://schemas.microsoft.com/office/drawing/2014/main" id="{66CA0E27-B7CD-405E-9774-4959AF7C1384}"/>
              </a:ext>
            </a:extLst>
          </p:cNvPr>
          <p:cNvSpPr>
            <a:spLocks xmlns:a="http://schemas.openxmlformats.org/drawingml/2006/main" noGrp="1"/>
          </p:cNvSpPr>
          <p:nvPr/>
        </p:nvSpPr>
        <p:spPr>
          <a:xfrm xmlns:a="http://schemas.openxmlformats.org/drawingml/2006/main">
            <a:off x="7629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8" name="diagram-line-181">
            <a:extLst xmlns:a="http://schemas.openxmlformats.org/drawingml/2006/main">
              <a:ext uri="{FF2B5EF4-FFF2-40B4-BE49-F238E27FC236}">
                <a16:creationId xmlns:a16="http://schemas.microsoft.com/office/drawing/2014/main" id="{102FA8AF-75F1-4EBD-A282-7588B9964AB2}"/>
              </a:ext>
            </a:extLst>
          </p:cNvPr>
          <p:cNvSpPr>
            <a:spLocks xmlns:a="http://schemas.openxmlformats.org/drawingml/2006/main" noGrp="1"/>
          </p:cNvSpPr>
          <p:nvPr/>
        </p:nvSpPr>
        <p:spPr>
          <a:xfrm xmlns:a="http://schemas.openxmlformats.org/drawingml/2006/main">
            <a:off x="7515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9" name="diagram-line-182">
            <a:extLst xmlns:a="http://schemas.openxmlformats.org/drawingml/2006/main">
              <a:ext uri="{FF2B5EF4-FFF2-40B4-BE49-F238E27FC236}">
                <a16:creationId xmlns:a16="http://schemas.microsoft.com/office/drawing/2014/main" id="{D949F6BE-7B67-4A8A-A93A-B0AA2D390B40}"/>
              </a:ext>
            </a:extLst>
          </p:cNvPr>
          <p:cNvSpPr>
            <a:spLocks xmlns:a="http://schemas.openxmlformats.org/drawingml/2006/main" noGrp="1"/>
          </p:cNvSpPr>
          <p:nvPr/>
        </p:nvSpPr>
        <p:spPr>
          <a:xfrm xmlns:a="http://schemas.openxmlformats.org/drawingml/2006/main">
            <a:off x="7400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0" name="diagram-line-183">
            <a:extLst xmlns:a="http://schemas.openxmlformats.org/drawingml/2006/main">
              <a:ext uri="{FF2B5EF4-FFF2-40B4-BE49-F238E27FC236}">
                <a16:creationId xmlns:a16="http://schemas.microsoft.com/office/drawing/2014/main" id="{1C8CA1AD-348C-46C0-8252-D4E3B5DF7810}"/>
              </a:ext>
            </a:extLst>
          </p:cNvPr>
          <p:cNvSpPr>
            <a:spLocks xmlns:a="http://schemas.openxmlformats.org/drawingml/2006/main" noGrp="1"/>
          </p:cNvSpPr>
          <p:nvPr/>
        </p:nvSpPr>
        <p:spPr>
          <a:xfrm xmlns:a="http://schemas.openxmlformats.org/drawingml/2006/main">
            <a:off x="7286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1" name="diagram-line-184">
            <a:extLst xmlns:a="http://schemas.openxmlformats.org/drawingml/2006/main">
              <a:ext uri="{FF2B5EF4-FFF2-40B4-BE49-F238E27FC236}">
                <a16:creationId xmlns:a16="http://schemas.microsoft.com/office/drawing/2014/main" id="{FDE35BAE-A89D-4E09-B7B7-ADF310970B01}"/>
              </a:ext>
            </a:extLst>
          </p:cNvPr>
          <p:cNvSpPr>
            <a:spLocks xmlns:a="http://schemas.openxmlformats.org/drawingml/2006/main" noGrp="1"/>
          </p:cNvSpPr>
          <p:nvPr/>
        </p:nvSpPr>
        <p:spPr>
          <a:xfrm xmlns:a="http://schemas.openxmlformats.org/drawingml/2006/main">
            <a:off x="7172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2" name="diagram-line-185">
            <a:extLst xmlns:a="http://schemas.openxmlformats.org/drawingml/2006/main">
              <a:ext uri="{FF2B5EF4-FFF2-40B4-BE49-F238E27FC236}">
                <a16:creationId xmlns:a16="http://schemas.microsoft.com/office/drawing/2014/main" id="{0FD3232D-FE9F-4403-A924-5D8143EE460A}"/>
              </a:ext>
            </a:extLst>
          </p:cNvPr>
          <p:cNvSpPr>
            <a:spLocks xmlns:a="http://schemas.openxmlformats.org/drawingml/2006/main" noGrp="1"/>
          </p:cNvSpPr>
          <p:nvPr/>
        </p:nvSpPr>
        <p:spPr>
          <a:xfrm xmlns:a="http://schemas.openxmlformats.org/drawingml/2006/main">
            <a:off x="7058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3" name="diagram-line-186">
            <a:extLst xmlns:a="http://schemas.openxmlformats.org/drawingml/2006/main">
              <a:ext uri="{FF2B5EF4-FFF2-40B4-BE49-F238E27FC236}">
                <a16:creationId xmlns:a16="http://schemas.microsoft.com/office/drawing/2014/main" id="{FA7DC1B5-AD60-44D7-A9F2-7F8F31FA921B}"/>
              </a:ext>
            </a:extLst>
          </p:cNvPr>
          <p:cNvSpPr>
            <a:spLocks xmlns:a="http://schemas.openxmlformats.org/drawingml/2006/main" noGrp="1"/>
          </p:cNvSpPr>
          <p:nvPr/>
        </p:nvSpPr>
        <p:spPr>
          <a:xfrm xmlns:a="http://schemas.openxmlformats.org/drawingml/2006/main">
            <a:off x="6943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4" name="diagram-line-187">
            <a:extLst xmlns:a="http://schemas.openxmlformats.org/drawingml/2006/main">
              <a:ext uri="{FF2B5EF4-FFF2-40B4-BE49-F238E27FC236}">
                <a16:creationId xmlns:a16="http://schemas.microsoft.com/office/drawing/2014/main" id="{B575AC49-93A3-4AD7-A6CD-7EC798B1B47B}"/>
              </a:ext>
            </a:extLst>
          </p:cNvPr>
          <p:cNvSpPr>
            <a:spLocks xmlns:a="http://schemas.openxmlformats.org/drawingml/2006/main" noGrp="1"/>
          </p:cNvSpPr>
          <p:nvPr/>
        </p:nvSpPr>
        <p:spPr>
          <a:xfrm xmlns:a="http://schemas.openxmlformats.org/drawingml/2006/main">
            <a:off x="6829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5" name="diagram-line-188">
            <a:extLst xmlns:a="http://schemas.openxmlformats.org/drawingml/2006/main">
              <a:ext uri="{FF2B5EF4-FFF2-40B4-BE49-F238E27FC236}">
                <a16:creationId xmlns:a16="http://schemas.microsoft.com/office/drawing/2014/main" id="{091D0176-F0F1-49C8-B52C-4402FD900F19}"/>
              </a:ext>
            </a:extLst>
          </p:cNvPr>
          <p:cNvSpPr>
            <a:spLocks xmlns:a="http://schemas.openxmlformats.org/drawingml/2006/main" noGrp="1"/>
          </p:cNvSpPr>
          <p:nvPr/>
        </p:nvSpPr>
        <p:spPr>
          <a:xfrm xmlns:a="http://schemas.openxmlformats.org/drawingml/2006/main">
            <a:off x="6715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6" name="diagram-line-189">
            <a:extLst xmlns:a="http://schemas.openxmlformats.org/drawingml/2006/main">
              <a:ext uri="{FF2B5EF4-FFF2-40B4-BE49-F238E27FC236}">
                <a16:creationId xmlns:a16="http://schemas.microsoft.com/office/drawing/2014/main" id="{8F84B069-1415-4452-8EB1-650CCD743F41}"/>
              </a:ext>
            </a:extLst>
          </p:cNvPr>
          <p:cNvSpPr>
            <a:spLocks xmlns:a="http://schemas.openxmlformats.org/drawingml/2006/main" noGrp="1"/>
          </p:cNvSpPr>
          <p:nvPr/>
        </p:nvSpPr>
        <p:spPr>
          <a:xfrm xmlns:a="http://schemas.openxmlformats.org/drawingml/2006/main">
            <a:off x="6600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7" name="diagram-line-190">
            <a:extLst xmlns:a="http://schemas.openxmlformats.org/drawingml/2006/main">
              <a:ext uri="{FF2B5EF4-FFF2-40B4-BE49-F238E27FC236}">
                <a16:creationId xmlns:a16="http://schemas.microsoft.com/office/drawing/2014/main" id="{781C9FAF-0543-43B1-AAA7-5B4F99E372D1}"/>
              </a:ext>
            </a:extLst>
          </p:cNvPr>
          <p:cNvSpPr>
            <a:spLocks xmlns:a="http://schemas.openxmlformats.org/drawingml/2006/main" noGrp="1"/>
          </p:cNvSpPr>
          <p:nvPr/>
        </p:nvSpPr>
        <p:spPr>
          <a:xfrm xmlns:a="http://schemas.openxmlformats.org/drawingml/2006/main">
            <a:off x="6486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8" name="diagram-line-191">
            <a:extLst xmlns:a="http://schemas.openxmlformats.org/drawingml/2006/main">
              <a:ext uri="{FF2B5EF4-FFF2-40B4-BE49-F238E27FC236}">
                <a16:creationId xmlns:a16="http://schemas.microsoft.com/office/drawing/2014/main" id="{FA57E4D7-B83E-49E2-8C08-C73F73195493}"/>
              </a:ext>
            </a:extLst>
          </p:cNvPr>
          <p:cNvSpPr>
            <a:spLocks xmlns:a="http://schemas.openxmlformats.org/drawingml/2006/main" noGrp="1"/>
          </p:cNvSpPr>
          <p:nvPr/>
        </p:nvSpPr>
        <p:spPr>
          <a:xfrm xmlns:a="http://schemas.openxmlformats.org/drawingml/2006/main">
            <a:off x="6372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9" name="diagram-line-192">
            <a:extLst xmlns:a="http://schemas.openxmlformats.org/drawingml/2006/main">
              <a:ext uri="{FF2B5EF4-FFF2-40B4-BE49-F238E27FC236}">
                <a16:creationId xmlns:a16="http://schemas.microsoft.com/office/drawing/2014/main" id="{BC88AB9E-E764-4B2C-AEE8-B18C7E8BEEA3}"/>
              </a:ext>
            </a:extLst>
          </p:cNvPr>
          <p:cNvSpPr>
            <a:spLocks xmlns:a="http://schemas.openxmlformats.org/drawingml/2006/main" noGrp="1"/>
          </p:cNvSpPr>
          <p:nvPr/>
        </p:nvSpPr>
        <p:spPr>
          <a:xfrm xmlns:a="http://schemas.openxmlformats.org/drawingml/2006/main">
            <a:off x="6257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0" name="diagram-line-193">
            <a:extLst xmlns:a="http://schemas.openxmlformats.org/drawingml/2006/main">
              <a:ext uri="{FF2B5EF4-FFF2-40B4-BE49-F238E27FC236}">
                <a16:creationId xmlns:a16="http://schemas.microsoft.com/office/drawing/2014/main" id="{981C1BD5-A4B8-46CB-A71E-E7EE4030C07A}"/>
              </a:ext>
            </a:extLst>
          </p:cNvPr>
          <p:cNvSpPr>
            <a:spLocks xmlns:a="http://schemas.openxmlformats.org/drawingml/2006/main" noGrp="1"/>
          </p:cNvSpPr>
          <p:nvPr/>
        </p:nvSpPr>
        <p:spPr>
          <a:xfrm xmlns:a="http://schemas.openxmlformats.org/drawingml/2006/main">
            <a:off x="6143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1" name="diagram-line-194">
            <a:extLst xmlns:a="http://schemas.openxmlformats.org/drawingml/2006/main">
              <a:ext uri="{FF2B5EF4-FFF2-40B4-BE49-F238E27FC236}">
                <a16:creationId xmlns:a16="http://schemas.microsoft.com/office/drawing/2014/main" id="{AFD62B9A-4DD8-4B4E-88F5-0748D959B707}"/>
              </a:ext>
            </a:extLst>
          </p:cNvPr>
          <p:cNvSpPr>
            <a:spLocks xmlns:a="http://schemas.openxmlformats.org/drawingml/2006/main" noGrp="1"/>
          </p:cNvSpPr>
          <p:nvPr/>
        </p:nvSpPr>
        <p:spPr>
          <a:xfrm xmlns:a="http://schemas.openxmlformats.org/drawingml/2006/main">
            <a:off x="6029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2" name="diagram-line-195">
            <a:extLst xmlns:a="http://schemas.openxmlformats.org/drawingml/2006/main">
              <a:ext uri="{FF2B5EF4-FFF2-40B4-BE49-F238E27FC236}">
                <a16:creationId xmlns:a16="http://schemas.microsoft.com/office/drawing/2014/main" id="{B13CBF12-1ABD-4E6F-8311-A3AABC0661AE}"/>
              </a:ext>
            </a:extLst>
          </p:cNvPr>
          <p:cNvSpPr>
            <a:spLocks xmlns:a="http://schemas.openxmlformats.org/drawingml/2006/main" noGrp="1"/>
          </p:cNvSpPr>
          <p:nvPr/>
        </p:nvSpPr>
        <p:spPr>
          <a:xfrm xmlns:a="http://schemas.openxmlformats.org/drawingml/2006/main">
            <a:off x="5915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3" name="diagram-line-196">
            <a:extLst xmlns:a="http://schemas.openxmlformats.org/drawingml/2006/main">
              <a:ext uri="{FF2B5EF4-FFF2-40B4-BE49-F238E27FC236}">
                <a16:creationId xmlns:a16="http://schemas.microsoft.com/office/drawing/2014/main" id="{B10E062B-31EC-47F7-A801-4AB1D715D2B0}"/>
              </a:ext>
            </a:extLst>
          </p:cNvPr>
          <p:cNvSpPr>
            <a:spLocks xmlns:a="http://schemas.openxmlformats.org/drawingml/2006/main" noGrp="1"/>
          </p:cNvSpPr>
          <p:nvPr/>
        </p:nvSpPr>
        <p:spPr>
          <a:xfrm xmlns:a="http://schemas.openxmlformats.org/drawingml/2006/main">
            <a:off x="5800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4" name="diagram-line-197">
            <a:extLst xmlns:a="http://schemas.openxmlformats.org/drawingml/2006/main">
              <a:ext uri="{FF2B5EF4-FFF2-40B4-BE49-F238E27FC236}">
                <a16:creationId xmlns:a16="http://schemas.microsoft.com/office/drawing/2014/main" id="{D4672914-C85D-49C9-BCAE-8F36C80FB5BC}"/>
              </a:ext>
            </a:extLst>
          </p:cNvPr>
          <p:cNvSpPr>
            <a:spLocks xmlns:a="http://schemas.openxmlformats.org/drawingml/2006/main" noGrp="1"/>
          </p:cNvSpPr>
          <p:nvPr/>
        </p:nvSpPr>
        <p:spPr>
          <a:xfrm xmlns:a="http://schemas.openxmlformats.org/drawingml/2006/main">
            <a:off x="5686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5" name="diagram-line-198">
            <a:extLst xmlns:a="http://schemas.openxmlformats.org/drawingml/2006/main">
              <a:ext uri="{FF2B5EF4-FFF2-40B4-BE49-F238E27FC236}">
                <a16:creationId xmlns:a16="http://schemas.microsoft.com/office/drawing/2014/main" id="{0ABC0FE5-6D12-4EDF-9A6B-8B7D1D15E068}"/>
              </a:ext>
            </a:extLst>
          </p:cNvPr>
          <p:cNvSpPr>
            <a:spLocks xmlns:a="http://schemas.openxmlformats.org/drawingml/2006/main" noGrp="1"/>
          </p:cNvSpPr>
          <p:nvPr/>
        </p:nvSpPr>
        <p:spPr>
          <a:xfrm xmlns:a="http://schemas.openxmlformats.org/drawingml/2006/main">
            <a:off x="5572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6" name="diagram-line-199">
            <a:extLst xmlns:a="http://schemas.openxmlformats.org/drawingml/2006/main">
              <a:ext uri="{FF2B5EF4-FFF2-40B4-BE49-F238E27FC236}">
                <a16:creationId xmlns:a16="http://schemas.microsoft.com/office/drawing/2014/main" id="{88849332-9A2A-4C3D-A9EE-9EACC2BF1CCF}"/>
              </a:ext>
            </a:extLst>
          </p:cNvPr>
          <p:cNvSpPr>
            <a:spLocks xmlns:a="http://schemas.openxmlformats.org/drawingml/2006/main" noGrp="1"/>
          </p:cNvSpPr>
          <p:nvPr/>
        </p:nvSpPr>
        <p:spPr>
          <a:xfrm xmlns:a="http://schemas.openxmlformats.org/drawingml/2006/main">
            <a:off x="5457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7" name="diagram-line-200">
            <a:extLst xmlns:a="http://schemas.openxmlformats.org/drawingml/2006/main">
              <a:ext uri="{FF2B5EF4-FFF2-40B4-BE49-F238E27FC236}">
                <a16:creationId xmlns:a16="http://schemas.microsoft.com/office/drawing/2014/main" id="{FDD5482A-7657-4923-A9C2-B85FD74F6161}"/>
              </a:ext>
            </a:extLst>
          </p:cNvPr>
          <p:cNvSpPr>
            <a:spLocks xmlns:a="http://schemas.openxmlformats.org/drawingml/2006/main" noGrp="1"/>
          </p:cNvSpPr>
          <p:nvPr/>
        </p:nvSpPr>
        <p:spPr>
          <a:xfrm xmlns:a="http://schemas.openxmlformats.org/drawingml/2006/main">
            <a:off x="5343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8" name="diagram-line-201">
            <a:extLst xmlns:a="http://schemas.openxmlformats.org/drawingml/2006/main">
              <a:ext uri="{FF2B5EF4-FFF2-40B4-BE49-F238E27FC236}">
                <a16:creationId xmlns:a16="http://schemas.microsoft.com/office/drawing/2014/main" id="{BC5C9120-CD69-4143-B25B-32BBA09D7BF7}"/>
              </a:ext>
            </a:extLst>
          </p:cNvPr>
          <p:cNvSpPr>
            <a:spLocks xmlns:a="http://schemas.openxmlformats.org/drawingml/2006/main" noGrp="1"/>
          </p:cNvSpPr>
          <p:nvPr/>
        </p:nvSpPr>
        <p:spPr>
          <a:xfrm xmlns:a="http://schemas.openxmlformats.org/drawingml/2006/main">
            <a:off x="5229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9" name="diagram-line-202">
            <a:extLst xmlns:a="http://schemas.openxmlformats.org/drawingml/2006/main">
              <a:ext uri="{FF2B5EF4-FFF2-40B4-BE49-F238E27FC236}">
                <a16:creationId xmlns:a16="http://schemas.microsoft.com/office/drawing/2014/main" id="{9BF5C75B-6334-4A90-BAAC-E124466EA18D}"/>
              </a:ext>
            </a:extLst>
          </p:cNvPr>
          <p:cNvSpPr>
            <a:spLocks xmlns:a="http://schemas.openxmlformats.org/drawingml/2006/main" noGrp="1"/>
          </p:cNvSpPr>
          <p:nvPr/>
        </p:nvSpPr>
        <p:spPr>
          <a:xfrm xmlns:a="http://schemas.openxmlformats.org/drawingml/2006/main">
            <a:off x="5114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0" name="diagram-line-203">
            <a:extLst xmlns:a="http://schemas.openxmlformats.org/drawingml/2006/main">
              <a:ext uri="{FF2B5EF4-FFF2-40B4-BE49-F238E27FC236}">
                <a16:creationId xmlns:a16="http://schemas.microsoft.com/office/drawing/2014/main" id="{F30A86DE-B980-4F60-B35B-BAE73C32B98D}"/>
              </a:ext>
            </a:extLst>
          </p:cNvPr>
          <p:cNvSpPr>
            <a:spLocks xmlns:a="http://schemas.openxmlformats.org/drawingml/2006/main" noGrp="1"/>
          </p:cNvSpPr>
          <p:nvPr/>
        </p:nvSpPr>
        <p:spPr>
          <a:xfrm xmlns:a="http://schemas.openxmlformats.org/drawingml/2006/main">
            <a:off x="5000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1" name="diagram-line-204">
            <a:extLst xmlns:a="http://schemas.openxmlformats.org/drawingml/2006/main">
              <a:ext uri="{FF2B5EF4-FFF2-40B4-BE49-F238E27FC236}">
                <a16:creationId xmlns:a16="http://schemas.microsoft.com/office/drawing/2014/main" id="{96104F34-C17F-469C-9048-BBD6CCDC1A0F}"/>
              </a:ext>
            </a:extLst>
          </p:cNvPr>
          <p:cNvSpPr>
            <a:spLocks xmlns:a="http://schemas.openxmlformats.org/drawingml/2006/main" noGrp="1"/>
          </p:cNvSpPr>
          <p:nvPr/>
        </p:nvSpPr>
        <p:spPr>
          <a:xfrm xmlns:a="http://schemas.openxmlformats.org/drawingml/2006/main">
            <a:off x="4886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2" name="diagram-line-205">
            <a:extLst xmlns:a="http://schemas.openxmlformats.org/drawingml/2006/main">
              <a:ext uri="{FF2B5EF4-FFF2-40B4-BE49-F238E27FC236}">
                <a16:creationId xmlns:a16="http://schemas.microsoft.com/office/drawing/2014/main" id="{465DE3C3-A55F-4035-8C35-EE84396DEDAA}"/>
              </a:ext>
            </a:extLst>
          </p:cNvPr>
          <p:cNvSpPr>
            <a:spLocks xmlns:a="http://schemas.openxmlformats.org/drawingml/2006/main" noGrp="1"/>
          </p:cNvSpPr>
          <p:nvPr/>
        </p:nvSpPr>
        <p:spPr>
          <a:xfrm xmlns:a="http://schemas.openxmlformats.org/drawingml/2006/main">
            <a:off x="4772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3" name="diagram-line-206">
            <a:extLst xmlns:a="http://schemas.openxmlformats.org/drawingml/2006/main">
              <a:ext uri="{FF2B5EF4-FFF2-40B4-BE49-F238E27FC236}">
                <a16:creationId xmlns:a16="http://schemas.microsoft.com/office/drawing/2014/main" id="{03808EAE-C6ED-4807-9ADE-C385C0750AA7}"/>
              </a:ext>
            </a:extLst>
          </p:cNvPr>
          <p:cNvSpPr>
            <a:spLocks xmlns:a="http://schemas.openxmlformats.org/drawingml/2006/main" noGrp="1"/>
          </p:cNvSpPr>
          <p:nvPr/>
        </p:nvSpPr>
        <p:spPr>
          <a:xfrm xmlns:a="http://schemas.openxmlformats.org/drawingml/2006/main">
            <a:off x="4657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4" name="diagram-line-207">
            <a:extLst xmlns:a="http://schemas.openxmlformats.org/drawingml/2006/main">
              <a:ext uri="{FF2B5EF4-FFF2-40B4-BE49-F238E27FC236}">
                <a16:creationId xmlns:a16="http://schemas.microsoft.com/office/drawing/2014/main" id="{17D3813B-68CF-49D2-AAE7-C4DF5C9B05E7}"/>
              </a:ext>
            </a:extLst>
          </p:cNvPr>
          <p:cNvSpPr>
            <a:spLocks xmlns:a="http://schemas.openxmlformats.org/drawingml/2006/main" noGrp="1"/>
          </p:cNvSpPr>
          <p:nvPr/>
        </p:nvSpPr>
        <p:spPr>
          <a:xfrm xmlns:a="http://schemas.openxmlformats.org/drawingml/2006/main">
            <a:off x="4543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5" name="diagram-line-208">
            <a:extLst xmlns:a="http://schemas.openxmlformats.org/drawingml/2006/main">
              <a:ext uri="{FF2B5EF4-FFF2-40B4-BE49-F238E27FC236}">
                <a16:creationId xmlns:a16="http://schemas.microsoft.com/office/drawing/2014/main" id="{58843A38-69D0-4FF3-94C1-EFEDC20EB295}"/>
              </a:ext>
            </a:extLst>
          </p:cNvPr>
          <p:cNvSpPr>
            <a:spLocks xmlns:a="http://schemas.openxmlformats.org/drawingml/2006/main" noGrp="1"/>
          </p:cNvSpPr>
          <p:nvPr/>
        </p:nvSpPr>
        <p:spPr>
          <a:xfrm xmlns:a="http://schemas.openxmlformats.org/drawingml/2006/main">
            <a:off x="4429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6" name="diagram-line-209">
            <a:extLst xmlns:a="http://schemas.openxmlformats.org/drawingml/2006/main">
              <a:ext uri="{FF2B5EF4-FFF2-40B4-BE49-F238E27FC236}">
                <a16:creationId xmlns:a16="http://schemas.microsoft.com/office/drawing/2014/main" id="{C948F52F-22AE-49ED-B9CA-A9904129D1D7}"/>
              </a:ext>
            </a:extLst>
          </p:cNvPr>
          <p:cNvSpPr>
            <a:spLocks xmlns:a="http://schemas.openxmlformats.org/drawingml/2006/main" noGrp="1"/>
          </p:cNvSpPr>
          <p:nvPr/>
        </p:nvSpPr>
        <p:spPr>
          <a:xfrm xmlns:a="http://schemas.openxmlformats.org/drawingml/2006/main">
            <a:off x="4314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7" name="diagram-line-210">
            <a:extLst xmlns:a="http://schemas.openxmlformats.org/drawingml/2006/main">
              <a:ext uri="{FF2B5EF4-FFF2-40B4-BE49-F238E27FC236}">
                <a16:creationId xmlns:a16="http://schemas.microsoft.com/office/drawing/2014/main" id="{338573B7-A5B7-4033-BBD4-ADC6B45AB4B5}"/>
              </a:ext>
            </a:extLst>
          </p:cNvPr>
          <p:cNvSpPr>
            <a:spLocks xmlns:a="http://schemas.openxmlformats.org/drawingml/2006/main" noGrp="1"/>
          </p:cNvSpPr>
          <p:nvPr/>
        </p:nvSpPr>
        <p:spPr>
          <a:xfrm xmlns:a="http://schemas.openxmlformats.org/drawingml/2006/main">
            <a:off x="4200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8" name="diagram-line-211">
            <a:extLst xmlns:a="http://schemas.openxmlformats.org/drawingml/2006/main">
              <a:ext uri="{FF2B5EF4-FFF2-40B4-BE49-F238E27FC236}">
                <a16:creationId xmlns:a16="http://schemas.microsoft.com/office/drawing/2014/main" id="{06359222-49A6-4DAF-BCB3-69EE812305AD}"/>
              </a:ext>
            </a:extLst>
          </p:cNvPr>
          <p:cNvSpPr>
            <a:spLocks xmlns:a="http://schemas.openxmlformats.org/drawingml/2006/main" noGrp="1"/>
          </p:cNvSpPr>
          <p:nvPr/>
        </p:nvSpPr>
        <p:spPr>
          <a:xfrm xmlns:a="http://schemas.openxmlformats.org/drawingml/2006/main">
            <a:off x="4086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9" name="diagram-line-212">
            <a:extLst xmlns:a="http://schemas.openxmlformats.org/drawingml/2006/main">
              <a:ext uri="{FF2B5EF4-FFF2-40B4-BE49-F238E27FC236}">
                <a16:creationId xmlns:a16="http://schemas.microsoft.com/office/drawing/2014/main" id="{5FFB111E-B7A2-405A-AC70-8DEB0D240340}"/>
              </a:ext>
            </a:extLst>
          </p:cNvPr>
          <p:cNvSpPr>
            <a:spLocks xmlns:a="http://schemas.openxmlformats.org/drawingml/2006/main" noGrp="1"/>
          </p:cNvSpPr>
          <p:nvPr/>
        </p:nvSpPr>
        <p:spPr>
          <a:xfrm xmlns:a="http://schemas.openxmlformats.org/drawingml/2006/main">
            <a:off x="3971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0" name="diagram-line-213">
            <a:extLst xmlns:a="http://schemas.openxmlformats.org/drawingml/2006/main">
              <a:ext uri="{FF2B5EF4-FFF2-40B4-BE49-F238E27FC236}">
                <a16:creationId xmlns:a16="http://schemas.microsoft.com/office/drawing/2014/main" id="{ECBE64B2-2F35-4FC1-8A5A-A6F5C766E6B6}"/>
              </a:ext>
            </a:extLst>
          </p:cNvPr>
          <p:cNvSpPr>
            <a:spLocks xmlns:a="http://schemas.openxmlformats.org/drawingml/2006/main" noGrp="1"/>
          </p:cNvSpPr>
          <p:nvPr/>
        </p:nvSpPr>
        <p:spPr>
          <a:xfrm xmlns:a="http://schemas.openxmlformats.org/drawingml/2006/main">
            <a:off x="3857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1" name="diagram-line-214">
            <a:extLst xmlns:a="http://schemas.openxmlformats.org/drawingml/2006/main">
              <a:ext uri="{FF2B5EF4-FFF2-40B4-BE49-F238E27FC236}">
                <a16:creationId xmlns:a16="http://schemas.microsoft.com/office/drawing/2014/main" id="{AB833A72-5721-44AA-B0C8-0BE6C87F5D22}"/>
              </a:ext>
            </a:extLst>
          </p:cNvPr>
          <p:cNvSpPr>
            <a:spLocks xmlns:a="http://schemas.openxmlformats.org/drawingml/2006/main" noGrp="1"/>
          </p:cNvSpPr>
          <p:nvPr/>
        </p:nvSpPr>
        <p:spPr>
          <a:xfrm xmlns:a="http://schemas.openxmlformats.org/drawingml/2006/main">
            <a:off x="38100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2" name="diagram-line-215">
            <a:extLst xmlns:a="http://schemas.openxmlformats.org/drawingml/2006/main">
              <a:ext uri="{FF2B5EF4-FFF2-40B4-BE49-F238E27FC236}">
                <a16:creationId xmlns:a16="http://schemas.microsoft.com/office/drawing/2014/main" id="{C8EAF7E1-384E-47BC-9619-6F8C5F577BA3}"/>
              </a:ext>
            </a:extLst>
          </p:cNvPr>
          <p:cNvSpPr>
            <a:spLocks xmlns:a="http://schemas.openxmlformats.org/drawingml/2006/main" noGrp="1"/>
          </p:cNvSpPr>
          <p:nvPr/>
        </p:nvSpPr>
        <p:spPr>
          <a:xfrm xmlns:a="http://schemas.openxmlformats.org/drawingml/2006/main">
            <a:off x="38100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3" name="diagram-line-216">
            <a:extLst xmlns:a="http://schemas.openxmlformats.org/drawingml/2006/main">
              <a:ext uri="{FF2B5EF4-FFF2-40B4-BE49-F238E27FC236}">
                <a16:creationId xmlns:a16="http://schemas.microsoft.com/office/drawing/2014/main" id="{417E9AC2-D41C-447F-95ED-6209874706B2}"/>
              </a:ext>
            </a:extLst>
          </p:cNvPr>
          <p:cNvSpPr>
            <a:spLocks xmlns:a="http://schemas.openxmlformats.org/drawingml/2006/main" noGrp="1"/>
          </p:cNvSpPr>
          <p:nvPr/>
        </p:nvSpPr>
        <p:spPr>
          <a:xfrm xmlns:a="http://schemas.openxmlformats.org/drawingml/2006/main">
            <a:off x="38100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4" name="diagram-line-217">
            <a:extLst xmlns:a="http://schemas.openxmlformats.org/drawingml/2006/main">
              <a:ext uri="{FF2B5EF4-FFF2-40B4-BE49-F238E27FC236}">
                <a16:creationId xmlns:a16="http://schemas.microsoft.com/office/drawing/2014/main" id="{06A34FC2-3FAA-4848-95B5-DE37983C25EC}"/>
              </a:ext>
            </a:extLst>
          </p:cNvPr>
          <p:cNvSpPr>
            <a:spLocks xmlns:a="http://schemas.openxmlformats.org/drawingml/2006/main" noGrp="1"/>
          </p:cNvSpPr>
          <p:nvPr/>
        </p:nvSpPr>
        <p:spPr>
          <a:xfrm xmlns:a="http://schemas.openxmlformats.org/drawingml/2006/main">
            <a:off x="38100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5" name="diagram-line-218">
            <a:extLst xmlns:a="http://schemas.openxmlformats.org/drawingml/2006/main">
              <a:ext uri="{FF2B5EF4-FFF2-40B4-BE49-F238E27FC236}">
                <a16:creationId xmlns:a16="http://schemas.microsoft.com/office/drawing/2014/main" id="{A5981C02-12F9-419B-9BD6-B3D72ACC5A7E}"/>
              </a:ext>
            </a:extLst>
          </p:cNvPr>
          <p:cNvSpPr>
            <a:spLocks xmlns:a="http://schemas.openxmlformats.org/drawingml/2006/main" noGrp="1"/>
          </p:cNvSpPr>
          <p:nvPr/>
        </p:nvSpPr>
        <p:spPr>
          <a:xfrm xmlns:a="http://schemas.openxmlformats.org/drawingml/2006/main">
            <a:off x="38100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36" name="diagram-poly-219">
            <a:extLst xmlns:a="http://schemas.openxmlformats.org/drawingml/2006/main">
              <a:ext uri="{FF2B5EF4-FFF2-40B4-BE49-F238E27FC236}">
                <a16:creationId xmlns:a16="http://schemas.microsoft.com/office/drawing/2014/main" id="{71EA0602-C75D-4EC3-9689-421035F2772C}"/>
              </a:ext>
            </a:extLst>
          </p:cNvPr>
          <p:cNvSpPr>
            <a:spLocks xmlns:a="http://schemas.openxmlformats.org/drawingml/2006/main" noGrp="1"/>
          </p:cNvSpPr>
          <p:nvPr/>
        </p:nvSpPr>
        <p:spPr>
          <a:xfrm xmlns:a="http://schemas.openxmlformats.org/drawingml/2006/main">
            <a:off x="3780473" y="43338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37" name="diagram-line-220">
            <a:extLst xmlns:a="http://schemas.openxmlformats.org/drawingml/2006/main">
              <a:ext uri="{FF2B5EF4-FFF2-40B4-BE49-F238E27FC236}">
                <a16:creationId xmlns:a16="http://schemas.microsoft.com/office/drawing/2014/main" id="{B279F637-62A0-4349-A3FF-C2E5C36A9AE5}"/>
              </a:ext>
            </a:extLst>
          </p:cNvPr>
          <p:cNvSpPr>
            <a:spLocks xmlns:a="http://schemas.openxmlformats.org/drawingml/2006/main" noGrp="1"/>
          </p:cNvSpPr>
          <p:nvPr/>
        </p:nvSpPr>
        <p:spPr>
          <a:xfrm xmlns:a="http://schemas.openxmlformats.org/drawingml/2006/main">
            <a:off x="106680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8" name="diagram-line-221">
            <a:extLst xmlns:a="http://schemas.openxmlformats.org/drawingml/2006/main">
              <a:ext uri="{FF2B5EF4-FFF2-40B4-BE49-F238E27FC236}">
                <a16:creationId xmlns:a16="http://schemas.microsoft.com/office/drawing/2014/main" id="{734E4AB8-D088-4AE6-92EA-A7E50AB16AF1}"/>
              </a:ext>
            </a:extLst>
          </p:cNvPr>
          <p:cNvSpPr>
            <a:spLocks xmlns:a="http://schemas.openxmlformats.org/drawingml/2006/main" noGrp="1"/>
          </p:cNvSpPr>
          <p:nvPr/>
        </p:nvSpPr>
        <p:spPr>
          <a:xfrm xmlns:a="http://schemas.openxmlformats.org/drawingml/2006/main">
            <a:off x="107823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9" name="diagram-line-222">
            <a:extLst xmlns:a="http://schemas.openxmlformats.org/drawingml/2006/main">
              <a:ext uri="{FF2B5EF4-FFF2-40B4-BE49-F238E27FC236}">
                <a16:creationId xmlns:a16="http://schemas.microsoft.com/office/drawing/2014/main" id="{4A0F3A23-8496-426B-82EA-F0066DC33361}"/>
              </a:ext>
            </a:extLst>
          </p:cNvPr>
          <p:cNvSpPr>
            <a:spLocks xmlns:a="http://schemas.openxmlformats.org/drawingml/2006/main" noGrp="1"/>
          </p:cNvSpPr>
          <p:nvPr/>
        </p:nvSpPr>
        <p:spPr>
          <a:xfrm xmlns:a="http://schemas.openxmlformats.org/drawingml/2006/main">
            <a:off x="108966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0" name="diagram-line-223">
            <a:extLst xmlns:a="http://schemas.openxmlformats.org/drawingml/2006/main">
              <a:ext uri="{FF2B5EF4-FFF2-40B4-BE49-F238E27FC236}">
                <a16:creationId xmlns:a16="http://schemas.microsoft.com/office/drawing/2014/main" id="{2199C96A-6155-45D5-B341-861AA77BA855}"/>
              </a:ext>
            </a:extLst>
          </p:cNvPr>
          <p:cNvSpPr>
            <a:spLocks xmlns:a="http://schemas.openxmlformats.org/drawingml/2006/main" noGrp="1"/>
          </p:cNvSpPr>
          <p:nvPr/>
        </p:nvSpPr>
        <p:spPr>
          <a:xfrm xmlns:a="http://schemas.openxmlformats.org/drawingml/2006/main">
            <a:off x="110109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1" name="diagram-line-224">
            <a:extLst xmlns:a="http://schemas.openxmlformats.org/drawingml/2006/main">
              <a:ext uri="{FF2B5EF4-FFF2-40B4-BE49-F238E27FC236}">
                <a16:creationId xmlns:a16="http://schemas.microsoft.com/office/drawing/2014/main" id="{A55AD9FF-AE5A-4D6C-B1CC-897707F7BD71}"/>
              </a:ext>
            </a:extLst>
          </p:cNvPr>
          <p:cNvSpPr>
            <a:spLocks xmlns:a="http://schemas.openxmlformats.org/drawingml/2006/main" noGrp="1"/>
          </p:cNvSpPr>
          <p:nvPr/>
        </p:nvSpPr>
        <p:spPr>
          <a:xfrm xmlns:a="http://schemas.openxmlformats.org/drawingml/2006/main">
            <a:off x="111252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2" name="diagram-line-225">
            <a:extLst xmlns:a="http://schemas.openxmlformats.org/drawingml/2006/main">
              <a:ext uri="{FF2B5EF4-FFF2-40B4-BE49-F238E27FC236}">
                <a16:creationId xmlns:a16="http://schemas.microsoft.com/office/drawing/2014/main" id="{DFFFD13A-FBD9-48FA-85D2-FAB594A3E358}"/>
              </a:ext>
            </a:extLst>
          </p:cNvPr>
          <p:cNvSpPr>
            <a:spLocks xmlns:a="http://schemas.openxmlformats.org/drawingml/2006/main" noGrp="1"/>
          </p:cNvSpPr>
          <p:nvPr/>
        </p:nvSpPr>
        <p:spPr>
          <a:xfrm xmlns:a="http://schemas.openxmlformats.org/drawingml/2006/main">
            <a:off x="112395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3" name="diagram-line-226">
            <a:extLst xmlns:a="http://schemas.openxmlformats.org/drawingml/2006/main">
              <a:ext uri="{FF2B5EF4-FFF2-40B4-BE49-F238E27FC236}">
                <a16:creationId xmlns:a16="http://schemas.microsoft.com/office/drawing/2014/main" id="{2F2D6055-FFEE-4E2B-98EE-DFB192684DD0}"/>
              </a:ext>
            </a:extLst>
          </p:cNvPr>
          <p:cNvSpPr>
            <a:spLocks xmlns:a="http://schemas.openxmlformats.org/drawingml/2006/main" noGrp="1"/>
          </p:cNvSpPr>
          <p:nvPr/>
        </p:nvSpPr>
        <p:spPr>
          <a:xfrm xmlns:a="http://schemas.openxmlformats.org/drawingml/2006/main">
            <a:off x="112395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4" name="diagram-line-227">
            <a:extLst xmlns:a="http://schemas.openxmlformats.org/drawingml/2006/main">
              <a:ext uri="{FF2B5EF4-FFF2-40B4-BE49-F238E27FC236}">
                <a16:creationId xmlns:a16="http://schemas.microsoft.com/office/drawing/2014/main" id="{CB3A8ABF-1878-46BB-A6B4-46047DF61E7F}"/>
              </a:ext>
            </a:extLst>
          </p:cNvPr>
          <p:cNvSpPr>
            <a:spLocks xmlns:a="http://schemas.openxmlformats.org/drawingml/2006/main" noGrp="1"/>
          </p:cNvSpPr>
          <p:nvPr/>
        </p:nvSpPr>
        <p:spPr>
          <a:xfrm xmlns:a="http://schemas.openxmlformats.org/drawingml/2006/main">
            <a:off x="112395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5" name="diagram-line-228">
            <a:extLst xmlns:a="http://schemas.openxmlformats.org/drawingml/2006/main">
              <a:ext uri="{FF2B5EF4-FFF2-40B4-BE49-F238E27FC236}">
                <a16:creationId xmlns:a16="http://schemas.microsoft.com/office/drawing/2014/main" id="{7BB0E7D0-CE76-478D-A457-849BD46C75F4}"/>
              </a:ext>
            </a:extLst>
          </p:cNvPr>
          <p:cNvSpPr>
            <a:spLocks xmlns:a="http://schemas.openxmlformats.org/drawingml/2006/main" noGrp="1"/>
          </p:cNvSpPr>
          <p:nvPr/>
        </p:nvSpPr>
        <p:spPr>
          <a:xfrm xmlns:a="http://schemas.openxmlformats.org/drawingml/2006/main">
            <a:off x="112395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6" name="diagram-line-229">
            <a:extLst xmlns:a="http://schemas.openxmlformats.org/drawingml/2006/main">
              <a:ext uri="{FF2B5EF4-FFF2-40B4-BE49-F238E27FC236}">
                <a16:creationId xmlns:a16="http://schemas.microsoft.com/office/drawing/2014/main" id="{3842708A-C90C-4DED-8871-1BFE814ED141}"/>
              </a:ext>
            </a:extLst>
          </p:cNvPr>
          <p:cNvSpPr>
            <a:spLocks xmlns:a="http://schemas.openxmlformats.org/drawingml/2006/main" noGrp="1"/>
          </p:cNvSpPr>
          <p:nvPr/>
        </p:nvSpPr>
        <p:spPr>
          <a:xfrm xmlns:a="http://schemas.openxmlformats.org/drawingml/2006/main">
            <a:off x="112395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47" name="diagram-poly-230">
            <a:extLst xmlns:a="http://schemas.openxmlformats.org/drawingml/2006/main">
              <a:ext uri="{FF2B5EF4-FFF2-40B4-BE49-F238E27FC236}">
                <a16:creationId xmlns:a16="http://schemas.microsoft.com/office/drawing/2014/main" id="{A185C0B9-F8B3-41AF-A56F-5CCA9751C627}"/>
              </a:ext>
            </a:extLst>
          </p:cNvPr>
          <p:cNvSpPr>
            <a:spLocks xmlns:a="http://schemas.openxmlformats.org/drawingml/2006/main" noGrp="1"/>
          </p:cNvSpPr>
          <p:nvPr/>
        </p:nvSpPr>
        <p:spPr>
          <a:xfrm xmlns:a="http://schemas.openxmlformats.org/drawingml/2006/main">
            <a:off x="11209973" y="4333875"/>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48" name="revision-text-231">
            <a:extLst xmlns:a="http://schemas.openxmlformats.org/drawingml/2006/main">
              <a:ext uri="{FF2B5EF4-FFF2-40B4-BE49-F238E27FC236}">
                <a16:creationId xmlns:a16="http://schemas.microsoft.com/office/drawing/2014/main" id="{28799F87-477C-4594-A2E6-C91712F2435E}"/>
              </a:ext>
            </a:extLst>
          </p:cNvPr>
          <p:cNvSpPr>
            <a:spLocks xmlns:a="http://schemas.openxmlformats.org/drawingml/2006/main" noGrp="1"/>
          </p:cNvSpPr>
          <p:nvPr/>
        </p:nvSpPr>
        <p:spPr>
          <a:xfrm xmlns:a="http://schemas.openxmlformats.org/drawingml/2006/main">
            <a:off x="6400800" y="4819650"/>
            <a:ext cx="3971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B15F20"/>
                </a:solidFill>
                <a:latin typeface="微软雅黑"/>
                <a:ea typeface="微软雅黑"/>
                <a:cs typeface="微软雅黑"/>
              </a:defRPr>
            </a:pPr>
            <a:r>
              <a:rPr sz="1170" b="0">
                <a:solidFill>
                  <a:srgbClr val="B15F20"/>
                </a:solidFill>
                <a:latin typeface="微软雅黑"/>
                <a:ea typeface="微软雅黑"/>
                <a:cs typeface="微软雅黑"/>
              </a:rPr>
              <a:t>Actions return through node / state-machine interfaces</a:t>
            </a:r>
          </a:p>
        </p:txBody>
      </p:sp>
      <p:sp>
        <p:nvSpPr>
          <p:cNvPr id="249" name="revision-text-232">
            <a:extLst xmlns:a="http://schemas.openxmlformats.org/drawingml/2006/main">
              <a:ext uri="{FF2B5EF4-FFF2-40B4-BE49-F238E27FC236}">
                <a16:creationId xmlns:a16="http://schemas.microsoft.com/office/drawing/2014/main" id="{CE2B56A1-333E-4CEE-AD70-1A58D118DF4B}"/>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43" b="1">
                <a:solidFill>
                  <a:srgbClr val="1C3C5C"/>
                </a:solidFill>
                <a:latin typeface="微软雅黑"/>
                <a:ea typeface="微软雅黑"/>
                <a:cs typeface="微软雅黑"/>
              </a:defRPr>
            </a:pPr>
            <a:r>
              <a:rPr sz="1643" b="1">
                <a:solidFill>
                  <a:srgbClr val="1C3C5C"/>
                </a:solidFill>
                <a:latin typeface="微软雅黑"/>
                <a:ea typeface="微软雅黑"/>
                <a:cs typeface="微软雅黑"/>
              </a:rPr>
              <a:t>Resources define capability and state; workflows organize tasks and data; constraints define boundaries.</a:t>
            </a:r>
          </a:p>
        </p:txBody>
      </p:sp>
    </p:spTree>
    <p:extLst>
      <p:ext uri="{BB962C8B-B14F-4D97-AF65-F5344CB8AC3E}">
        <p14:creationId xmlns:p14="http://schemas.microsoft.com/office/powerpoint/2010/main" val="477156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415A17D-EE4C-47AA-8B32-4400C197B1D5}"/>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FAD8F13-092B-4B15-9667-A4779CD49DEC}"/>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4  Resources: capabilities and state machines</a:t>
            </a:r>
          </a:p>
        </p:txBody>
      </p:sp>
      <p:sp>
        <p:nvSpPr>
          <p:cNvPr id="6" name="TextBox 5">
            <a:extLst xmlns:a="http://schemas.openxmlformats.org/drawingml/2006/main">
              <a:ext uri="{FF2B5EF4-FFF2-40B4-BE49-F238E27FC236}">
                <a16:creationId xmlns:a16="http://schemas.microsoft.com/office/drawing/2014/main" id="{667B92BF-F20F-4679-9787-85CD4FB9BA36}"/>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6155020-D183-42FC-A4E7-1C7BB99B29E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4/10</a:t>
            </a:r>
          </a:p>
        </p:txBody>
      </p:sp>
      <p:sp>
        <p:nvSpPr>
          <p:cNvPr id="8" name="revision-text-233">
            <a:extLst xmlns:a="http://schemas.openxmlformats.org/drawingml/2006/main">
              <a:ext uri="{FF2B5EF4-FFF2-40B4-BE49-F238E27FC236}">
                <a16:creationId xmlns:a16="http://schemas.microsoft.com/office/drawing/2014/main" id="{51706622-7AF9-4183-9A00-C2336DBD687F}"/>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83" b="0">
                <a:solidFill>
                  <a:srgbClr val="152C40"/>
                </a:solidFill>
                <a:latin typeface="微软雅黑"/>
                <a:ea typeface="微软雅黑"/>
                <a:cs typeface="微软雅黑"/>
              </a:defRPr>
            </a:pPr>
            <a:r>
              <a:rPr sz="1583" b="0">
                <a:solidFill>
                  <a:srgbClr val="152C40"/>
                </a:solidFill>
                <a:latin typeface="微软雅黑"/>
                <a:ea typeface="微软雅黑"/>
                <a:cs typeface="微软雅黑"/>
              </a:rPr>
              <a:t>A device object combines its capability model with a state machine to describe what it can do and how it executes.</a:t>
            </a:r>
          </a:p>
        </p:txBody>
      </p:sp>
      <p:sp>
        <p:nvSpPr>
          <p:cNvPr id="9" name="revision-text-234">
            <a:extLst xmlns:a="http://schemas.openxmlformats.org/drawingml/2006/main">
              <a:ext uri="{FF2B5EF4-FFF2-40B4-BE49-F238E27FC236}">
                <a16:creationId xmlns:a16="http://schemas.microsoft.com/office/drawing/2014/main" id="{89FD34EC-D2A1-409F-A332-0B5BBE2C770C}"/>
              </a:ext>
            </a:extLst>
          </p:cNvPr>
          <p:cNvSpPr>
            <a:spLocks xmlns:a="http://schemas.openxmlformats.org/drawingml/2006/main" noGrp="1"/>
          </p:cNvSpPr>
          <p:nvPr/>
        </p:nvSpPr>
        <p:spPr>
          <a:xfrm xmlns:a="http://schemas.openxmlformats.org/drawingml/2006/main">
            <a:off x="619125" y="20764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10" name="revision-text-235">
            <a:extLst xmlns:a="http://schemas.openxmlformats.org/drawingml/2006/main">
              <a:ext uri="{FF2B5EF4-FFF2-40B4-BE49-F238E27FC236}">
                <a16:creationId xmlns:a16="http://schemas.microsoft.com/office/drawing/2014/main" id="{123A23C8-5AE2-4DA5-AB69-406400E8D3D8}"/>
              </a:ext>
            </a:extLst>
          </p:cNvPr>
          <p:cNvSpPr>
            <a:spLocks xmlns:a="http://schemas.openxmlformats.org/drawingml/2006/main" noGrp="1"/>
          </p:cNvSpPr>
          <p:nvPr/>
        </p:nvSpPr>
        <p:spPr>
          <a:xfrm xmlns:a="http://schemas.openxmlformats.org/drawingml/2006/main">
            <a:off x="619125" y="2533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60" b="0">
                <a:solidFill>
                  <a:srgbClr val="152C40"/>
                </a:solidFill>
                <a:latin typeface="微软雅黑"/>
                <a:ea typeface="微软雅黑"/>
                <a:cs typeface="微软雅黑"/>
              </a:defRPr>
            </a:pPr>
            <a:r>
              <a:rPr sz="1860" b="0">
                <a:solidFill>
                  <a:srgbClr val="152C40"/>
                </a:solidFill>
                <a:latin typeface="微软雅黑"/>
                <a:ea typeface="微软雅黑"/>
                <a:cs typeface="微软雅黑"/>
              </a:rPr>
              <a:t>Defines attributes, capabilities,</a:t>
            </a:r>
          </a:p>
          <a:p xmlns:a="http://schemas.openxmlformats.org/drawingml/2006/main">
            <a:pPr algn="l">
              <a:lnSpc>
                <a:spcPct val="104000"/>
              </a:lnSpc>
              <a:spcBef>
                <a:spcPts val="0"/>
              </a:spcBef>
              <a:spcAft>
                <a:spcPts val="0"/>
              </a:spcAft>
              <a:buNone/>
              <a:defRPr sz="1860" b="0">
                <a:solidFill>
                  <a:srgbClr val="152C40"/>
                </a:solidFill>
                <a:latin typeface="微软雅黑"/>
                <a:ea typeface="微软雅黑"/>
                <a:cs typeface="微软雅黑"/>
              </a:defRPr>
            </a:pPr>
            <a:r>
              <a:rPr sz="1860" b="0">
                <a:solidFill>
                  <a:srgbClr val="152C40"/>
                </a:solidFill>
                <a:latin typeface="微软雅黑"/>
                <a:ea typeface="微软雅黑"/>
                <a:cs typeface="微软雅黑"/>
              </a:rPr>
              <a:t>and operation requirements.</a:t>
            </a:r>
          </a:p>
        </p:txBody>
      </p:sp>
      <p:sp>
        <p:nvSpPr>
          <p:cNvPr id="11" name="revision-text-236">
            <a:extLst xmlns:a="http://schemas.openxmlformats.org/drawingml/2006/main">
              <a:ext uri="{FF2B5EF4-FFF2-40B4-BE49-F238E27FC236}">
                <a16:creationId xmlns:a16="http://schemas.microsoft.com/office/drawing/2014/main" id="{8BD79003-1039-4C1A-96D2-0BA58B67D901}"/>
              </a:ext>
            </a:extLst>
          </p:cNvPr>
          <p:cNvSpPr>
            <a:spLocks xmlns:a="http://schemas.openxmlformats.org/drawingml/2006/main" noGrp="1"/>
          </p:cNvSpPr>
          <p:nvPr/>
        </p:nvSpPr>
        <p:spPr>
          <a:xfrm xmlns:a="http://schemas.openxmlformats.org/drawingml/2006/main">
            <a:off x="619125" y="3305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12" name="revision-text-237">
            <a:extLst xmlns:a="http://schemas.openxmlformats.org/drawingml/2006/main">
              <a:ext uri="{FF2B5EF4-FFF2-40B4-BE49-F238E27FC236}">
                <a16:creationId xmlns:a16="http://schemas.microsoft.com/office/drawing/2014/main" id="{6629F404-2844-4AE7-BA2E-7957DDF58B06}"/>
              </a:ext>
            </a:extLst>
          </p:cNvPr>
          <p:cNvSpPr>
            <a:spLocks xmlns:a="http://schemas.openxmlformats.org/drawingml/2006/main" noGrp="1"/>
          </p:cNvSpPr>
          <p:nvPr/>
        </p:nvSpPr>
        <p:spPr>
          <a:xfrm xmlns:a="http://schemas.openxmlformats.org/drawingml/2006/main">
            <a:off x="619125" y="37623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313" b="0">
                <a:solidFill>
                  <a:srgbClr val="152C40"/>
                </a:solidFill>
                <a:latin typeface="微软雅黑"/>
                <a:ea typeface="微软雅黑"/>
                <a:cs typeface="微软雅黑"/>
              </a:defRPr>
            </a:pPr>
            <a:r>
              <a:rPr sz="1313" b="0">
                <a:solidFill>
                  <a:srgbClr val="152C40"/>
                </a:solidFill>
                <a:latin typeface="微软雅黑"/>
                <a:ea typeface="微软雅黑"/>
                <a:cs typeface="微软雅黑"/>
              </a:rPr>
              <a:t>Handles requests in the current state,</a:t>
            </a:r>
          </a:p>
          <a:p xmlns:a="http://schemas.openxmlformats.org/drawingml/2006/main">
            <a:pPr algn="l">
              <a:lnSpc>
                <a:spcPct val="104000"/>
              </a:lnSpc>
              <a:spcBef>
                <a:spcPts val="0"/>
              </a:spcBef>
              <a:spcAft>
                <a:spcPts val="0"/>
              </a:spcAft>
              <a:buNone/>
              <a:defRPr sz="1313" b="0">
                <a:solidFill>
                  <a:srgbClr val="152C40"/>
                </a:solidFill>
                <a:latin typeface="微软雅黑"/>
                <a:ea typeface="微软雅黑"/>
                <a:cs typeface="微软雅黑"/>
              </a:defRPr>
            </a:pPr>
            <a:r>
              <a:rPr sz="1313" b="0">
                <a:solidFill>
                  <a:srgbClr val="152C40"/>
                </a:solidFill>
                <a:latin typeface="微软雅黑"/>
                <a:ea typeface="微软雅黑"/>
                <a:cs typeface="微软雅黑"/>
              </a:rPr>
              <a:t>issues commands, and processes feedback.</a:t>
            </a:r>
          </a:p>
        </p:txBody>
      </p:sp>
      <p:sp>
        <p:nvSpPr>
          <p:cNvPr id="13" name="revision-text-238">
            <a:extLst xmlns:a="http://schemas.openxmlformats.org/drawingml/2006/main">
              <a:ext uri="{FF2B5EF4-FFF2-40B4-BE49-F238E27FC236}">
                <a16:creationId xmlns:a16="http://schemas.microsoft.com/office/drawing/2014/main" id="{FFFA69E3-B03D-419E-8223-D08F6402CE98}"/>
              </a:ext>
            </a:extLst>
          </p:cNvPr>
          <p:cNvSpPr>
            <a:spLocks xmlns:a="http://schemas.openxmlformats.org/drawingml/2006/main" noGrp="1"/>
          </p:cNvSpPr>
          <p:nvPr/>
        </p:nvSpPr>
        <p:spPr>
          <a:xfrm xmlns:a="http://schemas.openxmlformats.org/drawingml/2006/main">
            <a:off x="619125" y="45529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Shared entry point</a:t>
            </a:r>
          </a:p>
        </p:txBody>
      </p:sp>
      <p:sp>
        <p:nvSpPr>
          <p:cNvPr id="14" name="revision-text-239">
            <a:extLst xmlns:a="http://schemas.openxmlformats.org/drawingml/2006/main">
              <a:ext uri="{FF2B5EF4-FFF2-40B4-BE49-F238E27FC236}">
                <a16:creationId xmlns:a16="http://schemas.microsoft.com/office/drawing/2014/main" id="{C3E3E192-D3A7-4944-B63B-C6CDF1CC363B}"/>
              </a:ext>
            </a:extLst>
          </p:cNvPr>
          <p:cNvSpPr>
            <a:spLocks xmlns:a="http://schemas.openxmlformats.org/drawingml/2006/main" noGrp="1"/>
          </p:cNvSpPr>
          <p:nvPr/>
        </p:nvSpPr>
        <p:spPr>
          <a:xfrm xmlns:a="http://schemas.openxmlformats.org/drawingml/2006/main">
            <a:off x="619125" y="50101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0">
                <a:solidFill>
                  <a:srgbClr val="152C40"/>
                </a:solidFill>
                <a:latin typeface="微软雅黑"/>
                <a:ea typeface="微软雅黑"/>
                <a:cs typeface="微软雅黑"/>
              </a:defRPr>
            </a:pPr>
            <a:r>
              <a:rPr sz="1875" b="0">
                <a:solidFill>
                  <a:srgbClr val="152C40"/>
                </a:solidFill>
                <a:latin typeface="微软雅黑"/>
                <a:ea typeface="微软雅黑"/>
                <a:cs typeface="微软雅黑"/>
              </a:rPr>
              <a:t>People, workflows, and LLMs</a:t>
            </a:r>
          </a:p>
          <a:p xmlns:a="http://schemas.openxmlformats.org/drawingml/2006/main">
            <a:pPr algn="l">
              <a:lnSpc>
                <a:spcPct val="104000"/>
              </a:lnSpc>
              <a:spcBef>
                <a:spcPts val="0"/>
              </a:spcBef>
              <a:spcAft>
                <a:spcPts val="0"/>
              </a:spcAft>
              <a:buNone/>
              <a:defRPr sz="1875" b="0">
                <a:solidFill>
                  <a:srgbClr val="152C40"/>
                </a:solidFill>
                <a:latin typeface="微软雅黑"/>
                <a:ea typeface="微软雅黑"/>
                <a:cs typeface="微软雅黑"/>
              </a:defRPr>
            </a:pPr>
            <a:r>
              <a:rPr sz="1875" b="0">
                <a:solidFill>
                  <a:srgbClr val="152C40"/>
                </a:solidFill>
                <a:latin typeface="微软雅黑"/>
                <a:ea typeface="微软雅黑"/>
                <a:cs typeface="微软雅黑"/>
              </a:rPr>
              <a:t>follow the same state rules.</a:t>
            </a:r>
          </a:p>
        </p:txBody>
      </p:sp>
      <p:sp>
        <p:nvSpPr>
          <p:cNvPr id="15" name="diagram-box-240">
            <a:extLst xmlns:a="http://schemas.openxmlformats.org/drawingml/2006/main">
              <a:ext uri="{FF2B5EF4-FFF2-40B4-BE49-F238E27FC236}">
                <a16:creationId xmlns:a16="http://schemas.microsoft.com/office/drawing/2014/main" id="{3BF8C0DE-DC5F-46B1-83CA-36CF99FD2379}"/>
              </a:ext>
            </a:extLst>
          </p:cNvPr>
          <p:cNvSpPr>
            <a:spLocks xmlns:a="http://schemas.openxmlformats.org/drawingml/2006/main" noGrp="1"/>
          </p:cNvSpPr>
          <p:nvPr/>
        </p:nvSpPr>
        <p:spPr>
          <a:xfrm xmlns:a="http://schemas.openxmlformats.org/drawingml/2006/main">
            <a:off x="4448175" y="1781175"/>
            <a:ext cx="7143750" cy="4013343"/>
          </a:xfrm>
          <a:prstGeom xmlns:a="http://schemas.openxmlformats.org/drawingml/2006/main" prst="rect">
            <a:avLst/>
          </a:prstGeom>
          <a:solidFill xmlns:a="http://schemas.openxmlformats.org/drawingml/2006/main">
            <a:srgbClr val="F6F9EF"/>
          </a:solidFill>
          <a:ln xmlns:a="http://schemas.openxmlformats.org/drawingml/2006/main" w="16053">
            <a:solidFill>
              <a:srgbClr val="95AE62"/>
            </a:solidFill>
          </a:ln>
        </p:spPr>
      </p:sp>
      <p:sp>
        <p:nvSpPr>
          <p:cNvPr id="16" name="diagram-box-241">
            <a:extLst xmlns:a="http://schemas.openxmlformats.org/drawingml/2006/main">
              <a:ext uri="{FF2B5EF4-FFF2-40B4-BE49-F238E27FC236}">
                <a16:creationId xmlns:a16="http://schemas.microsoft.com/office/drawing/2014/main" id="{C1FED8F0-740E-4B0B-B7C7-F6E7A5BA0AE9}"/>
              </a:ext>
            </a:extLst>
          </p:cNvPr>
          <p:cNvSpPr>
            <a:spLocks xmlns:a="http://schemas.openxmlformats.org/drawingml/2006/main" noGrp="1"/>
          </p:cNvSpPr>
          <p:nvPr/>
        </p:nvSpPr>
        <p:spPr>
          <a:xfrm xmlns:a="http://schemas.openxmlformats.org/drawingml/2006/main">
            <a:off x="4448175" y="1781175"/>
            <a:ext cx="7143750" cy="513708"/>
          </a:xfrm>
          <a:prstGeom xmlns:a="http://schemas.openxmlformats.org/drawingml/2006/main" prst="rect">
            <a:avLst/>
          </a:prstGeom>
          <a:solidFill xmlns:a="http://schemas.openxmlformats.org/drawingml/2006/main">
            <a:srgbClr val="E9F0DB"/>
          </a:solidFill>
          <a:ln xmlns:a="http://schemas.openxmlformats.org/drawingml/2006/main" w="16053">
            <a:solidFill>
              <a:srgbClr val="95AE62"/>
            </a:solidFill>
          </a:ln>
        </p:spPr>
      </p:sp>
      <p:sp>
        <p:nvSpPr>
          <p:cNvPr id="17" name="revision-text-242">
            <a:extLst xmlns:a="http://schemas.openxmlformats.org/drawingml/2006/main">
              <a:ext uri="{FF2B5EF4-FFF2-40B4-BE49-F238E27FC236}">
                <a16:creationId xmlns:a16="http://schemas.microsoft.com/office/drawing/2014/main" id="{6CDBAFE2-25D2-4796-8D51-092299B22DC2}"/>
              </a:ext>
            </a:extLst>
          </p:cNvPr>
          <p:cNvSpPr>
            <a:spLocks xmlns:a="http://schemas.openxmlformats.org/drawingml/2006/main" noGrp="1"/>
          </p:cNvSpPr>
          <p:nvPr/>
        </p:nvSpPr>
        <p:spPr>
          <a:xfrm xmlns:a="http://schemas.openxmlformats.org/drawingml/2006/main">
            <a:off x="4576602" y="1829335"/>
            <a:ext cx="6886896" cy="4398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528" b="1">
                <a:solidFill>
                  <a:srgbClr val="111111"/>
                </a:solidFill>
                <a:latin typeface="微软雅黑"/>
                <a:ea typeface="微软雅黑"/>
                <a:cs typeface="微软雅黑"/>
              </a:defRPr>
            </a:pPr>
            <a:r>
              <a:rPr sz="2528" b="1">
                <a:solidFill>
                  <a:srgbClr val="111111"/>
                </a:solidFill>
                <a:latin typeface="微软雅黑"/>
                <a:ea typeface="微软雅黑"/>
                <a:cs typeface="微软雅黑"/>
              </a:rPr>
              <a:t>Resource layer</a:t>
            </a:r>
          </a:p>
        </p:txBody>
      </p:sp>
      <p:sp>
        <p:nvSpPr>
          <p:cNvPr id="18" name="diagram-box-243">
            <a:extLst xmlns:a="http://schemas.openxmlformats.org/drawingml/2006/main">
              <a:ext uri="{FF2B5EF4-FFF2-40B4-BE49-F238E27FC236}">
                <a16:creationId xmlns:a16="http://schemas.microsoft.com/office/drawing/2014/main" id="{E73CDED8-F198-4308-B483-050510EAE904}"/>
              </a:ext>
            </a:extLst>
          </p:cNvPr>
          <p:cNvSpPr>
            <a:spLocks xmlns:a="http://schemas.openxmlformats.org/drawingml/2006/main" noGrp="1"/>
          </p:cNvSpPr>
          <p:nvPr/>
        </p:nvSpPr>
        <p:spPr>
          <a:xfrm xmlns:a="http://schemas.openxmlformats.org/drawingml/2006/main">
            <a:off x="5058203" y="2503577"/>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19" name="diagram-box-244">
            <a:extLst xmlns:a="http://schemas.openxmlformats.org/drawingml/2006/main">
              <a:ext uri="{FF2B5EF4-FFF2-40B4-BE49-F238E27FC236}">
                <a16:creationId xmlns:a16="http://schemas.microsoft.com/office/drawing/2014/main" id="{8659E823-E5F2-4657-B7E3-CA137972640F}"/>
              </a:ext>
            </a:extLst>
          </p:cNvPr>
          <p:cNvSpPr>
            <a:spLocks xmlns:a="http://schemas.openxmlformats.org/drawingml/2006/main" noGrp="1"/>
          </p:cNvSpPr>
          <p:nvPr/>
        </p:nvSpPr>
        <p:spPr>
          <a:xfrm xmlns:a="http://schemas.openxmlformats.org/drawingml/2006/main">
            <a:off x="4929776" y="2632004"/>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0" name="diagram-box-245">
            <a:extLst xmlns:a="http://schemas.openxmlformats.org/drawingml/2006/main">
              <a:ext uri="{FF2B5EF4-FFF2-40B4-BE49-F238E27FC236}">
                <a16:creationId xmlns:a16="http://schemas.microsoft.com/office/drawing/2014/main" id="{5ED3C73C-B9EE-4E1A-A6D2-C1020D30FFD5}"/>
              </a:ext>
            </a:extLst>
          </p:cNvPr>
          <p:cNvSpPr>
            <a:spLocks xmlns:a="http://schemas.openxmlformats.org/drawingml/2006/main" noGrp="1"/>
          </p:cNvSpPr>
          <p:nvPr/>
        </p:nvSpPr>
        <p:spPr>
          <a:xfrm xmlns:a="http://schemas.openxmlformats.org/drawingml/2006/main">
            <a:off x="4801349" y="2760431"/>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1" name="revision-text-246">
            <a:extLst xmlns:a="http://schemas.openxmlformats.org/drawingml/2006/main">
              <a:ext uri="{FF2B5EF4-FFF2-40B4-BE49-F238E27FC236}">
                <a16:creationId xmlns:a16="http://schemas.microsoft.com/office/drawing/2014/main" id="{AE538FD5-F708-450A-8949-6F576B5FA0F3}"/>
              </a:ext>
            </a:extLst>
          </p:cNvPr>
          <p:cNvSpPr>
            <a:spLocks xmlns:a="http://schemas.openxmlformats.org/drawingml/2006/main" noGrp="1"/>
          </p:cNvSpPr>
          <p:nvPr/>
        </p:nvSpPr>
        <p:spPr>
          <a:xfrm xmlns:a="http://schemas.openxmlformats.org/drawingml/2006/main">
            <a:off x="4833456" y="2824644"/>
            <a:ext cx="6100281" cy="4022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275" b="1">
                <a:solidFill>
                  <a:srgbClr val="111111"/>
                </a:solidFill>
                <a:latin typeface="微软雅黑"/>
                <a:ea typeface="微软雅黑"/>
                <a:cs typeface="微软雅黑"/>
              </a:defRPr>
            </a:pPr>
            <a:r>
              <a:rPr sz="2275" b="1">
                <a:solidFill>
                  <a:srgbClr val="111111"/>
                </a:solidFill>
                <a:latin typeface="微软雅黑"/>
                <a:ea typeface="微软雅黑"/>
                <a:cs typeface="微软雅黑"/>
              </a:rPr>
              <a:t>Device object model</a:t>
            </a:r>
          </a:p>
        </p:txBody>
      </p:sp>
      <p:sp>
        <p:nvSpPr>
          <p:cNvPr id="22" name="diagram-box-247">
            <a:extLst xmlns:a="http://schemas.openxmlformats.org/drawingml/2006/main">
              <a:ext uri="{FF2B5EF4-FFF2-40B4-BE49-F238E27FC236}">
                <a16:creationId xmlns:a16="http://schemas.microsoft.com/office/drawing/2014/main" id="{5A02CE44-DEAC-451A-A143-F5725443CC98}"/>
              </a:ext>
            </a:extLst>
          </p:cNvPr>
          <p:cNvSpPr>
            <a:spLocks xmlns:a="http://schemas.openxmlformats.org/drawingml/2006/main" noGrp="1"/>
          </p:cNvSpPr>
          <p:nvPr/>
        </p:nvSpPr>
        <p:spPr>
          <a:xfrm xmlns:a="http://schemas.openxmlformats.org/drawingml/2006/main">
            <a:off x="5090310"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3" name="revision-text-248">
            <a:extLst xmlns:a="http://schemas.openxmlformats.org/drawingml/2006/main">
              <a:ext uri="{FF2B5EF4-FFF2-40B4-BE49-F238E27FC236}">
                <a16:creationId xmlns:a16="http://schemas.microsoft.com/office/drawing/2014/main" id="{85C14DD5-A949-433F-A369-CC66DCD608BD}"/>
              </a:ext>
            </a:extLst>
          </p:cNvPr>
          <p:cNvSpPr>
            <a:spLocks xmlns:a="http://schemas.openxmlformats.org/drawingml/2006/main" noGrp="1"/>
          </p:cNvSpPr>
          <p:nvPr/>
        </p:nvSpPr>
        <p:spPr>
          <a:xfrm xmlns:a="http://schemas.openxmlformats.org/drawingml/2006/main">
            <a:off x="5170577"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24" name="revision-text-249">
            <a:extLst xmlns:a="http://schemas.openxmlformats.org/drawingml/2006/main">
              <a:ext uri="{FF2B5EF4-FFF2-40B4-BE49-F238E27FC236}">
                <a16:creationId xmlns:a16="http://schemas.microsoft.com/office/drawing/2014/main" id="{D3193914-5BD3-4E9C-A503-40A6D52697F8}"/>
              </a:ext>
            </a:extLst>
          </p:cNvPr>
          <p:cNvSpPr>
            <a:spLocks xmlns:a="http://schemas.openxmlformats.org/drawingml/2006/main" noGrp="1"/>
          </p:cNvSpPr>
          <p:nvPr/>
        </p:nvSpPr>
        <p:spPr>
          <a:xfrm xmlns:a="http://schemas.openxmlformats.org/drawingml/2006/main">
            <a:off x="5186630" y="3755740"/>
            <a:ext cx="2504326" cy="9024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Attributes and capabilities</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Operation parameters</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Interfaces / Adapter contract</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Intrinsic constraints</a:t>
            </a:r>
          </a:p>
        </p:txBody>
      </p:sp>
      <p:sp>
        <p:nvSpPr>
          <p:cNvPr id="25" name="diagram-box-250">
            <a:extLst xmlns:a="http://schemas.openxmlformats.org/drawingml/2006/main">
              <a:ext uri="{FF2B5EF4-FFF2-40B4-BE49-F238E27FC236}">
                <a16:creationId xmlns:a16="http://schemas.microsoft.com/office/drawing/2014/main" id="{E5D0A239-EC53-4A3E-A4A0-C174D4ADFBE6}"/>
              </a:ext>
            </a:extLst>
          </p:cNvPr>
          <p:cNvSpPr>
            <a:spLocks xmlns:a="http://schemas.openxmlformats.org/drawingml/2006/main" noGrp="1"/>
          </p:cNvSpPr>
          <p:nvPr/>
        </p:nvSpPr>
        <p:spPr>
          <a:xfrm xmlns:a="http://schemas.openxmlformats.org/drawingml/2006/main">
            <a:off x="8076237"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6" name="revision-text-251">
            <a:extLst xmlns:a="http://schemas.openxmlformats.org/drawingml/2006/main">
              <a:ext uri="{FF2B5EF4-FFF2-40B4-BE49-F238E27FC236}">
                <a16:creationId xmlns:a16="http://schemas.microsoft.com/office/drawing/2014/main" id="{5E4B0ECC-D5EF-4B0E-9EA2-217A8BFA84F6}"/>
              </a:ext>
            </a:extLst>
          </p:cNvPr>
          <p:cNvSpPr>
            <a:spLocks xmlns:a="http://schemas.openxmlformats.org/drawingml/2006/main" noGrp="1"/>
          </p:cNvSpPr>
          <p:nvPr/>
        </p:nvSpPr>
        <p:spPr>
          <a:xfrm xmlns:a="http://schemas.openxmlformats.org/drawingml/2006/main">
            <a:off x="8156504"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27" name="revision-text-252">
            <a:extLst xmlns:a="http://schemas.openxmlformats.org/drawingml/2006/main">
              <a:ext uri="{FF2B5EF4-FFF2-40B4-BE49-F238E27FC236}">
                <a16:creationId xmlns:a16="http://schemas.microsoft.com/office/drawing/2014/main" id="{C2F773E7-4D7C-4BA6-8900-3E329918D111}"/>
              </a:ext>
            </a:extLst>
          </p:cNvPr>
          <p:cNvSpPr>
            <a:spLocks xmlns:a="http://schemas.openxmlformats.org/drawingml/2006/main" noGrp="1"/>
          </p:cNvSpPr>
          <p:nvPr/>
        </p:nvSpPr>
        <p:spPr>
          <a:xfrm xmlns:a="http://schemas.openxmlformats.org/drawingml/2006/main">
            <a:off x="8172557" y="3755740"/>
            <a:ext cx="2504326" cy="853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Request and state checks</a:t>
            </a:r>
          </a:p>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Transitions and commands</a:t>
            </a:r>
          </a:p>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Feedback-driven updates</a:t>
            </a:r>
          </a:p>
        </p:txBody>
      </p:sp>
      <p:sp>
        <p:nvSpPr>
          <p:cNvPr id="28" name="revision-text-253">
            <a:extLst xmlns:a="http://schemas.openxmlformats.org/drawingml/2006/main">
              <a:ext uri="{FF2B5EF4-FFF2-40B4-BE49-F238E27FC236}">
                <a16:creationId xmlns:a16="http://schemas.microsoft.com/office/drawing/2014/main" id="{480CA51B-7DB3-4647-8F2C-CB0575ACEFD5}"/>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Capability definitions and state evolution jointly describe device operation semantics.</a:t>
            </a:r>
          </a:p>
        </p:txBody>
      </p:sp>
    </p:spTree>
    <p:extLst>
      <p:ext uri="{BB962C8B-B14F-4D97-AF65-F5344CB8AC3E}">
        <p14:creationId xmlns:p14="http://schemas.microsoft.com/office/powerpoint/2010/main" val="14853464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5CC7396-232C-4449-B64E-098F53C92D1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6BF7503-2B1C-414B-B0E1-CF50A83BC18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5  Workflows: nodes, interfaces, and triggers</a:t>
            </a:r>
          </a:p>
        </p:txBody>
      </p:sp>
      <p:sp>
        <p:nvSpPr>
          <p:cNvPr id="5" name="TextBox 4">
            <a:extLst xmlns:a="http://schemas.openxmlformats.org/drawingml/2006/main">
              <a:ext uri="{FF2B5EF4-FFF2-40B4-BE49-F238E27FC236}">
                <a16:creationId xmlns:a16="http://schemas.microsoft.com/office/drawing/2014/main" id="{05D0E0BA-244F-40F8-B535-CAB03767CFF8}"/>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2C3A69ED-DF59-463E-B04E-03287AEE8759}"/>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5/10</a:t>
            </a:r>
          </a:p>
        </p:txBody>
      </p:sp>
      <p:sp>
        <p:nvSpPr>
          <p:cNvPr id="7" name="revision-text-254">
            <a:extLst xmlns:a="http://schemas.openxmlformats.org/drawingml/2006/main">
              <a:ext uri="{FF2B5EF4-FFF2-40B4-BE49-F238E27FC236}">
                <a16:creationId xmlns:a16="http://schemas.microsoft.com/office/drawing/2014/main" id="{787CC3E0-B600-42E0-AD0F-DB79EB5E9D5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00" b="0">
                <a:solidFill>
                  <a:srgbClr val="152C40"/>
                </a:solidFill>
                <a:latin typeface="微软雅黑"/>
                <a:ea typeface="微软雅黑"/>
                <a:cs typeface="微软雅黑"/>
              </a:defRPr>
            </a:pPr>
            <a:r>
              <a:rPr sz="1800" b="0">
                <a:solidFill>
                  <a:srgbClr val="152C40"/>
                </a:solidFill>
                <a:latin typeface="微软雅黑"/>
                <a:ea typeface="微软雅黑"/>
                <a:cs typeface="微软雅黑"/>
              </a:rPr>
              <a:t>Workflows organize steps and data dependencies; nodes coordinate through interfaces and triggers.</a:t>
            </a:r>
          </a:p>
        </p:txBody>
      </p:sp>
      <p:sp>
        <p:nvSpPr>
          <p:cNvPr id="8" name="diagram-box-255">
            <a:extLst xmlns:a="http://schemas.openxmlformats.org/drawingml/2006/main">
              <a:ext uri="{FF2B5EF4-FFF2-40B4-BE49-F238E27FC236}">
                <a16:creationId xmlns:a16="http://schemas.microsoft.com/office/drawing/2014/main" id="{5AD452B5-8354-45E1-BCCD-ECD0FA342042}"/>
              </a:ext>
            </a:extLst>
          </p:cNvPr>
          <p:cNvSpPr>
            <a:spLocks xmlns:a="http://schemas.openxmlformats.org/drawingml/2006/main" noGrp="1"/>
          </p:cNvSpPr>
          <p:nvPr/>
        </p:nvSpPr>
        <p:spPr>
          <a:xfrm xmlns:a="http://schemas.openxmlformats.org/drawingml/2006/main">
            <a:off x="2238375" y="1571625"/>
            <a:ext cx="7714298" cy="4333875"/>
          </a:xfrm>
          <a:prstGeom xmlns:a="http://schemas.openxmlformats.org/drawingml/2006/main" prst="rect">
            <a:avLst/>
          </a:prstGeom>
          <a:solidFill xmlns:a="http://schemas.openxmlformats.org/drawingml/2006/main">
            <a:srgbClr val="FAF8FC"/>
          </a:solidFill>
          <a:ln xmlns:a="http://schemas.openxmlformats.org/drawingml/2006/main" w="17336">
            <a:solidFill>
              <a:srgbClr val="9A83BB"/>
            </a:solidFill>
          </a:ln>
        </p:spPr>
      </p:sp>
      <p:sp>
        <p:nvSpPr>
          <p:cNvPr id="9" name="diagram-box-256">
            <a:extLst xmlns:a="http://schemas.openxmlformats.org/drawingml/2006/main">
              <a:ext uri="{FF2B5EF4-FFF2-40B4-BE49-F238E27FC236}">
                <a16:creationId xmlns:a16="http://schemas.microsoft.com/office/drawing/2014/main" id="{C269E09F-2E44-457C-94B7-8032D89CDBD7}"/>
              </a:ext>
            </a:extLst>
          </p:cNvPr>
          <p:cNvSpPr>
            <a:spLocks xmlns:a="http://schemas.openxmlformats.org/drawingml/2006/main" noGrp="1"/>
          </p:cNvSpPr>
          <p:nvPr/>
        </p:nvSpPr>
        <p:spPr>
          <a:xfrm xmlns:a="http://schemas.openxmlformats.org/drawingml/2006/main">
            <a:off x="2238375" y="1571625"/>
            <a:ext cx="7714298" cy="554736"/>
          </a:xfrm>
          <a:prstGeom xmlns:a="http://schemas.openxmlformats.org/drawingml/2006/main" prst="rect">
            <a:avLst/>
          </a:prstGeom>
          <a:solidFill xmlns:a="http://schemas.openxmlformats.org/drawingml/2006/main">
            <a:srgbClr val="EEE9F2"/>
          </a:solidFill>
          <a:ln xmlns:a="http://schemas.openxmlformats.org/drawingml/2006/main" w="17336">
            <a:solidFill>
              <a:srgbClr val="9A83BB"/>
            </a:solidFill>
          </a:ln>
        </p:spPr>
      </p:sp>
      <p:sp>
        <p:nvSpPr>
          <p:cNvPr id="10" name="revision-text-257">
            <a:extLst xmlns:a="http://schemas.openxmlformats.org/drawingml/2006/main">
              <a:ext uri="{FF2B5EF4-FFF2-40B4-BE49-F238E27FC236}">
                <a16:creationId xmlns:a16="http://schemas.microsoft.com/office/drawing/2014/main" id="{24AB61B1-A04D-4594-BB29-570F80C1C8D0}"/>
              </a:ext>
            </a:extLst>
          </p:cNvPr>
          <p:cNvSpPr>
            <a:spLocks xmlns:a="http://schemas.openxmlformats.org/drawingml/2006/main" noGrp="1"/>
          </p:cNvSpPr>
          <p:nvPr/>
        </p:nvSpPr>
        <p:spPr>
          <a:xfrm xmlns:a="http://schemas.openxmlformats.org/drawingml/2006/main">
            <a:off x="2377059" y="1623632"/>
            <a:ext cx="7436930" cy="474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730" b="1">
                <a:solidFill>
                  <a:srgbClr val="111111"/>
                </a:solidFill>
                <a:latin typeface="微软雅黑"/>
                <a:ea typeface="微软雅黑"/>
                <a:cs typeface="微软雅黑"/>
              </a:defRPr>
            </a:pPr>
            <a:r>
              <a:rPr sz="2730" b="1">
                <a:solidFill>
                  <a:srgbClr val="111111"/>
                </a:solidFill>
                <a:latin typeface="微软雅黑"/>
                <a:ea typeface="微软雅黑"/>
                <a:cs typeface="微软雅黑"/>
              </a:rPr>
              <a:t>Workflow layer</a:t>
            </a:r>
          </a:p>
        </p:txBody>
      </p:sp>
      <p:sp>
        <p:nvSpPr>
          <p:cNvPr id="11" name="diagram-box-258">
            <a:extLst xmlns:a="http://schemas.openxmlformats.org/drawingml/2006/main">
              <a:ext uri="{FF2B5EF4-FFF2-40B4-BE49-F238E27FC236}">
                <a16:creationId xmlns:a16="http://schemas.microsoft.com/office/drawing/2014/main" id="{1516B9FF-75D6-4749-81D5-4872DEF7BFF9}"/>
              </a:ext>
            </a:extLst>
          </p:cNvPr>
          <p:cNvSpPr>
            <a:spLocks xmlns:a="http://schemas.openxmlformats.org/drawingml/2006/main" noGrp="1"/>
          </p:cNvSpPr>
          <p:nvPr/>
        </p:nvSpPr>
        <p:spPr>
          <a:xfrm xmlns:a="http://schemas.openxmlformats.org/drawingml/2006/main">
            <a:off x="2585085"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2" name="revision-text-259">
            <a:extLst xmlns:a="http://schemas.openxmlformats.org/drawingml/2006/main">
              <a:ext uri="{FF2B5EF4-FFF2-40B4-BE49-F238E27FC236}">
                <a16:creationId xmlns:a16="http://schemas.microsoft.com/office/drawing/2014/main" id="{70DAFD3A-D04E-4069-A9AA-278EE1FEE212}"/>
              </a:ext>
            </a:extLst>
          </p:cNvPr>
          <p:cNvSpPr>
            <a:spLocks xmlns:a="http://schemas.openxmlformats.org/drawingml/2006/main" noGrp="1"/>
          </p:cNvSpPr>
          <p:nvPr/>
        </p:nvSpPr>
        <p:spPr>
          <a:xfrm xmlns:a="http://schemas.openxmlformats.org/drawingml/2006/main">
            <a:off x="2585085"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025" b="0">
                <a:solidFill>
                  <a:srgbClr val="111111"/>
                </a:solidFill>
                <a:latin typeface="微软雅黑"/>
                <a:ea typeface="微软雅黑"/>
                <a:cs typeface="微软雅黑"/>
              </a:defRPr>
            </a:pPr>
            <a:r>
              <a:rPr sz="2025" b="0">
                <a:solidFill>
                  <a:srgbClr val="111111"/>
                </a:solidFill>
                <a:latin typeface="微软雅黑"/>
                <a:ea typeface="微软雅黑"/>
                <a:cs typeface="微软雅黑"/>
              </a:rPr>
              <a:t>Previous node</a:t>
            </a:r>
          </a:p>
        </p:txBody>
      </p:sp>
      <p:sp>
        <p:nvSpPr>
          <p:cNvPr id="13" name="diagram-box-260">
            <a:extLst xmlns:a="http://schemas.openxmlformats.org/drawingml/2006/main">
              <a:ext uri="{FF2B5EF4-FFF2-40B4-BE49-F238E27FC236}">
                <a16:creationId xmlns:a16="http://schemas.microsoft.com/office/drawing/2014/main" id="{C8BE4171-3886-4B50-BAFB-89BD4095BA94}"/>
              </a:ext>
            </a:extLst>
          </p:cNvPr>
          <p:cNvSpPr>
            <a:spLocks xmlns:a="http://schemas.openxmlformats.org/drawingml/2006/main" noGrp="1"/>
          </p:cNvSpPr>
          <p:nvPr/>
        </p:nvSpPr>
        <p:spPr>
          <a:xfrm xmlns:a="http://schemas.openxmlformats.org/drawingml/2006/main">
            <a:off x="520274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4" name="revision-text-261">
            <a:extLst xmlns:a="http://schemas.openxmlformats.org/drawingml/2006/main">
              <a:ext uri="{FF2B5EF4-FFF2-40B4-BE49-F238E27FC236}">
                <a16:creationId xmlns:a16="http://schemas.microsoft.com/office/drawing/2014/main" id="{FBF09092-CA5C-4BB5-9834-604D1D803613}"/>
              </a:ext>
            </a:extLst>
          </p:cNvPr>
          <p:cNvSpPr>
            <a:spLocks xmlns:a="http://schemas.openxmlformats.org/drawingml/2006/main" noGrp="1"/>
          </p:cNvSpPr>
          <p:nvPr/>
        </p:nvSpPr>
        <p:spPr>
          <a:xfrm xmlns:a="http://schemas.openxmlformats.org/drawingml/2006/main">
            <a:off x="5202746"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85" b="1">
                <a:solidFill>
                  <a:srgbClr val="111111"/>
                </a:solidFill>
                <a:latin typeface="微软雅黑"/>
                <a:ea typeface="微软雅黑"/>
                <a:cs typeface="微软雅黑"/>
              </a:defRPr>
            </a:pPr>
            <a:r>
              <a:rPr sz="1785" b="1">
                <a:solidFill>
                  <a:srgbClr val="111111"/>
                </a:solidFill>
                <a:latin typeface="微软雅黑"/>
                <a:ea typeface="微软雅黑"/>
                <a:cs typeface="微软雅黑"/>
              </a:rPr>
              <a:t>Execution node</a:t>
            </a:r>
          </a:p>
        </p:txBody>
      </p:sp>
      <p:sp>
        <p:nvSpPr>
          <p:cNvPr id="15" name="diagram-box-262">
            <a:extLst xmlns:a="http://schemas.openxmlformats.org/drawingml/2006/main">
              <a:ext uri="{FF2B5EF4-FFF2-40B4-BE49-F238E27FC236}">
                <a16:creationId xmlns:a16="http://schemas.microsoft.com/office/drawing/2014/main" id="{0E4F3F09-7392-4356-A5C7-238521A09193}"/>
              </a:ext>
            </a:extLst>
          </p:cNvPr>
          <p:cNvSpPr>
            <a:spLocks xmlns:a="http://schemas.openxmlformats.org/drawingml/2006/main" noGrp="1"/>
          </p:cNvSpPr>
          <p:nvPr/>
        </p:nvSpPr>
        <p:spPr>
          <a:xfrm xmlns:a="http://schemas.openxmlformats.org/drawingml/2006/main">
            <a:off x="782040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6" name="revision-text-263">
            <a:extLst xmlns:a="http://schemas.openxmlformats.org/drawingml/2006/main">
              <a:ext uri="{FF2B5EF4-FFF2-40B4-BE49-F238E27FC236}">
                <a16:creationId xmlns:a16="http://schemas.microsoft.com/office/drawing/2014/main" id="{9F9D8F7A-C07F-487C-A7DE-BD53A82898FC}"/>
              </a:ext>
            </a:extLst>
          </p:cNvPr>
          <p:cNvSpPr>
            <a:spLocks xmlns:a="http://schemas.openxmlformats.org/drawingml/2006/main" noGrp="1"/>
          </p:cNvSpPr>
          <p:nvPr/>
        </p:nvSpPr>
        <p:spPr>
          <a:xfrm xmlns:a="http://schemas.openxmlformats.org/drawingml/2006/main">
            <a:off x="7820406"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0">
                <a:solidFill>
                  <a:srgbClr val="111111"/>
                </a:solidFill>
                <a:latin typeface="微软雅黑"/>
                <a:ea typeface="微软雅黑"/>
                <a:cs typeface="微软雅黑"/>
              </a:defRPr>
            </a:pPr>
            <a:r>
              <a:rPr sz="2184" b="0">
                <a:solidFill>
                  <a:srgbClr val="111111"/>
                </a:solidFill>
                <a:latin typeface="微软雅黑"/>
                <a:ea typeface="微软雅黑"/>
                <a:cs typeface="微软雅黑"/>
              </a:rPr>
              <a:t>Next node</a:t>
            </a:r>
          </a:p>
        </p:txBody>
      </p:sp>
      <p:sp>
        <p:nvSpPr>
          <p:cNvPr id="17" name="diagram-line-264">
            <a:extLst xmlns:a="http://schemas.openxmlformats.org/drawingml/2006/main">
              <a:ext uri="{FF2B5EF4-FFF2-40B4-BE49-F238E27FC236}">
                <a16:creationId xmlns:a16="http://schemas.microsoft.com/office/drawing/2014/main" id="{A0917DDB-1BFE-453F-85FE-9648B694002B}"/>
              </a:ext>
            </a:extLst>
          </p:cNvPr>
          <p:cNvSpPr>
            <a:spLocks xmlns:a="http://schemas.openxmlformats.org/drawingml/2006/main" noGrp="1"/>
          </p:cNvSpPr>
          <p:nvPr/>
        </p:nvSpPr>
        <p:spPr>
          <a:xfrm xmlns:a="http://schemas.openxmlformats.org/drawingml/2006/main">
            <a:off x="437064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18" name="diagram-poly-265">
            <a:extLst xmlns:a="http://schemas.openxmlformats.org/drawingml/2006/main">
              <a:ext uri="{FF2B5EF4-FFF2-40B4-BE49-F238E27FC236}">
                <a16:creationId xmlns:a16="http://schemas.microsoft.com/office/drawing/2014/main" id="{BE437913-280D-4AB6-88F4-B65C4AAB1D59}"/>
              </a:ext>
            </a:extLst>
          </p:cNvPr>
          <p:cNvSpPr>
            <a:spLocks xmlns:a="http://schemas.openxmlformats.org/drawingml/2006/main" noGrp="1"/>
          </p:cNvSpPr>
          <p:nvPr/>
        </p:nvSpPr>
        <p:spPr>
          <a:xfrm xmlns:a="http://schemas.openxmlformats.org/drawingml/2006/main">
            <a:off x="5081397"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19" name="diagram-line-266">
            <a:extLst xmlns:a="http://schemas.openxmlformats.org/drawingml/2006/main">
              <a:ext uri="{FF2B5EF4-FFF2-40B4-BE49-F238E27FC236}">
                <a16:creationId xmlns:a16="http://schemas.microsoft.com/office/drawing/2014/main" id="{47D529E7-5710-4A9D-811D-CB53C61B2C41}"/>
              </a:ext>
            </a:extLst>
          </p:cNvPr>
          <p:cNvSpPr>
            <a:spLocks xmlns:a="http://schemas.openxmlformats.org/drawingml/2006/main" noGrp="1"/>
          </p:cNvSpPr>
          <p:nvPr/>
        </p:nvSpPr>
        <p:spPr>
          <a:xfrm xmlns:a="http://schemas.openxmlformats.org/drawingml/2006/main">
            <a:off x="698830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20" name="diagram-poly-267">
            <a:extLst xmlns:a="http://schemas.openxmlformats.org/drawingml/2006/main">
              <a:ext uri="{FF2B5EF4-FFF2-40B4-BE49-F238E27FC236}">
                <a16:creationId xmlns:a16="http://schemas.microsoft.com/office/drawing/2014/main" id="{6B7F60AF-6658-4490-9C06-8728F65BA17F}"/>
              </a:ext>
            </a:extLst>
          </p:cNvPr>
          <p:cNvSpPr>
            <a:spLocks xmlns:a="http://schemas.openxmlformats.org/drawingml/2006/main" noGrp="1"/>
          </p:cNvSpPr>
          <p:nvPr/>
        </p:nvSpPr>
        <p:spPr>
          <a:xfrm xmlns:a="http://schemas.openxmlformats.org/drawingml/2006/main">
            <a:off x="7699058"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21" name="diagram-line-268">
            <a:extLst xmlns:a="http://schemas.openxmlformats.org/drawingml/2006/main">
              <a:ext uri="{FF2B5EF4-FFF2-40B4-BE49-F238E27FC236}">
                <a16:creationId xmlns:a16="http://schemas.microsoft.com/office/drawing/2014/main" id="{110F4427-D0BC-451C-A91B-8DAF7E29000A}"/>
              </a:ext>
            </a:extLst>
          </p:cNvPr>
          <p:cNvSpPr>
            <a:spLocks xmlns:a="http://schemas.openxmlformats.org/drawingml/2006/main" noGrp="1"/>
          </p:cNvSpPr>
          <p:nvPr/>
        </p:nvSpPr>
        <p:spPr>
          <a:xfrm xmlns:a="http://schemas.openxmlformats.org/drawingml/2006/main">
            <a:off x="6086856" y="2993136"/>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2" name="diagram-line-269">
            <a:extLst xmlns:a="http://schemas.openxmlformats.org/drawingml/2006/main">
              <a:ext uri="{FF2B5EF4-FFF2-40B4-BE49-F238E27FC236}">
                <a16:creationId xmlns:a16="http://schemas.microsoft.com/office/drawing/2014/main" id="{F9376434-0BC6-406C-9BE5-4269A82DCA41}"/>
              </a:ext>
            </a:extLst>
          </p:cNvPr>
          <p:cNvSpPr>
            <a:spLocks xmlns:a="http://schemas.openxmlformats.org/drawingml/2006/main" noGrp="1"/>
          </p:cNvSpPr>
          <p:nvPr/>
        </p:nvSpPr>
        <p:spPr>
          <a:xfrm xmlns:a="http://schemas.openxmlformats.org/drawingml/2006/main">
            <a:off x="6086856" y="3201162"/>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3" name="diagram-box-270">
            <a:extLst xmlns:a="http://schemas.openxmlformats.org/drawingml/2006/main">
              <a:ext uri="{FF2B5EF4-FFF2-40B4-BE49-F238E27FC236}">
                <a16:creationId xmlns:a16="http://schemas.microsoft.com/office/drawing/2014/main" id="{37570867-A037-4AAA-B3D3-A477C6D9287E}"/>
              </a:ext>
            </a:extLst>
          </p:cNvPr>
          <p:cNvSpPr>
            <a:spLocks xmlns:a="http://schemas.openxmlformats.org/drawingml/2006/main" noGrp="1"/>
          </p:cNvSpPr>
          <p:nvPr/>
        </p:nvSpPr>
        <p:spPr>
          <a:xfrm xmlns:a="http://schemas.openxmlformats.org/drawingml/2006/main">
            <a:off x="2585085" y="3374517"/>
            <a:ext cx="7020878" cy="2218944"/>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24" name="revision-text-271">
            <a:extLst xmlns:a="http://schemas.openxmlformats.org/drawingml/2006/main">
              <a:ext uri="{FF2B5EF4-FFF2-40B4-BE49-F238E27FC236}">
                <a16:creationId xmlns:a16="http://schemas.microsoft.com/office/drawing/2014/main" id="{30170242-48B1-42EA-B8F6-6C8A2F974B74}"/>
              </a:ext>
            </a:extLst>
          </p:cNvPr>
          <p:cNvSpPr>
            <a:spLocks xmlns:a="http://schemas.openxmlformats.org/drawingml/2006/main" noGrp="1"/>
          </p:cNvSpPr>
          <p:nvPr/>
        </p:nvSpPr>
        <p:spPr>
          <a:xfrm xmlns:a="http://schemas.openxmlformats.org/drawingml/2006/main">
            <a:off x="2671763" y="3426524"/>
            <a:ext cx="6847523" cy="434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457" b="1">
                <a:solidFill>
                  <a:srgbClr val="111111"/>
                </a:solidFill>
                <a:latin typeface="微软雅黑"/>
                <a:ea typeface="微软雅黑"/>
                <a:cs typeface="微软雅黑"/>
              </a:defRPr>
            </a:pPr>
            <a:r>
              <a:rPr sz="2457" b="1">
                <a:solidFill>
                  <a:srgbClr val="111111"/>
                </a:solidFill>
                <a:latin typeface="微软雅黑"/>
                <a:ea typeface="微软雅黑"/>
                <a:cs typeface="微软雅黑"/>
              </a:rPr>
              <a:t>Workflow node</a:t>
            </a:r>
          </a:p>
        </p:txBody>
      </p:sp>
      <p:sp>
        <p:nvSpPr>
          <p:cNvPr id="25" name="diagram-box-272">
            <a:extLst xmlns:a="http://schemas.openxmlformats.org/drawingml/2006/main">
              <a:ext uri="{FF2B5EF4-FFF2-40B4-BE49-F238E27FC236}">
                <a16:creationId xmlns:a16="http://schemas.microsoft.com/office/drawing/2014/main" id="{5CD400B1-436F-429C-8028-3ADB091217BD}"/>
              </a:ext>
            </a:extLst>
          </p:cNvPr>
          <p:cNvSpPr>
            <a:spLocks xmlns:a="http://schemas.openxmlformats.org/drawingml/2006/main" noGrp="1"/>
          </p:cNvSpPr>
          <p:nvPr/>
        </p:nvSpPr>
        <p:spPr>
          <a:xfrm xmlns:a="http://schemas.openxmlformats.org/drawingml/2006/main">
            <a:off x="2758440"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6" name="revision-text-273">
            <a:extLst xmlns:a="http://schemas.openxmlformats.org/drawingml/2006/main">
              <a:ext uri="{FF2B5EF4-FFF2-40B4-BE49-F238E27FC236}">
                <a16:creationId xmlns:a16="http://schemas.microsoft.com/office/drawing/2014/main" id="{EB9E6078-FDC7-43BB-8391-9E98DD915A29}"/>
              </a:ext>
            </a:extLst>
          </p:cNvPr>
          <p:cNvSpPr>
            <a:spLocks xmlns:a="http://schemas.openxmlformats.org/drawingml/2006/main" noGrp="1"/>
          </p:cNvSpPr>
          <p:nvPr/>
        </p:nvSpPr>
        <p:spPr>
          <a:xfrm xmlns:a="http://schemas.openxmlformats.org/drawingml/2006/main">
            <a:off x="2845118"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Variable space</a:t>
            </a:r>
          </a:p>
        </p:txBody>
      </p:sp>
      <p:sp>
        <p:nvSpPr>
          <p:cNvPr id="27" name="revision-text-274">
            <a:extLst xmlns:a="http://schemas.openxmlformats.org/drawingml/2006/main">
              <a:ext uri="{FF2B5EF4-FFF2-40B4-BE49-F238E27FC236}">
                <a16:creationId xmlns:a16="http://schemas.microsoft.com/office/drawing/2014/main" id="{63945ECF-8498-444E-997F-C98B4B6E1864}"/>
              </a:ext>
            </a:extLst>
          </p:cNvPr>
          <p:cNvSpPr>
            <a:spLocks xmlns:a="http://schemas.openxmlformats.org/drawingml/2006/main" noGrp="1"/>
          </p:cNvSpPr>
          <p:nvPr/>
        </p:nvSpPr>
        <p:spPr>
          <a:xfrm xmlns:a="http://schemas.openxmlformats.org/drawingml/2006/main">
            <a:off x="2862453" y="4258628"/>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58" b="0">
                <a:solidFill>
                  <a:srgbClr val="111111"/>
                </a:solidFill>
                <a:latin typeface="微软雅黑"/>
                <a:ea typeface="微软雅黑"/>
                <a:cs typeface="微软雅黑"/>
              </a:defRPr>
            </a:pPr>
            <a:r>
              <a:rPr sz="1658" b="0">
                <a:solidFill>
                  <a:srgbClr val="111111"/>
                </a:solidFill>
                <a:latin typeface="微软雅黑"/>
                <a:ea typeface="微软雅黑"/>
                <a:cs typeface="微软雅黑"/>
              </a:rPr>
              <a:t>Task variables / Attribute links</a:t>
            </a:r>
          </a:p>
        </p:txBody>
      </p:sp>
      <p:sp>
        <p:nvSpPr>
          <p:cNvPr id="28" name="diagram-box-275">
            <a:extLst xmlns:a="http://schemas.openxmlformats.org/drawingml/2006/main">
              <a:ext uri="{FF2B5EF4-FFF2-40B4-BE49-F238E27FC236}">
                <a16:creationId xmlns:a16="http://schemas.microsoft.com/office/drawing/2014/main" id="{0C90F049-6CAF-42E4-98D2-B280A0FFDBEC}"/>
              </a:ext>
            </a:extLst>
          </p:cNvPr>
          <p:cNvSpPr>
            <a:spLocks xmlns:a="http://schemas.openxmlformats.org/drawingml/2006/main" noGrp="1"/>
          </p:cNvSpPr>
          <p:nvPr/>
        </p:nvSpPr>
        <p:spPr>
          <a:xfrm xmlns:a="http://schemas.openxmlformats.org/drawingml/2006/main">
            <a:off x="6190869"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9" name="revision-text-276">
            <a:extLst xmlns:a="http://schemas.openxmlformats.org/drawingml/2006/main">
              <a:ext uri="{FF2B5EF4-FFF2-40B4-BE49-F238E27FC236}">
                <a16:creationId xmlns:a16="http://schemas.microsoft.com/office/drawing/2014/main" id="{F960F546-4335-4FF7-98D0-5ECA390E44E9}"/>
              </a:ext>
            </a:extLst>
          </p:cNvPr>
          <p:cNvSpPr>
            <a:spLocks xmlns:a="http://schemas.openxmlformats.org/drawingml/2006/main" noGrp="1"/>
          </p:cNvSpPr>
          <p:nvPr/>
        </p:nvSpPr>
        <p:spPr>
          <a:xfrm xmlns:a="http://schemas.openxmlformats.org/drawingml/2006/main">
            <a:off x="6277546"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Node lifecycle</a:t>
            </a:r>
          </a:p>
        </p:txBody>
      </p:sp>
      <p:sp>
        <p:nvSpPr>
          <p:cNvPr id="30" name="revision-text-277">
            <a:extLst xmlns:a="http://schemas.openxmlformats.org/drawingml/2006/main">
              <a:ext uri="{FF2B5EF4-FFF2-40B4-BE49-F238E27FC236}">
                <a16:creationId xmlns:a16="http://schemas.microsoft.com/office/drawing/2014/main" id="{D3A92180-32D1-48AE-A1CB-FA23E5772F6F}"/>
              </a:ext>
            </a:extLst>
          </p:cNvPr>
          <p:cNvSpPr>
            <a:spLocks xmlns:a="http://schemas.openxmlformats.org/drawingml/2006/main" noGrp="1"/>
          </p:cNvSpPr>
          <p:nvPr/>
        </p:nvSpPr>
        <p:spPr>
          <a:xfrm xmlns:a="http://schemas.openxmlformats.org/drawingml/2006/main">
            <a:off x="6294882" y="4258628"/>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35" b="0">
                <a:solidFill>
                  <a:srgbClr val="111111"/>
                </a:solidFill>
                <a:latin typeface="微软雅黑"/>
                <a:ea typeface="微软雅黑"/>
                <a:cs typeface="微软雅黑"/>
              </a:defRPr>
            </a:pPr>
            <a:r>
              <a:rPr sz="1635" b="0">
                <a:solidFill>
                  <a:srgbClr val="111111"/>
                </a:solidFill>
                <a:latin typeface="微软雅黑"/>
                <a:ea typeface="微软雅黑"/>
                <a:cs typeface="微软雅黑"/>
              </a:rPr>
              <a:t>Execution phase and outcome</a:t>
            </a:r>
          </a:p>
        </p:txBody>
      </p:sp>
      <p:sp>
        <p:nvSpPr>
          <p:cNvPr id="31" name="diagram-box-278">
            <a:extLst xmlns:a="http://schemas.openxmlformats.org/drawingml/2006/main">
              <a:ext uri="{FF2B5EF4-FFF2-40B4-BE49-F238E27FC236}">
                <a16:creationId xmlns:a16="http://schemas.microsoft.com/office/drawing/2014/main" id="{0DC06FDB-DD55-4193-934D-3EB7B9479EDD}"/>
              </a:ext>
            </a:extLst>
          </p:cNvPr>
          <p:cNvSpPr>
            <a:spLocks xmlns:a="http://schemas.openxmlformats.org/drawingml/2006/main" noGrp="1"/>
          </p:cNvSpPr>
          <p:nvPr/>
        </p:nvSpPr>
        <p:spPr>
          <a:xfrm xmlns:a="http://schemas.openxmlformats.org/drawingml/2006/main">
            <a:off x="2758440"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2" name="revision-text-279">
            <a:extLst xmlns:a="http://schemas.openxmlformats.org/drawingml/2006/main">
              <a:ext uri="{FF2B5EF4-FFF2-40B4-BE49-F238E27FC236}">
                <a16:creationId xmlns:a16="http://schemas.microsoft.com/office/drawing/2014/main" id="{FAC41037-372C-4B96-B7C4-F931B0570827}"/>
              </a:ext>
            </a:extLst>
          </p:cNvPr>
          <p:cNvSpPr>
            <a:spLocks xmlns:a="http://schemas.openxmlformats.org/drawingml/2006/main" noGrp="1"/>
          </p:cNvSpPr>
          <p:nvPr/>
        </p:nvSpPr>
        <p:spPr>
          <a:xfrm xmlns:a="http://schemas.openxmlformats.org/drawingml/2006/main">
            <a:off x="2845118"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45" b="1">
                <a:solidFill>
                  <a:srgbClr val="111111"/>
                </a:solidFill>
                <a:latin typeface="微软雅黑"/>
                <a:ea typeface="微软雅黑"/>
                <a:cs typeface="微软雅黑"/>
              </a:defRPr>
            </a:pPr>
            <a:r>
              <a:rPr sz="1545" b="1">
                <a:solidFill>
                  <a:srgbClr val="111111"/>
                </a:solidFill>
                <a:latin typeface="微软雅黑"/>
                <a:ea typeface="微软雅黑"/>
                <a:cs typeface="微软雅黑"/>
              </a:rPr>
              <a:t>Control interfaces / Data ports</a:t>
            </a:r>
          </a:p>
        </p:txBody>
      </p:sp>
      <p:sp>
        <p:nvSpPr>
          <p:cNvPr id="33" name="revision-text-280">
            <a:extLst xmlns:a="http://schemas.openxmlformats.org/drawingml/2006/main">
              <a:ext uri="{FF2B5EF4-FFF2-40B4-BE49-F238E27FC236}">
                <a16:creationId xmlns:a16="http://schemas.microsoft.com/office/drawing/2014/main" id="{20C3EE27-47BA-4126-A509-FECB3E203F91}"/>
              </a:ext>
            </a:extLst>
          </p:cNvPr>
          <p:cNvSpPr>
            <a:spLocks xmlns:a="http://schemas.openxmlformats.org/drawingml/2006/main" noGrp="1"/>
          </p:cNvSpPr>
          <p:nvPr/>
        </p:nvSpPr>
        <p:spPr>
          <a:xfrm xmlns:a="http://schemas.openxmlformats.org/drawingml/2006/main">
            <a:off x="2862453" y="5090732"/>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Signals / Input and output data</a:t>
            </a:r>
          </a:p>
        </p:txBody>
      </p:sp>
      <p:sp>
        <p:nvSpPr>
          <p:cNvPr id="34" name="diagram-box-281">
            <a:extLst xmlns:a="http://schemas.openxmlformats.org/drawingml/2006/main">
              <a:ext uri="{FF2B5EF4-FFF2-40B4-BE49-F238E27FC236}">
                <a16:creationId xmlns:a16="http://schemas.microsoft.com/office/drawing/2014/main" id="{80309364-E2C3-47A0-A748-47CF1E69F1E8}"/>
              </a:ext>
            </a:extLst>
          </p:cNvPr>
          <p:cNvSpPr>
            <a:spLocks xmlns:a="http://schemas.openxmlformats.org/drawingml/2006/main" noGrp="1"/>
          </p:cNvSpPr>
          <p:nvPr/>
        </p:nvSpPr>
        <p:spPr>
          <a:xfrm xmlns:a="http://schemas.openxmlformats.org/drawingml/2006/main">
            <a:off x="6190869"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5" name="revision-text-282">
            <a:extLst xmlns:a="http://schemas.openxmlformats.org/drawingml/2006/main">
              <a:ext uri="{FF2B5EF4-FFF2-40B4-BE49-F238E27FC236}">
                <a16:creationId xmlns:a16="http://schemas.microsoft.com/office/drawing/2014/main" id="{EE86EEE8-C2B6-495A-B84D-CD42D669B991}"/>
              </a:ext>
            </a:extLst>
          </p:cNvPr>
          <p:cNvSpPr>
            <a:spLocks xmlns:a="http://schemas.openxmlformats.org/drawingml/2006/main" noGrp="1"/>
          </p:cNvSpPr>
          <p:nvPr/>
        </p:nvSpPr>
        <p:spPr>
          <a:xfrm xmlns:a="http://schemas.openxmlformats.org/drawingml/2006/main">
            <a:off x="6277546"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40" b="1">
                <a:solidFill>
                  <a:srgbClr val="111111"/>
                </a:solidFill>
                <a:latin typeface="微软雅黑"/>
                <a:ea typeface="微软雅黑"/>
                <a:cs typeface="微软雅黑"/>
              </a:defRPr>
            </a:pPr>
            <a:r>
              <a:rPr sz="1740" b="1">
                <a:solidFill>
                  <a:srgbClr val="111111"/>
                </a:solidFill>
                <a:latin typeface="微软雅黑"/>
                <a:ea typeface="微软雅黑"/>
                <a:cs typeface="微软雅黑"/>
              </a:rPr>
              <a:t>Trigger: condition → action</a:t>
            </a:r>
          </a:p>
        </p:txBody>
      </p:sp>
      <p:sp>
        <p:nvSpPr>
          <p:cNvPr id="36" name="revision-text-283">
            <a:extLst xmlns:a="http://schemas.openxmlformats.org/drawingml/2006/main">
              <a:ext uri="{FF2B5EF4-FFF2-40B4-BE49-F238E27FC236}">
                <a16:creationId xmlns:a16="http://schemas.microsoft.com/office/drawing/2014/main" id="{8FD3CE95-693B-48A9-90FD-DBEE644E86DA}"/>
              </a:ext>
            </a:extLst>
          </p:cNvPr>
          <p:cNvSpPr>
            <a:spLocks xmlns:a="http://schemas.openxmlformats.org/drawingml/2006/main" noGrp="1"/>
          </p:cNvSpPr>
          <p:nvPr/>
        </p:nvSpPr>
        <p:spPr>
          <a:xfrm xmlns:a="http://schemas.openxmlformats.org/drawingml/2006/main">
            <a:off x="6294882" y="5090732"/>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843" b="0">
                <a:solidFill>
                  <a:srgbClr val="111111"/>
                </a:solidFill>
                <a:latin typeface="微软雅黑"/>
                <a:ea typeface="微软雅黑"/>
                <a:cs typeface="微软雅黑"/>
              </a:defRPr>
            </a:pPr>
            <a:r>
              <a:rPr sz="1843" b="0">
                <a:solidFill>
                  <a:srgbClr val="111111"/>
                </a:solidFill>
                <a:latin typeface="微软雅黑"/>
                <a:ea typeface="微软雅黑"/>
                <a:cs typeface="微软雅黑"/>
              </a:rPr>
              <a:t>Update state / Emit signals</a:t>
            </a:r>
          </a:p>
        </p:txBody>
      </p:sp>
      <p:sp>
        <p:nvSpPr>
          <p:cNvPr id="37" name="revision-text-284">
            <a:extLst xmlns:a="http://schemas.openxmlformats.org/drawingml/2006/main">
              <a:ext uri="{FF2B5EF4-FFF2-40B4-BE49-F238E27FC236}">
                <a16:creationId xmlns:a16="http://schemas.microsoft.com/office/drawing/2014/main" id="{D1F1FA4B-AE59-4A96-B872-EA7674D97DD0}"/>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Feedback updates variables; trigger conditions determine requests and progression to the next step.</a:t>
            </a:r>
          </a:p>
        </p:txBody>
      </p:sp>
    </p:spTree>
    <p:extLst>
      <p:ext uri="{BB962C8B-B14F-4D97-AF65-F5344CB8AC3E}">
        <p14:creationId xmlns:p14="http://schemas.microsoft.com/office/powerpoint/2010/main" val="766473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1263E43-6D0E-4AF6-80B5-AA818779ACEF}"/>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9D51215-9C35-4358-92DC-4B8415A3CDE0}"/>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6  Constraints: observation and handling actions</a:t>
            </a:r>
          </a:p>
        </p:txBody>
      </p:sp>
      <p:sp>
        <p:nvSpPr>
          <p:cNvPr id="6" name="TextBox 5">
            <a:extLst xmlns:a="http://schemas.openxmlformats.org/drawingml/2006/main">
              <a:ext uri="{FF2B5EF4-FFF2-40B4-BE49-F238E27FC236}">
                <a16:creationId xmlns:a16="http://schemas.microsoft.com/office/drawing/2014/main" id="{A7B73E91-9AE5-4718-B972-76FE841377FE}"/>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BCA0302-806D-40C6-9C0D-CFC1F95ACBF2}"/>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6/10</a:t>
            </a:r>
          </a:p>
        </p:txBody>
      </p:sp>
      <p:sp>
        <p:nvSpPr>
          <p:cNvPr id="8" name="revision-text-285">
            <a:extLst xmlns:a="http://schemas.openxmlformats.org/drawingml/2006/main">
              <a:ext uri="{FF2B5EF4-FFF2-40B4-BE49-F238E27FC236}">
                <a16:creationId xmlns:a16="http://schemas.microsoft.com/office/drawing/2014/main" id="{B95D695A-D7A9-4EB7-8826-46C6C3E1DAA4}"/>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25" b="0">
                <a:solidFill>
                  <a:srgbClr val="152C40"/>
                </a:solidFill>
                <a:latin typeface="微软雅黑"/>
                <a:ea typeface="微软雅黑"/>
                <a:cs typeface="微软雅黑"/>
              </a:defRPr>
            </a:pPr>
            <a:r>
              <a:rPr sz="1725" b="0">
                <a:solidFill>
                  <a:srgbClr val="152C40"/>
                </a:solidFill>
                <a:latin typeface="微软雅黑"/>
                <a:ea typeface="微软雅黑"/>
                <a:cs typeface="微软雅黑"/>
              </a:rPr>
              <a:t>Observe resource state and task context together, then return actions through the appropriate interfaces.</a:t>
            </a:r>
          </a:p>
        </p:txBody>
      </p:sp>
      <p:sp>
        <p:nvSpPr>
          <p:cNvPr id="9" name="diagram-box-286">
            <a:extLst xmlns:a="http://schemas.openxmlformats.org/drawingml/2006/main">
              <a:ext uri="{FF2B5EF4-FFF2-40B4-BE49-F238E27FC236}">
                <a16:creationId xmlns:a16="http://schemas.microsoft.com/office/drawing/2014/main" id="{72A842BF-3ADA-433F-8155-068D78D7574E}"/>
              </a:ext>
            </a:extLst>
          </p:cNvPr>
          <p:cNvSpPr>
            <a:spLocks xmlns:a="http://schemas.openxmlformats.org/drawingml/2006/main" noGrp="1"/>
          </p:cNvSpPr>
          <p:nvPr/>
        </p:nvSpPr>
        <p:spPr>
          <a:xfrm xmlns:a="http://schemas.openxmlformats.org/drawingml/2006/main">
            <a:off x="571500" y="1695450"/>
            <a:ext cx="4238625" cy="981075"/>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10" name="diagram-box-287">
            <a:extLst xmlns:a="http://schemas.openxmlformats.org/drawingml/2006/main">
              <a:ext uri="{FF2B5EF4-FFF2-40B4-BE49-F238E27FC236}">
                <a16:creationId xmlns:a16="http://schemas.microsoft.com/office/drawing/2014/main" id="{D98F575D-27E2-457C-B1C1-C93B1562DE51}"/>
              </a:ext>
            </a:extLst>
          </p:cNvPr>
          <p:cNvSpPr>
            <a:spLocks xmlns:a="http://schemas.openxmlformats.org/drawingml/2006/main" noGrp="1"/>
          </p:cNvSpPr>
          <p:nvPr/>
        </p:nvSpPr>
        <p:spPr>
          <a:xfrm xmlns:a="http://schemas.openxmlformats.org/drawingml/2006/main">
            <a:off x="571500" y="1695450"/>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11" name="revision-text-288">
            <a:extLst xmlns:a="http://schemas.openxmlformats.org/drawingml/2006/main">
              <a:ext uri="{FF2B5EF4-FFF2-40B4-BE49-F238E27FC236}">
                <a16:creationId xmlns:a16="http://schemas.microsoft.com/office/drawing/2014/main" id="{5F9C0F37-0B50-44FB-BDF7-58F557874724}"/>
              </a:ext>
            </a:extLst>
          </p:cNvPr>
          <p:cNvSpPr>
            <a:spLocks xmlns:a="http://schemas.openxmlformats.org/drawingml/2006/main" noGrp="1"/>
          </p:cNvSpPr>
          <p:nvPr/>
        </p:nvSpPr>
        <p:spPr>
          <a:xfrm xmlns:a="http://schemas.openxmlformats.org/drawingml/2006/main">
            <a:off x="647700"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12" name="revision-text-289">
            <a:extLst xmlns:a="http://schemas.openxmlformats.org/drawingml/2006/main">
              <a:ext uri="{FF2B5EF4-FFF2-40B4-BE49-F238E27FC236}">
                <a16:creationId xmlns:a16="http://schemas.microsoft.com/office/drawing/2014/main" id="{EDB19131-9838-4ABD-B4F7-51D535D0CC98}"/>
              </a:ext>
            </a:extLst>
          </p:cNvPr>
          <p:cNvSpPr>
            <a:spLocks xmlns:a="http://schemas.openxmlformats.org/drawingml/2006/main" noGrp="1"/>
          </p:cNvSpPr>
          <p:nvPr/>
        </p:nvSpPr>
        <p:spPr>
          <a:xfrm xmlns:a="http://schemas.openxmlformats.org/drawingml/2006/main">
            <a:off x="685800"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Node lifecycle and task variables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Execution context</a:t>
            </a:r>
          </a:p>
        </p:txBody>
      </p:sp>
      <p:sp>
        <p:nvSpPr>
          <p:cNvPr id="13" name="diagram-box-290">
            <a:extLst xmlns:a="http://schemas.openxmlformats.org/drawingml/2006/main">
              <a:ext uri="{FF2B5EF4-FFF2-40B4-BE49-F238E27FC236}">
                <a16:creationId xmlns:a16="http://schemas.microsoft.com/office/drawing/2014/main" id="{D172EB2E-616A-4D03-A05E-CA60887CBC9E}"/>
              </a:ext>
            </a:extLst>
          </p:cNvPr>
          <p:cNvSpPr>
            <a:spLocks xmlns:a="http://schemas.openxmlformats.org/drawingml/2006/main" noGrp="1"/>
          </p:cNvSpPr>
          <p:nvPr/>
        </p:nvSpPr>
        <p:spPr>
          <a:xfrm xmlns:a="http://schemas.openxmlformats.org/drawingml/2006/main">
            <a:off x="7381875" y="1695450"/>
            <a:ext cx="4238625" cy="981075"/>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14" name="diagram-box-291">
            <a:extLst xmlns:a="http://schemas.openxmlformats.org/drawingml/2006/main">
              <a:ext uri="{FF2B5EF4-FFF2-40B4-BE49-F238E27FC236}">
                <a16:creationId xmlns:a16="http://schemas.microsoft.com/office/drawing/2014/main" id="{B5970672-7A74-4DEE-BC3F-7C79A75D23C4}"/>
              </a:ext>
            </a:extLst>
          </p:cNvPr>
          <p:cNvSpPr>
            <a:spLocks xmlns:a="http://schemas.openxmlformats.org/drawingml/2006/main" noGrp="1"/>
          </p:cNvSpPr>
          <p:nvPr/>
        </p:nvSpPr>
        <p:spPr>
          <a:xfrm xmlns:a="http://schemas.openxmlformats.org/drawingml/2006/main">
            <a:off x="7381875" y="1695450"/>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15" name="revision-text-292">
            <a:extLst xmlns:a="http://schemas.openxmlformats.org/drawingml/2006/main">
              <a:ext uri="{FF2B5EF4-FFF2-40B4-BE49-F238E27FC236}">
                <a16:creationId xmlns:a16="http://schemas.microsoft.com/office/drawing/2014/main" id="{4DD95A76-4267-4880-A520-D27EDC26C35E}"/>
              </a:ext>
            </a:extLst>
          </p:cNvPr>
          <p:cNvSpPr>
            <a:spLocks xmlns:a="http://schemas.openxmlformats.org/drawingml/2006/main" noGrp="1"/>
          </p:cNvSpPr>
          <p:nvPr/>
        </p:nvSpPr>
        <p:spPr>
          <a:xfrm xmlns:a="http://schemas.openxmlformats.org/drawingml/2006/main">
            <a:off x="7458075"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16" name="revision-text-293">
            <a:extLst xmlns:a="http://schemas.openxmlformats.org/drawingml/2006/main">
              <a:ext uri="{FF2B5EF4-FFF2-40B4-BE49-F238E27FC236}">
                <a16:creationId xmlns:a16="http://schemas.microsoft.com/office/drawing/2014/main" id="{1428DD4D-314B-43A8-86CD-CDF2F83A1452}"/>
              </a:ext>
            </a:extLst>
          </p:cNvPr>
          <p:cNvSpPr>
            <a:spLocks xmlns:a="http://schemas.openxmlformats.org/drawingml/2006/main" noGrp="1"/>
          </p:cNvSpPr>
          <p:nvPr/>
        </p:nvSpPr>
        <p:spPr>
          <a:xfrm xmlns:a="http://schemas.openxmlformats.org/drawingml/2006/main">
            <a:off x="7496175"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Device state and attributes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Measurements</a:t>
            </a:r>
          </a:p>
        </p:txBody>
      </p:sp>
      <p:sp>
        <p:nvSpPr>
          <p:cNvPr id="17" name="diagram-box-294">
            <a:extLst xmlns:a="http://schemas.openxmlformats.org/drawingml/2006/main">
              <a:ext uri="{FF2B5EF4-FFF2-40B4-BE49-F238E27FC236}">
                <a16:creationId xmlns:a16="http://schemas.microsoft.com/office/drawing/2014/main" id="{CC8600FD-0BC7-4C45-9C57-7049D014D37D}"/>
              </a:ext>
            </a:extLst>
          </p:cNvPr>
          <p:cNvSpPr>
            <a:spLocks xmlns:a="http://schemas.openxmlformats.org/drawingml/2006/main" noGrp="1"/>
          </p:cNvSpPr>
          <p:nvPr/>
        </p:nvSpPr>
        <p:spPr>
          <a:xfrm xmlns:a="http://schemas.openxmlformats.org/drawingml/2006/main">
            <a:off x="571500" y="3838575"/>
            <a:ext cx="11049000" cy="10477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8" name="diagram-box-295">
            <a:extLst xmlns:a="http://schemas.openxmlformats.org/drawingml/2006/main">
              <a:ext uri="{FF2B5EF4-FFF2-40B4-BE49-F238E27FC236}">
                <a16:creationId xmlns:a16="http://schemas.microsoft.com/office/drawing/2014/main" id="{862F13DC-AC1F-447A-A17F-80801DBCD481}"/>
              </a:ext>
            </a:extLst>
          </p:cNvPr>
          <p:cNvSpPr>
            <a:spLocks xmlns:a="http://schemas.openxmlformats.org/drawingml/2006/main" noGrp="1"/>
          </p:cNvSpPr>
          <p:nvPr/>
        </p:nvSpPr>
        <p:spPr>
          <a:xfrm xmlns:a="http://schemas.openxmlformats.org/drawingml/2006/main">
            <a:off x="571500" y="38385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9" name="revision-text-296">
            <a:extLst xmlns:a="http://schemas.openxmlformats.org/drawingml/2006/main">
              <a:ext uri="{FF2B5EF4-FFF2-40B4-BE49-F238E27FC236}">
                <a16:creationId xmlns:a16="http://schemas.microsoft.com/office/drawing/2014/main" id="{BA2D37B4-3C55-4FB7-BB44-962DBFD376B7}"/>
              </a:ext>
            </a:extLst>
          </p:cNvPr>
          <p:cNvSpPr>
            <a:spLocks xmlns:a="http://schemas.openxmlformats.org/drawingml/2006/main" noGrp="1"/>
          </p:cNvSpPr>
          <p:nvPr/>
        </p:nvSpPr>
        <p:spPr>
          <a:xfrm xmlns:a="http://schemas.openxmlformats.org/drawingml/2006/main">
            <a:off x="647700" y="38671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20" name="diagram-box-297">
            <a:extLst xmlns:a="http://schemas.openxmlformats.org/drawingml/2006/main">
              <a:ext uri="{FF2B5EF4-FFF2-40B4-BE49-F238E27FC236}">
                <a16:creationId xmlns:a16="http://schemas.microsoft.com/office/drawing/2014/main" id="{64A97DED-0054-4BA5-9674-DB905E138BDA}"/>
              </a:ext>
            </a:extLst>
          </p:cNvPr>
          <p:cNvSpPr>
            <a:spLocks xmlns:a="http://schemas.openxmlformats.org/drawingml/2006/main" noGrp="1"/>
          </p:cNvSpPr>
          <p:nvPr/>
        </p:nvSpPr>
        <p:spPr>
          <a:xfrm xmlns:a="http://schemas.openxmlformats.org/drawingml/2006/main">
            <a:off x="7810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1" name="revision-text-298">
            <a:extLst xmlns:a="http://schemas.openxmlformats.org/drawingml/2006/main">
              <a:ext uri="{FF2B5EF4-FFF2-40B4-BE49-F238E27FC236}">
                <a16:creationId xmlns:a16="http://schemas.microsoft.com/office/drawing/2014/main" id="{21D6FFB6-6A2D-49F8-BDF8-108CA05BE69C}"/>
              </a:ext>
            </a:extLst>
          </p:cNvPr>
          <p:cNvSpPr>
            <a:spLocks xmlns:a="http://schemas.openxmlformats.org/drawingml/2006/main" noGrp="1"/>
          </p:cNvSpPr>
          <p:nvPr/>
        </p:nvSpPr>
        <p:spPr>
          <a:xfrm xmlns:a="http://schemas.openxmlformats.org/drawingml/2006/main">
            <a:off x="82867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Observation space</a:t>
            </a:r>
          </a:p>
        </p:txBody>
      </p:sp>
      <p:sp>
        <p:nvSpPr>
          <p:cNvPr id="22" name="revision-text-299">
            <a:extLst xmlns:a="http://schemas.openxmlformats.org/drawingml/2006/main">
              <a:ext uri="{FF2B5EF4-FFF2-40B4-BE49-F238E27FC236}">
                <a16:creationId xmlns:a16="http://schemas.microsoft.com/office/drawing/2014/main" id="{C80D4A64-5F81-4EEC-9C4A-22A016E28C14}"/>
              </a:ext>
            </a:extLst>
          </p:cNvPr>
          <p:cNvSpPr>
            <a:spLocks xmlns:a="http://schemas.openxmlformats.org/drawingml/2006/main" noGrp="1"/>
          </p:cNvSpPr>
          <p:nvPr/>
        </p:nvSpPr>
        <p:spPr>
          <a:xfrm xmlns:a="http://schemas.openxmlformats.org/drawingml/2006/main">
            <a:off x="83820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Device state, attributes / Task context</a:t>
            </a:r>
          </a:p>
        </p:txBody>
      </p:sp>
      <p:sp>
        <p:nvSpPr>
          <p:cNvPr id="23" name="diagram-box-300">
            <a:extLst xmlns:a="http://schemas.openxmlformats.org/drawingml/2006/main">
              <a:ext uri="{FF2B5EF4-FFF2-40B4-BE49-F238E27FC236}">
                <a16:creationId xmlns:a16="http://schemas.microsoft.com/office/drawing/2014/main" id="{04DCA1FD-7595-48DD-82CC-732AC76E12E0}"/>
              </a:ext>
            </a:extLst>
          </p:cNvPr>
          <p:cNvSpPr>
            <a:spLocks xmlns:a="http://schemas.openxmlformats.org/drawingml/2006/main" noGrp="1"/>
          </p:cNvSpPr>
          <p:nvPr/>
        </p:nvSpPr>
        <p:spPr>
          <a:xfrm xmlns:a="http://schemas.openxmlformats.org/drawingml/2006/main">
            <a:off x="453390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4" name="revision-text-301">
            <a:extLst xmlns:a="http://schemas.openxmlformats.org/drawingml/2006/main">
              <a:ext uri="{FF2B5EF4-FFF2-40B4-BE49-F238E27FC236}">
                <a16:creationId xmlns:a16="http://schemas.microsoft.com/office/drawing/2014/main" id="{ED7F2238-957C-4FD2-AB8E-1B68FC6B974B}"/>
              </a:ext>
            </a:extLst>
          </p:cNvPr>
          <p:cNvSpPr>
            <a:spLocks xmlns:a="http://schemas.openxmlformats.org/drawingml/2006/main" noGrp="1"/>
          </p:cNvSpPr>
          <p:nvPr/>
        </p:nvSpPr>
        <p:spPr>
          <a:xfrm xmlns:a="http://schemas.openxmlformats.org/drawingml/2006/main">
            <a:off x="458152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Constraint rules</a:t>
            </a:r>
          </a:p>
        </p:txBody>
      </p:sp>
      <p:sp>
        <p:nvSpPr>
          <p:cNvPr id="25" name="revision-text-302">
            <a:extLst xmlns:a="http://schemas.openxmlformats.org/drawingml/2006/main">
              <a:ext uri="{FF2B5EF4-FFF2-40B4-BE49-F238E27FC236}">
                <a16:creationId xmlns:a16="http://schemas.microsoft.com/office/drawing/2014/main" id="{A15114EE-6201-484E-A4ED-D15649E4DE32}"/>
              </a:ext>
            </a:extLst>
          </p:cNvPr>
          <p:cNvSpPr>
            <a:spLocks xmlns:a="http://schemas.openxmlformats.org/drawingml/2006/main" noGrp="1"/>
          </p:cNvSpPr>
          <p:nvPr/>
        </p:nvSpPr>
        <p:spPr>
          <a:xfrm xmlns:a="http://schemas.openxmlformats.org/drawingml/2006/main">
            <a:off x="459105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Laboratory baseline / Task rules</a:t>
            </a:r>
          </a:p>
        </p:txBody>
      </p:sp>
      <p:sp>
        <p:nvSpPr>
          <p:cNvPr id="26" name="diagram-box-303">
            <a:extLst xmlns:a="http://schemas.openxmlformats.org/drawingml/2006/main">
              <a:ext uri="{FF2B5EF4-FFF2-40B4-BE49-F238E27FC236}">
                <a16:creationId xmlns:a16="http://schemas.microsoft.com/office/drawing/2014/main" id="{A729CB1B-F419-437D-B308-E2C951794960}"/>
              </a:ext>
            </a:extLst>
          </p:cNvPr>
          <p:cNvSpPr>
            <a:spLocks xmlns:a="http://schemas.openxmlformats.org/drawingml/2006/main" noGrp="1"/>
          </p:cNvSpPr>
          <p:nvPr/>
        </p:nvSpPr>
        <p:spPr>
          <a:xfrm xmlns:a="http://schemas.openxmlformats.org/drawingml/2006/main">
            <a:off x="82867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7" name="revision-text-304">
            <a:extLst xmlns:a="http://schemas.openxmlformats.org/drawingml/2006/main">
              <a:ext uri="{FF2B5EF4-FFF2-40B4-BE49-F238E27FC236}">
                <a16:creationId xmlns:a16="http://schemas.microsoft.com/office/drawing/2014/main" id="{31D43759-3312-4BE6-9221-63B1624A746C}"/>
              </a:ext>
            </a:extLst>
          </p:cNvPr>
          <p:cNvSpPr>
            <a:spLocks xmlns:a="http://schemas.openxmlformats.org/drawingml/2006/main" noGrp="1"/>
          </p:cNvSpPr>
          <p:nvPr/>
        </p:nvSpPr>
        <p:spPr>
          <a:xfrm xmlns:a="http://schemas.openxmlformats.org/drawingml/2006/main">
            <a:off x="833437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Handling actions</a:t>
            </a:r>
          </a:p>
        </p:txBody>
      </p:sp>
      <p:sp>
        <p:nvSpPr>
          <p:cNvPr id="28" name="revision-text-305">
            <a:extLst xmlns:a="http://schemas.openxmlformats.org/drawingml/2006/main">
              <a:ext uri="{FF2B5EF4-FFF2-40B4-BE49-F238E27FC236}">
                <a16:creationId xmlns:a16="http://schemas.microsoft.com/office/drawing/2014/main" id="{96C774C7-3F79-4E85-84AF-0D7EC44EED22}"/>
              </a:ext>
            </a:extLst>
          </p:cNvPr>
          <p:cNvSpPr>
            <a:spLocks xmlns:a="http://schemas.openxmlformats.org/drawingml/2006/main" noGrp="1"/>
          </p:cNvSpPr>
          <p:nvPr/>
        </p:nvSpPr>
        <p:spPr>
          <a:xfrm xmlns:a="http://schemas.openxmlformats.org/drawingml/2006/main">
            <a:off x="834390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Device actions / Warn / Alarm / Abort</a:t>
            </a:r>
          </a:p>
        </p:txBody>
      </p:sp>
      <p:sp>
        <p:nvSpPr>
          <p:cNvPr id="29" name="diagram-line-306">
            <a:extLst xmlns:a="http://schemas.openxmlformats.org/drawingml/2006/main">
              <a:ext uri="{FF2B5EF4-FFF2-40B4-BE49-F238E27FC236}">
                <a16:creationId xmlns:a16="http://schemas.microsoft.com/office/drawing/2014/main" id="{D8235FAB-F743-45B9-9F3C-E9ACF53BD5DB}"/>
              </a:ext>
            </a:extLst>
          </p:cNvPr>
          <p:cNvSpPr>
            <a:spLocks xmlns:a="http://schemas.openxmlformats.org/drawingml/2006/main" noGrp="1"/>
          </p:cNvSpPr>
          <p:nvPr/>
        </p:nvSpPr>
        <p:spPr>
          <a:xfrm xmlns:a="http://schemas.openxmlformats.org/drawingml/2006/main">
            <a:off x="390525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0" name="diagram-poly-307">
            <a:extLst xmlns:a="http://schemas.openxmlformats.org/drawingml/2006/main">
              <a:ext uri="{FF2B5EF4-FFF2-40B4-BE49-F238E27FC236}">
                <a16:creationId xmlns:a16="http://schemas.microsoft.com/office/drawing/2014/main" id="{D03FB178-3063-45B5-AB3F-09638A3EA59D}"/>
              </a:ext>
            </a:extLst>
          </p:cNvPr>
          <p:cNvSpPr>
            <a:spLocks xmlns:a="http://schemas.openxmlformats.org/drawingml/2006/main" noGrp="1"/>
          </p:cNvSpPr>
          <p:nvPr/>
        </p:nvSpPr>
        <p:spPr>
          <a:xfrm xmlns:a="http://schemas.openxmlformats.org/drawingml/2006/main">
            <a:off x="446722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1" name="diagram-line-308">
            <a:extLst xmlns:a="http://schemas.openxmlformats.org/drawingml/2006/main">
              <a:ext uri="{FF2B5EF4-FFF2-40B4-BE49-F238E27FC236}">
                <a16:creationId xmlns:a16="http://schemas.microsoft.com/office/drawing/2014/main" id="{CB0009F0-4B4B-45F6-84F1-0E344142355F}"/>
              </a:ext>
            </a:extLst>
          </p:cNvPr>
          <p:cNvSpPr>
            <a:spLocks xmlns:a="http://schemas.openxmlformats.org/drawingml/2006/main" noGrp="1"/>
          </p:cNvSpPr>
          <p:nvPr/>
        </p:nvSpPr>
        <p:spPr>
          <a:xfrm xmlns:a="http://schemas.openxmlformats.org/drawingml/2006/main">
            <a:off x="765810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2" name="diagram-poly-309">
            <a:extLst xmlns:a="http://schemas.openxmlformats.org/drawingml/2006/main">
              <a:ext uri="{FF2B5EF4-FFF2-40B4-BE49-F238E27FC236}">
                <a16:creationId xmlns:a16="http://schemas.microsoft.com/office/drawing/2014/main" id="{3F30C838-B014-4995-9EC3-E0C36C98AF75}"/>
              </a:ext>
            </a:extLst>
          </p:cNvPr>
          <p:cNvSpPr>
            <a:spLocks xmlns:a="http://schemas.openxmlformats.org/drawingml/2006/main" noGrp="1"/>
          </p:cNvSpPr>
          <p:nvPr/>
        </p:nvSpPr>
        <p:spPr>
          <a:xfrm xmlns:a="http://schemas.openxmlformats.org/drawingml/2006/main">
            <a:off x="822007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3" name="diagram-line-310">
            <a:extLst xmlns:a="http://schemas.openxmlformats.org/drawingml/2006/main">
              <a:ext uri="{FF2B5EF4-FFF2-40B4-BE49-F238E27FC236}">
                <a16:creationId xmlns:a16="http://schemas.microsoft.com/office/drawing/2014/main" id="{58FCCEF9-A829-4F0F-8506-B450226004AE}"/>
              </a:ext>
            </a:extLst>
          </p:cNvPr>
          <p:cNvSpPr>
            <a:spLocks xmlns:a="http://schemas.openxmlformats.org/drawingml/2006/main" noGrp="1"/>
          </p:cNvSpPr>
          <p:nvPr/>
        </p:nvSpPr>
        <p:spPr>
          <a:xfrm xmlns:a="http://schemas.openxmlformats.org/drawingml/2006/main">
            <a:off x="29051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4" name="diagram-line-311">
            <a:extLst xmlns:a="http://schemas.openxmlformats.org/drawingml/2006/main">
              <a:ext uri="{FF2B5EF4-FFF2-40B4-BE49-F238E27FC236}">
                <a16:creationId xmlns:a16="http://schemas.microsoft.com/office/drawing/2014/main" id="{78B23F70-91A0-4800-8067-D87593129CC3}"/>
              </a:ext>
            </a:extLst>
          </p:cNvPr>
          <p:cNvSpPr>
            <a:spLocks xmlns:a="http://schemas.openxmlformats.org/drawingml/2006/main" noGrp="1"/>
          </p:cNvSpPr>
          <p:nvPr/>
        </p:nvSpPr>
        <p:spPr>
          <a:xfrm xmlns:a="http://schemas.openxmlformats.org/drawingml/2006/main">
            <a:off x="29051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5" name="diagram-line-312">
            <a:extLst xmlns:a="http://schemas.openxmlformats.org/drawingml/2006/main">
              <a:ext uri="{FF2B5EF4-FFF2-40B4-BE49-F238E27FC236}">
                <a16:creationId xmlns:a16="http://schemas.microsoft.com/office/drawing/2014/main" id="{4595A9DA-F6D6-4016-95CB-CAC1581E975A}"/>
              </a:ext>
            </a:extLst>
          </p:cNvPr>
          <p:cNvSpPr>
            <a:spLocks xmlns:a="http://schemas.openxmlformats.org/drawingml/2006/main" noGrp="1"/>
          </p:cNvSpPr>
          <p:nvPr/>
        </p:nvSpPr>
        <p:spPr>
          <a:xfrm xmlns:a="http://schemas.openxmlformats.org/drawingml/2006/main">
            <a:off x="29051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6" name="diagram-line-313">
            <a:extLst xmlns:a="http://schemas.openxmlformats.org/drawingml/2006/main">
              <a:ext uri="{FF2B5EF4-FFF2-40B4-BE49-F238E27FC236}">
                <a16:creationId xmlns:a16="http://schemas.microsoft.com/office/drawing/2014/main" id="{E8A54181-6C51-4A44-9CE0-FD11FEB75F06}"/>
              </a:ext>
            </a:extLst>
          </p:cNvPr>
          <p:cNvSpPr>
            <a:spLocks xmlns:a="http://schemas.openxmlformats.org/drawingml/2006/main" noGrp="1"/>
          </p:cNvSpPr>
          <p:nvPr/>
        </p:nvSpPr>
        <p:spPr>
          <a:xfrm xmlns:a="http://schemas.openxmlformats.org/drawingml/2006/main">
            <a:off x="2905125" y="3019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7" name="diagram-line-314">
            <a:extLst xmlns:a="http://schemas.openxmlformats.org/drawingml/2006/main">
              <a:ext uri="{FF2B5EF4-FFF2-40B4-BE49-F238E27FC236}">
                <a16:creationId xmlns:a16="http://schemas.microsoft.com/office/drawing/2014/main" id="{3C237BBD-53E9-4BE3-AD49-CCA5229B555B}"/>
              </a:ext>
            </a:extLst>
          </p:cNvPr>
          <p:cNvSpPr>
            <a:spLocks xmlns:a="http://schemas.openxmlformats.org/drawingml/2006/main" noGrp="1"/>
          </p:cNvSpPr>
          <p:nvPr/>
        </p:nvSpPr>
        <p:spPr>
          <a:xfrm xmlns:a="http://schemas.openxmlformats.org/drawingml/2006/main">
            <a:off x="2905125" y="3133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8" name="diagram-line-315">
            <a:extLst xmlns:a="http://schemas.openxmlformats.org/drawingml/2006/main">
              <a:ext uri="{FF2B5EF4-FFF2-40B4-BE49-F238E27FC236}">
                <a16:creationId xmlns:a16="http://schemas.microsoft.com/office/drawing/2014/main" id="{6B69814E-1F64-4642-A602-66CF4840B1C4}"/>
              </a:ext>
            </a:extLst>
          </p:cNvPr>
          <p:cNvSpPr>
            <a:spLocks xmlns:a="http://schemas.openxmlformats.org/drawingml/2006/main" noGrp="1"/>
          </p:cNvSpPr>
          <p:nvPr/>
        </p:nvSpPr>
        <p:spPr>
          <a:xfrm xmlns:a="http://schemas.openxmlformats.org/drawingml/2006/main">
            <a:off x="2905125" y="3248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9" name="diagram-line-316">
            <a:extLst xmlns:a="http://schemas.openxmlformats.org/drawingml/2006/main">
              <a:ext uri="{FF2B5EF4-FFF2-40B4-BE49-F238E27FC236}">
                <a16:creationId xmlns:a16="http://schemas.microsoft.com/office/drawing/2014/main" id="{101C6761-BD8A-41C1-A076-5F95A20FCA9F}"/>
              </a:ext>
            </a:extLst>
          </p:cNvPr>
          <p:cNvSpPr>
            <a:spLocks xmlns:a="http://schemas.openxmlformats.org/drawingml/2006/main" noGrp="1"/>
          </p:cNvSpPr>
          <p:nvPr/>
        </p:nvSpPr>
        <p:spPr>
          <a:xfrm xmlns:a="http://schemas.openxmlformats.org/drawingml/2006/main">
            <a:off x="2905125" y="3362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0" name="diagram-line-317">
            <a:extLst xmlns:a="http://schemas.openxmlformats.org/drawingml/2006/main">
              <a:ext uri="{FF2B5EF4-FFF2-40B4-BE49-F238E27FC236}">
                <a16:creationId xmlns:a16="http://schemas.microsoft.com/office/drawing/2014/main" id="{426C6A96-8930-4696-8002-B28ACE694097}"/>
              </a:ext>
            </a:extLst>
          </p:cNvPr>
          <p:cNvSpPr>
            <a:spLocks xmlns:a="http://schemas.openxmlformats.org/drawingml/2006/main" noGrp="1"/>
          </p:cNvSpPr>
          <p:nvPr/>
        </p:nvSpPr>
        <p:spPr>
          <a:xfrm xmlns:a="http://schemas.openxmlformats.org/drawingml/2006/main">
            <a:off x="2905125" y="34766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1" name="diagram-line-318">
            <a:extLst xmlns:a="http://schemas.openxmlformats.org/drawingml/2006/main">
              <a:ext uri="{FF2B5EF4-FFF2-40B4-BE49-F238E27FC236}">
                <a16:creationId xmlns:a16="http://schemas.microsoft.com/office/drawing/2014/main" id="{99B36CA1-54C0-4F01-9575-E585700EA218}"/>
              </a:ext>
            </a:extLst>
          </p:cNvPr>
          <p:cNvSpPr>
            <a:spLocks xmlns:a="http://schemas.openxmlformats.org/drawingml/2006/main" noGrp="1"/>
          </p:cNvSpPr>
          <p:nvPr/>
        </p:nvSpPr>
        <p:spPr>
          <a:xfrm xmlns:a="http://schemas.openxmlformats.org/drawingml/2006/main">
            <a:off x="2905125" y="35909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2" name="diagram-line-319">
            <a:extLst xmlns:a="http://schemas.openxmlformats.org/drawingml/2006/main">
              <a:ext uri="{FF2B5EF4-FFF2-40B4-BE49-F238E27FC236}">
                <a16:creationId xmlns:a16="http://schemas.microsoft.com/office/drawing/2014/main" id="{638BB76B-F03D-4780-94F3-17EB4E880012}"/>
              </a:ext>
            </a:extLst>
          </p:cNvPr>
          <p:cNvSpPr>
            <a:spLocks xmlns:a="http://schemas.openxmlformats.org/drawingml/2006/main" noGrp="1"/>
          </p:cNvSpPr>
          <p:nvPr/>
        </p:nvSpPr>
        <p:spPr>
          <a:xfrm xmlns:a="http://schemas.openxmlformats.org/drawingml/2006/main">
            <a:off x="2905125" y="37052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3" name="diagram-line-320">
            <a:extLst xmlns:a="http://schemas.openxmlformats.org/drawingml/2006/main">
              <a:ext uri="{FF2B5EF4-FFF2-40B4-BE49-F238E27FC236}">
                <a16:creationId xmlns:a16="http://schemas.microsoft.com/office/drawing/2014/main" id="{3DF4A962-B35E-46D6-BE83-8F88C27DEC41}"/>
              </a:ext>
            </a:extLst>
          </p:cNvPr>
          <p:cNvSpPr>
            <a:spLocks xmlns:a="http://schemas.openxmlformats.org/drawingml/2006/main" noGrp="1"/>
          </p:cNvSpPr>
          <p:nvPr/>
        </p:nvSpPr>
        <p:spPr>
          <a:xfrm xmlns:a="http://schemas.openxmlformats.org/drawingml/2006/main">
            <a:off x="2905125" y="3819525"/>
            <a:ext cx="191" cy="19050"/>
          </a:xfrm>
          <a:custGeom xmlns:a="http://schemas.openxmlformats.org/drawingml/2006/main">
            <a:pathLst>
              <a:path w="191" h="19050">
                <a:moveTo>
                  <a:pt x="0" y="0"/>
                </a:moveTo>
                <a:lnTo>
                  <a:pt x="0" y="19050"/>
                </a:lnTo>
              </a:path>
            </a:pathLst>
          </a:custGeom>
          <a:noFill xmlns:a="http://schemas.openxmlformats.org/drawingml/2006/main"/>
          <a:ln xmlns:a="http://schemas.openxmlformats.org/drawingml/2006/main" w="14288">
            <a:solidFill>
              <a:srgbClr val="9A83BB"/>
            </a:solidFill>
          </a:ln>
        </p:spPr>
      </p:sp>
      <p:sp>
        <p:nvSpPr>
          <p:cNvPr id="44" name="diagram-poly-321">
            <a:extLst xmlns:a="http://schemas.openxmlformats.org/drawingml/2006/main">
              <a:ext uri="{FF2B5EF4-FFF2-40B4-BE49-F238E27FC236}">
                <a16:creationId xmlns:a16="http://schemas.microsoft.com/office/drawing/2014/main" id="{65BF1B7B-6CBF-479F-B982-F91ED1666A93}"/>
              </a:ext>
            </a:extLst>
          </p:cNvPr>
          <p:cNvSpPr>
            <a:spLocks xmlns:a="http://schemas.openxmlformats.org/drawingml/2006/main" noGrp="1"/>
          </p:cNvSpPr>
          <p:nvPr/>
        </p:nvSpPr>
        <p:spPr>
          <a:xfrm xmlns:a="http://schemas.openxmlformats.org/drawingml/2006/main">
            <a:off x="2875598" y="37719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45" name="revision-text-322">
            <a:extLst xmlns:a="http://schemas.openxmlformats.org/drawingml/2006/main">
              <a:ext uri="{FF2B5EF4-FFF2-40B4-BE49-F238E27FC236}">
                <a16:creationId xmlns:a16="http://schemas.microsoft.com/office/drawing/2014/main" id="{6D54FCB9-CEF1-49BD-B115-4DEA6862A13C}"/>
              </a:ext>
            </a:extLst>
          </p:cNvPr>
          <p:cNvSpPr>
            <a:spLocks xmlns:a="http://schemas.openxmlformats.org/drawingml/2006/main" noGrp="1"/>
          </p:cNvSpPr>
          <p:nvPr/>
        </p:nvSpPr>
        <p:spPr>
          <a:xfrm xmlns:a="http://schemas.openxmlformats.org/drawingml/2006/main">
            <a:off x="723900" y="3095625"/>
            <a:ext cx="211455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85" b="0">
                <a:solidFill>
                  <a:srgbClr val="9A83BB"/>
                </a:solidFill>
                <a:latin typeface="微软雅黑"/>
                <a:ea typeface="微软雅黑"/>
                <a:cs typeface="微软雅黑"/>
              </a:defRPr>
            </a:pPr>
            <a:r>
              <a:rPr sz="1485" b="0">
                <a:solidFill>
                  <a:srgbClr val="9A83BB"/>
                </a:solidFill>
                <a:latin typeface="微软雅黑"/>
                <a:ea typeface="微软雅黑"/>
                <a:cs typeface="微软雅黑"/>
              </a:rPr>
              <a:t>Workflow observations</a:t>
            </a:r>
          </a:p>
        </p:txBody>
      </p:sp>
      <p:sp>
        <p:nvSpPr>
          <p:cNvPr id="46" name="diagram-line-323">
            <a:extLst xmlns:a="http://schemas.openxmlformats.org/drawingml/2006/main">
              <a:ext uri="{FF2B5EF4-FFF2-40B4-BE49-F238E27FC236}">
                <a16:creationId xmlns:a16="http://schemas.microsoft.com/office/drawing/2014/main" id="{F117C527-4167-4FEF-A23F-4EC89BF7E26F}"/>
              </a:ext>
            </a:extLst>
          </p:cNvPr>
          <p:cNvSpPr>
            <a:spLocks xmlns:a="http://schemas.openxmlformats.org/drawingml/2006/main" noGrp="1"/>
          </p:cNvSpPr>
          <p:nvPr/>
        </p:nvSpPr>
        <p:spPr>
          <a:xfrm xmlns:a="http://schemas.openxmlformats.org/drawingml/2006/main">
            <a:off x="99536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7" name="diagram-line-324">
            <a:extLst xmlns:a="http://schemas.openxmlformats.org/drawingml/2006/main">
              <a:ext uri="{FF2B5EF4-FFF2-40B4-BE49-F238E27FC236}">
                <a16:creationId xmlns:a16="http://schemas.microsoft.com/office/drawing/2014/main" id="{FC10F012-7F70-4460-BFDB-A0FCEAE13BD2}"/>
              </a:ext>
            </a:extLst>
          </p:cNvPr>
          <p:cNvSpPr>
            <a:spLocks xmlns:a="http://schemas.openxmlformats.org/drawingml/2006/main" noGrp="1"/>
          </p:cNvSpPr>
          <p:nvPr/>
        </p:nvSpPr>
        <p:spPr>
          <a:xfrm xmlns:a="http://schemas.openxmlformats.org/drawingml/2006/main">
            <a:off x="99536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8" name="diagram-line-325">
            <a:extLst xmlns:a="http://schemas.openxmlformats.org/drawingml/2006/main">
              <a:ext uri="{FF2B5EF4-FFF2-40B4-BE49-F238E27FC236}">
                <a16:creationId xmlns:a16="http://schemas.microsoft.com/office/drawing/2014/main" id="{A1D4AAF0-94E5-40EB-8EF1-54DB37C5ABC9}"/>
              </a:ext>
            </a:extLst>
          </p:cNvPr>
          <p:cNvSpPr>
            <a:spLocks xmlns:a="http://schemas.openxmlformats.org/drawingml/2006/main" noGrp="1"/>
          </p:cNvSpPr>
          <p:nvPr/>
        </p:nvSpPr>
        <p:spPr>
          <a:xfrm xmlns:a="http://schemas.openxmlformats.org/drawingml/2006/main">
            <a:off x="99536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9" name="diagram-line-326">
            <a:extLst xmlns:a="http://schemas.openxmlformats.org/drawingml/2006/main">
              <a:ext uri="{FF2B5EF4-FFF2-40B4-BE49-F238E27FC236}">
                <a16:creationId xmlns:a16="http://schemas.microsoft.com/office/drawing/2014/main" id="{4A0174DB-A182-4036-BBC0-03FBAE0BDA64}"/>
              </a:ext>
            </a:extLst>
          </p:cNvPr>
          <p:cNvSpPr>
            <a:spLocks xmlns:a="http://schemas.openxmlformats.org/drawingml/2006/main" noGrp="1"/>
          </p:cNvSpPr>
          <p:nvPr/>
        </p:nvSpPr>
        <p:spPr>
          <a:xfrm xmlns:a="http://schemas.openxmlformats.org/drawingml/2006/main">
            <a:off x="9953625" y="301942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50" name="diagram-line-327">
            <a:extLst xmlns:a="http://schemas.openxmlformats.org/drawingml/2006/main">
              <a:ext uri="{FF2B5EF4-FFF2-40B4-BE49-F238E27FC236}">
                <a16:creationId xmlns:a16="http://schemas.microsoft.com/office/drawing/2014/main" id="{BA4ADA71-F4A5-4A77-961A-7B59F8326F30}"/>
              </a:ext>
            </a:extLst>
          </p:cNvPr>
          <p:cNvSpPr>
            <a:spLocks xmlns:a="http://schemas.openxmlformats.org/drawingml/2006/main" noGrp="1"/>
          </p:cNvSpPr>
          <p:nvPr/>
        </p:nvSpPr>
        <p:spPr>
          <a:xfrm xmlns:a="http://schemas.openxmlformats.org/drawingml/2006/main">
            <a:off x="9886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1" name="diagram-line-328">
            <a:extLst xmlns:a="http://schemas.openxmlformats.org/drawingml/2006/main">
              <a:ext uri="{FF2B5EF4-FFF2-40B4-BE49-F238E27FC236}">
                <a16:creationId xmlns:a16="http://schemas.microsoft.com/office/drawing/2014/main" id="{783A50DF-475E-48A6-A289-64119CEF9D12}"/>
              </a:ext>
            </a:extLst>
          </p:cNvPr>
          <p:cNvSpPr>
            <a:spLocks xmlns:a="http://schemas.openxmlformats.org/drawingml/2006/main" noGrp="1"/>
          </p:cNvSpPr>
          <p:nvPr/>
        </p:nvSpPr>
        <p:spPr>
          <a:xfrm xmlns:a="http://schemas.openxmlformats.org/drawingml/2006/main">
            <a:off x="9772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2" name="diagram-line-329">
            <a:extLst xmlns:a="http://schemas.openxmlformats.org/drawingml/2006/main">
              <a:ext uri="{FF2B5EF4-FFF2-40B4-BE49-F238E27FC236}">
                <a16:creationId xmlns:a16="http://schemas.microsoft.com/office/drawing/2014/main" id="{F5814474-4348-4111-A0E8-C6648C880C22}"/>
              </a:ext>
            </a:extLst>
          </p:cNvPr>
          <p:cNvSpPr>
            <a:spLocks xmlns:a="http://schemas.openxmlformats.org/drawingml/2006/main" noGrp="1"/>
          </p:cNvSpPr>
          <p:nvPr/>
        </p:nvSpPr>
        <p:spPr>
          <a:xfrm xmlns:a="http://schemas.openxmlformats.org/drawingml/2006/main">
            <a:off x="9658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3" name="diagram-line-330">
            <a:extLst xmlns:a="http://schemas.openxmlformats.org/drawingml/2006/main">
              <a:ext uri="{FF2B5EF4-FFF2-40B4-BE49-F238E27FC236}">
                <a16:creationId xmlns:a16="http://schemas.microsoft.com/office/drawing/2014/main" id="{A2245324-72E9-43E9-99BE-CC9B667E805A}"/>
              </a:ext>
            </a:extLst>
          </p:cNvPr>
          <p:cNvSpPr>
            <a:spLocks xmlns:a="http://schemas.openxmlformats.org/drawingml/2006/main" noGrp="1"/>
          </p:cNvSpPr>
          <p:nvPr/>
        </p:nvSpPr>
        <p:spPr>
          <a:xfrm xmlns:a="http://schemas.openxmlformats.org/drawingml/2006/main">
            <a:off x="9544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4" name="diagram-line-331">
            <a:extLst xmlns:a="http://schemas.openxmlformats.org/drawingml/2006/main">
              <a:ext uri="{FF2B5EF4-FFF2-40B4-BE49-F238E27FC236}">
                <a16:creationId xmlns:a16="http://schemas.microsoft.com/office/drawing/2014/main" id="{2FB358CF-8F83-4074-A21A-A9F5168EEC6A}"/>
              </a:ext>
            </a:extLst>
          </p:cNvPr>
          <p:cNvSpPr>
            <a:spLocks xmlns:a="http://schemas.openxmlformats.org/drawingml/2006/main" noGrp="1"/>
          </p:cNvSpPr>
          <p:nvPr/>
        </p:nvSpPr>
        <p:spPr>
          <a:xfrm xmlns:a="http://schemas.openxmlformats.org/drawingml/2006/main">
            <a:off x="9429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5" name="diagram-line-332">
            <a:extLst xmlns:a="http://schemas.openxmlformats.org/drawingml/2006/main">
              <a:ext uri="{FF2B5EF4-FFF2-40B4-BE49-F238E27FC236}">
                <a16:creationId xmlns:a16="http://schemas.microsoft.com/office/drawing/2014/main" id="{223EE21E-E30B-4EE6-9EC9-7E709AF213ED}"/>
              </a:ext>
            </a:extLst>
          </p:cNvPr>
          <p:cNvSpPr>
            <a:spLocks xmlns:a="http://schemas.openxmlformats.org/drawingml/2006/main" noGrp="1"/>
          </p:cNvSpPr>
          <p:nvPr/>
        </p:nvSpPr>
        <p:spPr>
          <a:xfrm xmlns:a="http://schemas.openxmlformats.org/drawingml/2006/main">
            <a:off x="9315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6" name="diagram-line-333">
            <a:extLst xmlns:a="http://schemas.openxmlformats.org/drawingml/2006/main">
              <a:ext uri="{FF2B5EF4-FFF2-40B4-BE49-F238E27FC236}">
                <a16:creationId xmlns:a16="http://schemas.microsoft.com/office/drawing/2014/main" id="{B2C3F653-EBCC-4613-978A-D00D289D44E8}"/>
              </a:ext>
            </a:extLst>
          </p:cNvPr>
          <p:cNvSpPr>
            <a:spLocks xmlns:a="http://schemas.openxmlformats.org/drawingml/2006/main" noGrp="1"/>
          </p:cNvSpPr>
          <p:nvPr/>
        </p:nvSpPr>
        <p:spPr>
          <a:xfrm xmlns:a="http://schemas.openxmlformats.org/drawingml/2006/main">
            <a:off x="9201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7" name="diagram-line-334">
            <a:extLst xmlns:a="http://schemas.openxmlformats.org/drawingml/2006/main">
              <a:ext uri="{FF2B5EF4-FFF2-40B4-BE49-F238E27FC236}">
                <a16:creationId xmlns:a16="http://schemas.microsoft.com/office/drawing/2014/main" id="{E80703C1-2E8B-4FDC-9B6A-31310489BBBA}"/>
              </a:ext>
            </a:extLst>
          </p:cNvPr>
          <p:cNvSpPr>
            <a:spLocks xmlns:a="http://schemas.openxmlformats.org/drawingml/2006/main" noGrp="1"/>
          </p:cNvSpPr>
          <p:nvPr/>
        </p:nvSpPr>
        <p:spPr>
          <a:xfrm xmlns:a="http://schemas.openxmlformats.org/drawingml/2006/main">
            <a:off x="9086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335">
            <a:extLst xmlns:a="http://schemas.openxmlformats.org/drawingml/2006/main">
              <a:ext uri="{FF2B5EF4-FFF2-40B4-BE49-F238E27FC236}">
                <a16:creationId xmlns:a16="http://schemas.microsoft.com/office/drawing/2014/main" id="{350E1A5F-F504-4750-9B8F-278EF61F1983}"/>
              </a:ext>
            </a:extLst>
          </p:cNvPr>
          <p:cNvSpPr>
            <a:spLocks xmlns:a="http://schemas.openxmlformats.org/drawingml/2006/main" noGrp="1"/>
          </p:cNvSpPr>
          <p:nvPr/>
        </p:nvSpPr>
        <p:spPr>
          <a:xfrm xmlns:a="http://schemas.openxmlformats.org/drawingml/2006/main">
            <a:off x="8972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336">
            <a:extLst xmlns:a="http://schemas.openxmlformats.org/drawingml/2006/main">
              <a:ext uri="{FF2B5EF4-FFF2-40B4-BE49-F238E27FC236}">
                <a16:creationId xmlns:a16="http://schemas.microsoft.com/office/drawing/2014/main" id="{9FF51160-3E49-48B2-8DF3-D86031C2D92E}"/>
              </a:ext>
            </a:extLst>
          </p:cNvPr>
          <p:cNvSpPr>
            <a:spLocks xmlns:a="http://schemas.openxmlformats.org/drawingml/2006/main" noGrp="1"/>
          </p:cNvSpPr>
          <p:nvPr/>
        </p:nvSpPr>
        <p:spPr>
          <a:xfrm xmlns:a="http://schemas.openxmlformats.org/drawingml/2006/main">
            <a:off x="8858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337">
            <a:extLst xmlns:a="http://schemas.openxmlformats.org/drawingml/2006/main">
              <a:ext uri="{FF2B5EF4-FFF2-40B4-BE49-F238E27FC236}">
                <a16:creationId xmlns:a16="http://schemas.microsoft.com/office/drawing/2014/main" id="{7B70D393-A1E2-40D5-ADDB-4CC82E6FDF65}"/>
              </a:ext>
            </a:extLst>
          </p:cNvPr>
          <p:cNvSpPr>
            <a:spLocks xmlns:a="http://schemas.openxmlformats.org/drawingml/2006/main" noGrp="1"/>
          </p:cNvSpPr>
          <p:nvPr/>
        </p:nvSpPr>
        <p:spPr>
          <a:xfrm xmlns:a="http://schemas.openxmlformats.org/drawingml/2006/main">
            <a:off x="8743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338">
            <a:extLst xmlns:a="http://schemas.openxmlformats.org/drawingml/2006/main">
              <a:ext uri="{FF2B5EF4-FFF2-40B4-BE49-F238E27FC236}">
                <a16:creationId xmlns:a16="http://schemas.microsoft.com/office/drawing/2014/main" id="{03FE5D45-8FFB-4E89-BDFD-437AD8703108}"/>
              </a:ext>
            </a:extLst>
          </p:cNvPr>
          <p:cNvSpPr>
            <a:spLocks xmlns:a="http://schemas.openxmlformats.org/drawingml/2006/main" noGrp="1"/>
          </p:cNvSpPr>
          <p:nvPr/>
        </p:nvSpPr>
        <p:spPr>
          <a:xfrm xmlns:a="http://schemas.openxmlformats.org/drawingml/2006/main">
            <a:off x="8629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339">
            <a:extLst xmlns:a="http://schemas.openxmlformats.org/drawingml/2006/main">
              <a:ext uri="{FF2B5EF4-FFF2-40B4-BE49-F238E27FC236}">
                <a16:creationId xmlns:a16="http://schemas.microsoft.com/office/drawing/2014/main" id="{109A12E9-D212-40C6-B7C8-1C0FF7A4F80A}"/>
              </a:ext>
            </a:extLst>
          </p:cNvPr>
          <p:cNvSpPr>
            <a:spLocks xmlns:a="http://schemas.openxmlformats.org/drawingml/2006/main" noGrp="1"/>
          </p:cNvSpPr>
          <p:nvPr/>
        </p:nvSpPr>
        <p:spPr>
          <a:xfrm xmlns:a="http://schemas.openxmlformats.org/drawingml/2006/main">
            <a:off x="8515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340">
            <a:extLst xmlns:a="http://schemas.openxmlformats.org/drawingml/2006/main">
              <a:ext uri="{FF2B5EF4-FFF2-40B4-BE49-F238E27FC236}">
                <a16:creationId xmlns:a16="http://schemas.microsoft.com/office/drawing/2014/main" id="{882628E3-DC4B-43A7-8AEA-F3674DCD221C}"/>
              </a:ext>
            </a:extLst>
          </p:cNvPr>
          <p:cNvSpPr>
            <a:spLocks xmlns:a="http://schemas.openxmlformats.org/drawingml/2006/main" noGrp="1"/>
          </p:cNvSpPr>
          <p:nvPr/>
        </p:nvSpPr>
        <p:spPr>
          <a:xfrm xmlns:a="http://schemas.openxmlformats.org/drawingml/2006/main">
            <a:off x="8401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341">
            <a:extLst xmlns:a="http://schemas.openxmlformats.org/drawingml/2006/main">
              <a:ext uri="{FF2B5EF4-FFF2-40B4-BE49-F238E27FC236}">
                <a16:creationId xmlns:a16="http://schemas.microsoft.com/office/drawing/2014/main" id="{C6718919-8154-4068-AA67-D2F564C1F08A}"/>
              </a:ext>
            </a:extLst>
          </p:cNvPr>
          <p:cNvSpPr>
            <a:spLocks xmlns:a="http://schemas.openxmlformats.org/drawingml/2006/main" noGrp="1"/>
          </p:cNvSpPr>
          <p:nvPr/>
        </p:nvSpPr>
        <p:spPr>
          <a:xfrm xmlns:a="http://schemas.openxmlformats.org/drawingml/2006/main">
            <a:off x="8286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342">
            <a:extLst xmlns:a="http://schemas.openxmlformats.org/drawingml/2006/main">
              <a:ext uri="{FF2B5EF4-FFF2-40B4-BE49-F238E27FC236}">
                <a16:creationId xmlns:a16="http://schemas.microsoft.com/office/drawing/2014/main" id="{55A8AD53-25DE-46E6-BC15-234EE1A4CE99}"/>
              </a:ext>
            </a:extLst>
          </p:cNvPr>
          <p:cNvSpPr>
            <a:spLocks xmlns:a="http://schemas.openxmlformats.org/drawingml/2006/main" noGrp="1"/>
          </p:cNvSpPr>
          <p:nvPr/>
        </p:nvSpPr>
        <p:spPr>
          <a:xfrm xmlns:a="http://schemas.openxmlformats.org/drawingml/2006/main">
            <a:off x="8172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343">
            <a:extLst xmlns:a="http://schemas.openxmlformats.org/drawingml/2006/main">
              <a:ext uri="{FF2B5EF4-FFF2-40B4-BE49-F238E27FC236}">
                <a16:creationId xmlns:a16="http://schemas.microsoft.com/office/drawing/2014/main" id="{294F686C-2438-476A-BE94-882B7D6FCBA8}"/>
              </a:ext>
            </a:extLst>
          </p:cNvPr>
          <p:cNvSpPr>
            <a:spLocks xmlns:a="http://schemas.openxmlformats.org/drawingml/2006/main" noGrp="1"/>
          </p:cNvSpPr>
          <p:nvPr/>
        </p:nvSpPr>
        <p:spPr>
          <a:xfrm xmlns:a="http://schemas.openxmlformats.org/drawingml/2006/main">
            <a:off x="8058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344">
            <a:extLst xmlns:a="http://schemas.openxmlformats.org/drawingml/2006/main">
              <a:ext uri="{FF2B5EF4-FFF2-40B4-BE49-F238E27FC236}">
                <a16:creationId xmlns:a16="http://schemas.microsoft.com/office/drawing/2014/main" id="{95EC674C-59A5-4414-9E07-B034760551DD}"/>
              </a:ext>
            </a:extLst>
          </p:cNvPr>
          <p:cNvSpPr>
            <a:spLocks xmlns:a="http://schemas.openxmlformats.org/drawingml/2006/main" noGrp="1"/>
          </p:cNvSpPr>
          <p:nvPr/>
        </p:nvSpPr>
        <p:spPr>
          <a:xfrm xmlns:a="http://schemas.openxmlformats.org/drawingml/2006/main">
            <a:off x="7943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345">
            <a:extLst xmlns:a="http://schemas.openxmlformats.org/drawingml/2006/main">
              <a:ext uri="{FF2B5EF4-FFF2-40B4-BE49-F238E27FC236}">
                <a16:creationId xmlns:a16="http://schemas.microsoft.com/office/drawing/2014/main" id="{B9CD5684-09B9-467A-8B24-2DAA87A70924}"/>
              </a:ext>
            </a:extLst>
          </p:cNvPr>
          <p:cNvSpPr>
            <a:spLocks xmlns:a="http://schemas.openxmlformats.org/drawingml/2006/main" noGrp="1"/>
          </p:cNvSpPr>
          <p:nvPr/>
        </p:nvSpPr>
        <p:spPr>
          <a:xfrm xmlns:a="http://schemas.openxmlformats.org/drawingml/2006/main">
            <a:off x="7829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346">
            <a:extLst xmlns:a="http://schemas.openxmlformats.org/drawingml/2006/main">
              <a:ext uri="{FF2B5EF4-FFF2-40B4-BE49-F238E27FC236}">
                <a16:creationId xmlns:a16="http://schemas.microsoft.com/office/drawing/2014/main" id="{AB5F26DC-5E2C-44CB-A94D-CDD9CE02AA99}"/>
              </a:ext>
            </a:extLst>
          </p:cNvPr>
          <p:cNvSpPr>
            <a:spLocks xmlns:a="http://schemas.openxmlformats.org/drawingml/2006/main" noGrp="1"/>
          </p:cNvSpPr>
          <p:nvPr/>
        </p:nvSpPr>
        <p:spPr>
          <a:xfrm xmlns:a="http://schemas.openxmlformats.org/drawingml/2006/main">
            <a:off x="7715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347">
            <a:extLst xmlns:a="http://schemas.openxmlformats.org/drawingml/2006/main">
              <a:ext uri="{FF2B5EF4-FFF2-40B4-BE49-F238E27FC236}">
                <a16:creationId xmlns:a16="http://schemas.microsoft.com/office/drawing/2014/main" id="{59C089D2-40B5-47CE-B1FB-933027981DA1}"/>
              </a:ext>
            </a:extLst>
          </p:cNvPr>
          <p:cNvSpPr>
            <a:spLocks xmlns:a="http://schemas.openxmlformats.org/drawingml/2006/main" noGrp="1"/>
          </p:cNvSpPr>
          <p:nvPr/>
        </p:nvSpPr>
        <p:spPr>
          <a:xfrm xmlns:a="http://schemas.openxmlformats.org/drawingml/2006/main">
            <a:off x="7600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348">
            <a:extLst xmlns:a="http://schemas.openxmlformats.org/drawingml/2006/main">
              <a:ext uri="{FF2B5EF4-FFF2-40B4-BE49-F238E27FC236}">
                <a16:creationId xmlns:a16="http://schemas.microsoft.com/office/drawing/2014/main" id="{BDD09A39-65DA-4CC9-B6F4-234B6D5FB2F9}"/>
              </a:ext>
            </a:extLst>
          </p:cNvPr>
          <p:cNvSpPr>
            <a:spLocks xmlns:a="http://schemas.openxmlformats.org/drawingml/2006/main" noGrp="1"/>
          </p:cNvSpPr>
          <p:nvPr/>
        </p:nvSpPr>
        <p:spPr>
          <a:xfrm xmlns:a="http://schemas.openxmlformats.org/drawingml/2006/main">
            <a:off x="7486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349">
            <a:extLst xmlns:a="http://schemas.openxmlformats.org/drawingml/2006/main">
              <a:ext uri="{FF2B5EF4-FFF2-40B4-BE49-F238E27FC236}">
                <a16:creationId xmlns:a16="http://schemas.microsoft.com/office/drawing/2014/main" id="{F1BAC22E-412F-4070-99E0-8ACE32129846}"/>
              </a:ext>
            </a:extLst>
          </p:cNvPr>
          <p:cNvSpPr>
            <a:spLocks xmlns:a="http://schemas.openxmlformats.org/drawingml/2006/main" noGrp="1"/>
          </p:cNvSpPr>
          <p:nvPr/>
        </p:nvSpPr>
        <p:spPr>
          <a:xfrm xmlns:a="http://schemas.openxmlformats.org/drawingml/2006/main">
            <a:off x="7372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350">
            <a:extLst xmlns:a="http://schemas.openxmlformats.org/drawingml/2006/main">
              <a:ext uri="{FF2B5EF4-FFF2-40B4-BE49-F238E27FC236}">
                <a16:creationId xmlns:a16="http://schemas.microsoft.com/office/drawing/2014/main" id="{65602776-2056-4B45-9131-621D1250FAB3}"/>
              </a:ext>
            </a:extLst>
          </p:cNvPr>
          <p:cNvSpPr>
            <a:spLocks xmlns:a="http://schemas.openxmlformats.org/drawingml/2006/main" noGrp="1"/>
          </p:cNvSpPr>
          <p:nvPr/>
        </p:nvSpPr>
        <p:spPr>
          <a:xfrm xmlns:a="http://schemas.openxmlformats.org/drawingml/2006/main">
            <a:off x="7258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351">
            <a:extLst xmlns:a="http://schemas.openxmlformats.org/drawingml/2006/main">
              <a:ext uri="{FF2B5EF4-FFF2-40B4-BE49-F238E27FC236}">
                <a16:creationId xmlns:a16="http://schemas.microsoft.com/office/drawing/2014/main" id="{77E55095-0A19-417F-B197-F72E0882E6AC}"/>
              </a:ext>
            </a:extLst>
          </p:cNvPr>
          <p:cNvSpPr>
            <a:spLocks xmlns:a="http://schemas.openxmlformats.org/drawingml/2006/main" noGrp="1"/>
          </p:cNvSpPr>
          <p:nvPr/>
        </p:nvSpPr>
        <p:spPr>
          <a:xfrm xmlns:a="http://schemas.openxmlformats.org/drawingml/2006/main">
            <a:off x="7143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352">
            <a:extLst xmlns:a="http://schemas.openxmlformats.org/drawingml/2006/main">
              <a:ext uri="{FF2B5EF4-FFF2-40B4-BE49-F238E27FC236}">
                <a16:creationId xmlns:a16="http://schemas.microsoft.com/office/drawing/2014/main" id="{2382A10F-9FD9-40FD-B1C7-69E7036E8A5F}"/>
              </a:ext>
            </a:extLst>
          </p:cNvPr>
          <p:cNvSpPr>
            <a:spLocks xmlns:a="http://schemas.openxmlformats.org/drawingml/2006/main" noGrp="1"/>
          </p:cNvSpPr>
          <p:nvPr/>
        </p:nvSpPr>
        <p:spPr>
          <a:xfrm xmlns:a="http://schemas.openxmlformats.org/drawingml/2006/main">
            <a:off x="7029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353">
            <a:extLst xmlns:a="http://schemas.openxmlformats.org/drawingml/2006/main">
              <a:ext uri="{FF2B5EF4-FFF2-40B4-BE49-F238E27FC236}">
                <a16:creationId xmlns:a16="http://schemas.microsoft.com/office/drawing/2014/main" id="{9F27CB1A-EED4-4485-8C5F-0643D6A6C925}"/>
              </a:ext>
            </a:extLst>
          </p:cNvPr>
          <p:cNvSpPr>
            <a:spLocks xmlns:a="http://schemas.openxmlformats.org/drawingml/2006/main" noGrp="1"/>
          </p:cNvSpPr>
          <p:nvPr/>
        </p:nvSpPr>
        <p:spPr>
          <a:xfrm xmlns:a="http://schemas.openxmlformats.org/drawingml/2006/main">
            <a:off x="6915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354">
            <a:extLst xmlns:a="http://schemas.openxmlformats.org/drawingml/2006/main">
              <a:ext uri="{FF2B5EF4-FFF2-40B4-BE49-F238E27FC236}">
                <a16:creationId xmlns:a16="http://schemas.microsoft.com/office/drawing/2014/main" id="{57690B34-7410-444E-9D38-04107A3BBA55}"/>
              </a:ext>
            </a:extLst>
          </p:cNvPr>
          <p:cNvSpPr>
            <a:spLocks xmlns:a="http://schemas.openxmlformats.org/drawingml/2006/main" noGrp="1"/>
          </p:cNvSpPr>
          <p:nvPr/>
        </p:nvSpPr>
        <p:spPr>
          <a:xfrm xmlns:a="http://schemas.openxmlformats.org/drawingml/2006/main">
            <a:off x="6800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8" name="diagram-line-355">
            <a:extLst xmlns:a="http://schemas.openxmlformats.org/drawingml/2006/main">
              <a:ext uri="{FF2B5EF4-FFF2-40B4-BE49-F238E27FC236}">
                <a16:creationId xmlns:a16="http://schemas.microsoft.com/office/drawing/2014/main" id="{03997531-CF00-4AB3-A23C-A0F4685365F5}"/>
              </a:ext>
            </a:extLst>
          </p:cNvPr>
          <p:cNvSpPr>
            <a:spLocks xmlns:a="http://schemas.openxmlformats.org/drawingml/2006/main" noGrp="1"/>
          </p:cNvSpPr>
          <p:nvPr/>
        </p:nvSpPr>
        <p:spPr>
          <a:xfrm xmlns:a="http://schemas.openxmlformats.org/drawingml/2006/main">
            <a:off x="6686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9" name="diagram-line-356">
            <a:extLst xmlns:a="http://schemas.openxmlformats.org/drawingml/2006/main">
              <a:ext uri="{FF2B5EF4-FFF2-40B4-BE49-F238E27FC236}">
                <a16:creationId xmlns:a16="http://schemas.microsoft.com/office/drawing/2014/main" id="{E77791CC-1B2A-4A22-B020-708700F8C7D9}"/>
              </a:ext>
            </a:extLst>
          </p:cNvPr>
          <p:cNvSpPr>
            <a:spLocks xmlns:a="http://schemas.openxmlformats.org/drawingml/2006/main" noGrp="1"/>
          </p:cNvSpPr>
          <p:nvPr/>
        </p:nvSpPr>
        <p:spPr>
          <a:xfrm xmlns:a="http://schemas.openxmlformats.org/drawingml/2006/main">
            <a:off x="6572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0" name="diagram-line-357">
            <a:extLst xmlns:a="http://schemas.openxmlformats.org/drawingml/2006/main">
              <a:ext uri="{FF2B5EF4-FFF2-40B4-BE49-F238E27FC236}">
                <a16:creationId xmlns:a16="http://schemas.microsoft.com/office/drawing/2014/main" id="{6A2F1488-FB90-4833-B20C-55BECA56E5AF}"/>
              </a:ext>
            </a:extLst>
          </p:cNvPr>
          <p:cNvSpPr>
            <a:spLocks xmlns:a="http://schemas.openxmlformats.org/drawingml/2006/main" noGrp="1"/>
          </p:cNvSpPr>
          <p:nvPr/>
        </p:nvSpPr>
        <p:spPr>
          <a:xfrm xmlns:a="http://schemas.openxmlformats.org/drawingml/2006/main">
            <a:off x="6457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1" name="diagram-line-358">
            <a:extLst xmlns:a="http://schemas.openxmlformats.org/drawingml/2006/main">
              <a:ext uri="{FF2B5EF4-FFF2-40B4-BE49-F238E27FC236}">
                <a16:creationId xmlns:a16="http://schemas.microsoft.com/office/drawing/2014/main" id="{9E0133BD-8ED2-40BA-B9EA-28093132B829}"/>
              </a:ext>
            </a:extLst>
          </p:cNvPr>
          <p:cNvSpPr>
            <a:spLocks xmlns:a="http://schemas.openxmlformats.org/drawingml/2006/main" noGrp="1"/>
          </p:cNvSpPr>
          <p:nvPr/>
        </p:nvSpPr>
        <p:spPr>
          <a:xfrm xmlns:a="http://schemas.openxmlformats.org/drawingml/2006/main">
            <a:off x="6343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2" name="diagram-line-359">
            <a:extLst xmlns:a="http://schemas.openxmlformats.org/drawingml/2006/main">
              <a:ext uri="{FF2B5EF4-FFF2-40B4-BE49-F238E27FC236}">
                <a16:creationId xmlns:a16="http://schemas.microsoft.com/office/drawing/2014/main" id="{197F2BE3-B7D9-47D7-8104-F4EC1FA312BB}"/>
              </a:ext>
            </a:extLst>
          </p:cNvPr>
          <p:cNvSpPr>
            <a:spLocks xmlns:a="http://schemas.openxmlformats.org/drawingml/2006/main" noGrp="1"/>
          </p:cNvSpPr>
          <p:nvPr/>
        </p:nvSpPr>
        <p:spPr>
          <a:xfrm xmlns:a="http://schemas.openxmlformats.org/drawingml/2006/main">
            <a:off x="6229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3" name="diagram-line-360">
            <a:extLst xmlns:a="http://schemas.openxmlformats.org/drawingml/2006/main">
              <a:ext uri="{FF2B5EF4-FFF2-40B4-BE49-F238E27FC236}">
                <a16:creationId xmlns:a16="http://schemas.microsoft.com/office/drawing/2014/main" id="{616BFCBC-1D12-449C-BA30-91F3B0BD7F0B}"/>
              </a:ext>
            </a:extLst>
          </p:cNvPr>
          <p:cNvSpPr>
            <a:spLocks xmlns:a="http://schemas.openxmlformats.org/drawingml/2006/main" noGrp="1"/>
          </p:cNvSpPr>
          <p:nvPr/>
        </p:nvSpPr>
        <p:spPr>
          <a:xfrm xmlns:a="http://schemas.openxmlformats.org/drawingml/2006/main">
            <a:off x="6115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4" name="diagram-line-361">
            <a:extLst xmlns:a="http://schemas.openxmlformats.org/drawingml/2006/main">
              <a:ext uri="{FF2B5EF4-FFF2-40B4-BE49-F238E27FC236}">
                <a16:creationId xmlns:a16="http://schemas.microsoft.com/office/drawing/2014/main" id="{224FCA2E-47DA-4B8E-B1DE-0AE180E56F62}"/>
              </a:ext>
            </a:extLst>
          </p:cNvPr>
          <p:cNvSpPr>
            <a:spLocks xmlns:a="http://schemas.openxmlformats.org/drawingml/2006/main" noGrp="1"/>
          </p:cNvSpPr>
          <p:nvPr/>
        </p:nvSpPr>
        <p:spPr>
          <a:xfrm xmlns:a="http://schemas.openxmlformats.org/drawingml/2006/main">
            <a:off x="6000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5" name="diagram-line-362">
            <a:extLst xmlns:a="http://schemas.openxmlformats.org/drawingml/2006/main">
              <a:ext uri="{FF2B5EF4-FFF2-40B4-BE49-F238E27FC236}">
                <a16:creationId xmlns:a16="http://schemas.microsoft.com/office/drawing/2014/main" id="{24548EB5-E3B8-43CD-89EE-9A4463FD41C8}"/>
              </a:ext>
            </a:extLst>
          </p:cNvPr>
          <p:cNvSpPr>
            <a:spLocks xmlns:a="http://schemas.openxmlformats.org/drawingml/2006/main" noGrp="1"/>
          </p:cNvSpPr>
          <p:nvPr/>
        </p:nvSpPr>
        <p:spPr>
          <a:xfrm xmlns:a="http://schemas.openxmlformats.org/drawingml/2006/main">
            <a:off x="5886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6" name="diagram-line-363">
            <a:extLst xmlns:a="http://schemas.openxmlformats.org/drawingml/2006/main">
              <a:ext uri="{FF2B5EF4-FFF2-40B4-BE49-F238E27FC236}">
                <a16:creationId xmlns:a16="http://schemas.microsoft.com/office/drawing/2014/main" id="{5178ECC6-801E-42FE-ABCA-587C63680FED}"/>
              </a:ext>
            </a:extLst>
          </p:cNvPr>
          <p:cNvSpPr>
            <a:spLocks xmlns:a="http://schemas.openxmlformats.org/drawingml/2006/main" noGrp="1"/>
          </p:cNvSpPr>
          <p:nvPr/>
        </p:nvSpPr>
        <p:spPr>
          <a:xfrm xmlns:a="http://schemas.openxmlformats.org/drawingml/2006/main">
            <a:off x="5772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7" name="diagram-line-364">
            <a:extLst xmlns:a="http://schemas.openxmlformats.org/drawingml/2006/main">
              <a:ext uri="{FF2B5EF4-FFF2-40B4-BE49-F238E27FC236}">
                <a16:creationId xmlns:a16="http://schemas.microsoft.com/office/drawing/2014/main" id="{0C8F0F79-8568-44A7-A452-2FA7E9F57016}"/>
              </a:ext>
            </a:extLst>
          </p:cNvPr>
          <p:cNvSpPr>
            <a:spLocks xmlns:a="http://schemas.openxmlformats.org/drawingml/2006/main" noGrp="1"/>
          </p:cNvSpPr>
          <p:nvPr/>
        </p:nvSpPr>
        <p:spPr>
          <a:xfrm xmlns:a="http://schemas.openxmlformats.org/drawingml/2006/main">
            <a:off x="5657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8" name="diagram-line-365">
            <a:extLst xmlns:a="http://schemas.openxmlformats.org/drawingml/2006/main">
              <a:ext uri="{FF2B5EF4-FFF2-40B4-BE49-F238E27FC236}">
                <a16:creationId xmlns:a16="http://schemas.microsoft.com/office/drawing/2014/main" id="{2ABC3A96-E25E-440B-AD32-BD08AFE5E3C1}"/>
              </a:ext>
            </a:extLst>
          </p:cNvPr>
          <p:cNvSpPr>
            <a:spLocks xmlns:a="http://schemas.openxmlformats.org/drawingml/2006/main" noGrp="1"/>
          </p:cNvSpPr>
          <p:nvPr/>
        </p:nvSpPr>
        <p:spPr>
          <a:xfrm xmlns:a="http://schemas.openxmlformats.org/drawingml/2006/main">
            <a:off x="5543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9" name="diagram-line-366">
            <a:extLst xmlns:a="http://schemas.openxmlformats.org/drawingml/2006/main">
              <a:ext uri="{FF2B5EF4-FFF2-40B4-BE49-F238E27FC236}">
                <a16:creationId xmlns:a16="http://schemas.microsoft.com/office/drawing/2014/main" id="{FC8F2524-819A-4858-BDEA-E89759954399}"/>
              </a:ext>
            </a:extLst>
          </p:cNvPr>
          <p:cNvSpPr>
            <a:spLocks xmlns:a="http://schemas.openxmlformats.org/drawingml/2006/main" noGrp="1"/>
          </p:cNvSpPr>
          <p:nvPr/>
        </p:nvSpPr>
        <p:spPr>
          <a:xfrm xmlns:a="http://schemas.openxmlformats.org/drawingml/2006/main">
            <a:off x="5429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0" name="diagram-line-367">
            <a:extLst xmlns:a="http://schemas.openxmlformats.org/drawingml/2006/main">
              <a:ext uri="{FF2B5EF4-FFF2-40B4-BE49-F238E27FC236}">
                <a16:creationId xmlns:a16="http://schemas.microsoft.com/office/drawing/2014/main" id="{B727650F-4FC5-4A2F-8852-31AA34D9A776}"/>
              </a:ext>
            </a:extLst>
          </p:cNvPr>
          <p:cNvSpPr>
            <a:spLocks xmlns:a="http://schemas.openxmlformats.org/drawingml/2006/main" noGrp="1"/>
          </p:cNvSpPr>
          <p:nvPr/>
        </p:nvSpPr>
        <p:spPr>
          <a:xfrm xmlns:a="http://schemas.openxmlformats.org/drawingml/2006/main">
            <a:off x="5314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1" name="diagram-line-368">
            <a:extLst xmlns:a="http://schemas.openxmlformats.org/drawingml/2006/main">
              <a:ext uri="{FF2B5EF4-FFF2-40B4-BE49-F238E27FC236}">
                <a16:creationId xmlns:a16="http://schemas.microsoft.com/office/drawing/2014/main" id="{14A3C91A-C017-4021-8995-BFAE6A7BA5F3}"/>
              </a:ext>
            </a:extLst>
          </p:cNvPr>
          <p:cNvSpPr>
            <a:spLocks xmlns:a="http://schemas.openxmlformats.org/drawingml/2006/main" noGrp="1"/>
          </p:cNvSpPr>
          <p:nvPr/>
        </p:nvSpPr>
        <p:spPr>
          <a:xfrm xmlns:a="http://schemas.openxmlformats.org/drawingml/2006/main">
            <a:off x="5200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2" name="diagram-line-369">
            <a:extLst xmlns:a="http://schemas.openxmlformats.org/drawingml/2006/main">
              <a:ext uri="{FF2B5EF4-FFF2-40B4-BE49-F238E27FC236}">
                <a16:creationId xmlns:a16="http://schemas.microsoft.com/office/drawing/2014/main" id="{6B4B04FA-0EF6-4932-8DB0-DD670FD6DB65}"/>
              </a:ext>
            </a:extLst>
          </p:cNvPr>
          <p:cNvSpPr>
            <a:spLocks xmlns:a="http://schemas.openxmlformats.org/drawingml/2006/main" noGrp="1"/>
          </p:cNvSpPr>
          <p:nvPr/>
        </p:nvSpPr>
        <p:spPr>
          <a:xfrm xmlns:a="http://schemas.openxmlformats.org/drawingml/2006/main">
            <a:off x="5086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3" name="diagram-line-370">
            <a:extLst xmlns:a="http://schemas.openxmlformats.org/drawingml/2006/main">
              <a:ext uri="{FF2B5EF4-FFF2-40B4-BE49-F238E27FC236}">
                <a16:creationId xmlns:a16="http://schemas.microsoft.com/office/drawing/2014/main" id="{A3591D80-663B-4BB4-BEFC-F0EE483FF3B5}"/>
              </a:ext>
            </a:extLst>
          </p:cNvPr>
          <p:cNvSpPr>
            <a:spLocks xmlns:a="http://schemas.openxmlformats.org/drawingml/2006/main" noGrp="1"/>
          </p:cNvSpPr>
          <p:nvPr/>
        </p:nvSpPr>
        <p:spPr>
          <a:xfrm xmlns:a="http://schemas.openxmlformats.org/drawingml/2006/main">
            <a:off x="4972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4" name="diagram-line-371">
            <a:extLst xmlns:a="http://schemas.openxmlformats.org/drawingml/2006/main">
              <a:ext uri="{FF2B5EF4-FFF2-40B4-BE49-F238E27FC236}">
                <a16:creationId xmlns:a16="http://schemas.microsoft.com/office/drawing/2014/main" id="{7F9BF74C-A098-4A3C-A845-49FDDBED9083}"/>
              </a:ext>
            </a:extLst>
          </p:cNvPr>
          <p:cNvSpPr>
            <a:spLocks xmlns:a="http://schemas.openxmlformats.org/drawingml/2006/main" noGrp="1"/>
          </p:cNvSpPr>
          <p:nvPr/>
        </p:nvSpPr>
        <p:spPr>
          <a:xfrm xmlns:a="http://schemas.openxmlformats.org/drawingml/2006/main">
            <a:off x="4857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5" name="diagram-line-372">
            <a:extLst xmlns:a="http://schemas.openxmlformats.org/drawingml/2006/main">
              <a:ext uri="{FF2B5EF4-FFF2-40B4-BE49-F238E27FC236}">
                <a16:creationId xmlns:a16="http://schemas.microsoft.com/office/drawing/2014/main" id="{AB78F7E6-2E73-4757-975A-B399B01FD661}"/>
              </a:ext>
            </a:extLst>
          </p:cNvPr>
          <p:cNvSpPr>
            <a:spLocks xmlns:a="http://schemas.openxmlformats.org/drawingml/2006/main" noGrp="1"/>
          </p:cNvSpPr>
          <p:nvPr/>
        </p:nvSpPr>
        <p:spPr>
          <a:xfrm xmlns:a="http://schemas.openxmlformats.org/drawingml/2006/main">
            <a:off x="4743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6" name="diagram-line-373">
            <a:extLst xmlns:a="http://schemas.openxmlformats.org/drawingml/2006/main">
              <a:ext uri="{FF2B5EF4-FFF2-40B4-BE49-F238E27FC236}">
                <a16:creationId xmlns:a16="http://schemas.microsoft.com/office/drawing/2014/main" id="{E307DDA4-6609-4822-8869-607709AA8EA3}"/>
              </a:ext>
            </a:extLst>
          </p:cNvPr>
          <p:cNvSpPr>
            <a:spLocks xmlns:a="http://schemas.openxmlformats.org/drawingml/2006/main" noGrp="1"/>
          </p:cNvSpPr>
          <p:nvPr/>
        </p:nvSpPr>
        <p:spPr>
          <a:xfrm xmlns:a="http://schemas.openxmlformats.org/drawingml/2006/main">
            <a:off x="4629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7" name="diagram-line-374">
            <a:extLst xmlns:a="http://schemas.openxmlformats.org/drawingml/2006/main">
              <a:ext uri="{FF2B5EF4-FFF2-40B4-BE49-F238E27FC236}">
                <a16:creationId xmlns:a16="http://schemas.microsoft.com/office/drawing/2014/main" id="{D0481D0E-2285-4A21-AD2B-A822A9B29353}"/>
              </a:ext>
            </a:extLst>
          </p:cNvPr>
          <p:cNvSpPr>
            <a:spLocks xmlns:a="http://schemas.openxmlformats.org/drawingml/2006/main" noGrp="1"/>
          </p:cNvSpPr>
          <p:nvPr/>
        </p:nvSpPr>
        <p:spPr>
          <a:xfrm xmlns:a="http://schemas.openxmlformats.org/drawingml/2006/main">
            <a:off x="4514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8" name="diagram-line-375">
            <a:extLst xmlns:a="http://schemas.openxmlformats.org/drawingml/2006/main">
              <a:ext uri="{FF2B5EF4-FFF2-40B4-BE49-F238E27FC236}">
                <a16:creationId xmlns:a16="http://schemas.microsoft.com/office/drawing/2014/main" id="{4FE2024E-B774-4A2E-9684-D8A68957CE81}"/>
              </a:ext>
            </a:extLst>
          </p:cNvPr>
          <p:cNvSpPr>
            <a:spLocks xmlns:a="http://schemas.openxmlformats.org/drawingml/2006/main" noGrp="1"/>
          </p:cNvSpPr>
          <p:nvPr/>
        </p:nvSpPr>
        <p:spPr>
          <a:xfrm xmlns:a="http://schemas.openxmlformats.org/drawingml/2006/main">
            <a:off x="4400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9" name="diagram-line-376">
            <a:extLst xmlns:a="http://schemas.openxmlformats.org/drawingml/2006/main">
              <a:ext uri="{FF2B5EF4-FFF2-40B4-BE49-F238E27FC236}">
                <a16:creationId xmlns:a16="http://schemas.microsoft.com/office/drawing/2014/main" id="{BF9B4AE1-A6EF-402A-843E-3E670032508C}"/>
              </a:ext>
            </a:extLst>
          </p:cNvPr>
          <p:cNvSpPr>
            <a:spLocks xmlns:a="http://schemas.openxmlformats.org/drawingml/2006/main" noGrp="1"/>
          </p:cNvSpPr>
          <p:nvPr/>
        </p:nvSpPr>
        <p:spPr>
          <a:xfrm xmlns:a="http://schemas.openxmlformats.org/drawingml/2006/main">
            <a:off x="4286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0" name="diagram-line-377">
            <a:extLst xmlns:a="http://schemas.openxmlformats.org/drawingml/2006/main">
              <a:ext uri="{FF2B5EF4-FFF2-40B4-BE49-F238E27FC236}">
                <a16:creationId xmlns:a16="http://schemas.microsoft.com/office/drawing/2014/main" id="{E501289E-03F0-4E10-896B-12C95493B1A0}"/>
              </a:ext>
            </a:extLst>
          </p:cNvPr>
          <p:cNvSpPr>
            <a:spLocks xmlns:a="http://schemas.openxmlformats.org/drawingml/2006/main" noGrp="1"/>
          </p:cNvSpPr>
          <p:nvPr/>
        </p:nvSpPr>
        <p:spPr>
          <a:xfrm xmlns:a="http://schemas.openxmlformats.org/drawingml/2006/main">
            <a:off x="4171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1" name="diagram-line-378">
            <a:extLst xmlns:a="http://schemas.openxmlformats.org/drawingml/2006/main">
              <a:ext uri="{FF2B5EF4-FFF2-40B4-BE49-F238E27FC236}">
                <a16:creationId xmlns:a16="http://schemas.microsoft.com/office/drawing/2014/main" id="{E1C24D14-85F2-48F1-B1E5-C961331C3AB9}"/>
              </a:ext>
            </a:extLst>
          </p:cNvPr>
          <p:cNvSpPr>
            <a:spLocks xmlns:a="http://schemas.openxmlformats.org/drawingml/2006/main" noGrp="1"/>
          </p:cNvSpPr>
          <p:nvPr/>
        </p:nvSpPr>
        <p:spPr>
          <a:xfrm xmlns:a="http://schemas.openxmlformats.org/drawingml/2006/main">
            <a:off x="4057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2" name="diagram-line-379">
            <a:extLst xmlns:a="http://schemas.openxmlformats.org/drawingml/2006/main">
              <a:ext uri="{FF2B5EF4-FFF2-40B4-BE49-F238E27FC236}">
                <a16:creationId xmlns:a16="http://schemas.microsoft.com/office/drawing/2014/main" id="{FDB10E15-CB36-4862-AA73-9350755EA940}"/>
              </a:ext>
            </a:extLst>
          </p:cNvPr>
          <p:cNvSpPr>
            <a:spLocks xmlns:a="http://schemas.openxmlformats.org/drawingml/2006/main" noGrp="1"/>
          </p:cNvSpPr>
          <p:nvPr/>
        </p:nvSpPr>
        <p:spPr>
          <a:xfrm xmlns:a="http://schemas.openxmlformats.org/drawingml/2006/main">
            <a:off x="3943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3" name="diagram-line-380">
            <a:extLst xmlns:a="http://schemas.openxmlformats.org/drawingml/2006/main">
              <a:ext uri="{FF2B5EF4-FFF2-40B4-BE49-F238E27FC236}">
                <a16:creationId xmlns:a16="http://schemas.microsoft.com/office/drawing/2014/main" id="{AA319BA0-9D78-426E-8BD5-B7944B65F9E1}"/>
              </a:ext>
            </a:extLst>
          </p:cNvPr>
          <p:cNvSpPr>
            <a:spLocks xmlns:a="http://schemas.openxmlformats.org/drawingml/2006/main" noGrp="1"/>
          </p:cNvSpPr>
          <p:nvPr/>
        </p:nvSpPr>
        <p:spPr>
          <a:xfrm xmlns:a="http://schemas.openxmlformats.org/drawingml/2006/main">
            <a:off x="3829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4" name="diagram-line-381">
            <a:extLst xmlns:a="http://schemas.openxmlformats.org/drawingml/2006/main">
              <a:ext uri="{FF2B5EF4-FFF2-40B4-BE49-F238E27FC236}">
                <a16:creationId xmlns:a16="http://schemas.microsoft.com/office/drawing/2014/main" id="{CCF43C56-7D46-40F9-90F9-B5173D45F4FA}"/>
              </a:ext>
            </a:extLst>
          </p:cNvPr>
          <p:cNvSpPr>
            <a:spLocks xmlns:a="http://schemas.openxmlformats.org/drawingml/2006/main" noGrp="1"/>
          </p:cNvSpPr>
          <p:nvPr/>
        </p:nvSpPr>
        <p:spPr>
          <a:xfrm xmlns:a="http://schemas.openxmlformats.org/drawingml/2006/main">
            <a:off x="3714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5" name="diagram-line-382">
            <a:extLst xmlns:a="http://schemas.openxmlformats.org/drawingml/2006/main">
              <a:ext uri="{FF2B5EF4-FFF2-40B4-BE49-F238E27FC236}">
                <a16:creationId xmlns:a16="http://schemas.microsoft.com/office/drawing/2014/main" id="{FB3F151F-C996-4CB9-AB81-2480FEA02F1A}"/>
              </a:ext>
            </a:extLst>
          </p:cNvPr>
          <p:cNvSpPr>
            <a:spLocks xmlns:a="http://schemas.openxmlformats.org/drawingml/2006/main" noGrp="1"/>
          </p:cNvSpPr>
          <p:nvPr/>
        </p:nvSpPr>
        <p:spPr>
          <a:xfrm xmlns:a="http://schemas.openxmlformats.org/drawingml/2006/main">
            <a:off x="3714750" y="3057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6" name="diagram-line-383">
            <a:extLst xmlns:a="http://schemas.openxmlformats.org/drawingml/2006/main">
              <a:ext uri="{FF2B5EF4-FFF2-40B4-BE49-F238E27FC236}">
                <a16:creationId xmlns:a16="http://schemas.microsoft.com/office/drawing/2014/main" id="{3F3C93A5-5CFF-456B-B889-AF16BBF6E224}"/>
              </a:ext>
            </a:extLst>
          </p:cNvPr>
          <p:cNvSpPr>
            <a:spLocks xmlns:a="http://schemas.openxmlformats.org/drawingml/2006/main" noGrp="1"/>
          </p:cNvSpPr>
          <p:nvPr/>
        </p:nvSpPr>
        <p:spPr>
          <a:xfrm xmlns:a="http://schemas.openxmlformats.org/drawingml/2006/main">
            <a:off x="3714750" y="3171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7" name="diagram-line-384">
            <a:extLst xmlns:a="http://schemas.openxmlformats.org/drawingml/2006/main">
              <a:ext uri="{FF2B5EF4-FFF2-40B4-BE49-F238E27FC236}">
                <a16:creationId xmlns:a16="http://schemas.microsoft.com/office/drawing/2014/main" id="{48478DAC-6223-4248-B379-1783EF4EAD5C}"/>
              </a:ext>
            </a:extLst>
          </p:cNvPr>
          <p:cNvSpPr>
            <a:spLocks xmlns:a="http://schemas.openxmlformats.org/drawingml/2006/main" noGrp="1"/>
          </p:cNvSpPr>
          <p:nvPr/>
        </p:nvSpPr>
        <p:spPr>
          <a:xfrm xmlns:a="http://schemas.openxmlformats.org/drawingml/2006/main">
            <a:off x="3714750" y="3286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8" name="diagram-line-385">
            <a:extLst xmlns:a="http://schemas.openxmlformats.org/drawingml/2006/main">
              <a:ext uri="{FF2B5EF4-FFF2-40B4-BE49-F238E27FC236}">
                <a16:creationId xmlns:a16="http://schemas.microsoft.com/office/drawing/2014/main" id="{F5F4EE6A-3585-4735-8F2A-66A5B20FC0DD}"/>
              </a:ext>
            </a:extLst>
          </p:cNvPr>
          <p:cNvSpPr>
            <a:spLocks xmlns:a="http://schemas.openxmlformats.org/drawingml/2006/main" noGrp="1"/>
          </p:cNvSpPr>
          <p:nvPr/>
        </p:nvSpPr>
        <p:spPr>
          <a:xfrm xmlns:a="http://schemas.openxmlformats.org/drawingml/2006/main">
            <a:off x="3714750" y="3400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9" name="diagram-line-386">
            <a:extLst xmlns:a="http://schemas.openxmlformats.org/drawingml/2006/main">
              <a:ext uri="{FF2B5EF4-FFF2-40B4-BE49-F238E27FC236}">
                <a16:creationId xmlns:a16="http://schemas.microsoft.com/office/drawing/2014/main" id="{D826B58B-29D4-491E-9746-978444B5B85F}"/>
              </a:ext>
            </a:extLst>
          </p:cNvPr>
          <p:cNvSpPr>
            <a:spLocks xmlns:a="http://schemas.openxmlformats.org/drawingml/2006/main" noGrp="1"/>
          </p:cNvSpPr>
          <p:nvPr/>
        </p:nvSpPr>
        <p:spPr>
          <a:xfrm xmlns:a="http://schemas.openxmlformats.org/drawingml/2006/main">
            <a:off x="3714750" y="3514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0" name="diagram-line-387">
            <a:extLst xmlns:a="http://schemas.openxmlformats.org/drawingml/2006/main">
              <a:ext uri="{FF2B5EF4-FFF2-40B4-BE49-F238E27FC236}">
                <a16:creationId xmlns:a16="http://schemas.microsoft.com/office/drawing/2014/main" id="{0C7B60BD-90D7-4196-BFBF-DDA5B7DD27C8}"/>
              </a:ext>
            </a:extLst>
          </p:cNvPr>
          <p:cNvSpPr>
            <a:spLocks xmlns:a="http://schemas.openxmlformats.org/drawingml/2006/main" noGrp="1"/>
          </p:cNvSpPr>
          <p:nvPr/>
        </p:nvSpPr>
        <p:spPr>
          <a:xfrm xmlns:a="http://schemas.openxmlformats.org/drawingml/2006/main">
            <a:off x="3714750" y="3629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1" name="diagram-line-388">
            <a:extLst xmlns:a="http://schemas.openxmlformats.org/drawingml/2006/main">
              <a:ext uri="{FF2B5EF4-FFF2-40B4-BE49-F238E27FC236}">
                <a16:creationId xmlns:a16="http://schemas.microsoft.com/office/drawing/2014/main" id="{4E3956E3-EA38-429E-9D34-B1E26E4AA8EA}"/>
              </a:ext>
            </a:extLst>
          </p:cNvPr>
          <p:cNvSpPr>
            <a:spLocks xmlns:a="http://schemas.openxmlformats.org/drawingml/2006/main" noGrp="1"/>
          </p:cNvSpPr>
          <p:nvPr/>
        </p:nvSpPr>
        <p:spPr>
          <a:xfrm xmlns:a="http://schemas.openxmlformats.org/drawingml/2006/main">
            <a:off x="3714750" y="3743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2" name="diagram-poly-389">
            <a:extLst xmlns:a="http://schemas.openxmlformats.org/drawingml/2006/main">
              <a:ext uri="{FF2B5EF4-FFF2-40B4-BE49-F238E27FC236}">
                <a16:creationId xmlns:a16="http://schemas.microsoft.com/office/drawing/2014/main" id="{96BD7758-AA27-4F4B-B3E4-28E92531C652}"/>
              </a:ext>
            </a:extLst>
          </p:cNvPr>
          <p:cNvSpPr>
            <a:spLocks xmlns:a="http://schemas.openxmlformats.org/drawingml/2006/main" noGrp="1"/>
          </p:cNvSpPr>
          <p:nvPr/>
        </p:nvSpPr>
        <p:spPr>
          <a:xfrm xmlns:a="http://schemas.openxmlformats.org/drawingml/2006/main">
            <a:off x="3685223" y="37719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revision-text-390">
            <a:extLst xmlns:a="http://schemas.openxmlformats.org/drawingml/2006/main">
              <a:ext uri="{FF2B5EF4-FFF2-40B4-BE49-F238E27FC236}">
                <a16:creationId xmlns:a16="http://schemas.microsoft.com/office/drawing/2014/main" id="{751B563B-1A02-4EAE-A2B9-6D9CFB972E0B}"/>
              </a:ext>
            </a:extLst>
          </p:cNvPr>
          <p:cNvSpPr>
            <a:spLocks xmlns:a="http://schemas.openxmlformats.org/drawingml/2006/main" noGrp="1"/>
          </p:cNvSpPr>
          <p:nvPr/>
        </p:nvSpPr>
        <p:spPr>
          <a:xfrm xmlns:a="http://schemas.openxmlformats.org/drawingml/2006/main">
            <a:off x="7553325" y="2781300"/>
            <a:ext cx="20955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0">
                <a:solidFill>
                  <a:srgbClr val="799A39"/>
                </a:solidFill>
                <a:latin typeface="微软雅黑"/>
                <a:ea typeface="微软雅黑"/>
                <a:cs typeface="微软雅黑"/>
              </a:defRPr>
            </a:pPr>
            <a:r>
              <a:rPr sz="1500" b="0">
                <a:solidFill>
                  <a:srgbClr val="799A39"/>
                </a:solidFill>
                <a:latin typeface="微软雅黑"/>
                <a:ea typeface="微软雅黑"/>
                <a:cs typeface="微软雅黑"/>
              </a:rPr>
              <a:t>Resource observations</a:t>
            </a:r>
          </a:p>
        </p:txBody>
      </p:sp>
      <p:sp>
        <p:nvSpPr>
          <p:cNvPr id="114" name="diagram-line-391">
            <a:extLst xmlns:a="http://schemas.openxmlformats.org/drawingml/2006/main">
              <a:ext uri="{FF2B5EF4-FFF2-40B4-BE49-F238E27FC236}">
                <a16:creationId xmlns:a16="http://schemas.microsoft.com/office/drawing/2014/main" id="{382671A5-8327-4184-9F68-6AD276475DC4}"/>
              </a:ext>
            </a:extLst>
          </p:cNvPr>
          <p:cNvSpPr>
            <a:spLocks xmlns:a="http://schemas.openxmlformats.org/drawingml/2006/main" noGrp="1"/>
          </p:cNvSpPr>
          <p:nvPr/>
        </p:nvSpPr>
        <p:spPr>
          <a:xfrm xmlns:a="http://schemas.openxmlformats.org/drawingml/2006/main">
            <a:off x="11001375" y="37719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5" name="diagram-line-392">
            <a:extLst xmlns:a="http://schemas.openxmlformats.org/drawingml/2006/main">
              <a:ext uri="{FF2B5EF4-FFF2-40B4-BE49-F238E27FC236}">
                <a16:creationId xmlns:a16="http://schemas.microsoft.com/office/drawing/2014/main" id="{2D352FAC-C30A-4F5A-95B8-0252B90DC594}"/>
              </a:ext>
            </a:extLst>
          </p:cNvPr>
          <p:cNvSpPr>
            <a:spLocks xmlns:a="http://schemas.openxmlformats.org/drawingml/2006/main" noGrp="1"/>
          </p:cNvSpPr>
          <p:nvPr/>
        </p:nvSpPr>
        <p:spPr>
          <a:xfrm xmlns:a="http://schemas.openxmlformats.org/drawingml/2006/main">
            <a:off x="11001375" y="36576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6" name="diagram-line-393">
            <a:extLst xmlns:a="http://schemas.openxmlformats.org/drawingml/2006/main">
              <a:ext uri="{FF2B5EF4-FFF2-40B4-BE49-F238E27FC236}">
                <a16:creationId xmlns:a16="http://schemas.microsoft.com/office/drawing/2014/main" id="{2330C869-98E0-4635-9F5F-589B10E34985}"/>
              </a:ext>
            </a:extLst>
          </p:cNvPr>
          <p:cNvSpPr>
            <a:spLocks xmlns:a="http://schemas.openxmlformats.org/drawingml/2006/main" noGrp="1"/>
          </p:cNvSpPr>
          <p:nvPr/>
        </p:nvSpPr>
        <p:spPr>
          <a:xfrm xmlns:a="http://schemas.openxmlformats.org/drawingml/2006/main">
            <a:off x="11001375" y="35433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7" name="diagram-line-394">
            <a:extLst xmlns:a="http://schemas.openxmlformats.org/drawingml/2006/main">
              <a:ext uri="{FF2B5EF4-FFF2-40B4-BE49-F238E27FC236}">
                <a16:creationId xmlns:a16="http://schemas.microsoft.com/office/drawing/2014/main" id="{5C93EAC1-1133-4700-A40E-1047E45DE57A}"/>
              </a:ext>
            </a:extLst>
          </p:cNvPr>
          <p:cNvSpPr>
            <a:spLocks xmlns:a="http://schemas.openxmlformats.org/drawingml/2006/main" noGrp="1"/>
          </p:cNvSpPr>
          <p:nvPr/>
        </p:nvSpPr>
        <p:spPr>
          <a:xfrm xmlns:a="http://schemas.openxmlformats.org/drawingml/2006/main">
            <a:off x="11001375" y="34671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18" name="diagram-line-395">
            <a:extLst xmlns:a="http://schemas.openxmlformats.org/drawingml/2006/main">
              <a:ext uri="{FF2B5EF4-FFF2-40B4-BE49-F238E27FC236}">
                <a16:creationId xmlns:a16="http://schemas.microsoft.com/office/drawing/2014/main" id="{5CFD0FAA-937E-4414-AF25-0AB57140FA03}"/>
              </a:ext>
            </a:extLst>
          </p:cNvPr>
          <p:cNvSpPr>
            <a:spLocks xmlns:a="http://schemas.openxmlformats.org/drawingml/2006/main" noGrp="1"/>
          </p:cNvSpPr>
          <p:nvPr/>
        </p:nvSpPr>
        <p:spPr>
          <a:xfrm xmlns:a="http://schemas.openxmlformats.org/drawingml/2006/main">
            <a:off x="10934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19" name="diagram-line-396">
            <a:extLst xmlns:a="http://schemas.openxmlformats.org/drawingml/2006/main">
              <a:ext uri="{FF2B5EF4-FFF2-40B4-BE49-F238E27FC236}">
                <a16:creationId xmlns:a16="http://schemas.microsoft.com/office/drawing/2014/main" id="{E0219B14-D767-40BC-9629-19674068389C}"/>
              </a:ext>
            </a:extLst>
          </p:cNvPr>
          <p:cNvSpPr>
            <a:spLocks xmlns:a="http://schemas.openxmlformats.org/drawingml/2006/main" noGrp="1"/>
          </p:cNvSpPr>
          <p:nvPr/>
        </p:nvSpPr>
        <p:spPr>
          <a:xfrm xmlns:a="http://schemas.openxmlformats.org/drawingml/2006/main">
            <a:off x="10820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0" name="diagram-line-397">
            <a:extLst xmlns:a="http://schemas.openxmlformats.org/drawingml/2006/main">
              <a:ext uri="{FF2B5EF4-FFF2-40B4-BE49-F238E27FC236}">
                <a16:creationId xmlns:a16="http://schemas.microsoft.com/office/drawing/2014/main" id="{ECB6B917-703F-407D-9126-8F775BA219B1}"/>
              </a:ext>
            </a:extLst>
          </p:cNvPr>
          <p:cNvSpPr>
            <a:spLocks xmlns:a="http://schemas.openxmlformats.org/drawingml/2006/main" noGrp="1"/>
          </p:cNvSpPr>
          <p:nvPr/>
        </p:nvSpPr>
        <p:spPr>
          <a:xfrm xmlns:a="http://schemas.openxmlformats.org/drawingml/2006/main">
            <a:off x="10706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1" name="diagram-line-398">
            <a:extLst xmlns:a="http://schemas.openxmlformats.org/drawingml/2006/main">
              <a:ext uri="{FF2B5EF4-FFF2-40B4-BE49-F238E27FC236}">
                <a16:creationId xmlns:a16="http://schemas.microsoft.com/office/drawing/2014/main" id="{5A80E1B1-D762-42E4-9464-AE8455967B8D}"/>
              </a:ext>
            </a:extLst>
          </p:cNvPr>
          <p:cNvSpPr>
            <a:spLocks xmlns:a="http://schemas.openxmlformats.org/drawingml/2006/main" noGrp="1"/>
          </p:cNvSpPr>
          <p:nvPr/>
        </p:nvSpPr>
        <p:spPr>
          <a:xfrm xmlns:a="http://schemas.openxmlformats.org/drawingml/2006/main">
            <a:off x="10591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2" name="diagram-line-399">
            <a:extLst xmlns:a="http://schemas.openxmlformats.org/drawingml/2006/main">
              <a:ext uri="{FF2B5EF4-FFF2-40B4-BE49-F238E27FC236}">
                <a16:creationId xmlns:a16="http://schemas.microsoft.com/office/drawing/2014/main" id="{004E92A7-31BD-46D9-8060-6ADD7AEC8ED7}"/>
              </a:ext>
            </a:extLst>
          </p:cNvPr>
          <p:cNvSpPr>
            <a:spLocks xmlns:a="http://schemas.openxmlformats.org/drawingml/2006/main" noGrp="1"/>
          </p:cNvSpPr>
          <p:nvPr/>
        </p:nvSpPr>
        <p:spPr>
          <a:xfrm xmlns:a="http://schemas.openxmlformats.org/drawingml/2006/main">
            <a:off x="10477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3" name="diagram-line-400">
            <a:extLst xmlns:a="http://schemas.openxmlformats.org/drawingml/2006/main">
              <a:ext uri="{FF2B5EF4-FFF2-40B4-BE49-F238E27FC236}">
                <a16:creationId xmlns:a16="http://schemas.microsoft.com/office/drawing/2014/main" id="{72213977-99B5-4E64-ABBA-7F30EA6E3FAB}"/>
              </a:ext>
            </a:extLst>
          </p:cNvPr>
          <p:cNvSpPr>
            <a:spLocks xmlns:a="http://schemas.openxmlformats.org/drawingml/2006/main" noGrp="1"/>
          </p:cNvSpPr>
          <p:nvPr/>
        </p:nvSpPr>
        <p:spPr>
          <a:xfrm xmlns:a="http://schemas.openxmlformats.org/drawingml/2006/main">
            <a:off x="10363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4" name="diagram-line-401">
            <a:extLst xmlns:a="http://schemas.openxmlformats.org/drawingml/2006/main">
              <a:ext uri="{FF2B5EF4-FFF2-40B4-BE49-F238E27FC236}">
                <a16:creationId xmlns:a16="http://schemas.microsoft.com/office/drawing/2014/main" id="{8CCAF125-A4B8-437D-AD24-8ED2DF5C1CD8}"/>
              </a:ext>
            </a:extLst>
          </p:cNvPr>
          <p:cNvSpPr>
            <a:spLocks xmlns:a="http://schemas.openxmlformats.org/drawingml/2006/main" noGrp="1"/>
          </p:cNvSpPr>
          <p:nvPr/>
        </p:nvSpPr>
        <p:spPr>
          <a:xfrm xmlns:a="http://schemas.openxmlformats.org/drawingml/2006/main">
            <a:off x="10248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5" name="diagram-line-402">
            <a:extLst xmlns:a="http://schemas.openxmlformats.org/drawingml/2006/main">
              <a:ext uri="{FF2B5EF4-FFF2-40B4-BE49-F238E27FC236}">
                <a16:creationId xmlns:a16="http://schemas.microsoft.com/office/drawing/2014/main" id="{41851FC1-74F7-4866-853F-22C0D55BAF35}"/>
              </a:ext>
            </a:extLst>
          </p:cNvPr>
          <p:cNvSpPr>
            <a:spLocks xmlns:a="http://schemas.openxmlformats.org/drawingml/2006/main" noGrp="1"/>
          </p:cNvSpPr>
          <p:nvPr/>
        </p:nvSpPr>
        <p:spPr>
          <a:xfrm xmlns:a="http://schemas.openxmlformats.org/drawingml/2006/main">
            <a:off x="10134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6" name="diagram-line-403">
            <a:extLst xmlns:a="http://schemas.openxmlformats.org/drawingml/2006/main">
              <a:ext uri="{FF2B5EF4-FFF2-40B4-BE49-F238E27FC236}">
                <a16:creationId xmlns:a16="http://schemas.microsoft.com/office/drawing/2014/main" id="{EB392FB9-02E8-481C-8476-B48A091D4E99}"/>
              </a:ext>
            </a:extLst>
          </p:cNvPr>
          <p:cNvSpPr>
            <a:spLocks xmlns:a="http://schemas.openxmlformats.org/drawingml/2006/main" noGrp="1"/>
          </p:cNvSpPr>
          <p:nvPr/>
        </p:nvSpPr>
        <p:spPr>
          <a:xfrm xmlns:a="http://schemas.openxmlformats.org/drawingml/2006/main">
            <a:off x="10020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7" name="diagram-line-404">
            <a:extLst xmlns:a="http://schemas.openxmlformats.org/drawingml/2006/main">
              <a:ext uri="{FF2B5EF4-FFF2-40B4-BE49-F238E27FC236}">
                <a16:creationId xmlns:a16="http://schemas.microsoft.com/office/drawing/2014/main" id="{4752C750-5CF1-4063-81A1-A7A89943960A}"/>
              </a:ext>
            </a:extLst>
          </p:cNvPr>
          <p:cNvSpPr>
            <a:spLocks xmlns:a="http://schemas.openxmlformats.org/drawingml/2006/main" noGrp="1"/>
          </p:cNvSpPr>
          <p:nvPr/>
        </p:nvSpPr>
        <p:spPr>
          <a:xfrm xmlns:a="http://schemas.openxmlformats.org/drawingml/2006/main">
            <a:off x="9906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8" name="diagram-line-405">
            <a:extLst xmlns:a="http://schemas.openxmlformats.org/drawingml/2006/main">
              <a:ext uri="{FF2B5EF4-FFF2-40B4-BE49-F238E27FC236}">
                <a16:creationId xmlns:a16="http://schemas.microsoft.com/office/drawing/2014/main" id="{0987AD23-D5BD-4762-A17C-46A08DCA317F}"/>
              </a:ext>
            </a:extLst>
          </p:cNvPr>
          <p:cNvSpPr>
            <a:spLocks xmlns:a="http://schemas.openxmlformats.org/drawingml/2006/main" noGrp="1"/>
          </p:cNvSpPr>
          <p:nvPr/>
        </p:nvSpPr>
        <p:spPr>
          <a:xfrm xmlns:a="http://schemas.openxmlformats.org/drawingml/2006/main">
            <a:off x="9791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9" name="diagram-line-406">
            <a:extLst xmlns:a="http://schemas.openxmlformats.org/drawingml/2006/main">
              <a:ext uri="{FF2B5EF4-FFF2-40B4-BE49-F238E27FC236}">
                <a16:creationId xmlns:a16="http://schemas.microsoft.com/office/drawing/2014/main" id="{7FC0DDCB-BF75-4879-9B49-07D64E8149FA}"/>
              </a:ext>
            </a:extLst>
          </p:cNvPr>
          <p:cNvSpPr>
            <a:spLocks xmlns:a="http://schemas.openxmlformats.org/drawingml/2006/main" noGrp="1"/>
          </p:cNvSpPr>
          <p:nvPr/>
        </p:nvSpPr>
        <p:spPr>
          <a:xfrm xmlns:a="http://schemas.openxmlformats.org/drawingml/2006/main">
            <a:off x="9677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0" name="diagram-line-407">
            <a:extLst xmlns:a="http://schemas.openxmlformats.org/drawingml/2006/main">
              <a:ext uri="{FF2B5EF4-FFF2-40B4-BE49-F238E27FC236}">
                <a16:creationId xmlns:a16="http://schemas.microsoft.com/office/drawing/2014/main" id="{7D4CFB78-AA83-4CEB-ABCC-E2BDA43D5F35}"/>
              </a:ext>
            </a:extLst>
          </p:cNvPr>
          <p:cNvSpPr>
            <a:spLocks xmlns:a="http://schemas.openxmlformats.org/drawingml/2006/main" noGrp="1"/>
          </p:cNvSpPr>
          <p:nvPr/>
        </p:nvSpPr>
        <p:spPr>
          <a:xfrm xmlns:a="http://schemas.openxmlformats.org/drawingml/2006/main">
            <a:off x="9563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1" name="diagram-line-408">
            <a:extLst xmlns:a="http://schemas.openxmlformats.org/drawingml/2006/main">
              <a:ext uri="{FF2B5EF4-FFF2-40B4-BE49-F238E27FC236}">
                <a16:creationId xmlns:a16="http://schemas.microsoft.com/office/drawing/2014/main" id="{ED49B390-EF2C-4094-B623-544D8534DB4E}"/>
              </a:ext>
            </a:extLst>
          </p:cNvPr>
          <p:cNvSpPr>
            <a:spLocks xmlns:a="http://schemas.openxmlformats.org/drawingml/2006/main" noGrp="1"/>
          </p:cNvSpPr>
          <p:nvPr/>
        </p:nvSpPr>
        <p:spPr>
          <a:xfrm xmlns:a="http://schemas.openxmlformats.org/drawingml/2006/main">
            <a:off x="9448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2" name="diagram-line-409">
            <a:extLst xmlns:a="http://schemas.openxmlformats.org/drawingml/2006/main">
              <a:ext uri="{FF2B5EF4-FFF2-40B4-BE49-F238E27FC236}">
                <a16:creationId xmlns:a16="http://schemas.microsoft.com/office/drawing/2014/main" id="{896A6BEA-9BB2-4422-98F7-3275367B29BC}"/>
              </a:ext>
            </a:extLst>
          </p:cNvPr>
          <p:cNvSpPr>
            <a:spLocks xmlns:a="http://schemas.openxmlformats.org/drawingml/2006/main" noGrp="1"/>
          </p:cNvSpPr>
          <p:nvPr/>
        </p:nvSpPr>
        <p:spPr>
          <a:xfrm xmlns:a="http://schemas.openxmlformats.org/drawingml/2006/main">
            <a:off x="9334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3" name="diagram-line-410">
            <a:extLst xmlns:a="http://schemas.openxmlformats.org/drawingml/2006/main">
              <a:ext uri="{FF2B5EF4-FFF2-40B4-BE49-F238E27FC236}">
                <a16:creationId xmlns:a16="http://schemas.microsoft.com/office/drawing/2014/main" id="{633350EF-6D0C-4A43-AF70-0228BF9C9007}"/>
              </a:ext>
            </a:extLst>
          </p:cNvPr>
          <p:cNvSpPr>
            <a:spLocks xmlns:a="http://schemas.openxmlformats.org/drawingml/2006/main" noGrp="1"/>
          </p:cNvSpPr>
          <p:nvPr/>
        </p:nvSpPr>
        <p:spPr>
          <a:xfrm xmlns:a="http://schemas.openxmlformats.org/drawingml/2006/main">
            <a:off x="9220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4" name="diagram-line-411">
            <a:extLst xmlns:a="http://schemas.openxmlformats.org/drawingml/2006/main">
              <a:ext uri="{FF2B5EF4-FFF2-40B4-BE49-F238E27FC236}">
                <a16:creationId xmlns:a16="http://schemas.microsoft.com/office/drawing/2014/main" id="{A557DF83-CA1D-494D-A3E8-9A7502E67C6B}"/>
              </a:ext>
            </a:extLst>
          </p:cNvPr>
          <p:cNvSpPr>
            <a:spLocks xmlns:a="http://schemas.openxmlformats.org/drawingml/2006/main" noGrp="1"/>
          </p:cNvSpPr>
          <p:nvPr/>
        </p:nvSpPr>
        <p:spPr>
          <a:xfrm xmlns:a="http://schemas.openxmlformats.org/drawingml/2006/main">
            <a:off x="9105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5" name="diagram-line-412">
            <a:extLst xmlns:a="http://schemas.openxmlformats.org/drawingml/2006/main">
              <a:ext uri="{FF2B5EF4-FFF2-40B4-BE49-F238E27FC236}">
                <a16:creationId xmlns:a16="http://schemas.microsoft.com/office/drawing/2014/main" id="{8541C185-156E-4677-87BB-5B61A71E81A2}"/>
              </a:ext>
            </a:extLst>
          </p:cNvPr>
          <p:cNvSpPr>
            <a:spLocks xmlns:a="http://schemas.openxmlformats.org/drawingml/2006/main" noGrp="1"/>
          </p:cNvSpPr>
          <p:nvPr/>
        </p:nvSpPr>
        <p:spPr>
          <a:xfrm xmlns:a="http://schemas.openxmlformats.org/drawingml/2006/main">
            <a:off x="8991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6" name="diagram-line-413">
            <a:extLst xmlns:a="http://schemas.openxmlformats.org/drawingml/2006/main">
              <a:ext uri="{FF2B5EF4-FFF2-40B4-BE49-F238E27FC236}">
                <a16:creationId xmlns:a16="http://schemas.microsoft.com/office/drawing/2014/main" id="{031D4E2E-285C-48B0-9A96-ED1CE5168F1D}"/>
              </a:ext>
            </a:extLst>
          </p:cNvPr>
          <p:cNvSpPr>
            <a:spLocks xmlns:a="http://schemas.openxmlformats.org/drawingml/2006/main" noGrp="1"/>
          </p:cNvSpPr>
          <p:nvPr/>
        </p:nvSpPr>
        <p:spPr>
          <a:xfrm xmlns:a="http://schemas.openxmlformats.org/drawingml/2006/main">
            <a:off x="8877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7" name="diagram-line-414">
            <a:extLst xmlns:a="http://schemas.openxmlformats.org/drawingml/2006/main">
              <a:ext uri="{FF2B5EF4-FFF2-40B4-BE49-F238E27FC236}">
                <a16:creationId xmlns:a16="http://schemas.microsoft.com/office/drawing/2014/main" id="{BAC5BE5A-E8C0-4CB2-889E-CCD260EEA106}"/>
              </a:ext>
            </a:extLst>
          </p:cNvPr>
          <p:cNvSpPr>
            <a:spLocks xmlns:a="http://schemas.openxmlformats.org/drawingml/2006/main" noGrp="1"/>
          </p:cNvSpPr>
          <p:nvPr/>
        </p:nvSpPr>
        <p:spPr>
          <a:xfrm xmlns:a="http://schemas.openxmlformats.org/drawingml/2006/main">
            <a:off x="8763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8" name="diagram-line-415">
            <a:extLst xmlns:a="http://schemas.openxmlformats.org/drawingml/2006/main">
              <a:ext uri="{FF2B5EF4-FFF2-40B4-BE49-F238E27FC236}">
                <a16:creationId xmlns:a16="http://schemas.microsoft.com/office/drawing/2014/main" id="{4D05B7BE-FB9B-4B71-A383-E073128C8CA4}"/>
              </a:ext>
            </a:extLst>
          </p:cNvPr>
          <p:cNvSpPr>
            <a:spLocks xmlns:a="http://schemas.openxmlformats.org/drawingml/2006/main" noGrp="1"/>
          </p:cNvSpPr>
          <p:nvPr/>
        </p:nvSpPr>
        <p:spPr>
          <a:xfrm xmlns:a="http://schemas.openxmlformats.org/drawingml/2006/main">
            <a:off x="8648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9" name="diagram-line-416">
            <a:extLst xmlns:a="http://schemas.openxmlformats.org/drawingml/2006/main">
              <a:ext uri="{FF2B5EF4-FFF2-40B4-BE49-F238E27FC236}">
                <a16:creationId xmlns:a16="http://schemas.microsoft.com/office/drawing/2014/main" id="{C2B1BED9-421E-4180-8FE6-7521C47FA774}"/>
              </a:ext>
            </a:extLst>
          </p:cNvPr>
          <p:cNvSpPr>
            <a:spLocks xmlns:a="http://schemas.openxmlformats.org/drawingml/2006/main" noGrp="1"/>
          </p:cNvSpPr>
          <p:nvPr/>
        </p:nvSpPr>
        <p:spPr>
          <a:xfrm xmlns:a="http://schemas.openxmlformats.org/drawingml/2006/main">
            <a:off x="8534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0" name="diagram-line-417">
            <a:extLst xmlns:a="http://schemas.openxmlformats.org/drawingml/2006/main">
              <a:ext uri="{FF2B5EF4-FFF2-40B4-BE49-F238E27FC236}">
                <a16:creationId xmlns:a16="http://schemas.microsoft.com/office/drawing/2014/main" id="{E7EEDC9B-1FE2-4AD9-8845-12666C81BCC8}"/>
              </a:ext>
            </a:extLst>
          </p:cNvPr>
          <p:cNvSpPr>
            <a:spLocks xmlns:a="http://schemas.openxmlformats.org/drawingml/2006/main" noGrp="1"/>
          </p:cNvSpPr>
          <p:nvPr/>
        </p:nvSpPr>
        <p:spPr>
          <a:xfrm xmlns:a="http://schemas.openxmlformats.org/drawingml/2006/main">
            <a:off x="8420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1" name="diagram-line-418">
            <a:extLst xmlns:a="http://schemas.openxmlformats.org/drawingml/2006/main">
              <a:ext uri="{FF2B5EF4-FFF2-40B4-BE49-F238E27FC236}">
                <a16:creationId xmlns:a16="http://schemas.microsoft.com/office/drawing/2014/main" id="{310B083A-E601-44DB-B89E-723B69CA046F}"/>
              </a:ext>
            </a:extLst>
          </p:cNvPr>
          <p:cNvSpPr>
            <a:spLocks xmlns:a="http://schemas.openxmlformats.org/drawingml/2006/main" noGrp="1"/>
          </p:cNvSpPr>
          <p:nvPr/>
        </p:nvSpPr>
        <p:spPr>
          <a:xfrm xmlns:a="http://schemas.openxmlformats.org/drawingml/2006/main">
            <a:off x="8305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2" name="diagram-line-419">
            <a:extLst xmlns:a="http://schemas.openxmlformats.org/drawingml/2006/main">
              <a:ext uri="{FF2B5EF4-FFF2-40B4-BE49-F238E27FC236}">
                <a16:creationId xmlns:a16="http://schemas.microsoft.com/office/drawing/2014/main" id="{CD316DD5-F626-464B-B045-6CE6E94FF4EF}"/>
              </a:ext>
            </a:extLst>
          </p:cNvPr>
          <p:cNvSpPr>
            <a:spLocks xmlns:a="http://schemas.openxmlformats.org/drawingml/2006/main" noGrp="1"/>
          </p:cNvSpPr>
          <p:nvPr/>
        </p:nvSpPr>
        <p:spPr>
          <a:xfrm xmlns:a="http://schemas.openxmlformats.org/drawingml/2006/main">
            <a:off x="8191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3" name="diagram-line-420">
            <a:extLst xmlns:a="http://schemas.openxmlformats.org/drawingml/2006/main">
              <a:ext uri="{FF2B5EF4-FFF2-40B4-BE49-F238E27FC236}">
                <a16:creationId xmlns:a16="http://schemas.microsoft.com/office/drawing/2014/main" id="{92215573-C924-4F83-8230-8B6D54B5815A}"/>
              </a:ext>
            </a:extLst>
          </p:cNvPr>
          <p:cNvSpPr>
            <a:spLocks xmlns:a="http://schemas.openxmlformats.org/drawingml/2006/main" noGrp="1"/>
          </p:cNvSpPr>
          <p:nvPr/>
        </p:nvSpPr>
        <p:spPr>
          <a:xfrm xmlns:a="http://schemas.openxmlformats.org/drawingml/2006/main">
            <a:off x="8077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4" name="diagram-line-421">
            <a:extLst xmlns:a="http://schemas.openxmlformats.org/drawingml/2006/main">
              <a:ext uri="{FF2B5EF4-FFF2-40B4-BE49-F238E27FC236}">
                <a16:creationId xmlns:a16="http://schemas.microsoft.com/office/drawing/2014/main" id="{19707FF8-E2C8-4929-A48C-F36C397AFE45}"/>
              </a:ext>
            </a:extLst>
          </p:cNvPr>
          <p:cNvSpPr>
            <a:spLocks xmlns:a="http://schemas.openxmlformats.org/drawingml/2006/main" noGrp="1"/>
          </p:cNvSpPr>
          <p:nvPr/>
        </p:nvSpPr>
        <p:spPr>
          <a:xfrm xmlns:a="http://schemas.openxmlformats.org/drawingml/2006/main">
            <a:off x="7962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5" name="diagram-line-422">
            <a:extLst xmlns:a="http://schemas.openxmlformats.org/drawingml/2006/main">
              <a:ext uri="{FF2B5EF4-FFF2-40B4-BE49-F238E27FC236}">
                <a16:creationId xmlns:a16="http://schemas.microsoft.com/office/drawing/2014/main" id="{BFBBF100-42FF-474A-931C-9EC2C9B0A7D6}"/>
              </a:ext>
            </a:extLst>
          </p:cNvPr>
          <p:cNvSpPr>
            <a:spLocks xmlns:a="http://schemas.openxmlformats.org/drawingml/2006/main" noGrp="1"/>
          </p:cNvSpPr>
          <p:nvPr/>
        </p:nvSpPr>
        <p:spPr>
          <a:xfrm xmlns:a="http://schemas.openxmlformats.org/drawingml/2006/main">
            <a:off x="7848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6" name="diagram-line-423">
            <a:extLst xmlns:a="http://schemas.openxmlformats.org/drawingml/2006/main">
              <a:ext uri="{FF2B5EF4-FFF2-40B4-BE49-F238E27FC236}">
                <a16:creationId xmlns:a16="http://schemas.microsoft.com/office/drawing/2014/main" id="{5B0F5038-C69B-4D4F-A09C-56DAA394E616}"/>
              </a:ext>
            </a:extLst>
          </p:cNvPr>
          <p:cNvSpPr>
            <a:spLocks xmlns:a="http://schemas.openxmlformats.org/drawingml/2006/main" noGrp="1"/>
          </p:cNvSpPr>
          <p:nvPr/>
        </p:nvSpPr>
        <p:spPr>
          <a:xfrm xmlns:a="http://schemas.openxmlformats.org/drawingml/2006/main">
            <a:off x="7734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7" name="diagram-line-424">
            <a:extLst xmlns:a="http://schemas.openxmlformats.org/drawingml/2006/main">
              <a:ext uri="{FF2B5EF4-FFF2-40B4-BE49-F238E27FC236}">
                <a16:creationId xmlns:a16="http://schemas.microsoft.com/office/drawing/2014/main" id="{3D7121D8-A61F-4DE5-8CF3-FC2BD5598B72}"/>
              </a:ext>
            </a:extLst>
          </p:cNvPr>
          <p:cNvSpPr>
            <a:spLocks xmlns:a="http://schemas.openxmlformats.org/drawingml/2006/main" noGrp="1"/>
          </p:cNvSpPr>
          <p:nvPr/>
        </p:nvSpPr>
        <p:spPr>
          <a:xfrm xmlns:a="http://schemas.openxmlformats.org/drawingml/2006/main">
            <a:off x="7620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8" name="diagram-line-425">
            <a:extLst xmlns:a="http://schemas.openxmlformats.org/drawingml/2006/main">
              <a:ext uri="{FF2B5EF4-FFF2-40B4-BE49-F238E27FC236}">
                <a16:creationId xmlns:a16="http://schemas.microsoft.com/office/drawing/2014/main" id="{A0CB5F7C-3CC6-4E1E-9F39-FCCE8150E3E6}"/>
              </a:ext>
            </a:extLst>
          </p:cNvPr>
          <p:cNvSpPr>
            <a:spLocks xmlns:a="http://schemas.openxmlformats.org/drawingml/2006/main" noGrp="1"/>
          </p:cNvSpPr>
          <p:nvPr/>
        </p:nvSpPr>
        <p:spPr>
          <a:xfrm xmlns:a="http://schemas.openxmlformats.org/drawingml/2006/main">
            <a:off x="7505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9" name="diagram-line-426">
            <a:extLst xmlns:a="http://schemas.openxmlformats.org/drawingml/2006/main">
              <a:ext uri="{FF2B5EF4-FFF2-40B4-BE49-F238E27FC236}">
                <a16:creationId xmlns:a16="http://schemas.microsoft.com/office/drawing/2014/main" id="{D6C082B6-00DF-4189-B3B6-C1F5F1D42983}"/>
              </a:ext>
            </a:extLst>
          </p:cNvPr>
          <p:cNvSpPr>
            <a:spLocks xmlns:a="http://schemas.openxmlformats.org/drawingml/2006/main" noGrp="1"/>
          </p:cNvSpPr>
          <p:nvPr/>
        </p:nvSpPr>
        <p:spPr>
          <a:xfrm xmlns:a="http://schemas.openxmlformats.org/drawingml/2006/main">
            <a:off x="7391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0" name="diagram-line-427">
            <a:extLst xmlns:a="http://schemas.openxmlformats.org/drawingml/2006/main">
              <a:ext uri="{FF2B5EF4-FFF2-40B4-BE49-F238E27FC236}">
                <a16:creationId xmlns:a16="http://schemas.microsoft.com/office/drawing/2014/main" id="{C6E47B0F-BA3D-45F5-8A51-DE7521308DFA}"/>
              </a:ext>
            </a:extLst>
          </p:cNvPr>
          <p:cNvSpPr>
            <a:spLocks xmlns:a="http://schemas.openxmlformats.org/drawingml/2006/main" noGrp="1"/>
          </p:cNvSpPr>
          <p:nvPr/>
        </p:nvSpPr>
        <p:spPr>
          <a:xfrm xmlns:a="http://schemas.openxmlformats.org/drawingml/2006/main">
            <a:off x="7277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1" name="diagram-line-428">
            <a:extLst xmlns:a="http://schemas.openxmlformats.org/drawingml/2006/main">
              <a:ext uri="{FF2B5EF4-FFF2-40B4-BE49-F238E27FC236}">
                <a16:creationId xmlns:a16="http://schemas.microsoft.com/office/drawing/2014/main" id="{6B4E5A96-6BF0-4856-BBFC-B3900151EEF5}"/>
              </a:ext>
            </a:extLst>
          </p:cNvPr>
          <p:cNvSpPr>
            <a:spLocks xmlns:a="http://schemas.openxmlformats.org/drawingml/2006/main" noGrp="1"/>
          </p:cNvSpPr>
          <p:nvPr/>
        </p:nvSpPr>
        <p:spPr>
          <a:xfrm xmlns:a="http://schemas.openxmlformats.org/drawingml/2006/main">
            <a:off x="7162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2" name="diagram-line-429">
            <a:extLst xmlns:a="http://schemas.openxmlformats.org/drawingml/2006/main">
              <a:ext uri="{FF2B5EF4-FFF2-40B4-BE49-F238E27FC236}">
                <a16:creationId xmlns:a16="http://schemas.microsoft.com/office/drawing/2014/main" id="{985B2F08-173F-476A-84E4-DAC6D36A9CF0}"/>
              </a:ext>
            </a:extLst>
          </p:cNvPr>
          <p:cNvSpPr>
            <a:spLocks xmlns:a="http://schemas.openxmlformats.org/drawingml/2006/main" noGrp="1"/>
          </p:cNvSpPr>
          <p:nvPr/>
        </p:nvSpPr>
        <p:spPr>
          <a:xfrm xmlns:a="http://schemas.openxmlformats.org/drawingml/2006/main">
            <a:off x="7048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3" name="diagram-line-430">
            <a:extLst xmlns:a="http://schemas.openxmlformats.org/drawingml/2006/main">
              <a:ext uri="{FF2B5EF4-FFF2-40B4-BE49-F238E27FC236}">
                <a16:creationId xmlns:a16="http://schemas.microsoft.com/office/drawing/2014/main" id="{8E8A303D-C619-4ED0-8303-9D0733F754DB}"/>
              </a:ext>
            </a:extLst>
          </p:cNvPr>
          <p:cNvSpPr>
            <a:spLocks xmlns:a="http://schemas.openxmlformats.org/drawingml/2006/main" noGrp="1"/>
          </p:cNvSpPr>
          <p:nvPr/>
        </p:nvSpPr>
        <p:spPr>
          <a:xfrm xmlns:a="http://schemas.openxmlformats.org/drawingml/2006/main">
            <a:off x="6934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4" name="diagram-line-431">
            <a:extLst xmlns:a="http://schemas.openxmlformats.org/drawingml/2006/main">
              <a:ext uri="{FF2B5EF4-FFF2-40B4-BE49-F238E27FC236}">
                <a16:creationId xmlns:a16="http://schemas.microsoft.com/office/drawing/2014/main" id="{6B0A8D32-4E96-4C5D-9422-C308870CC9F9}"/>
              </a:ext>
            </a:extLst>
          </p:cNvPr>
          <p:cNvSpPr>
            <a:spLocks xmlns:a="http://schemas.openxmlformats.org/drawingml/2006/main" noGrp="1"/>
          </p:cNvSpPr>
          <p:nvPr/>
        </p:nvSpPr>
        <p:spPr>
          <a:xfrm xmlns:a="http://schemas.openxmlformats.org/drawingml/2006/main">
            <a:off x="6819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5" name="diagram-line-432">
            <a:extLst xmlns:a="http://schemas.openxmlformats.org/drawingml/2006/main">
              <a:ext uri="{FF2B5EF4-FFF2-40B4-BE49-F238E27FC236}">
                <a16:creationId xmlns:a16="http://schemas.microsoft.com/office/drawing/2014/main" id="{83DDF9D7-589F-40DB-B9F1-076703EC2896}"/>
              </a:ext>
            </a:extLst>
          </p:cNvPr>
          <p:cNvSpPr>
            <a:spLocks xmlns:a="http://schemas.openxmlformats.org/drawingml/2006/main" noGrp="1"/>
          </p:cNvSpPr>
          <p:nvPr/>
        </p:nvSpPr>
        <p:spPr>
          <a:xfrm xmlns:a="http://schemas.openxmlformats.org/drawingml/2006/main">
            <a:off x="6705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6" name="diagram-line-433">
            <a:extLst xmlns:a="http://schemas.openxmlformats.org/drawingml/2006/main">
              <a:ext uri="{FF2B5EF4-FFF2-40B4-BE49-F238E27FC236}">
                <a16:creationId xmlns:a16="http://schemas.microsoft.com/office/drawing/2014/main" id="{6796A36D-C111-49C3-8995-02A5A66A7ED3}"/>
              </a:ext>
            </a:extLst>
          </p:cNvPr>
          <p:cNvSpPr>
            <a:spLocks xmlns:a="http://schemas.openxmlformats.org/drawingml/2006/main" noGrp="1"/>
          </p:cNvSpPr>
          <p:nvPr/>
        </p:nvSpPr>
        <p:spPr>
          <a:xfrm xmlns:a="http://schemas.openxmlformats.org/drawingml/2006/main">
            <a:off x="6591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7" name="diagram-line-434">
            <a:extLst xmlns:a="http://schemas.openxmlformats.org/drawingml/2006/main">
              <a:ext uri="{FF2B5EF4-FFF2-40B4-BE49-F238E27FC236}">
                <a16:creationId xmlns:a16="http://schemas.microsoft.com/office/drawing/2014/main" id="{44741AE2-6208-4A73-89D2-EC45ED999001}"/>
              </a:ext>
            </a:extLst>
          </p:cNvPr>
          <p:cNvSpPr>
            <a:spLocks xmlns:a="http://schemas.openxmlformats.org/drawingml/2006/main" noGrp="1"/>
          </p:cNvSpPr>
          <p:nvPr/>
        </p:nvSpPr>
        <p:spPr>
          <a:xfrm xmlns:a="http://schemas.openxmlformats.org/drawingml/2006/main">
            <a:off x="6477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8" name="diagram-line-435">
            <a:extLst xmlns:a="http://schemas.openxmlformats.org/drawingml/2006/main">
              <a:ext uri="{FF2B5EF4-FFF2-40B4-BE49-F238E27FC236}">
                <a16:creationId xmlns:a16="http://schemas.microsoft.com/office/drawing/2014/main" id="{982A53C6-0306-429C-ADFD-FAE8A7533609}"/>
              </a:ext>
            </a:extLst>
          </p:cNvPr>
          <p:cNvSpPr>
            <a:spLocks xmlns:a="http://schemas.openxmlformats.org/drawingml/2006/main" noGrp="1"/>
          </p:cNvSpPr>
          <p:nvPr/>
        </p:nvSpPr>
        <p:spPr>
          <a:xfrm xmlns:a="http://schemas.openxmlformats.org/drawingml/2006/main">
            <a:off x="6362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9" name="diagram-line-436">
            <a:extLst xmlns:a="http://schemas.openxmlformats.org/drawingml/2006/main">
              <a:ext uri="{FF2B5EF4-FFF2-40B4-BE49-F238E27FC236}">
                <a16:creationId xmlns:a16="http://schemas.microsoft.com/office/drawing/2014/main" id="{E0A41A3F-60C1-491E-B57F-144D9DCA1E82}"/>
              </a:ext>
            </a:extLst>
          </p:cNvPr>
          <p:cNvSpPr>
            <a:spLocks xmlns:a="http://schemas.openxmlformats.org/drawingml/2006/main" noGrp="1"/>
          </p:cNvSpPr>
          <p:nvPr/>
        </p:nvSpPr>
        <p:spPr>
          <a:xfrm xmlns:a="http://schemas.openxmlformats.org/drawingml/2006/main">
            <a:off x="6248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0" name="diagram-line-437">
            <a:extLst xmlns:a="http://schemas.openxmlformats.org/drawingml/2006/main">
              <a:ext uri="{FF2B5EF4-FFF2-40B4-BE49-F238E27FC236}">
                <a16:creationId xmlns:a16="http://schemas.microsoft.com/office/drawing/2014/main" id="{E76FEAF8-C0A3-45B4-A166-6562118E1AAE}"/>
              </a:ext>
            </a:extLst>
          </p:cNvPr>
          <p:cNvSpPr>
            <a:spLocks xmlns:a="http://schemas.openxmlformats.org/drawingml/2006/main" noGrp="1"/>
          </p:cNvSpPr>
          <p:nvPr/>
        </p:nvSpPr>
        <p:spPr>
          <a:xfrm xmlns:a="http://schemas.openxmlformats.org/drawingml/2006/main">
            <a:off x="6134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1" name="diagram-line-438">
            <a:extLst xmlns:a="http://schemas.openxmlformats.org/drawingml/2006/main">
              <a:ext uri="{FF2B5EF4-FFF2-40B4-BE49-F238E27FC236}">
                <a16:creationId xmlns:a16="http://schemas.microsoft.com/office/drawing/2014/main" id="{A0EA8F77-D05D-47AC-BB74-FF9227FCA341}"/>
              </a:ext>
            </a:extLst>
          </p:cNvPr>
          <p:cNvSpPr>
            <a:spLocks xmlns:a="http://schemas.openxmlformats.org/drawingml/2006/main" noGrp="1"/>
          </p:cNvSpPr>
          <p:nvPr/>
        </p:nvSpPr>
        <p:spPr>
          <a:xfrm xmlns:a="http://schemas.openxmlformats.org/drawingml/2006/main">
            <a:off x="6096000" y="3400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2" name="diagram-line-439">
            <a:extLst xmlns:a="http://schemas.openxmlformats.org/drawingml/2006/main">
              <a:ext uri="{FF2B5EF4-FFF2-40B4-BE49-F238E27FC236}">
                <a16:creationId xmlns:a16="http://schemas.microsoft.com/office/drawing/2014/main" id="{DD8719FD-E42D-4BA6-8C01-772A1538D9EB}"/>
              </a:ext>
            </a:extLst>
          </p:cNvPr>
          <p:cNvSpPr>
            <a:spLocks xmlns:a="http://schemas.openxmlformats.org/drawingml/2006/main" noGrp="1"/>
          </p:cNvSpPr>
          <p:nvPr/>
        </p:nvSpPr>
        <p:spPr>
          <a:xfrm xmlns:a="http://schemas.openxmlformats.org/drawingml/2006/main">
            <a:off x="6096000" y="32861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3" name="diagram-line-440">
            <a:extLst xmlns:a="http://schemas.openxmlformats.org/drawingml/2006/main">
              <a:ext uri="{FF2B5EF4-FFF2-40B4-BE49-F238E27FC236}">
                <a16:creationId xmlns:a16="http://schemas.microsoft.com/office/drawing/2014/main" id="{440D60FC-A0AB-4F6E-A60B-C83796563AA4}"/>
              </a:ext>
            </a:extLst>
          </p:cNvPr>
          <p:cNvSpPr>
            <a:spLocks xmlns:a="http://schemas.openxmlformats.org/drawingml/2006/main" noGrp="1"/>
          </p:cNvSpPr>
          <p:nvPr/>
        </p:nvSpPr>
        <p:spPr>
          <a:xfrm xmlns:a="http://schemas.openxmlformats.org/drawingml/2006/main">
            <a:off x="6096000" y="31718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4" name="diagram-line-441">
            <a:extLst xmlns:a="http://schemas.openxmlformats.org/drawingml/2006/main">
              <a:ext uri="{FF2B5EF4-FFF2-40B4-BE49-F238E27FC236}">
                <a16:creationId xmlns:a16="http://schemas.microsoft.com/office/drawing/2014/main" id="{7679D9E3-1450-4402-BAB9-B8A2B803F815}"/>
              </a:ext>
            </a:extLst>
          </p:cNvPr>
          <p:cNvSpPr>
            <a:spLocks xmlns:a="http://schemas.openxmlformats.org/drawingml/2006/main" noGrp="1"/>
          </p:cNvSpPr>
          <p:nvPr/>
        </p:nvSpPr>
        <p:spPr>
          <a:xfrm xmlns:a="http://schemas.openxmlformats.org/drawingml/2006/main">
            <a:off x="6096000" y="30575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5" name="diagram-line-442">
            <a:extLst xmlns:a="http://schemas.openxmlformats.org/drawingml/2006/main">
              <a:ext uri="{FF2B5EF4-FFF2-40B4-BE49-F238E27FC236}">
                <a16:creationId xmlns:a16="http://schemas.microsoft.com/office/drawing/2014/main" id="{ABB3F6F3-50B1-4BB5-81AB-1DE10FC30B7F}"/>
              </a:ext>
            </a:extLst>
          </p:cNvPr>
          <p:cNvSpPr>
            <a:spLocks xmlns:a="http://schemas.openxmlformats.org/drawingml/2006/main" noGrp="1"/>
          </p:cNvSpPr>
          <p:nvPr/>
        </p:nvSpPr>
        <p:spPr>
          <a:xfrm xmlns:a="http://schemas.openxmlformats.org/drawingml/2006/main">
            <a:off x="6096000" y="29432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6" name="diagram-line-443">
            <a:extLst xmlns:a="http://schemas.openxmlformats.org/drawingml/2006/main">
              <a:ext uri="{FF2B5EF4-FFF2-40B4-BE49-F238E27FC236}">
                <a16:creationId xmlns:a16="http://schemas.microsoft.com/office/drawing/2014/main" id="{852C484B-7980-4392-8252-3417EB983C83}"/>
              </a:ext>
            </a:extLst>
          </p:cNvPr>
          <p:cNvSpPr>
            <a:spLocks xmlns:a="http://schemas.openxmlformats.org/drawingml/2006/main" noGrp="1"/>
          </p:cNvSpPr>
          <p:nvPr/>
        </p:nvSpPr>
        <p:spPr>
          <a:xfrm xmlns:a="http://schemas.openxmlformats.org/drawingml/2006/main">
            <a:off x="6096000" y="2828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7" name="diagram-line-444">
            <a:extLst xmlns:a="http://schemas.openxmlformats.org/drawingml/2006/main">
              <a:ext uri="{FF2B5EF4-FFF2-40B4-BE49-F238E27FC236}">
                <a16:creationId xmlns:a16="http://schemas.microsoft.com/office/drawing/2014/main" id="{398896AB-1D1F-4D89-A1EA-478C1D5FF0EA}"/>
              </a:ext>
            </a:extLst>
          </p:cNvPr>
          <p:cNvSpPr>
            <a:spLocks xmlns:a="http://schemas.openxmlformats.org/drawingml/2006/main" noGrp="1"/>
          </p:cNvSpPr>
          <p:nvPr/>
        </p:nvSpPr>
        <p:spPr>
          <a:xfrm xmlns:a="http://schemas.openxmlformats.org/drawingml/2006/main">
            <a:off x="6096000" y="2714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8" name="diagram-line-445">
            <a:extLst xmlns:a="http://schemas.openxmlformats.org/drawingml/2006/main">
              <a:ext uri="{FF2B5EF4-FFF2-40B4-BE49-F238E27FC236}">
                <a16:creationId xmlns:a16="http://schemas.microsoft.com/office/drawing/2014/main" id="{89346D55-C434-4A52-8FF5-67C1598D6A93}"/>
              </a:ext>
            </a:extLst>
          </p:cNvPr>
          <p:cNvSpPr>
            <a:spLocks xmlns:a="http://schemas.openxmlformats.org/drawingml/2006/main" noGrp="1"/>
          </p:cNvSpPr>
          <p:nvPr/>
        </p:nvSpPr>
        <p:spPr>
          <a:xfrm xmlns:a="http://schemas.openxmlformats.org/drawingml/2006/main">
            <a:off x="6096000" y="2600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446">
            <a:extLst xmlns:a="http://schemas.openxmlformats.org/drawingml/2006/main">
              <a:ext uri="{FF2B5EF4-FFF2-40B4-BE49-F238E27FC236}">
                <a16:creationId xmlns:a16="http://schemas.microsoft.com/office/drawing/2014/main" id="{5536E71A-9467-4524-AF44-D9025978A3DB}"/>
              </a:ext>
            </a:extLst>
          </p:cNvPr>
          <p:cNvSpPr>
            <a:spLocks xmlns:a="http://schemas.openxmlformats.org/drawingml/2006/main" noGrp="1"/>
          </p:cNvSpPr>
          <p:nvPr/>
        </p:nvSpPr>
        <p:spPr>
          <a:xfrm xmlns:a="http://schemas.openxmlformats.org/drawingml/2006/main">
            <a:off x="6096000" y="2486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447">
            <a:extLst xmlns:a="http://schemas.openxmlformats.org/drawingml/2006/main">
              <a:ext uri="{FF2B5EF4-FFF2-40B4-BE49-F238E27FC236}">
                <a16:creationId xmlns:a16="http://schemas.microsoft.com/office/drawing/2014/main" id="{EA574B40-5AFA-452E-9D78-75180E700902}"/>
              </a:ext>
            </a:extLst>
          </p:cNvPr>
          <p:cNvSpPr>
            <a:spLocks xmlns:a="http://schemas.openxmlformats.org/drawingml/2006/main" noGrp="1"/>
          </p:cNvSpPr>
          <p:nvPr/>
        </p:nvSpPr>
        <p:spPr>
          <a:xfrm xmlns:a="http://schemas.openxmlformats.org/drawingml/2006/main">
            <a:off x="6096000" y="23717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1" name="diagram-line-448">
            <a:extLst xmlns:a="http://schemas.openxmlformats.org/drawingml/2006/main">
              <a:ext uri="{FF2B5EF4-FFF2-40B4-BE49-F238E27FC236}">
                <a16:creationId xmlns:a16="http://schemas.microsoft.com/office/drawing/2014/main" id="{172761FD-0935-485E-A0BA-F175EE416C2C}"/>
              </a:ext>
            </a:extLst>
          </p:cNvPr>
          <p:cNvSpPr>
            <a:spLocks xmlns:a="http://schemas.openxmlformats.org/drawingml/2006/main" noGrp="1"/>
          </p:cNvSpPr>
          <p:nvPr/>
        </p:nvSpPr>
        <p:spPr>
          <a:xfrm xmlns:a="http://schemas.openxmlformats.org/drawingml/2006/main">
            <a:off x="6096000" y="2257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2" name="diagram-line-449">
            <a:extLst xmlns:a="http://schemas.openxmlformats.org/drawingml/2006/main">
              <a:ext uri="{FF2B5EF4-FFF2-40B4-BE49-F238E27FC236}">
                <a16:creationId xmlns:a16="http://schemas.microsoft.com/office/drawing/2014/main" id="{42E23C44-5984-41D9-A153-DEDA0F6D599C}"/>
              </a:ext>
            </a:extLst>
          </p:cNvPr>
          <p:cNvSpPr>
            <a:spLocks xmlns:a="http://schemas.openxmlformats.org/drawingml/2006/main" noGrp="1"/>
          </p:cNvSpPr>
          <p:nvPr/>
        </p:nvSpPr>
        <p:spPr>
          <a:xfrm xmlns:a="http://schemas.openxmlformats.org/drawingml/2006/main">
            <a:off x="6029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450">
            <a:extLst xmlns:a="http://schemas.openxmlformats.org/drawingml/2006/main">
              <a:ext uri="{FF2B5EF4-FFF2-40B4-BE49-F238E27FC236}">
                <a16:creationId xmlns:a16="http://schemas.microsoft.com/office/drawing/2014/main" id="{EB4B43D9-9DD0-4E58-9957-8C469DB4F164}"/>
              </a:ext>
            </a:extLst>
          </p:cNvPr>
          <p:cNvSpPr>
            <a:spLocks xmlns:a="http://schemas.openxmlformats.org/drawingml/2006/main" noGrp="1"/>
          </p:cNvSpPr>
          <p:nvPr/>
        </p:nvSpPr>
        <p:spPr>
          <a:xfrm xmlns:a="http://schemas.openxmlformats.org/drawingml/2006/main">
            <a:off x="59150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451">
            <a:extLst xmlns:a="http://schemas.openxmlformats.org/drawingml/2006/main">
              <a:ext uri="{FF2B5EF4-FFF2-40B4-BE49-F238E27FC236}">
                <a16:creationId xmlns:a16="http://schemas.microsoft.com/office/drawing/2014/main" id="{04FFD347-EEE5-45A4-996A-D14ED8EAEDEB}"/>
              </a:ext>
            </a:extLst>
          </p:cNvPr>
          <p:cNvSpPr>
            <a:spLocks xmlns:a="http://schemas.openxmlformats.org/drawingml/2006/main" noGrp="1"/>
          </p:cNvSpPr>
          <p:nvPr/>
        </p:nvSpPr>
        <p:spPr>
          <a:xfrm xmlns:a="http://schemas.openxmlformats.org/drawingml/2006/main">
            <a:off x="58007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452">
            <a:extLst xmlns:a="http://schemas.openxmlformats.org/drawingml/2006/main">
              <a:ext uri="{FF2B5EF4-FFF2-40B4-BE49-F238E27FC236}">
                <a16:creationId xmlns:a16="http://schemas.microsoft.com/office/drawing/2014/main" id="{9F9D4D33-9255-406F-BD79-763371F2C1D7}"/>
              </a:ext>
            </a:extLst>
          </p:cNvPr>
          <p:cNvSpPr>
            <a:spLocks xmlns:a="http://schemas.openxmlformats.org/drawingml/2006/main" noGrp="1"/>
          </p:cNvSpPr>
          <p:nvPr/>
        </p:nvSpPr>
        <p:spPr>
          <a:xfrm xmlns:a="http://schemas.openxmlformats.org/drawingml/2006/main">
            <a:off x="56864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453">
            <a:extLst xmlns:a="http://schemas.openxmlformats.org/drawingml/2006/main">
              <a:ext uri="{FF2B5EF4-FFF2-40B4-BE49-F238E27FC236}">
                <a16:creationId xmlns:a16="http://schemas.microsoft.com/office/drawing/2014/main" id="{94B0C5D5-BBCB-4645-B0C1-19994381D986}"/>
              </a:ext>
            </a:extLst>
          </p:cNvPr>
          <p:cNvSpPr>
            <a:spLocks xmlns:a="http://schemas.openxmlformats.org/drawingml/2006/main" noGrp="1"/>
          </p:cNvSpPr>
          <p:nvPr/>
        </p:nvSpPr>
        <p:spPr>
          <a:xfrm xmlns:a="http://schemas.openxmlformats.org/drawingml/2006/main">
            <a:off x="55721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454">
            <a:extLst xmlns:a="http://schemas.openxmlformats.org/drawingml/2006/main">
              <a:ext uri="{FF2B5EF4-FFF2-40B4-BE49-F238E27FC236}">
                <a16:creationId xmlns:a16="http://schemas.microsoft.com/office/drawing/2014/main" id="{9A9E9C65-C7EC-4E6F-BACA-7F68DACA3DAF}"/>
              </a:ext>
            </a:extLst>
          </p:cNvPr>
          <p:cNvSpPr>
            <a:spLocks xmlns:a="http://schemas.openxmlformats.org/drawingml/2006/main" noGrp="1"/>
          </p:cNvSpPr>
          <p:nvPr/>
        </p:nvSpPr>
        <p:spPr>
          <a:xfrm xmlns:a="http://schemas.openxmlformats.org/drawingml/2006/main">
            <a:off x="54578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455">
            <a:extLst xmlns:a="http://schemas.openxmlformats.org/drawingml/2006/main">
              <a:ext uri="{FF2B5EF4-FFF2-40B4-BE49-F238E27FC236}">
                <a16:creationId xmlns:a16="http://schemas.microsoft.com/office/drawing/2014/main" id="{0FBB0227-D694-418A-86DF-05AC9B373BAB}"/>
              </a:ext>
            </a:extLst>
          </p:cNvPr>
          <p:cNvSpPr>
            <a:spLocks xmlns:a="http://schemas.openxmlformats.org/drawingml/2006/main" noGrp="1"/>
          </p:cNvSpPr>
          <p:nvPr/>
        </p:nvSpPr>
        <p:spPr>
          <a:xfrm xmlns:a="http://schemas.openxmlformats.org/drawingml/2006/main">
            <a:off x="53435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456">
            <a:extLst xmlns:a="http://schemas.openxmlformats.org/drawingml/2006/main">
              <a:ext uri="{FF2B5EF4-FFF2-40B4-BE49-F238E27FC236}">
                <a16:creationId xmlns:a16="http://schemas.microsoft.com/office/drawing/2014/main" id="{3FB4A156-16E3-4C3C-84D5-45D643EF020A}"/>
              </a:ext>
            </a:extLst>
          </p:cNvPr>
          <p:cNvSpPr>
            <a:spLocks xmlns:a="http://schemas.openxmlformats.org/drawingml/2006/main" noGrp="1"/>
          </p:cNvSpPr>
          <p:nvPr/>
        </p:nvSpPr>
        <p:spPr>
          <a:xfrm xmlns:a="http://schemas.openxmlformats.org/drawingml/2006/main">
            <a:off x="52292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457">
            <a:extLst xmlns:a="http://schemas.openxmlformats.org/drawingml/2006/main">
              <a:ext uri="{FF2B5EF4-FFF2-40B4-BE49-F238E27FC236}">
                <a16:creationId xmlns:a16="http://schemas.microsoft.com/office/drawing/2014/main" id="{8277A738-C729-4FA0-BD3A-204C8826AC71}"/>
              </a:ext>
            </a:extLst>
          </p:cNvPr>
          <p:cNvSpPr>
            <a:spLocks xmlns:a="http://schemas.openxmlformats.org/drawingml/2006/main" noGrp="1"/>
          </p:cNvSpPr>
          <p:nvPr/>
        </p:nvSpPr>
        <p:spPr>
          <a:xfrm xmlns:a="http://schemas.openxmlformats.org/drawingml/2006/main">
            <a:off x="51149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458">
            <a:extLst xmlns:a="http://schemas.openxmlformats.org/drawingml/2006/main">
              <a:ext uri="{FF2B5EF4-FFF2-40B4-BE49-F238E27FC236}">
                <a16:creationId xmlns:a16="http://schemas.microsoft.com/office/drawing/2014/main" id="{5C2406D1-20E4-4EB5-B868-945FD596154E}"/>
              </a:ext>
            </a:extLst>
          </p:cNvPr>
          <p:cNvSpPr>
            <a:spLocks xmlns:a="http://schemas.openxmlformats.org/drawingml/2006/main" noGrp="1"/>
          </p:cNvSpPr>
          <p:nvPr/>
        </p:nvSpPr>
        <p:spPr>
          <a:xfrm xmlns:a="http://schemas.openxmlformats.org/drawingml/2006/main">
            <a:off x="50006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459">
            <a:extLst xmlns:a="http://schemas.openxmlformats.org/drawingml/2006/main">
              <a:ext uri="{FF2B5EF4-FFF2-40B4-BE49-F238E27FC236}">
                <a16:creationId xmlns:a16="http://schemas.microsoft.com/office/drawing/2014/main" id="{556B6558-DB7A-421C-88E6-63528CD1CD23}"/>
              </a:ext>
            </a:extLst>
          </p:cNvPr>
          <p:cNvSpPr>
            <a:spLocks xmlns:a="http://schemas.openxmlformats.org/drawingml/2006/main" noGrp="1"/>
          </p:cNvSpPr>
          <p:nvPr/>
        </p:nvSpPr>
        <p:spPr>
          <a:xfrm xmlns:a="http://schemas.openxmlformats.org/drawingml/2006/main">
            <a:off x="4886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460">
            <a:extLst xmlns:a="http://schemas.openxmlformats.org/drawingml/2006/main">
              <a:ext uri="{FF2B5EF4-FFF2-40B4-BE49-F238E27FC236}">
                <a16:creationId xmlns:a16="http://schemas.microsoft.com/office/drawing/2014/main" id="{F4D7E6F2-5667-47D0-A936-1B5A4A62C7B7}"/>
              </a:ext>
            </a:extLst>
          </p:cNvPr>
          <p:cNvSpPr>
            <a:spLocks xmlns:a="http://schemas.openxmlformats.org/drawingml/2006/main" noGrp="1"/>
          </p:cNvSpPr>
          <p:nvPr/>
        </p:nvSpPr>
        <p:spPr>
          <a:xfrm xmlns:a="http://schemas.openxmlformats.org/drawingml/2006/main">
            <a:off x="4810125" y="2247900"/>
            <a:ext cx="28575" cy="191"/>
          </a:xfrm>
          <a:custGeom xmlns:a="http://schemas.openxmlformats.org/drawingml/2006/main">
            <a:pathLst>
              <a:path w="28575" h="191">
                <a:moveTo>
                  <a:pt x="28575" y="0"/>
                </a:moveTo>
                <a:lnTo>
                  <a:pt x="0" y="0"/>
                </a:lnTo>
              </a:path>
            </a:pathLst>
          </a:custGeom>
          <a:noFill xmlns:a="http://schemas.openxmlformats.org/drawingml/2006/main"/>
          <a:ln xmlns:a="http://schemas.openxmlformats.org/drawingml/2006/main" w="14288">
            <a:solidFill>
              <a:srgbClr val="B15F20"/>
            </a:solidFill>
          </a:ln>
        </p:spPr>
      </p:sp>
      <p:sp>
        <p:nvSpPr>
          <p:cNvPr id="184" name="diagram-poly-461">
            <a:extLst xmlns:a="http://schemas.openxmlformats.org/drawingml/2006/main">
              <a:ext uri="{FF2B5EF4-FFF2-40B4-BE49-F238E27FC236}">
                <a16:creationId xmlns:a16="http://schemas.microsoft.com/office/drawing/2014/main" id="{D6E50208-C296-4A7C-9F48-AF051E2A1109}"/>
              </a:ext>
            </a:extLst>
          </p:cNvPr>
          <p:cNvSpPr>
            <a:spLocks xmlns:a="http://schemas.openxmlformats.org/drawingml/2006/main" noGrp="1"/>
          </p:cNvSpPr>
          <p:nvPr/>
        </p:nvSpPr>
        <p:spPr>
          <a:xfrm xmlns:a="http://schemas.openxmlformats.org/drawingml/2006/main">
            <a:off x="4810125" y="22183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185" name="diagram-line-462">
            <a:extLst xmlns:a="http://schemas.openxmlformats.org/drawingml/2006/main">
              <a:ext uri="{FF2B5EF4-FFF2-40B4-BE49-F238E27FC236}">
                <a16:creationId xmlns:a16="http://schemas.microsoft.com/office/drawing/2014/main" id="{085F71D5-F0A0-48D2-BEC6-41B4E5F47AC7}"/>
              </a:ext>
            </a:extLst>
          </p:cNvPr>
          <p:cNvSpPr>
            <a:spLocks xmlns:a="http://schemas.openxmlformats.org/drawingml/2006/main" noGrp="1"/>
          </p:cNvSpPr>
          <p:nvPr/>
        </p:nvSpPr>
        <p:spPr>
          <a:xfrm xmlns:a="http://schemas.openxmlformats.org/drawingml/2006/main">
            <a:off x="6096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6" name="diagram-line-463">
            <a:extLst xmlns:a="http://schemas.openxmlformats.org/drawingml/2006/main">
              <a:ext uri="{FF2B5EF4-FFF2-40B4-BE49-F238E27FC236}">
                <a16:creationId xmlns:a16="http://schemas.microsoft.com/office/drawing/2014/main" id="{AEC1CFBA-4421-42B6-A37A-2184229D58A6}"/>
              </a:ext>
            </a:extLst>
          </p:cNvPr>
          <p:cNvSpPr>
            <a:spLocks xmlns:a="http://schemas.openxmlformats.org/drawingml/2006/main" noGrp="1"/>
          </p:cNvSpPr>
          <p:nvPr/>
        </p:nvSpPr>
        <p:spPr>
          <a:xfrm xmlns:a="http://schemas.openxmlformats.org/drawingml/2006/main">
            <a:off x="62103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7" name="diagram-line-464">
            <a:extLst xmlns:a="http://schemas.openxmlformats.org/drawingml/2006/main">
              <a:ext uri="{FF2B5EF4-FFF2-40B4-BE49-F238E27FC236}">
                <a16:creationId xmlns:a16="http://schemas.microsoft.com/office/drawing/2014/main" id="{7D297D36-FC32-4467-AD5A-3E5B31C96963}"/>
              </a:ext>
            </a:extLst>
          </p:cNvPr>
          <p:cNvSpPr>
            <a:spLocks xmlns:a="http://schemas.openxmlformats.org/drawingml/2006/main" noGrp="1"/>
          </p:cNvSpPr>
          <p:nvPr/>
        </p:nvSpPr>
        <p:spPr>
          <a:xfrm xmlns:a="http://schemas.openxmlformats.org/drawingml/2006/main">
            <a:off x="63246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8" name="diagram-line-465">
            <a:extLst xmlns:a="http://schemas.openxmlformats.org/drawingml/2006/main">
              <a:ext uri="{FF2B5EF4-FFF2-40B4-BE49-F238E27FC236}">
                <a16:creationId xmlns:a16="http://schemas.microsoft.com/office/drawing/2014/main" id="{6EB2C7D3-E7BC-4625-8E47-0DAD9A3B3518}"/>
              </a:ext>
            </a:extLst>
          </p:cNvPr>
          <p:cNvSpPr>
            <a:spLocks xmlns:a="http://schemas.openxmlformats.org/drawingml/2006/main" noGrp="1"/>
          </p:cNvSpPr>
          <p:nvPr/>
        </p:nvSpPr>
        <p:spPr>
          <a:xfrm xmlns:a="http://schemas.openxmlformats.org/drawingml/2006/main">
            <a:off x="64389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9" name="diagram-line-466">
            <a:extLst xmlns:a="http://schemas.openxmlformats.org/drawingml/2006/main">
              <a:ext uri="{FF2B5EF4-FFF2-40B4-BE49-F238E27FC236}">
                <a16:creationId xmlns:a16="http://schemas.microsoft.com/office/drawing/2014/main" id="{3E897E0C-C52C-406F-938B-272621278D25}"/>
              </a:ext>
            </a:extLst>
          </p:cNvPr>
          <p:cNvSpPr>
            <a:spLocks xmlns:a="http://schemas.openxmlformats.org/drawingml/2006/main" noGrp="1"/>
          </p:cNvSpPr>
          <p:nvPr/>
        </p:nvSpPr>
        <p:spPr>
          <a:xfrm xmlns:a="http://schemas.openxmlformats.org/drawingml/2006/main">
            <a:off x="65532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0" name="diagram-line-467">
            <a:extLst xmlns:a="http://schemas.openxmlformats.org/drawingml/2006/main">
              <a:ext uri="{FF2B5EF4-FFF2-40B4-BE49-F238E27FC236}">
                <a16:creationId xmlns:a16="http://schemas.microsoft.com/office/drawing/2014/main" id="{0096694E-5DD8-4A2D-A054-1F45AF1AF3D1}"/>
              </a:ext>
            </a:extLst>
          </p:cNvPr>
          <p:cNvSpPr>
            <a:spLocks xmlns:a="http://schemas.openxmlformats.org/drawingml/2006/main" noGrp="1"/>
          </p:cNvSpPr>
          <p:nvPr/>
        </p:nvSpPr>
        <p:spPr>
          <a:xfrm xmlns:a="http://schemas.openxmlformats.org/drawingml/2006/main">
            <a:off x="66675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1" name="diagram-line-468">
            <a:extLst xmlns:a="http://schemas.openxmlformats.org/drawingml/2006/main">
              <a:ext uri="{FF2B5EF4-FFF2-40B4-BE49-F238E27FC236}">
                <a16:creationId xmlns:a16="http://schemas.microsoft.com/office/drawing/2014/main" id="{1F5EC6D0-35E2-4E1E-8AD7-079D232B405C}"/>
              </a:ext>
            </a:extLst>
          </p:cNvPr>
          <p:cNvSpPr>
            <a:spLocks xmlns:a="http://schemas.openxmlformats.org/drawingml/2006/main" noGrp="1"/>
          </p:cNvSpPr>
          <p:nvPr/>
        </p:nvSpPr>
        <p:spPr>
          <a:xfrm xmlns:a="http://schemas.openxmlformats.org/drawingml/2006/main">
            <a:off x="67818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2" name="diagram-line-469">
            <a:extLst xmlns:a="http://schemas.openxmlformats.org/drawingml/2006/main">
              <a:ext uri="{FF2B5EF4-FFF2-40B4-BE49-F238E27FC236}">
                <a16:creationId xmlns:a16="http://schemas.microsoft.com/office/drawing/2014/main" id="{FABE3C0D-BA74-4DFC-BC40-8DCE6D14258D}"/>
              </a:ext>
            </a:extLst>
          </p:cNvPr>
          <p:cNvSpPr>
            <a:spLocks xmlns:a="http://schemas.openxmlformats.org/drawingml/2006/main" noGrp="1"/>
          </p:cNvSpPr>
          <p:nvPr/>
        </p:nvSpPr>
        <p:spPr>
          <a:xfrm xmlns:a="http://schemas.openxmlformats.org/drawingml/2006/main">
            <a:off x="68961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3" name="diagram-line-470">
            <a:extLst xmlns:a="http://schemas.openxmlformats.org/drawingml/2006/main">
              <a:ext uri="{FF2B5EF4-FFF2-40B4-BE49-F238E27FC236}">
                <a16:creationId xmlns:a16="http://schemas.microsoft.com/office/drawing/2014/main" id="{DD170C0D-B06F-4C7A-B634-B06D15ACCEE0}"/>
              </a:ext>
            </a:extLst>
          </p:cNvPr>
          <p:cNvSpPr>
            <a:spLocks xmlns:a="http://schemas.openxmlformats.org/drawingml/2006/main" noGrp="1"/>
          </p:cNvSpPr>
          <p:nvPr/>
        </p:nvSpPr>
        <p:spPr>
          <a:xfrm xmlns:a="http://schemas.openxmlformats.org/drawingml/2006/main">
            <a:off x="70104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4" name="diagram-line-471">
            <a:extLst xmlns:a="http://schemas.openxmlformats.org/drawingml/2006/main">
              <a:ext uri="{FF2B5EF4-FFF2-40B4-BE49-F238E27FC236}">
                <a16:creationId xmlns:a16="http://schemas.microsoft.com/office/drawing/2014/main" id="{4456CE21-5830-46C1-9F4F-19E12ACF6DFB}"/>
              </a:ext>
            </a:extLst>
          </p:cNvPr>
          <p:cNvSpPr>
            <a:spLocks xmlns:a="http://schemas.openxmlformats.org/drawingml/2006/main" noGrp="1"/>
          </p:cNvSpPr>
          <p:nvPr/>
        </p:nvSpPr>
        <p:spPr>
          <a:xfrm xmlns:a="http://schemas.openxmlformats.org/drawingml/2006/main">
            <a:off x="71247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5" name="diagram-line-472">
            <a:extLst xmlns:a="http://schemas.openxmlformats.org/drawingml/2006/main">
              <a:ext uri="{FF2B5EF4-FFF2-40B4-BE49-F238E27FC236}">
                <a16:creationId xmlns:a16="http://schemas.microsoft.com/office/drawing/2014/main" id="{14DF53E3-B819-422A-9116-A90EC948C231}"/>
              </a:ext>
            </a:extLst>
          </p:cNvPr>
          <p:cNvSpPr>
            <a:spLocks xmlns:a="http://schemas.openxmlformats.org/drawingml/2006/main" noGrp="1"/>
          </p:cNvSpPr>
          <p:nvPr/>
        </p:nvSpPr>
        <p:spPr>
          <a:xfrm xmlns:a="http://schemas.openxmlformats.org/drawingml/2006/main">
            <a:off x="7239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6" name="diagram-line-473">
            <a:extLst xmlns:a="http://schemas.openxmlformats.org/drawingml/2006/main">
              <a:ext uri="{FF2B5EF4-FFF2-40B4-BE49-F238E27FC236}">
                <a16:creationId xmlns:a16="http://schemas.microsoft.com/office/drawing/2014/main" id="{54FC32F0-7E45-409E-A613-5E52684794E6}"/>
              </a:ext>
            </a:extLst>
          </p:cNvPr>
          <p:cNvSpPr>
            <a:spLocks xmlns:a="http://schemas.openxmlformats.org/drawingml/2006/main" noGrp="1"/>
          </p:cNvSpPr>
          <p:nvPr/>
        </p:nvSpPr>
        <p:spPr>
          <a:xfrm xmlns:a="http://schemas.openxmlformats.org/drawingml/2006/main">
            <a:off x="7353300" y="2247900"/>
            <a:ext cx="28575" cy="191"/>
          </a:xfrm>
          <a:custGeom xmlns:a="http://schemas.openxmlformats.org/drawingml/2006/main">
            <a:pathLst>
              <a:path w="28575" h="191">
                <a:moveTo>
                  <a:pt x="0" y="0"/>
                </a:moveTo>
                <a:lnTo>
                  <a:pt x="28575" y="0"/>
                </a:lnTo>
              </a:path>
            </a:pathLst>
          </a:custGeom>
          <a:noFill xmlns:a="http://schemas.openxmlformats.org/drawingml/2006/main"/>
          <a:ln xmlns:a="http://schemas.openxmlformats.org/drawingml/2006/main" w="14288">
            <a:solidFill>
              <a:srgbClr val="B15F20"/>
            </a:solidFill>
          </a:ln>
        </p:spPr>
      </p:sp>
      <p:sp>
        <p:nvSpPr>
          <p:cNvPr id="197" name="diagram-poly-474">
            <a:extLst xmlns:a="http://schemas.openxmlformats.org/drawingml/2006/main">
              <a:ext uri="{FF2B5EF4-FFF2-40B4-BE49-F238E27FC236}">
                <a16:creationId xmlns:a16="http://schemas.microsoft.com/office/drawing/2014/main" id="{39B5D076-E083-4475-9BC9-144046DB0FC7}"/>
              </a:ext>
            </a:extLst>
          </p:cNvPr>
          <p:cNvSpPr>
            <a:spLocks xmlns:a="http://schemas.openxmlformats.org/drawingml/2006/main" noGrp="1"/>
          </p:cNvSpPr>
          <p:nvPr/>
        </p:nvSpPr>
        <p:spPr>
          <a:xfrm xmlns:a="http://schemas.openxmlformats.org/drawingml/2006/main">
            <a:off x="7315200" y="2218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98" name="revision-text-475">
            <a:extLst xmlns:a="http://schemas.openxmlformats.org/drawingml/2006/main">
              <a:ext uri="{FF2B5EF4-FFF2-40B4-BE49-F238E27FC236}">
                <a16:creationId xmlns:a16="http://schemas.microsoft.com/office/drawing/2014/main" id="{3D33144E-85DA-4292-8029-B52FB7D2BF6A}"/>
              </a:ext>
            </a:extLst>
          </p:cNvPr>
          <p:cNvSpPr>
            <a:spLocks xmlns:a="http://schemas.openxmlformats.org/drawingml/2006/main" noGrp="1"/>
          </p:cNvSpPr>
          <p:nvPr/>
        </p:nvSpPr>
        <p:spPr>
          <a:xfrm xmlns:a="http://schemas.openxmlformats.org/drawingml/2006/main">
            <a:off x="6953250" y="3495675"/>
            <a:ext cx="39052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0">
                <a:solidFill>
                  <a:srgbClr val="B15F20"/>
                </a:solidFill>
                <a:latin typeface="微软雅黑"/>
                <a:ea typeface="微软雅黑"/>
                <a:cs typeface="微软雅黑"/>
              </a:defRPr>
            </a:pPr>
            <a:r>
              <a:rPr sz="1425" b="0">
                <a:solidFill>
                  <a:srgbClr val="B15F20"/>
                </a:solidFill>
                <a:latin typeface="微软雅黑"/>
                <a:ea typeface="微软雅黑"/>
                <a:cs typeface="微软雅黑"/>
              </a:rPr>
              <a:t>Actions → Node / State-machine interfaces</a:t>
            </a:r>
          </a:p>
        </p:txBody>
      </p:sp>
      <p:sp>
        <p:nvSpPr>
          <p:cNvPr id="199" name="revision-text-476">
            <a:extLst xmlns:a="http://schemas.openxmlformats.org/drawingml/2006/main">
              <a:ext uri="{FF2B5EF4-FFF2-40B4-BE49-F238E27FC236}">
                <a16:creationId xmlns:a16="http://schemas.microsoft.com/office/drawing/2014/main" id="{7D7AF629-49B2-410B-BBCB-83CB6DDF2C7F}"/>
              </a:ext>
            </a:extLst>
          </p:cNvPr>
          <p:cNvSpPr>
            <a:spLocks xmlns:a="http://schemas.openxmlformats.org/drawingml/2006/main" noGrp="1"/>
          </p:cNvSpPr>
          <p:nvPr/>
        </p:nvSpPr>
        <p:spPr>
          <a:xfrm xmlns:a="http://schemas.openxmlformats.org/drawingml/2006/main">
            <a:off x="61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Intrinsic constraints</a:t>
            </a:r>
          </a:p>
        </p:txBody>
      </p:sp>
      <p:sp>
        <p:nvSpPr>
          <p:cNvPr id="200" name="revision-text-477">
            <a:extLst xmlns:a="http://schemas.openxmlformats.org/drawingml/2006/main">
              <a:ext uri="{FF2B5EF4-FFF2-40B4-BE49-F238E27FC236}">
                <a16:creationId xmlns:a16="http://schemas.microsoft.com/office/drawing/2014/main" id="{C93053CF-A694-4F89-AB27-B70D11C8DE51}"/>
              </a:ext>
            </a:extLst>
          </p:cNvPr>
          <p:cNvSpPr>
            <a:spLocks xmlns:a="http://schemas.openxmlformats.org/drawingml/2006/main" noGrp="1"/>
          </p:cNvSpPr>
          <p:nvPr/>
        </p:nvSpPr>
        <p:spPr>
          <a:xfrm xmlns:a="http://schemas.openxmlformats.org/drawingml/2006/main">
            <a:off x="61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70" b="0">
                <a:solidFill>
                  <a:srgbClr val="152C40"/>
                </a:solidFill>
                <a:latin typeface="微软雅黑"/>
                <a:ea typeface="微软雅黑"/>
                <a:cs typeface="微软雅黑"/>
              </a:defRPr>
            </a:pPr>
            <a:r>
              <a:rPr sz="1470" b="0">
                <a:solidFill>
                  <a:srgbClr val="152C40"/>
                </a:solidFill>
                <a:latin typeface="微软雅黑"/>
                <a:ea typeface="微软雅黑"/>
                <a:cs typeface="微软雅黑"/>
              </a:rPr>
              <a:t>Handled by the device state machine</a:t>
            </a:r>
          </a:p>
        </p:txBody>
      </p:sp>
      <p:sp>
        <p:nvSpPr>
          <p:cNvPr id="201" name="revision-text-478">
            <a:extLst xmlns:a="http://schemas.openxmlformats.org/drawingml/2006/main">
              <a:ext uri="{FF2B5EF4-FFF2-40B4-BE49-F238E27FC236}">
                <a16:creationId xmlns:a16="http://schemas.microsoft.com/office/drawing/2014/main" id="{D0283CD1-C73F-40DF-B681-A5B5BAD38C99}"/>
              </a:ext>
            </a:extLst>
          </p:cNvPr>
          <p:cNvSpPr>
            <a:spLocks xmlns:a="http://schemas.openxmlformats.org/drawingml/2006/main" noGrp="1"/>
          </p:cNvSpPr>
          <p:nvPr/>
        </p:nvSpPr>
        <p:spPr>
          <a:xfrm xmlns:a="http://schemas.openxmlformats.org/drawingml/2006/main">
            <a:off x="442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27" b="1">
                <a:solidFill>
                  <a:srgbClr val="1C3C5C"/>
                </a:solidFill>
                <a:latin typeface="微软雅黑"/>
                <a:ea typeface="微软雅黑"/>
                <a:cs typeface="微软雅黑"/>
              </a:defRPr>
            </a:pPr>
            <a:r>
              <a:rPr sz="1627" b="1">
                <a:solidFill>
                  <a:srgbClr val="1C3C5C"/>
                </a:solidFill>
                <a:latin typeface="微软雅黑"/>
                <a:ea typeface="微软雅黑"/>
                <a:cs typeface="微软雅黑"/>
              </a:rPr>
              <a:t>Laboratory baseline constraints</a:t>
            </a:r>
          </a:p>
        </p:txBody>
      </p:sp>
      <p:sp>
        <p:nvSpPr>
          <p:cNvPr id="202" name="revision-text-479">
            <a:extLst xmlns:a="http://schemas.openxmlformats.org/drawingml/2006/main">
              <a:ext uri="{FF2B5EF4-FFF2-40B4-BE49-F238E27FC236}">
                <a16:creationId xmlns:a16="http://schemas.microsoft.com/office/drawing/2014/main" id="{3C8E8CA5-450D-4907-BE8E-F868FFC5436B}"/>
              </a:ext>
            </a:extLst>
          </p:cNvPr>
          <p:cNvSpPr>
            <a:spLocks xmlns:a="http://schemas.openxmlformats.org/drawingml/2006/main" noGrp="1"/>
          </p:cNvSpPr>
          <p:nvPr/>
        </p:nvSpPr>
        <p:spPr>
          <a:xfrm xmlns:a="http://schemas.openxmlformats.org/drawingml/2006/main">
            <a:off x="442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0">
                <a:solidFill>
                  <a:srgbClr val="152C40"/>
                </a:solidFill>
                <a:latin typeface="微软雅黑"/>
                <a:ea typeface="微软雅黑"/>
                <a:cs typeface="微软雅黑"/>
              </a:defRPr>
            </a:pPr>
            <a:r>
              <a:rPr sz="1425" b="0">
                <a:solidFill>
                  <a:srgbClr val="152C40"/>
                </a:solidFill>
                <a:latin typeface="微软雅黑"/>
                <a:ea typeface="微软雅黑"/>
                <a:cs typeface="微软雅黑"/>
              </a:rPr>
              <a:t>Continuously supervise the laboratory</a:t>
            </a:r>
          </a:p>
        </p:txBody>
      </p:sp>
      <p:sp>
        <p:nvSpPr>
          <p:cNvPr id="203" name="revision-text-480">
            <a:extLst xmlns:a="http://schemas.openxmlformats.org/drawingml/2006/main">
              <a:ext uri="{FF2B5EF4-FFF2-40B4-BE49-F238E27FC236}">
                <a16:creationId xmlns:a16="http://schemas.microsoft.com/office/drawing/2014/main" id="{FDCD0919-CE3A-407C-B7CA-49F4574EB683}"/>
              </a:ext>
            </a:extLst>
          </p:cNvPr>
          <p:cNvSpPr>
            <a:spLocks xmlns:a="http://schemas.openxmlformats.org/drawingml/2006/main" noGrp="1"/>
          </p:cNvSpPr>
          <p:nvPr/>
        </p:nvSpPr>
        <p:spPr>
          <a:xfrm xmlns:a="http://schemas.openxmlformats.org/drawingml/2006/main">
            <a:off x="823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Task constraints</a:t>
            </a:r>
          </a:p>
        </p:txBody>
      </p:sp>
      <p:sp>
        <p:nvSpPr>
          <p:cNvPr id="204" name="revision-text-481">
            <a:extLst xmlns:a="http://schemas.openxmlformats.org/drawingml/2006/main">
              <a:ext uri="{FF2B5EF4-FFF2-40B4-BE49-F238E27FC236}">
                <a16:creationId xmlns:a16="http://schemas.microsoft.com/office/drawing/2014/main" id="{194C9726-1A51-446C-8F29-825282B1282A}"/>
              </a:ext>
            </a:extLst>
          </p:cNvPr>
          <p:cNvSpPr>
            <a:spLocks xmlns:a="http://schemas.openxmlformats.org/drawingml/2006/main" noGrp="1"/>
          </p:cNvSpPr>
          <p:nvPr/>
        </p:nvSpPr>
        <p:spPr>
          <a:xfrm xmlns:a="http://schemas.openxmlformats.org/drawingml/2006/main">
            <a:off x="823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0">
                <a:solidFill>
                  <a:srgbClr val="152C40"/>
                </a:solidFill>
                <a:latin typeface="微软雅黑"/>
                <a:ea typeface="微软雅黑"/>
                <a:cs typeface="微软雅黑"/>
              </a:defRPr>
            </a:pPr>
            <a:r>
              <a:rPr sz="1650" b="0">
                <a:solidFill>
                  <a:srgbClr val="152C40"/>
                </a:solidFill>
                <a:latin typeface="微软雅黑"/>
                <a:ea typeface="微软雅黑"/>
                <a:cs typeface="微软雅黑"/>
              </a:rPr>
              <a:t>Active during the associated task</a:t>
            </a:r>
          </a:p>
        </p:txBody>
      </p:sp>
    </p:spTree>
    <p:extLst>
      <p:ext uri="{BB962C8B-B14F-4D97-AF65-F5344CB8AC3E}">
        <p14:creationId xmlns:p14="http://schemas.microsoft.com/office/powerpoint/2010/main" val="3856181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8AAFB1-5111-40FE-8DCC-2BBFC2DDFAA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AF71EAD-36CE-4921-98BC-071A06456CD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7  Shared device execution path</a:t>
            </a:r>
          </a:p>
        </p:txBody>
      </p:sp>
      <p:sp>
        <p:nvSpPr>
          <p:cNvPr id="10" name="TextBox 9">
            <a:extLst xmlns:a="http://schemas.openxmlformats.org/drawingml/2006/main">
              <a:ext uri="{FF2B5EF4-FFF2-40B4-BE49-F238E27FC236}">
                <a16:creationId xmlns:a16="http://schemas.microsoft.com/office/drawing/2014/main" id="{7537C702-E5BC-427A-A108-9B666D423B0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CB41B90F-F851-41ED-81F8-5BD1200BA19F}"/>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7/10</a:t>
            </a:r>
          </a:p>
        </p:txBody>
      </p:sp>
      <p:sp>
        <p:nvSpPr>
          <p:cNvPr id="12" name="revision-text-482">
            <a:extLst xmlns:a="http://schemas.openxmlformats.org/drawingml/2006/main">
              <a:ext uri="{FF2B5EF4-FFF2-40B4-BE49-F238E27FC236}">
                <a16:creationId xmlns:a16="http://schemas.microsoft.com/office/drawing/2014/main" id="{C6377D4F-632A-47F6-9482-2E9058CC85E7}"/>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85" b="0">
                <a:solidFill>
                  <a:srgbClr val="152C40"/>
                </a:solidFill>
                <a:latin typeface="微软雅黑"/>
                <a:ea typeface="微软雅黑"/>
                <a:cs typeface="微软雅黑"/>
              </a:defRPr>
            </a:pPr>
            <a:r>
              <a:rPr sz="1785" b="0">
                <a:solidFill>
                  <a:srgbClr val="152C40"/>
                </a:solidFill>
                <a:latin typeface="微软雅黑"/>
                <a:ea typeface="微软雅黑"/>
                <a:cs typeface="微软雅黑"/>
              </a:rPr>
              <a:t>Workflows organize steps; state machines and Adapters execute device requests and return feedback.</a:t>
            </a:r>
          </a:p>
        </p:txBody>
      </p:sp>
      <p:sp>
        <p:nvSpPr>
          <p:cNvPr id="13" name="diagram-poly-483">
            <a:extLst xmlns:a="http://schemas.openxmlformats.org/drawingml/2006/main">
              <a:ext uri="{FF2B5EF4-FFF2-40B4-BE49-F238E27FC236}">
                <a16:creationId xmlns:a16="http://schemas.microsoft.com/office/drawing/2014/main" id="{96BBD72A-B24A-4E54-841A-73EFE14CFF1E}"/>
              </a:ext>
            </a:extLst>
          </p:cNvPr>
          <p:cNvSpPr>
            <a:spLocks xmlns:a="http://schemas.openxmlformats.org/drawingml/2006/main" noGrp="1"/>
          </p:cNvSpPr>
          <p:nvPr/>
        </p:nvSpPr>
        <p:spPr>
          <a:xfrm xmlns:a="http://schemas.openxmlformats.org/drawingml/2006/main">
            <a:off x="381000" y="1524000"/>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AF8FC"/>
          </a:solidFill>
          <a:ln xmlns:a="http://schemas.openxmlformats.org/drawingml/2006/main" w="8934">
            <a:solidFill>
              <a:srgbClr val="6F7B83"/>
            </a:solidFill>
          </a:ln>
        </p:spPr>
      </p:sp>
      <p:sp>
        <p:nvSpPr>
          <p:cNvPr id="14" name="diagram-poly-484">
            <a:extLst xmlns:a="http://schemas.openxmlformats.org/drawingml/2006/main">
              <a:ext uri="{FF2B5EF4-FFF2-40B4-BE49-F238E27FC236}">
                <a16:creationId xmlns:a16="http://schemas.microsoft.com/office/drawing/2014/main" id="{21FFF2EC-903C-4A7F-993A-DD7EAEBB5532}"/>
              </a:ext>
            </a:extLst>
          </p:cNvPr>
          <p:cNvSpPr>
            <a:spLocks xmlns:a="http://schemas.openxmlformats.org/drawingml/2006/main" noGrp="1"/>
          </p:cNvSpPr>
          <p:nvPr/>
        </p:nvSpPr>
        <p:spPr>
          <a:xfrm xmlns:a="http://schemas.openxmlformats.org/drawingml/2006/main">
            <a:off x="381000" y="1979657"/>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EE9F2"/>
          </a:solidFill>
          <a:ln xmlns:a="http://schemas.openxmlformats.org/drawingml/2006/main" w="8934">
            <a:solidFill>
              <a:srgbClr val="6F7B83"/>
            </a:solidFill>
          </a:ln>
        </p:spPr>
      </p:sp>
      <p:sp>
        <p:nvSpPr>
          <p:cNvPr id="15" name="diagram-poly-485">
            <a:extLst xmlns:a="http://schemas.openxmlformats.org/drawingml/2006/main">
              <a:ext uri="{FF2B5EF4-FFF2-40B4-BE49-F238E27FC236}">
                <a16:creationId xmlns:a16="http://schemas.microsoft.com/office/drawing/2014/main" id="{E106AAD2-10EE-4C6F-B57A-B3663B680538}"/>
              </a:ext>
            </a:extLst>
          </p:cNvPr>
          <p:cNvSpPr>
            <a:spLocks xmlns:a="http://schemas.openxmlformats.org/drawingml/2006/main" noGrp="1"/>
          </p:cNvSpPr>
          <p:nvPr/>
        </p:nvSpPr>
        <p:spPr>
          <a:xfrm xmlns:a="http://schemas.openxmlformats.org/drawingml/2006/main">
            <a:off x="3311500" y="1524000"/>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EE9F2"/>
          </a:solidFill>
          <a:ln xmlns:a="http://schemas.openxmlformats.org/drawingml/2006/main" w="8934">
            <a:solidFill>
              <a:srgbClr val="6F7B83"/>
            </a:solidFill>
          </a:ln>
        </p:spPr>
      </p:sp>
      <p:sp>
        <p:nvSpPr>
          <p:cNvPr id="16" name="revision-text-486">
            <a:extLst xmlns:a="http://schemas.openxmlformats.org/drawingml/2006/main">
              <a:ext uri="{FF2B5EF4-FFF2-40B4-BE49-F238E27FC236}">
                <a16:creationId xmlns:a16="http://schemas.microsoft.com/office/drawing/2014/main" id="{A5133E09-CA1D-4006-8A77-E8E5CB0C7E49}"/>
              </a:ext>
            </a:extLst>
          </p:cNvPr>
          <p:cNvSpPr>
            <a:spLocks xmlns:a="http://schemas.openxmlformats.org/drawingml/2006/main" noGrp="1"/>
          </p:cNvSpPr>
          <p:nvPr/>
        </p:nvSpPr>
        <p:spPr>
          <a:xfrm xmlns:a="http://schemas.openxmlformats.org/drawingml/2006/main">
            <a:off x="1256576" y="1532934"/>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Workflow layer</a:t>
            </a:r>
          </a:p>
        </p:txBody>
      </p:sp>
      <p:sp>
        <p:nvSpPr>
          <p:cNvPr id="17" name="diagram-poly-487">
            <a:extLst xmlns:a="http://schemas.openxmlformats.org/drawingml/2006/main">
              <a:ext uri="{FF2B5EF4-FFF2-40B4-BE49-F238E27FC236}">
                <a16:creationId xmlns:a16="http://schemas.microsoft.com/office/drawing/2014/main" id="{4A97286A-B739-4272-B620-0B418F25532E}"/>
              </a:ext>
            </a:extLst>
          </p:cNvPr>
          <p:cNvSpPr>
            <a:spLocks xmlns:a="http://schemas.openxmlformats.org/drawingml/2006/main" noGrp="1"/>
          </p:cNvSpPr>
          <p:nvPr/>
        </p:nvSpPr>
        <p:spPr>
          <a:xfrm xmlns:a="http://schemas.openxmlformats.org/drawingml/2006/main">
            <a:off x="515017"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18" name="revision-text-488">
            <a:extLst xmlns:a="http://schemas.openxmlformats.org/drawingml/2006/main">
              <a:ext uri="{FF2B5EF4-FFF2-40B4-BE49-F238E27FC236}">
                <a16:creationId xmlns:a16="http://schemas.microsoft.com/office/drawing/2014/main" id="{1AB0CEF2-B48C-4484-98BC-33E87779BE57}"/>
              </a:ext>
            </a:extLst>
          </p:cNvPr>
          <p:cNvSpPr>
            <a:spLocks xmlns:a="http://schemas.openxmlformats.org/drawingml/2006/main" noGrp="1"/>
          </p:cNvSpPr>
          <p:nvPr/>
        </p:nvSpPr>
        <p:spPr>
          <a:xfrm xmlns:a="http://schemas.openxmlformats.org/drawingml/2006/main">
            <a:off x="559689"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19" name="diagram-poly-489">
            <a:extLst xmlns:a="http://schemas.openxmlformats.org/drawingml/2006/main">
              <a:ext uri="{FF2B5EF4-FFF2-40B4-BE49-F238E27FC236}">
                <a16:creationId xmlns:a16="http://schemas.microsoft.com/office/drawing/2014/main" id="{D65E61EB-1155-4BB2-BA3F-B4C3D59646C8}"/>
              </a:ext>
            </a:extLst>
          </p:cNvPr>
          <p:cNvSpPr>
            <a:spLocks xmlns:a="http://schemas.openxmlformats.org/drawingml/2006/main" noGrp="1"/>
          </p:cNvSpPr>
          <p:nvPr/>
        </p:nvSpPr>
        <p:spPr>
          <a:xfrm xmlns:a="http://schemas.openxmlformats.org/drawingml/2006/main">
            <a:off x="1453134"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0" name="revision-text-490">
            <a:extLst xmlns:a="http://schemas.openxmlformats.org/drawingml/2006/main">
              <a:ext uri="{FF2B5EF4-FFF2-40B4-BE49-F238E27FC236}">
                <a16:creationId xmlns:a16="http://schemas.microsoft.com/office/drawing/2014/main" id="{6DC43C0F-FFF0-44D6-8D7F-7CA82B03FCC7}"/>
              </a:ext>
            </a:extLst>
          </p:cNvPr>
          <p:cNvSpPr>
            <a:spLocks xmlns:a="http://schemas.openxmlformats.org/drawingml/2006/main" noGrp="1"/>
          </p:cNvSpPr>
          <p:nvPr/>
        </p:nvSpPr>
        <p:spPr>
          <a:xfrm xmlns:a="http://schemas.openxmlformats.org/drawingml/2006/main">
            <a:off x="1497806"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21" name="diagram-poly-491">
            <a:extLst xmlns:a="http://schemas.openxmlformats.org/drawingml/2006/main">
              <a:ext uri="{FF2B5EF4-FFF2-40B4-BE49-F238E27FC236}">
                <a16:creationId xmlns:a16="http://schemas.microsoft.com/office/drawing/2014/main" id="{11BF08EA-C657-47AF-B236-A59DB050A0FB}"/>
              </a:ext>
            </a:extLst>
          </p:cNvPr>
          <p:cNvSpPr>
            <a:spLocks xmlns:a="http://schemas.openxmlformats.org/drawingml/2006/main" noGrp="1"/>
          </p:cNvSpPr>
          <p:nvPr/>
        </p:nvSpPr>
        <p:spPr>
          <a:xfrm xmlns:a="http://schemas.openxmlformats.org/drawingml/2006/main">
            <a:off x="2391251"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2" name="revision-text-492">
            <a:extLst xmlns:a="http://schemas.openxmlformats.org/drawingml/2006/main">
              <a:ext uri="{FF2B5EF4-FFF2-40B4-BE49-F238E27FC236}">
                <a16:creationId xmlns:a16="http://schemas.microsoft.com/office/drawing/2014/main" id="{1AAA35F1-C41A-4864-AE2F-E0275D335579}"/>
              </a:ext>
            </a:extLst>
          </p:cNvPr>
          <p:cNvSpPr>
            <a:spLocks xmlns:a="http://schemas.openxmlformats.org/drawingml/2006/main" noGrp="1"/>
          </p:cNvSpPr>
          <p:nvPr/>
        </p:nvSpPr>
        <p:spPr>
          <a:xfrm xmlns:a="http://schemas.openxmlformats.org/drawingml/2006/main">
            <a:off x="2435924"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23" name="diagram-line-493">
            <a:extLst xmlns:a="http://schemas.openxmlformats.org/drawingml/2006/main">
              <a:ext uri="{FF2B5EF4-FFF2-40B4-BE49-F238E27FC236}">
                <a16:creationId xmlns:a16="http://schemas.microsoft.com/office/drawing/2014/main" id="{DC2090F8-B4A5-4A99-B3A5-BC41168F691D}"/>
              </a:ext>
            </a:extLst>
          </p:cNvPr>
          <p:cNvSpPr>
            <a:spLocks xmlns:a="http://schemas.openxmlformats.org/drawingml/2006/main" noGrp="1"/>
          </p:cNvSpPr>
          <p:nvPr/>
        </p:nvSpPr>
        <p:spPr>
          <a:xfrm xmlns:a="http://schemas.openxmlformats.org/drawingml/2006/main">
            <a:off x="1319117"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4" name="diagram-poly-494">
            <a:extLst xmlns:a="http://schemas.openxmlformats.org/drawingml/2006/main">
              <a:ext uri="{FF2B5EF4-FFF2-40B4-BE49-F238E27FC236}">
                <a16:creationId xmlns:a16="http://schemas.microsoft.com/office/drawing/2014/main" id="{3814F026-67C3-46E8-A582-D49FE11D90E9}"/>
              </a:ext>
            </a:extLst>
          </p:cNvPr>
          <p:cNvSpPr>
            <a:spLocks xmlns:a="http://schemas.openxmlformats.org/drawingml/2006/main" noGrp="1"/>
          </p:cNvSpPr>
          <p:nvPr/>
        </p:nvSpPr>
        <p:spPr>
          <a:xfrm xmlns:a="http://schemas.openxmlformats.org/drawingml/2006/main">
            <a:off x="1408462"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5" name="diagram-line-495">
            <a:extLst xmlns:a="http://schemas.openxmlformats.org/drawingml/2006/main">
              <a:ext uri="{FF2B5EF4-FFF2-40B4-BE49-F238E27FC236}">
                <a16:creationId xmlns:a16="http://schemas.microsoft.com/office/drawing/2014/main" id="{1B714668-B3EC-4200-BD30-4C75F937DB56}"/>
              </a:ext>
            </a:extLst>
          </p:cNvPr>
          <p:cNvSpPr>
            <a:spLocks xmlns:a="http://schemas.openxmlformats.org/drawingml/2006/main" noGrp="1"/>
          </p:cNvSpPr>
          <p:nvPr/>
        </p:nvSpPr>
        <p:spPr>
          <a:xfrm xmlns:a="http://schemas.openxmlformats.org/drawingml/2006/main">
            <a:off x="2257235"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6" name="diagram-poly-496">
            <a:extLst xmlns:a="http://schemas.openxmlformats.org/drawingml/2006/main">
              <a:ext uri="{FF2B5EF4-FFF2-40B4-BE49-F238E27FC236}">
                <a16:creationId xmlns:a16="http://schemas.microsoft.com/office/drawing/2014/main" id="{8A81D061-099B-4C0E-AF3D-9C12E40DD864}"/>
              </a:ext>
            </a:extLst>
          </p:cNvPr>
          <p:cNvSpPr>
            <a:spLocks xmlns:a="http://schemas.openxmlformats.org/drawingml/2006/main" noGrp="1"/>
          </p:cNvSpPr>
          <p:nvPr/>
        </p:nvSpPr>
        <p:spPr>
          <a:xfrm xmlns:a="http://schemas.openxmlformats.org/drawingml/2006/main">
            <a:off x="2346579"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7" name="diagram-poly-497">
            <a:extLst xmlns:a="http://schemas.openxmlformats.org/drawingml/2006/main">
              <a:ext uri="{FF2B5EF4-FFF2-40B4-BE49-F238E27FC236}">
                <a16:creationId xmlns:a16="http://schemas.microsoft.com/office/drawing/2014/main" id="{95F085A6-B7A4-4D7A-B93E-528CE314444F}"/>
              </a:ext>
            </a:extLst>
          </p:cNvPr>
          <p:cNvSpPr>
            <a:spLocks xmlns:a="http://schemas.openxmlformats.org/drawingml/2006/main" noGrp="1"/>
          </p:cNvSpPr>
          <p:nvPr/>
        </p:nvSpPr>
        <p:spPr>
          <a:xfrm xmlns:a="http://schemas.openxmlformats.org/drawingml/2006/main">
            <a:off x="381000" y="2917774"/>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6F9EF"/>
          </a:solidFill>
          <a:ln xmlns:a="http://schemas.openxmlformats.org/drawingml/2006/main" w="8934">
            <a:solidFill>
              <a:srgbClr val="6F7B83"/>
            </a:solidFill>
          </a:ln>
        </p:spPr>
      </p:sp>
      <p:sp>
        <p:nvSpPr>
          <p:cNvPr id="28" name="diagram-poly-498">
            <a:extLst xmlns:a="http://schemas.openxmlformats.org/drawingml/2006/main">
              <a:ext uri="{FF2B5EF4-FFF2-40B4-BE49-F238E27FC236}">
                <a16:creationId xmlns:a16="http://schemas.microsoft.com/office/drawing/2014/main" id="{84F144C5-7FC9-46BB-9E0C-22FFA8E67F22}"/>
              </a:ext>
            </a:extLst>
          </p:cNvPr>
          <p:cNvSpPr>
            <a:spLocks xmlns:a="http://schemas.openxmlformats.org/drawingml/2006/main" noGrp="1"/>
          </p:cNvSpPr>
          <p:nvPr/>
        </p:nvSpPr>
        <p:spPr>
          <a:xfrm xmlns:a="http://schemas.openxmlformats.org/drawingml/2006/main">
            <a:off x="381000" y="3373431"/>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9F0DB"/>
          </a:solidFill>
          <a:ln xmlns:a="http://schemas.openxmlformats.org/drawingml/2006/main" w="8934">
            <a:solidFill>
              <a:srgbClr val="6F7B83"/>
            </a:solidFill>
          </a:ln>
        </p:spPr>
      </p:sp>
      <p:sp>
        <p:nvSpPr>
          <p:cNvPr id="29" name="diagram-poly-499">
            <a:extLst xmlns:a="http://schemas.openxmlformats.org/drawingml/2006/main">
              <a:ext uri="{FF2B5EF4-FFF2-40B4-BE49-F238E27FC236}">
                <a16:creationId xmlns:a16="http://schemas.microsoft.com/office/drawing/2014/main" id="{2101010C-3120-460E-8BFB-E4D50B225C03}"/>
              </a:ext>
            </a:extLst>
          </p:cNvPr>
          <p:cNvSpPr>
            <a:spLocks xmlns:a="http://schemas.openxmlformats.org/drawingml/2006/main" noGrp="1"/>
          </p:cNvSpPr>
          <p:nvPr/>
        </p:nvSpPr>
        <p:spPr>
          <a:xfrm xmlns:a="http://schemas.openxmlformats.org/drawingml/2006/main">
            <a:off x="3311500" y="2917774"/>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9F0DB"/>
          </a:solidFill>
          <a:ln xmlns:a="http://schemas.openxmlformats.org/drawingml/2006/main" w="8934">
            <a:solidFill>
              <a:srgbClr val="6F7B83"/>
            </a:solidFill>
          </a:ln>
        </p:spPr>
      </p:sp>
      <p:sp>
        <p:nvSpPr>
          <p:cNvPr id="30" name="revision-text-500">
            <a:extLst xmlns:a="http://schemas.openxmlformats.org/drawingml/2006/main">
              <a:ext uri="{FF2B5EF4-FFF2-40B4-BE49-F238E27FC236}">
                <a16:creationId xmlns:a16="http://schemas.microsoft.com/office/drawing/2014/main" id="{EB2E7E33-6BA8-45EE-AA67-986D2A2E7AE1}"/>
              </a:ext>
            </a:extLst>
          </p:cNvPr>
          <p:cNvSpPr>
            <a:spLocks xmlns:a="http://schemas.openxmlformats.org/drawingml/2006/main" noGrp="1"/>
          </p:cNvSpPr>
          <p:nvPr/>
        </p:nvSpPr>
        <p:spPr>
          <a:xfrm xmlns:a="http://schemas.openxmlformats.org/drawingml/2006/main">
            <a:off x="1256576" y="2926709"/>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Device model layer</a:t>
            </a:r>
          </a:p>
        </p:txBody>
      </p:sp>
      <p:sp>
        <p:nvSpPr>
          <p:cNvPr id="31" name="diagram-poly-501">
            <a:extLst xmlns:a="http://schemas.openxmlformats.org/drawingml/2006/main">
              <a:ext uri="{FF2B5EF4-FFF2-40B4-BE49-F238E27FC236}">
                <a16:creationId xmlns:a16="http://schemas.microsoft.com/office/drawing/2014/main" id="{185EFCC1-CE3F-4856-94EB-01645AD9240D}"/>
              </a:ext>
            </a:extLst>
          </p:cNvPr>
          <p:cNvSpPr>
            <a:spLocks xmlns:a="http://schemas.openxmlformats.org/drawingml/2006/main" noGrp="1"/>
          </p:cNvSpPr>
          <p:nvPr/>
        </p:nvSpPr>
        <p:spPr>
          <a:xfrm xmlns:a="http://schemas.openxmlformats.org/drawingml/2006/main">
            <a:off x="515017"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2" name="revision-text-502">
            <a:extLst xmlns:a="http://schemas.openxmlformats.org/drawingml/2006/main">
              <a:ext uri="{FF2B5EF4-FFF2-40B4-BE49-F238E27FC236}">
                <a16:creationId xmlns:a16="http://schemas.microsoft.com/office/drawing/2014/main" id="{5C3548B4-66D5-45A6-B384-0D197AC9E1E9}"/>
              </a:ext>
            </a:extLst>
          </p:cNvPr>
          <p:cNvSpPr>
            <a:spLocks xmlns:a="http://schemas.openxmlformats.org/drawingml/2006/main" noGrp="1"/>
          </p:cNvSpPr>
          <p:nvPr/>
        </p:nvSpPr>
        <p:spPr>
          <a:xfrm xmlns:a="http://schemas.openxmlformats.org/drawingml/2006/main">
            <a:off x="559689"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3" name="diagram-poly-503">
            <a:extLst xmlns:a="http://schemas.openxmlformats.org/drawingml/2006/main">
              <a:ext uri="{FF2B5EF4-FFF2-40B4-BE49-F238E27FC236}">
                <a16:creationId xmlns:a16="http://schemas.microsoft.com/office/drawing/2014/main" id="{769E272B-3E55-421A-B5E5-9430F5A41B3F}"/>
              </a:ext>
            </a:extLst>
          </p:cNvPr>
          <p:cNvSpPr>
            <a:spLocks xmlns:a="http://schemas.openxmlformats.org/drawingml/2006/main" noGrp="1"/>
          </p:cNvSpPr>
          <p:nvPr/>
        </p:nvSpPr>
        <p:spPr>
          <a:xfrm xmlns:a="http://schemas.openxmlformats.org/drawingml/2006/main">
            <a:off x="1453134"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4" name="revision-text-504">
            <a:extLst xmlns:a="http://schemas.openxmlformats.org/drawingml/2006/main">
              <a:ext uri="{FF2B5EF4-FFF2-40B4-BE49-F238E27FC236}">
                <a16:creationId xmlns:a16="http://schemas.microsoft.com/office/drawing/2014/main" id="{A71B12FE-6A43-4765-B62B-AECAF88B5B44}"/>
              </a:ext>
            </a:extLst>
          </p:cNvPr>
          <p:cNvSpPr>
            <a:spLocks xmlns:a="http://schemas.openxmlformats.org/drawingml/2006/main" noGrp="1"/>
          </p:cNvSpPr>
          <p:nvPr/>
        </p:nvSpPr>
        <p:spPr>
          <a:xfrm xmlns:a="http://schemas.openxmlformats.org/drawingml/2006/main">
            <a:off x="1497806"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5" name="diagram-poly-505">
            <a:extLst xmlns:a="http://schemas.openxmlformats.org/drawingml/2006/main">
              <a:ext uri="{FF2B5EF4-FFF2-40B4-BE49-F238E27FC236}">
                <a16:creationId xmlns:a16="http://schemas.microsoft.com/office/drawing/2014/main" id="{223FF219-ABF5-4712-A3BD-E56CEFE5AA2F}"/>
              </a:ext>
            </a:extLst>
          </p:cNvPr>
          <p:cNvSpPr>
            <a:spLocks xmlns:a="http://schemas.openxmlformats.org/drawingml/2006/main" noGrp="1"/>
          </p:cNvSpPr>
          <p:nvPr/>
        </p:nvSpPr>
        <p:spPr>
          <a:xfrm xmlns:a="http://schemas.openxmlformats.org/drawingml/2006/main">
            <a:off x="2391251"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6" name="revision-text-506">
            <a:extLst xmlns:a="http://schemas.openxmlformats.org/drawingml/2006/main">
              <a:ext uri="{FF2B5EF4-FFF2-40B4-BE49-F238E27FC236}">
                <a16:creationId xmlns:a16="http://schemas.microsoft.com/office/drawing/2014/main" id="{165F7636-727B-4078-B8ED-EAE5AFB5F321}"/>
              </a:ext>
            </a:extLst>
          </p:cNvPr>
          <p:cNvSpPr>
            <a:spLocks xmlns:a="http://schemas.openxmlformats.org/drawingml/2006/main" noGrp="1"/>
          </p:cNvSpPr>
          <p:nvPr/>
        </p:nvSpPr>
        <p:spPr>
          <a:xfrm xmlns:a="http://schemas.openxmlformats.org/drawingml/2006/main">
            <a:off x="2435924"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7" name="diagram-poly-507">
            <a:extLst xmlns:a="http://schemas.openxmlformats.org/drawingml/2006/main">
              <a:ext uri="{FF2B5EF4-FFF2-40B4-BE49-F238E27FC236}">
                <a16:creationId xmlns:a16="http://schemas.microsoft.com/office/drawing/2014/main" id="{B4857909-F3E8-4BB4-A6C2-F1E74916EAE0}"/>
              </a:ext>
            </a:extLst>
          </p:cNvPr>
          <p:cNvSpPr>
            <a:spLocks xmlns:a="http://schemas.openxmlformats.org/drawingml/2006/main" noGrp="1"/>
          </p:cNvSpPr>
          <p:nvPr/>
        </p:nvSpPr>
        <p:spPr>
          <a:xfrm xmlns:a="http://schemas.openxmlformats.org/drawingml/2006/main">
            <a:off x="381000" y="4400893"/>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FF8E2"/>
          </a:solidFill>
          <a:ln xmlns:a="http://schemas.openxmlformats.org/drawingml/2006/main" w="8934">
            <a:solidFill>
              <a:srgbClr val="6F7B83"/>
            </a:solidFill>
          </a:ln>
        </p:spPr>
      </p:sp>
      <p:sp>
        <p:nvSpPr>
          <p:cNvPr id="38" name="diagram-poly-508">
            <a:extLst xmlns:a="http://schemas.openxmlformats.org/drawingml/2006/main">
              <a:ext uri="{FF2B5EF4-FFF2-40B4-BE49-F238E27FC236}">
                <a16:creationId xmlns:a16="http://schemas.microsoft.com/office/drawing/2014/main" id="{F1543E92-D7EE-4CAC-81A6-D17DCF3C7046}"/>
              </a:ext>
            </a:extLst>
          </p:cNvPr>
          <p:cNvSpPr>
            <a:spLocks xmlns:a="http://schemas.openxmlformats.org/drawingml/2006/main" noGrp="1"/>
          </p:cNvSpPr>
          <p:nvPr/>
        </p:nvSpPr>
        <p:spPr>
          <a:xfrm xmlns:a="http://schemas.openxmlformats.org/drawingml/2006/main">
            <a:off x="381000" y="4856550"/>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8E8B0"/>
          </a:solidFill>
          <a:ln xmlns:a="http://schemas.openxmlformats.org/drawingml/2006/main" w="8934">
            <a:solidFill>
              <a:srgbClr val="6F7B83"/>
            </a:solidFill>
          </a:ln>
        </p:spPr>
      </p:sp>
      <p:sp>
        <p:nvSpPr>
          <p:cNvPr id="39" name="diagram-poly-509">
            <a:extLst xmlns:a="http://schemas.openxmlformats.org/drawingml/2006/main">
              <a:ext uri="{FF2B5EF4-FFF2-40B4-BE49-F238E27FC236}">
                <a16:creationId xmlns:a16="http://schemas.microsoft.com/office/drawing/2014/main" id="{D4EEF13E-1B65-4DD8-A1CD-874E812F830A}"/>
              </a:ext>
            </a:extLst>
          </p:cNvPr>
          <p:cNvSpPr>
            <a:spLocks xmlns:a="http://schemas.openxmlformats.org/drawingml/2006/main" noGrp="1"/>
          </p:cNvSpPr>
          <p:nvPr/>
        </p:nvSpPr>
        <p:spPr>
          <a:xfrm xmlns:a="http://schemas.openxmlformats.org/drawingml/2006/main">
            <a:off x="3311500" y="4400893"/>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8E8B0"/>
          </a:solidFill>
          <a:ln xmlns:a="http://schemas.openxmlformats.org/drawingml/2006/main" w="8934">
            <a:solidFill>
              <a:srgbClr val="6F7B83"/>
            </a:solidFill>
          </a:ln>
        </p:spPr>
      </p:sp>
      <p:sp>
        <p:nvSpPr>
          <p:cNvPr id="40" name="revision-text-510">
            <a:extLst xmlns:a="http://schemas.openxmlformats.org/drawingml/2006/main">
              <a:ext uri="{FF2B5EF4-FFF2-40B4-BE49-F238E27FC236}">
                <a16:creationId xmlns:a16="http://schemas.microsoft.com/office/drawing/2014/main" id="{D0ED65B6-923C-4948-B128-81DE4025D02F}"/>
              </a:ext>
            </a:extLst>
          </p:cNvPr>
          <p:cNvSpPr>
            <a:spLocks xmlns:a="http://schemas.openxmlformats.org/drawingml/2006/main" noGrp="1"/>
          </p:cNvSpPr>
          <p:nvPr/>
        </p:nvSpPr>
        <p:spPr>
          <a:xfrm xmlns:a="http://schemas.openxmlformats.org/drawingml/2006/main">
            <a:off x="1256576" y="4409827"/>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Adapter layer</a:t>
            </a:r>
          </a:p>
        </p:txBody>
      </p:sp>
      <p:sp>
        <p:nvSpPr>
          <p:cNvPr id="41" name="diagram-poly-511">
            <a:extLst xmlns:a="http://schemas.openxmlformats.org/drawingml/2006/main">
              <a:ext uri="{FF2B5EF4-FFF2-40B4-BE49-F238E27FC236}">
                <a16:creationId xmlns:a16="http://schemas.microsoft.com/office/drawing/2014/main" id="{A54ADFD1-06A9-4CD7-877C-7297130B26AC}"/>
              </a:ext>
            </a:extLst>
          </p:cNvPr>
          <p:cNvSpPr>
            <a:spLocks xmlns:a="http://schemas.openxmlformats.org/drawingml/2006/main" noGrp="1"/>
          </p:cNvSpPr>
          <p:nvPr/>
        </p:nvSpPr>
        <p:spPr>
          <a:xfrm xmlns:a="http://schemas.openxmlformats.org/drawingml/2006/main">
            <a:off x="515017"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2" name="revision-text-512">
            <a:extLst xmlns:a="http://schemas.openxmlformats.org/drawingml/2006/main">
              <a:ext uri="{FF2B5EF4-FFF2-40B4-BE49-F238E27FC236}">
                <a16:creationId xmlns:a16="http://schemas.microsoft.com/office/drawing/2014/main" id="{7491ADB7-1FB3-4644-B760-5BCB8B894567}"/>
              </a:ext>
            </a:extLst>
          </p:cNvPr>
          <p:cNvSpPr>
            <a:spLocks xmlns:a="http://schemas.openxmlformats.org/drawingml/2006/main" noGrp="1"/>
          </p:cNvSpPr>
          <p:nvPr/>
        </p:nvSpPr>
        <p:spPr>
          <a:xfrm xmlns:a="http://schemas.openxmlformats.org/drawingml/2006/main">
            <a:off x="559689"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3" name="diagram-poly-513">
            <a:extLst xmlns:a="http://schemas.openxmlformats.org/drawingml/2006/main">
              <a:ext uri="{FF2B5EF4-FFF2-40B4-BE49-F238E27FC236}">
                <a16:creationId xmlns:a16="http://schemas.microsoft.com/office/drawing/2014/main" id="{A2A12EB1-51F9-4876-9FF0-2150D613C9F1}"/>
              </a:ext>
            </a:extLst>
          </p:cNvPr>
          <p:cNvSpPr>
            <a:spLocks xmlns:a="http://schemas.openxmlformats.org/drawingml/2006/main" noGrp="1"/>
          </p:cNvSpPr>
          <p:nvPr/>
        </p:nvSpPr>
        <p:spPr>
          <a:xfrm xmlns:a="http://schemas.openxmlformats.org/drawingml/2006/main">
            <a:off x="1453134"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4" name="revision-text-514">
            <a:extLst xmlns:a="http://schemas.openxmlformats.org/drawingml/2006/main">
              <a:ext uri="{FF2B5EF4-FFF2-40B4-BE49-F238E27FC236}">
                <a16:creationId xmlns:a16="http://schemas.microsoft.com/office/drawing/2014/main" id="{FF0517A1-EC5B-4D85-B6C5-EBBA616EF232}"/>
              </a:ext>
            </a:extLst>
          </p:cNvPr>
          <p:cNvSpPr>
            <a:spLocks xmlns:a="http://schemas.openxmlformats.org/drawingml/2006/main" noGrp="1"/>
          </p:cNvSpPr>
          <p:nvPr/>
        </p:nvSpPr>
        <p:spPr>
          <a:xfrm xmlns:a="http://schemas.openxmlformats.org/drawingml/2006/main">
            <a:off x="1497806"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5" name="diagram-poly-515">
            <a:extLst xmlns:a="http://schemas.openxmlformats.org/drawingml/2006/main">
              <a:ext uri="{FF2B5EF4-FFF2-40B4-BE49-F238E27FC236}">
                <a16:creationId xmlns:a16="http://schemas.microsoft.com/office/drawing/2014/main" id="{68F66A23-3644-4ECB-83A4-F4A724CC1A1E}"/>
              </a:ext>
            </a:extLst>
          </p:cNvPr>
          <p:cNvSpPr>
            <a:spLocks xmlns:a="http://schemas.openxmlformats.org/drawingml/2006/main" noGrp="1"/>
          </p:cNvSpPr>
          <p:nvPr/>
        </p:nvSpPr>
        <p:spPr>
          <a:xfrm xmlns:a="http://schemas.openxmlformats.org/drawingml/2006/main">
            <a:off x="2391251"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6" name="revision-text-516">
            <a:extLst xmlns:a="http://schemas.openxmlformats.org/drawingml/2006/main">
              <a:ext uri="{FF2B5EF4-FFF2-40B4-BE49-F238E27FC236}">
                <a16:creationId xmlns:a16="http://schemas.microsoft.com/office/drawing/2014/main" id="{AF944D3E-1FEE-4CC4-9CE4-4368ADD6791D}"/>
              </a:ext>
            </a:extLst>
          </p:cNvPr>
          <p:cNvSpPr>
            <a:spLocks xmlns:a="http://schemas.openxmlformats.org/drawingml/2006/main" noGrp="1"/>
          </p:cNvSpPr>
          <p:nvPr/>
        </p:nvSpPr>
        <p:spPr>
          <a:xfrm xmlns:a="http://schemas.openxmlformats.org/drawingml/2006/main">
            <a:off x="2435924"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7" name="diagram-poly-517">
            <a:extLst xmlns:a="http://schemas.openxmlformats.org/drawingml/2006/main">
              <a:ext uri="{FF2B5EF4-FFF2-40B4-BE49-F238E27FC236}">
                <a16:creationId xmlns:a16="http://schemas.microsoft.com/office/drawing/2014/main" id="{A67A6C52-CA41-434D-9BB9-6F6415F548BF}"/>
              </a:ext>
            </a:extLst>
          </p:cNvPr>
          <p:cNvSpPr>
            <a:spLocks xmlns:a="http://schemas.openxmlformats.org/drawingml/2006/main" noGrp="1"/>
          </p:cNvSpPr>
          <p:nvPr/>
        </p:nvSpPr>
        <p:spPr>
          <a:xfrm xmlns:a="http://schemas.openxmlformats.org/drawingml/2006/main">
            <a:off x="381000" y="5473027"/>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EF5EE"/>
          </a:solidFill>
          <a:ln xmlns:a="http://schemas.openxmlformats.org/drawingml/2006/main" w="8934">
            <a:solidFill>
              <a:srgbClr val="6F7B83"/>
            </a:solidFill>
          </a:ln>
        </p:spPr>
      </p:sp>
      <p:sp>
        <p:nvSpPr>
          <p:cNvPr id="48" name="diagram-poly-518">
            <a:extLst xmlns:a="http://schemas.openxmlformats.org/drawingml/2006/main">
              <a:ext uri="{FF2B5EF4-FFF2-40B4-BE49-F238E27FC236}">
                <a16:creationId xmlns:a16="http://schemas.microsoft.com/office/drawing/2014/main" id="{7CC91B75-9372-4343-A123-5FFB5B1C4355}"/>
              </a:ext>
            </a:extLst>
          </p:cNvPr>
          <p:cNvSpPr>
            <a:spLocks xmlns:a="http://schemas.openxmlformats.org/drawingml/2006/main" noGrp="1"/>
          </p:cNvSpPr>
          <p:nvPr/>
        </p:nvSpPr>
        <p:spPr>
          <a:xfrm xmlns:a="http://schemas.openxmlformats.org/drawingml/2006/main">
            <a:off x="381000" y="5928684"/>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BEADB"/>
          </a:solidFill>
          <a:ln xmlns:a="http://schemas.openxmlformats.org/drawingml/2006/main" w="8934">
            <a:solidFill>
              <a:srgbClr val="6F7B83"/>
            </a:solidFill>
          </a:ln>
        </p:spPr>
      </p:sp>
      <p:sp>
        <p:nvSpPr>
          <p:cNvPr id="49" name="diagram-poly-519">
            <a:extLst xmlns:a="http://schemas.openxmlformats.org/drawingml/2006/main">
              <a:ext uri="{FF2B5EF4-FFF2-40B4-BE49-F238E27FC236}">
                <a16:creationId xmlns:a16="http://schemas.microsoft.com/office/drawing/2014/main" id="{82A8EF75-ABF5-4798-A9C1-423133CA10B7}"/>
              </a:ext>
            </a:extLst>
          </p:cNvPr>
          <p:cNvSpPr>
            <a:spLocks xmlns:a="http://schemas.openxmlformats.org/drawingml/2006/main" noGrp="1"/>
          </p:cNvSpPr>
          <p:nvPr/>
        </p:nvSpPr>
        <p:spPr>
          <a:xfrm xmlns:a="http://schemas.openxmlformats.org/drawingml/2006/main">
            <a:off x="3311500" y="5473027"/>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BEADB"/>
          </a:solidFill>
          <a:ln xmlns:a="http://schemas.openxmlformats.org/drawingml/2006/main" w="8934">
            <a:solidFill>
              <a:srgbClr val="6F7B83"/>
            </a:solidFill>
          </a:ln>
        </p:spPr>
      </p:sp>
      <p:sp>
        <p:nvSpPr>
          <p:cNvPr id="50" name="revision-text-520">
            <a:extLst xmlns:a="http://schemas.openxmlformats.org/drawingml/2006/main">
              <a:ext uri="{FF2B5EF4-FFF2-40B4-BE49-F238E27FC236}">
                <a16:creationId xmlns:a16="http://schemas.microsoft.com/office/drawing/2014/main" id="{80B6717F-AFFF-4FE1-8450-CCAB08D09E6A}"/>
              </a:ext>
            </a:extLst>
          </p:cNvPr>
          <p:cNvSpPr>
            <a:spLocks xmlns:a="http://schemas.openxmlformats.org/drawingml/2006/main" noGrp="1"/>
          </p:cNvSpPr>
          <p:nvPr/>
        </p:nvSpPr>
        <p:spPr>
          <a:xfrm xmlns:a="http://schemas.openxmlformats.org/drawingml/2006/main">
            <a:off x="1256576" y="5481961"/>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Physical device</a:t>
            </a:r>
          </a:p>
        </p:txBody>
      </p:sp>
      <p:sp>
        <p:nvSpPr>
          <p:cNvPr id="51" name="diagram-poly-521">
            <a:extLst xmlns:a="http://schemas.openxmlformats.org/drawingml/2006/main">
              <a:ext uri="{FF2B5EF4-FFF2-40B4-BE49-F238E27FC236}">
                <a16:creationId xmlns:a16="http://schemas.microsoft.com/office/drawing/2014/main" id="{D986E6DD-111D-46EF-83D9-DDC9C8298ED4}"/>
              </a:ext>
            </a:extLst>
          </p:cNvPr>
          <p:cNvSpPr>
            <a:spLocks xmlns:a="http://schemas.openxmlformats.org/drawingml/2006/main" noGrp="1"/>
          </p:cNvSpPr>
          <p:nvPr/>
        </p:nvSpPr>
        <p:spPr>
          <a:xfrm xmlns:a="http://schemas.openxmlformats.org/drawingml/2006/main">
            <a:off x="515017"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2" name="revision-text-522">
            <a:extLst xmlns:a="http://schemas.openxmlformats.org/drawingml/2006/main">
              <a:ext uri="{FF2B5EF4-FFF2-40B4-BE49-F238E27FC236}">
                <a16:creationId xmlns:a16="http://schemas.microsoft.com/office/drawing/2014/main" id="{D481C098-8BF5-48A3-80EE-251D9289B1EC}"/>
              </a:ext>
            </a:extLst>
          </p:cNvPr>
          <p:cNvSpPr>
            <a:spLocks xmlns:a="http://schemas.openxmlformats.org/drawingml/2006/main" noGrp="1"/>
          </p:cNvSpPr>
          <p:nvPr/>
        </p:nvSpPr>
        <p:spPr>
          <a:xfrm xmlns:a="http://schemas.openxmlformats.org/drawingml/2006/main">
            <a:off x="559689"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3" name="diagram-poly-523">
            <a:extLst xmlns:a="http://schemas.openxmlformats.org/drawingml/2006/main">
              <a:ext uri="{FF2B5EF4-FFF2-40B4-BE49-F238E27FC236}">
                <a16:creationId xmlns:a16="http://schemas.microsoft.com/office/drawing/2014/main" id="{426AE25C-4E3D-4384-A5EA-C9A4ACC8A52D}"/>
              </a:ext>
            </a:extLst>
          </p:cNvPr>
          <p:cNvSpPr>
            <a:spLocks xmlns:a="http://schemas.openxmlformats.org/drawingml/2006/main" noGrp="1"/>
          </p:cNvSpPr>
          <p:nvPr/>
        </p:nvSpPr>
        <p:spPr>
          <a:xfrm xmlns:a="http://schemas.openxmlformats.org/drawingml/2006/main">
            <a:off x="1453134"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4" name="revision-text-524">
            <a:extLst xmlns:a="http://schemas.openxmlformats.org/drawingml/2006/main">
              <a:ext uri="{FF2B5EF4-FFF2-40B4-BE49-F238E27FC236}">
                <a16:creationId xmlns:a16="http://schemas.microsoft.com/office/drawing/2014/main" id="{42942DAE-2A3C-4E00-BE5C-95B6A509330E}"/>
              </a:ext>
            </a:extLst>
          </p:cNvPr>
          <p:cNvSpPr>
            <a:spLocks xmlns:a="http://schemas.openxmlformats.org/drawingml/2006/main" noGrp="1"/>
          </p:cNvSpPr>
          <p:nvPr/>
        </p:nvSpPr>
        <p:spPr>
          <a:xfrm xmlns:a="http://schemas.openxmlformats.org/drawingml/2006/main">
            <a:off x="1497806"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5" name="diagram-poly-525">
            <a:extLst xmlns:a="http://schemas.openxmlformats.org/drawingml/2006/main">
              <a:ext uri="{FF2B5EF4-FFF2-40B4-BE49-F238E27FC236}">
                <a16:creationId xmlns:a16="http://schemas.microsoft.com/office/drawing/2014/main" id="{A601DD13-4C82-4161-B5C7-AF67C91C0747}"/>
              </a:ext>
            </a:extLst>
          </p:cNvPr>
          <p:cNvSpPr>
            <a:spLocks xmlns:a="http://schemas.openxmlformats.org/drawingml/2006/main" noGrp="1"/>
          </p:cNvSpPr>
          <p:nvPr/>
        </p:nvSpPr>
        <p:spPr>
          <a:xfrm xmlns:a="http://schemas.openxmlformats.org/drawingml/2006/main">
            <a:off x="2391251"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6" name="revision-text-526">
            <a:extLst xmlns:a="http://schemas.openxmlformats.org/drawingml/2006/main">
              <a:ext uri="{FF2B5EF4-FFF2-40B4-BE49-F238E27FC236}">
                <a16:creationId xmlns:a16="http://schemas.microsoft.com/office/drawing/2014/main" id="{38A4EB9D-E1A4-46BA-9891-C7DFAC24BFA1}"/>
              </a:ext>
            </a:extLst>
          </p:cNvPr>
          <p:cNvSpPr>
            <a:spLocks xmlns:a="http://schemas.openxmlformats.org/drawingml/2006/main" noGrp="1"/>
          </p:cNvSpPr>
          <p:nvPr/>
        </p:nvSpPr>
        <p:spPr>
          <a:xfrm xmlns:a="http://schemas.openxmlformats.org/drawingml/2006/main">
            <a:off x="2435924"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7" name="diagram-line-527">
            <a:extLst xmlns:a="http://schemas.openxmlformats.org/drawingml/2006/main">
              <a:ext uri="{FF2B5EF4-FFF2-40B4-BE49-F238E27FC236}">
                <a16:creationId xmlns:a16="http://schemas.microsoft.com/office/drawing/2014/main" id="{1BA62E02-A574-4B8B-A4A0-271132E5A71B}"/>
              </a:ext>
            </a:extLst>
          </p:cNvPr>
          <p:cNvSpPr>
            <a:spLocks xmlns:a="http://schemas.openxmlformats.org/drawingml/2006/main" noGrp="1"/>
          </p:cNvSpPr>
          <p:nvPr/>
        </p:nvSpPr>
        <p:spPr>
          <a:xfrm xmlns:a="http://schemas.openxmlformats.org/drawingml/2006/main">
            <a:off x="6132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8" name="diagram-line-528">
            <a:extLst xmlns:a="http://schemas.openxmlformats.org/drawingml/2006/main">
              <a:ext uri="{FF2B5EF4-FFF2-40B4-BE49-F238E27FC236}">
                <a16:creationId xmlns:a16="http://schemas.microsoft.com/office/drawing/2014/main" id="{C654FD9F-DB31-4F2A-8A17-0F120241CADB}"/>
              </a:ext>
            </a:extLst>
          </p:cNvPr>
          <p:cNvSpPr>
            <a:spLocks xmlns:a="http://schemas.openxmlformats.org/drawingml/2006/main" noGrp="1"/>
          </p:cNvSpPr>
          <p:nvPr/>
        </p:nvSpPr>
        <p:spPr>
          <a:xfrm xmlns:a="http://schemas.openxmlformats.org/drawingml/2006/main">
            <a:off x="6132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9" name="diagram-line-529">
            <a:extLst xmlns:a="http://schemas.openxmlformats.org/drawingml/2006/main">
              <a:ext uri="{FF2B5EF4-FFF2-40B4-BE49-F238E27FC236}">
                <a16:creationId xmlns:a16="http://schemas.microsoft.com/office/drawing/2014/main" id="{275A50C5-2C9F-4EAE-B80B-8187AF0E8365}"/>
              </a:ext>
            </a:extLst>
          </p:cNvPr>
          <p:cNvSpPr>
            <a:spLocks xmlns:a="http://schemas.openxmlformats.org/drawingml/2006/main" noGrp="1"/>
          </p:cNvSpPr>
          <p:nvPr/>
        </p:nvSpPr>
        <p:spPr>
          <a:xfrm xmlns:a="http://schemas.openxmlformats.org/drawingml/2006/main">
            <a:off x="6132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0" name="diagram-line-530">
            <a:extLst xmlns:a="http://schemas.openxmlformats.org/drawingml/2006/main">
              <a:ext uri="{FF2B5EF4-FFF2-40B4-BE49-F238E27FC236}">
                <a16:creationId xmlns:a16="http://schemas.microsoft.com/office/drawing/2014/main" id="{E22501D2-DCB0-442D-BEB4-D4C7EEC48DE7}"/>
              </a:ext>
            </a:extLst>
          </p:cNvPr>
          <p:cNvSpPr>
            <a:spLocks xmlns:a="http://schemas.openxmlformats.org/drawingml/2006/main" noGrp="1"/>
          </p:cNvSpPr>
          <p:nvPr/>
        </p:nvSpPr>
        <p:spPr>
          <a:xfrm xmlns:a="http://schemas.openxmlformats.org/drawingml/2006/main">
            <a:off x="6132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1" name="diagram-line-531">
            <a:extLst xmlns:a="http://schemas.openxmlformats.org/drawingml/2006/main">
              <a:ext uri="{FF2B5EF4-FFF2-40B4-BE49-F238E27FC236}">
                <a16:creationId xmlns:a16="http://schemas.microsoft.com/office/drawing/2014/main" id="{20ECBDC7-3A63-479D-A4FE-9340671B88C8}"/>
              </a:ext>
            </a:extLst>
          </p:cNvPr>
          <p:cNvSpPr>
            <a:spLocks xmlns:a="http://schemas.openxmlformats.org/drawingml/2006/main" noGrp="1"/>
          </p:cNvSpPr>
          <p:nvPr/>
        </p:nvSpPr>
        <p:spPr>
          <a:xfrm xmlns:a="http://schemas.openxmlformats.org/drawingml/2006/main">
            <a:off x="6132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2" name="diagram-line-532">
            <a:extLst xmlns:a="http://schemas.openxmlformats.org/drawingml/2006/main">
              <a:ext uri="{FF2B5EF4-FFF2-40B4-BE49-F238E27FC236}">
                <a16:creationId xmlns:a16="http://schemas.microsoft.com/office/drawing/2014/main" id="{57B7FBD2-0356-4CC7-887C-C5B70B35F961}"/>
              </a:ext>
            </a:extLst>
          </p:cNvPr>
          <p:cNvSpPr>
            <a:spLocks xmlns:a="http://schemas.openxmlformats.org/drawingml/2006/main" noGrp="1"/>
          </p:cNvSpPr>
          <p:nvPr/>
        </p:nvSpPr>
        <p:spPr>
          <a:xfrm xmlns:a="http://schemas.openxmlformats.org/drawingml/2006/main">
            <a:off x="6132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3" name="diagram-line-533">
            <a:extLst xmlns:a="http://schemas.openxmlformats.org/drawingml/2006/main">
              <a:ext uri="{FF2B5EF4-FFF2-40B4-BE49-F238E27FC236}">
                <a16:creationId xmlns:a16="http://schemas.microsoft.com/office/drawing/2014/main" id="{335E6A39-5063-4B75-B7FF-5DEA0D7DD413}"/>
              </a:ext>
            </a:extLst>
          </p:cNvPr>
          <p:cNvSpPr>
            <a:spLocks xmlns:a="http://schemas.openxmlformats.org/drawingml/2006/main" noGrp="1"/>
          </p:cNvSpPr>
          <p:nvPr/>
        </p:nvSpPr>
        <p:spPr>
          <a:xfrm xmlns:a="http://schemas.openxmlformats.org/drawingml/2006/main">
            <a:off x="6132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4" name="diagram-line-534">
            <a:extLst xmlns:a="http://schemas.openxmlformats.org/drawingml/2006/main">
              <a:ext uri="{FF2B5EF4-FFF2-40B4-BE49-F238E27FC236}">
                <a16:creationId xmlns:a16="http://schemas.microsoft.com/office/drawing/2014/main" id="{724D7067-20DD-4B28-80F9-387EF61D11CF}"/>
              </a:ext>
            </a:extLst>
          </p:cNvPr>
          <p:cNvSpPr>
            <a:spLocks xmlns:a="http://schemas.openxmlformats.org/drawingml/2006/main" noGrp="1"/>
          </p:cNvSpPr>
          <p:nvPr/>
        </p:nvSpPr>
        <p:spPr>
          <a:xfrm xmlns:a="http://schemas.openxmlformats.org/drawingml/2006/main">
            <a:off x="6132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5" name="diagram-line-535">
            <a:extLst xmlns:a="http://schemas.openxmlformats.org/drawingml/2006/main">
              <a:ext uri="{FF2B5EF4-FFF2-40B4-BE49-F238E27FC236}">
                <a16:creationId xmlns:a16="http://schemas.microsoft.com/office/drawing/2014/main" id="{6EEC8D02-8160-4B1D-95B0-2B70949346F0}"/>
              </a:ext>
            </a:extLst>
          </p:cNvPr>
          <p:cNvSpPr>
            <a:spLocks xmlns:a="http://schemas.openxmlformats.org/drawingml/2006/main" noGrp="1"/>
          </p:cNvSpPr>
          <p:nvPr/>
        </p:nvSpPr>
        <p:spPr>
          <a:xfrm xmlns:a="http://schemas.openxmlformats.org/drawingml/2006/main">
            <a:off x="6132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6" name="diagram-line-536">
            <a:extLst xmlns:a="http://schemas.openxmlformats.org/drawingml/2006/main">
              <a:ext uri="{FF2B5EF4-FFF2-40B4-BE49-F238E27FC236}">
                <a16:creationId xmlns:a16="http://schemas.microsoft.com/office/drawing/2014/main" id="{9FFA6114-7AD9-4C36-92EA-EA2FEAF26CA9}"/>
              </a:ext>
            </a:extLst>
          </p:cNvPr>
          <p:cNvSpPr>
            <a:spLocks xmlns:a="http://schemas.openxmlformats.org/drawingml/2006/main" noGrp="1"/>
          </p:cNvSpPr>
          <p:nvPr/>
        </p:nvSpPr>
        <p:spPr>
          <a:xfrm xmlns:a="http://schemas.openxmlformats.org/drawingml/2006/main">
            <a:off x="6132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7" name="diagram-line-537">
            <a:extLst xmlns:a="http://schemas.openxmlformats.org/drawingml/2006/main">
              <a:ext uri="{FF2B5EF4-FFF2-40B4-BE49-F238E27FC236}">
                <a16:creationId xmlns:a16="http://schemas.microsoft.com/office/drawing/2014/main" id="{6F45EDA0-D81E-4A66-9167-8B15F0355388}"/>
              </a:ext>
            </a:extLst>
          </p:cNvPr>
          <p:cNvSpPr>
            <a:spLocks xmlns:a="http://schemas.openxmlformats.org/drawingml/2006/main" noGrp="1"/>
          </p:cNvSpPr>
          <p:nvPr/>
        </p:nvSpPr>
        <p:spPr>
          <a:xfrm xmlns:a="http://schemas.openxmlformats.org/drawingml/2006/main">
            <a:off x="6132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8" name="diagram-line-538">
            <a:extLst xmlns:a="http://schemas.openxmlformats.org/drawingml/2006/main">
              <a:ext uri="{FF2B5EF4-FFF2-40B4-BE49-F238E27FC236}">
                <a16:creationId xmlns:a16="http://schemas.microsoft.com/office/drawing/2014/main" id="{F1AE1E23-ED9A-4931-8336-35A659D8BA94}"/>
              </a:ext>
            </a:extLst>
          </p:cNvPr>
          <p:cNvSpPr>
            <a:spLocks xmlns:a="http://schemas.openxmlformats.org/drawingml/2006/main" noGrp="1"/>
          </p:cNvSpPr>
          <p:nvPr/>
        </p:nvSpPr>
        <p:spPr>
          <a:xfrm xmlns:a="http://schemas.openxmlformats.org/drawingml/2006/main">
            <a:off x="6132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69" name="diagram-line-539">
            <a:extLst xmlns:a="http://schemas.openxmlformats.org/drawingml/2006/main">
              <a:ext uri="{FF2B5EF4-FFF2-40B4-BE49-F238E27FC236}">
                <a16:creationId xmlns:a16="http://schemas.microsoft.com/office/drawing/2014/main" id="{4D7AEC51-E696-4361-9FF6-CB7830CEF0B9}"/>
              </a:ext>
            </a:extLst>
          </p:cNvPr>
          <p:cNvSpPr>
            <a:spLocks xmlns:a="http://schemas.openxmlformats.org/drawingml/2006/main" noGrp="1"/>
          </p:cNvSpPr>
          <p:nvPr/>
        </p:nvSpPr>
        <p:spPr>
          <a:xfrm xmlns:a="http://schemas.openxmlformats.org/drawingml/2006/main">
            <a:off x="1542479"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0" name="diagram-line-540">
            <a:extLst xmlns:a="http://schemas.openxmlformats.org/drawingml/2006/main">
              <a:ext uri="{FF2B5EF4-FFF2-40B4-BE49-F238E27FC236}">
                <a16:creationId xmlns:a16="http://schemas.microsoft.com/office/drawing/2014/main" id="{D1DEE276-B71D-41C3-A2E4-4A3B49401A96}"/>
              </a:ext>
            </a:extLst>
          </p:cNvPr>
          <p:cNvSpPr>
            <a:spLocks xmlns:a="http://schemas.openxmlformats.org/drawingml/2006/main" noGrp="1"/>
          </p:cNvSpPr>
          <p:nvPr/>
        </p:nvSpPr>
        <p:spPr>
          <a:xfrm xmlns:a="http://schemas.openxmlformats.org/drawingml/2006/main">
            <a:off x="1542479"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1" name="diagram-line-541">
            <a:extLst xmlns:a="http://schemas.openxmlformats.org/drawingml/2006/main">
              <a:ext uri="{FF2B5EF4-FFF2-40B4-BE49-F238E27FC236}">
                <a16:creationId xmlns:a16="http://schemas.microsoft.com/office/drawing/2014/main" id="{BCAB525D-8BDF-4B4C-8F4A-FA0C8B79872D}"/>
              </a:ext>
            </a:extLst>
          </p:cNvPr>
          <p:cNvSpPr>
            <a:spLocks xmlns:a="http://schemas.openxmlformats.org/drawingml/2006/main" noGrp="1"/>
          </p:cNvSpPr>
          <p:nvPr/>
        </p:nvSpPr>
        <p:spPr>
          <a:xfrm xmlns:a="http://schemas.openxmlformats.org/drawingml/2006/main">
            <a:off x="1542479"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2" name="diagram-line-542">
            <a:extLst xmlns:a="http://schemas.openxmlformats.org/drawingml/2006/main">
              <a:ext uri="{FF2B5EF4-FFF2-40B4-BE49-F238E27FC236}">
                <a16:creationId xmlns:a16="http://schemas.microsoft.com/office/drawing/2014/main" id="{422C9AD9-0C05-4074-B672-F5760735AF1E}"/>
              </a:ext>
            </a:extLst>
          </p:cNvPr>
          <p:cNvSpPr>
            <a:spLocks xmlns:a="http://schemas.openxmlformats.org/drawingml/2006/main" noGrp="1"/>
          </p:cNvSpPr>
          <p:nvPr/>
        </p:nvSpPr>
        <p:spPr>
          <a:xfrm xmlns:a="http://schemas.openxmlformats.org/drawingml/2006/main">
            <a:off x="1542479"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3" name="diagram-line-543">
            <a:extLst xmlns:a="http://schemas.openxmlformats.org/drawingml/2006/main">
              <a:ext uri="{FF2B5EF4-FFF2-40B4-BE49-F238E27FC236}">
                <a16:creationId xmlns:a16="http://schemas.microsoft.com/office/drawing/2014/main" id="{59CBB77A-624C-4A79-A101-10E8CB8ADD40}"/>
              </a:ext>
            </a:extLst>
          </p:cNvPr>
          <p:cNvSpPr>
            <a:spLocks xmlns:a="http://schemas.openxmlformats.org/drawingml/2006/main" noGrp="1"/>
          </p:cNvSpPr>
          <p:nvPr/>
        </p:nvSpPr>
        <p:spPr>
          <a:xfrm xmlns:a="http://schemas.openxmlformats.org/drawingml/2006/main">
            <a:off x="1542479"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4" name="diagram-line-544">
            <a:extLst xmlns:a="http://schemas.openxmlformats.org/drawingml/2006/main">
              <a:ext uri="{FF2B5EF4-FFF2-40B4-BE49-F238E27FC236}">
                <a16:creationId xmlns:a16="http://schemas.microsoft.com/office/drawing/2014/main" id="{07147EBB-E38D-44F6-A580-D46A2B9228A7}"/>
              </a:ext>
            </a:extLst>
          </p:cNvPr>
          <p:cNvSpPr>
            <a:spLocks xmlns:a="http://schemas.openxmlformats.org/drawingml/2006/main" noGrp="1"/>
          </p:cNvSpPr>
          <p:nvPr/>
        </p:nvSpPr>
        <p:spPr>
          <a:xfrm xmlns:a="http://schemas.openxmlformats.org/drawingml/2006/main">
            <a:off x="1542479"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5" name="diagram-line-545">
            <a:extLst xmlns:a="http://schemas.openxmlformats.org/drawingml/2006/main">
              <a:ext uri="{FF2B5EF4-FFF2-40B4-BE49-F238E27FC236}">
                <a16:creationId xmlns:a16="http://schemas.microsoft.com/office/drawing/2014/main" id="{FDFF8437-8C69-42C0-9C97-75793B12B935}"/>
              </a:ext>
            </a:extLst>
          </p:cNvPr>
          <p:cNvSpPr>
            <a:spLocks xmlns:a="http://schemas.openxmlformats.org/drawingml/2006/main" noGrp="1"/>
          </p:cNvSpPr>
          <p:nvPr/>
        </p:nvSpPr>
        <p:spPr>
          <a:xfrm xmlns:a="http://schemas.openxmlformats.org/drawingml/2006/main">
            <a:off x="1542479"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6" name="diagram-line-546">
            <a:extLst xmlns:a="http://schemas.openxmlformats.org/drawingml/2006/main">
              <a:ext uri="{FF2B5EF4-FFF2-40B4-BE49-F238E27FC236}">
                <a16:creationId xmlns:a16="http://schemas.microsoft.com/office/drawing/2014/main" id="{ABF4A0FE-609E-4553-8B5E-6FF4F19CE67F}"/>
              </a:ext>
            </a:extLst>
          </p:cNvPr>
          <p:cNvSpPr>
            <a:spLocks xmlns:a="http://schemas.openxmlformats.org/drawingml/2006/main" noGrp="1"/>
          </p:cNvSpPr>
          <p:nvPr/>
        </p:nvSpPr>
        <p:spPr>
          <a:xfrm xmlns:a="http://schemas.openxmlformats.org/drawingml/2006/main">
            <a:off x="1542479"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7" name="diagram-line-547">
            <a:extLst xmlns:a="http://schemas.openxmlformats.org/drawingml/2006/main">
              <a:ext uri="{FF2B5EF4-FFF2-40B4-BE49-F238E27FC236}">
                <a16:creationId xmlns:a16="http://schemas.microsoft.com/office/drawing/2014/main" id="{BDF11F9E-E6D7-4D5E-8C18-54FC8004C8D9}"/>
              </a:ext>
            </a:extLst>
          </p:cNvPr>
          <p:cNvSpPr>
            <a:spLocks xmlns:a="http://schemas.openxmlformats.org/drawingml/2006/main" noGrp="1"/>
          </p:cNvSpPr>
          <p:nvPr/>
        </p:nvSpPr>
        <p:spPr>
          <a:xfrm xmlns:a="http://schemas.openxmlformats.org/drawingml/2006/main">
            <a:off x="1542479"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8" name="diagram-line-548">
            <a:extLst xmlns:a="http://schemas.openxmlformats.org/drawingml/2006/main">
              <a:ext uri="{FF2B5EF4-FFF2-40B4-BE49-F238E27FC236}">
                <a16:creationId xmlns:a16="http://schemas.microsoft.com/office/drawing/2014/main" id="{6A0D3440-BF6F-49A8-94F3-B5871F8C7B16}"/>
              </a:ext>
            </a:extLst>
          </p:cNvPr>
          <p:cNvSpPr>
            <a:spLocks xmlns:a="http://schemas.openxmlformats.org/drawingml/2006/main" noGrp="1"/>
          </p:cNvSpPr>
          <p:nvPr/>
        </p:nvSpPr>
        <p:spPr>
          <a:xfrm xmlns:a="http://schemas.openxmlformats.org/drawingml/2006/main">
            <a:off x="1542479"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9" name="diagram-line-549">
            <a:extLst xmlns:a="http://schemas.openxmlformats.org/drawingml/2006/main">
              <a:ext uri="{FF2B5EF4-FFF2-40B4-BE49-F238E27FC236}">
                <a16:creationId xmlns:a16="http://schemas.microsoft.com/office/drawing/2014/main" id="{450B594D-CB09-4A8C-99DB-F8C236353A1D}"/>
              </a:ext>
            </a:extLst>
          </p:cNvPr>
          <p:cNvSpPr>
            <a:spLocks xmlns:a="http://schemas.openxmlformats.org/drawingml/2006/main" noGrp="1"/>
          </p:cNvSpPr>
          <p:nvPr/>
        </p:nvSpPr>
        <p:spPr>
          <a:xfrm xmlns:a="http://schemas.openxmlformats.org/drawingml/2006/main">
            <a:off x="1542479"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0" name="diagram-line-550">
            <a:extLst xmlns:a="http://schemas.openxmlformats.org/drawingml/2006/main">
              <a:ext uri="{FF2B5EF4-FFF2-40B4-BE49-F238E27FC236}">
                <a16:creationId xmlns:a16="http://schemas.microsoft.com/office/drawing/2014/main" id="{14D98A22-2547-4E86-A83D-37D106AD3421}"/>
              </a:ext>
            </a:extLst>
          </p:cNvPr>
          <p:cNvSpPr>
            <a:spLocks xmlns:a="http://schemas.openxmlformats.org/drawingml/2006/main" noGrp="1"/>
          </p:cNvSpPr>
          <p:nvPr/>
        </p:nvSpPr>
        <p:spPr>
          <a:xfrm xmlns:a="http://schemas.openxmlformats.org/drawingml/2006/main">
            <a:off x="1542479"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81" name="diagram-line-551">
            <a:extLst xmlns:a="http://schemas.openxmlformats.org/drawingml/2006/main">
              <a:ext uri="{FF2B5EF4-FFF2-40B4-BE49-F238E27FC236}">
                <a16:creationId xmlns:a16="http://schemas.microsoft.com/office/drawing/2014/main" id="{1A0A19B7-9F1A-4358-827A-DC470BE9CEF7}"/>
              </a:ext>
            </a:extLst>
          </p:cNvPr>
          <p:cNvSpPr>
            <a:spLocks xmlns:a="http://schemas.openxmlformats.org/drawingml/2006/main" noGrp="1"/>
          </p:cNvSpPr>
          <p:nvPr/>
        </p:nvSpPr>
        <p:spPr>
          <a:xfrm xmlns:a="http://schemas.openxmlformats.org/drawingml/2006/main">
            <a:off x="24805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2" name="diagram-line-552">
            <a:extLst xmlns:a="http://schemas.openxmlformats.org/drawingml/2006/main">
              <a:ext uri="{FF2B5EF4-FFF2-40B4-BE49-F238E27FC236}">
                <a16:creationId xmlns:a16="http://schemas.microsoft.com/office/drawing/2014/main" id="{BF923804-7B89-4E08-8B73-C6D015E8EE5A}"/>
              </a:ext>
            </a:extLst>
          </p:cNvPr>
          <p:cNvSpPr>
            <a:spLocks xmlns:a="http://schemas.openxmlformats.org/drawingml/2006/main" noGrp="1"/>
          </p:cNvSpPr>
          <p:nvPr/>
        </p:nvSpPr>
        <p:spPr>
          <a:xfrm xmlns:a="http://schemas.openxmlformats.org/drawingml/2006/main">
            <a:off x="24805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3" name="diagram-line-553">
            <a:extLst xmlns:a="http://schemas.openxmlformats.org/drawingml/2006/main">
              <a:ext uri="{FF2B5EF4-FFF2-40B4-BE49-F238E27FC236}">
                <a16:creationId xmlns:a16="http://schemas.microsoft.com/office/drawing/2014/main" id="{59BB95C7-1230-4D70-9272-C88B1C33BC86}"/>
              </a:ext>
            </a:extLst>
          </p:cNvPr>
          <p:cNvSpPr>
            <a:spLocks xmlns:a="http://schemas.openxmlformats.org/drawingml/2006/main" noGrp="1"/>
          </p:cNvSpPr>
          <p:nvPr/>
        </p:nvSpPr>
        <p:spPr>
          <a:xfrm xmlns:a="http://schemas.openxmlformats.org/drawingml/2006/main">
            <a:off x="24805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4" name="diagram-line-554">
            <a:extLst xmlns:a="http://schemas.openxmlformats.org/drawingml/2006/main">
              <a:ext uri="{FF2B5EF4-FFF2-40B4-BE49-F238E27FC236}">
                <a16:creationId xmlns:a16="http://schemas.microsoft.com/office/drawing/2014/main" id="{6691A384-24AC-460E-AB39-3DC107B5D25C}"/>
              </a:ext>
            </a:extLst>
          </p:cNvPr>
          <p:cNvSpPr>
            <a:spLocks xmlns:a="http://schemas.openxmlformats.org/drawingml/2006/main" noGrp="1"/>
          </p:cNvSpPr>
          <p:nvPr/>
        </p:nvSpPr>
        <p:spPr>
          <a:xfrm xmlns:a="http://schemas.openxmlformats.org/drawingml/2006/main">
            <a:off x="24805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5" name="diagram-line-555">
            <a:extLst xmlns:a="http://schemas.openxmlformats.org/drawingml/2006/main">
              <a:ext uri="{FF2B5EF4-FFF2-40B4-BE49-F238E27FC236}">
                <a16:creationId xmlns:a16="http://schemas.microsoft.com/office/drawing/2014/main" id="{9576FDA6-8E10-4528-BE7E-D836442EFAFB}"/>
              </a:ext>
            </a:extLst>
          </p:cNvPr>
          <p:cNvSpPr>
            <a:spLocks xmlns:a="http://schemas.openxmlformats.org/drawingml/2006/main" noGrp="1"/>
          </p:cNvSpPr>
          <p:nvPr/>
        </p:nvSpPr>
        <p:spPr>
          <a:xfrm xmlns:a="http://schemas.openxmlformats.org/drawingml/2006/main">
            <a:off x="24805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6" name="diagram-line-556">
            <a:extLst xmlns:a="http://schemas.openxmlformats.org/drawingml/2006/main">
              <a:ext uri="{FF2B5EF4-FFF2-40B4-BE49-F238E27FC236}">
                <a16:creationId xmlns:a16="http://schemas.microsoft.com/office/drawing/2014/main" id="{16094F5B-3DC7-4CF7-AC7E-2D489A0BA82B}"/>
              </a:ext>
            </a:extLst>
          </p:cNvPr>
          <p:cNvSpPr>
            <a:spLocks xmlns:a="http://schemas.openxmlformats.org/drawingml/2006/main" noGrp="1"/>
          </p:cNvSpPr>
          <p:nvPr/>
        </p:nvSpPr>
        <p:spPr>
          <a:xfrm xmlns:a="http://schemas.openxmlformats.org/drawingml/2006/main">
            <a:off x="24805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7" name="diagram-line-557">
            <a:extLst xmlns:a="http://schemas.openxmlformats.org/drawingml/2006/main">
              <a:ext uri="{FF2B5EF4-FFF2-40B4-BE49-F238E27FC236}">
                <a16:creationId xmlns:a16="http://schemas.microsoft.com/office/drawing/2014/main" id="{F50EF680-3F0C-4C46-AD7F-B7354C07F249}"/>
              </a:ext>
            </a:extLst>
          </p:cNvPr>
          <p:cNvSpPr>
            <a:spLocks xmlns:a="http://schemas.openxmlformats.org/drawingml/2006/main" noGrp="1"/>
          </p:cNvSpPr>
          <p:nvPr/>
        </p:nvSpPr>
        <p:spPr>
          <a:xfrm xmlns:a="http://schemas.openxmlformats.org/drawingml/2006/main">
            <a:off x="24805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8" name="diagram-line-558">
            <a:extLst xmlns:a="http://schemas.openxmlformats.org/drawingml/2006/main">
              <a:ext uri="{FF2B5EF4-FFF2-40B4-BE49-F238E27FC236}">
                <a16:creationId xmlns:a16="http://schemas.microsoft.com/office/drawing/2014/main" id="{9A7D27E7-0B2E-45B9-8CA9-325411ABE741}"/>
              </a:ext>
            </a:extLst>
          </p:cNvPr>
          <p:cNvSpPr>
            <a:spLocks xmlns:a="http://schemas.openxmlformats.org/drawingml/2006/main" noGrp="1"/>
          </p:cNvSpPr>
          <p:nvPr/>
        </p:nvSpPr>
        <p:spPr>
          <a:xfrm xmlns:a="http://schemas.openxmlformats.org/drawingml/2006/main">
            <a:off x="24805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9" name="diagram-line-559">
            <a:extLst xmlns:a="http://schemas.openxmlformats.org/drawingml/2006/main">
              <a:ext uri="{FF2B5EF4-FFF2-40B4-BE49-F238E27FC236}">
                <a16:creationId xmlns:a16="http://schemas.microsoft.com/office/drawing/2014/main" id="{FE90F789-70FC-4771-83AD-E71A5DF49911}"/>
              </a:ext>
            </a:extLst>
          </p:cNvPr>
          <p:cNvSpPr>
            <a:spLocks xmlns:a="http://schemas.openxmlformats.org/drawingml/2006/main" noGrp="1"/>
          </p:cNvSpPr>
          <p:nvPr/>
        </p:nvSpPr>
        <p:spPr>
          <a:xfrm xmlns:a="http://schemas.openxmlformats.org/drawingml/2006/main">
            <a:off x="24805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0" name="diagram-line-560">
            <a:extLst xmlns:a="http://schemas.openxmlformats.org/drawingml/2006/main">
              <a:ext uri="{FF2B5EF4-FFF2-40B4-BE49-F238E27FC236}">
                <a16:creationId xmlns:a16="http://schemas.microsoft.com/office/drawing/2014/main" id="{1D7EAA73-A08D-4548-B734-81709D788061}"/>
              </a:ext>
            </a:extLst>
          </p:cNvPr>
          <p:cNvSpPr>
            <a:spLocks xmlns:a="http://schemas.openxmlformats.org/drawingml/2006/main" noGrp="1"/>
          </p:cNvSpPr>
          <p:nvPr/>
        </p:nvSpPr>
        <p:spPr>
          <a:xfrm xmlns:a="http://schemas.openxmlformats.org/drawingml/2006/main">
            <a:off x="24805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1" name="diagram-line-561">
            <a:extLst xmlns:a="http://schemas.openxmlformats.org/drawingml/2006/main">
              <a:ext uri="{FF2B5EF4-FFF2-40B4-BE49-F238E27FC236}">
                <a16:creationId xmlns:a16="http://schemas.microsoft.com/office/drawing/2014/main" id="{492CC2A8-B2A3-4D0A-9075-DDC9AB72481C}"/>
              </a:ext>
            </a:extLst>
          </p:cNvPr>
          <p:cNvSpPr>
            <a:spLocks xmlns:a="http://schemas.openxmlformats.org/drawingml/2006/main" noGrp="1"/>
          </p:cNvSpPr>
          <p:nvPr/>
        </p:nvSpPr>
        <p:spPr>
          <a:xfrm xmlns:a="http://schemas.openxmlformats.org/drawingml/2006/main">
            <a:off x="24805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2" name="diagram-line-562">
            <a:extLst xmlns:a="http://schemas.openxmlformats.org/drawingml/2006/main">
              <a:ext uri="{FF2B5EF4-FFF2-40B4-BE49-F238E27FC236}">
                <a16:creationId xmlns:a16="http://schemas.microsoft.com/office/drawing/2014/main" id="{CFE66518-0FDC-45D4-A90A-8D65C0B0C079}"/>
              </a:ext>
            </a:extLst>
          </p:cNvPr>
          <p:cNvSpPr>
            <a:spLocks xmlns:a="http://schemas.openxmlformats.org/drawingml/2006/main" noGrp="1"/>
          </p:cNvSpPr>
          <p:nvPr/>
        </p:nvSpPr>
        <p:spPr>
          <a:xfrm xmlns:a="http://schemas.openxmlformats.org/drawingml/2006/main">
            <a:off x="24805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93" name="diagram-line-563">
            <a:extLst xmlns:a="http://schemas.openxmlformats.org/drawingml/2006/main">
              <a:ext uri="{FF2B5EF4-FFF2-40B4-BE49-F238E27FC236}">
                <a16:creationId xmlns:a16="http://schemas.microsoft.com/office/drawing/2014/main" id="{14D0960B-739C-4807-B458-38D65968C0EC}"/>
              </a:ext>
            </a:extLst>
          </p:cNvPr>
          <p:cNvSpPr>
            <a:spLocks xmlns:a="http://schemas.openxmlformats.org/drawingml/2006/main" noGrp="1"/>
          </p:cNvSpPr>
          <p:nvPr/>
        </p:nvSpPr>
        <p:spPr>
          <a:xfrm xmlns:a="http://schemas.openxmlformats.org/drawingml/2006/main">
            <a:off x="3240024"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4" name="diagram-line-564">
            <a:extLst xmlns:a="http://schemas.openxmlformats.org/drawingml/2006/main">
              <a:ext uri="{FF2B5EF4-FFF2-40B4-BE49-F238E27FC236}">
                <a16:creationId xmlns:a16="http://schemas.microsoft.com/office/drawing/2014/main" id="{C507EEF8-0E52-4B4D-B905-85202EC44DB6}"/>
              </a:ext>
            </a:extLst>
          </p:cNvPr>
          <p:cNvSpPr>
            <a:spLocks xmlns:a="http://schemas.openxmlformats.org/drawingml/2006/main" noGrp="1"/>
          </p:cNvSpPr>
          <p:nvPr/>
        </p:nvSpPr>
        <p:spPr>
          <a:xfrm xmlns:a="http://schemas.openxmlformats.org/drawingml/2006/main">
            <a:off x="3240024"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5" name="diagram-line-565">
            <a:extLst xmlns:a="http://schemas.openxmlformats.org/drawingml/2006/main">
              <a:ext uri="{FF2B5EF4-FFF2-40B4-BE49-F238E27FC236}">
                <a16:creationId xmlns:a16="http://schemas.microsoft.com/office/drawing/2014/main" id="{CBB882E3-E165-401D-ACAA-AB54B6924501}"/>
              </a:ext>
            </a:extLst>
          </p:cNvPr>
          <p:cNvSpPr>
            <a:spLocks xmlns:a="http://schemas.openxmlformats.org/drawingml/2006/main" noGrp="1"/>
          </p:cNvSpPr>
          <p:nvPr/>
        </p:nvSpPr>
        <p:spPr>
          <a:xfrm xmlns:a="http://schemas.openxmlformats.org/drawingml/2006/main">
            <a:off x="3240024"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6" name="diagram-line-566">
            <a:extLst xmlns:a="http://schemas.openxmlformats.org/drawingml/2006/main">
              <a:ext uri="{FF2B5EF4-FFF2-40B4-BE49-F238E27FC236}">
                <a16:creationId xmlns:a16="http://schemas.microsoft.com/office/drawing/2014/main" id="{D1168FB4-A28C-4BA1-835C-8746F9B57132}"/>
              </a:ext>
            </a:extLst>
          </p:cNvPr>
          <p:cNvSpPr>
            <a:spLocks xmlns:a="http://schemas.openxmlformats.org/drawingml/2006/main" noGrp="1"/>
          </p:cNvSpPr>
          <p:nvPr/>
        </p:nvSpPr>
        <p:spPr>
          <a:xfrm xmlns:a="http://schemas.openxmlformats.org/drawingml/2006/main">
            <a:off x="3240024"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7" name="diagram-line-567">
            <a:extLst xmlns:a="http://schemas.openxmlformats.org/drawingml/2006/main">
              <a:ext uri="{FF2B5EF4-FFF2-40B4-BE49-F238E27FC236}">
                <a16:creationId xmlns:a16="http://schemas.microsoft.com/office/drawing/2014/main" id="{010759E0-6B1F-4D82-AEBD-1C3A948B3078}"/>
              </a:ext>
            </a:extLst>
          </p:cNvPr>
          <p:cNvSpPr>
            <a:spLocks xmlns:a="http://schemas.openxmlformats.org/drawingml/2006/main" noGrp="1"/>
          </p:cNvSpPr>
          <p:nvPr/>
        </p:nvSpPr>
        <p:spPr>
          <a:xfrm xmlns:a="http://schemas.openxmlformats.org/drawingml/2006/main">
            <a:off x="3240024"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8" name="diagram-line-568">
            <a:extLst xmlns:a="http://schemas.openxmlformats.org/drawingml/2006/main">
              <a:ext uri="{FF2B5EF4-FFF2-40B4-BE49-F238E27FC236}">
                <a16:creationId xmlns:a16="http://schemas.microsoft.com/office/drawing/2014/main" id="{6C221BB0-1538-4423-8A71-196CB6C2A658}"/>
              </a:ext>
            </a:extLst>
          </p:cNvPr>
          <p:cNvSpPr>
            <a:spLocks xmlns:a="http://schemas.openxmlformats.org/drawingml/2006/main" noGrp="1"/>
          </p:cNvSpPr>
          <p:nvPr/>
        </p:nvSpPr>
        <p:spPr>
          <a:xfrm xmlns:a="http://schemas.openxmlformats.org/drawingml/2006/main">
            <a:off x="3240024"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9" name="diagram-line-569">
            <a:extLst xmlns:a="http://schemas.openxmlformats.org/drawingml/2006/main">
              <a:ext uri="{FF2B5EF4-FFF2-40B4-BE49-F238E27FC236}">
                <a16:creationId xmlns:a16="http://schemas.microsoft.com/office/drawing/2014/main" id="{BE5AD261-31FA-4211-89AC-87C9BFDE62B7}"/>
              </a:ext>
            </a:extLst>
          </p:cNvPr>
          <p:cNvSpPr>
            <a:spLocks xmlns:a="http://schemas.openxmlformats.org/drawingml/2006/main" noGrp="1"/>
          </p:cNvSpPr>
          <p:nvPr/>
        </p:nvSpPr>
        <p:spPr>
          <a:xfrm xmlns:a="http://schemas.openxmlformats.org/drawingml/2006/main">
            <a:off x="3240024"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0" name="diagram-line-570">
            <a:extLst xmlns:a="http://schemas.openxmlformats.org/drawingml/2006/main">
              <a:ext uri="{FF2B5EF4-FFF2-40B4-BE49-F238E27FC236}">
                <a16:creationId xmlns:a16="http://schemas.microsoft.com/office/drawing/2014/main" id="{7EF211C8-83F3-43B0-96C9-2F822728AAB9}"/>
              </a:ext>
            </a:extLst>
          </p:cNvPr>
          <p:cNvSpPr>
            <a:spLocks xmlns:a="http://schemas.openxmlformats.org/drawingml/2006/main" noGrp="1"/>
          </p:cNvSpPr>
          <p:nvPr/>
        </p:nvSpPr>
        <p:spPr>
          <a:xfrm xmlns:a="http://schemas.openxmlformats.org/drawingml/2006/main">
            <a:off x="3240024"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1" name="diagram-line-571">
            <a:extLst xmlns:a="http://schemas.openxmlformats.org/drawingml/2006/main">
              <a:ext uri="{FF2B5EF4-FFF2-40B4-BE49-F238E27FC236}">
                <a16:creationId xmlns:a16="http://schemas.microsoft.com/office/drawing/2014/main" id="{F8F4F123-6252-4BBB-97F9-9FA10AE0E543}"/>
              </a:ext>
            </a:extLst>
          </p:cNvPr>
          <p:cNvSpPr>
            <a:spLocks xmlns:a="http://schemas.openxmlformats.org/drawingml/2006/main" noGrp="1"/>
          </p:cNvSpPr>
          <p:nvPr/>
        </p:nvSpPr>
        <p:spPr>
          <a:xfrm xmlns:a="http://schemas.openxmlformats.org/drawingml/2006/main">
            <a:off x="3240024"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2" name="diagram-line-572">
            <a:extLst xmlns:a="http://schemas.openxmlformats.org/drawingml/2006/main">
              <a:ext uri="{FF2B5EF4-FFF2-40B4-BE49-F238E27FC236}">
                <a16:creationId xmlns:a16="http://schemas.microsoft.com/office/drawing/2014/main" id="{4BA2BBB5-A932-4443-A420-2ED154F34B3A}"/>
              </a:ext>
            </a:extLst>
          </p:cNvPr>
          <p:cNvSpPr>
            <a:spLocks xmlns:a="http://schemas.openxmlformats.org/drawingml/2006/main" noGrp="1"/>
          </p:cNvSpPr>
          <p:nvPr/>
        </p:nvSpPr>
        <p:spPr>
          <a:xfrm xmlns:a="http://schemas.openxmlformats.org/drawingml/2006/main">
            <a:off x="3240024"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3" name="diagram-line-573">
            <a:extLst xmlns:a="http://schemas.openxmlformats.org/drawingml/2006/main">
              <a:ext uri="{FF2B5EF4-FFF2-40B4-BE49-F238E27FC236}">
                <a16:creationId xmlns:a16="http://schemas.microsoft.com/office/drawing/2014/main" id="{DA3CDE4C-9108-4571-88FA-FD6F05EDD0C9}"/>
              </a:ext>
            </a:extLst>
          </p:cNvPr>
          <p:cNvSpPr>
            <a:spLocks xmlns:a="http://schemas.openxmlformats.org/drawingml/2006/main" noGrp="1"/>
          </p:cNvSpPr>
          <p:nvPr/>
        </p:nvSpPr>
        <p:spPr>
          <a:xfrm xmlns:a="http://schemas.openxmlformats.org/drawingml/2006/main">
            <a:off x="3240024"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4" name="diagram-line-574">
            <a:extLst xmlns:a="http://schemas.openxmlformats.org/drawingml/2006/main">
              <a:ext uri="{FF2B5EF4-FFF2-40B4-BE49-F238E27FC236}">
                <a16:creationId xmlns:a16="http://schemas.microsoft.com/office/drawing/2014/main" id="{D284FF17-49AB-4AFD-97F3-601F307099B8}"/>
              </a:ext>
            </a:extLst>
          </p:cNvPr>
          <p:cNvSpPr>
            <a:spLocks xmlns:a="http://schemas.openxmlformats.org/drawingml/2006/main" noGrp="1"/>
          </p:cNvSpPr>
          <p:nvPr/>
        </p:nvSpPr>
        <p:spPr>
          <a:xfrm xmlns:a="http://schemas.openxmlformats.org/drawingml/2006/main">
            <a:off x="3240024"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05" name="diagram-line-575">
            <a:extLst xmlns:a="http://schemas.openxmlformats.org/drawingml/2006/main">
              <a:ext uri="{FF2B5EF4-FFF2-40B4-BE49-F238E27FC236}">
                <a16:creationId xmlns:a16="http://schemas.microsoft.com/office/drawing/2014/main" id="{29EC31C4-828B-40D1-9279-8790925348AC}"/>
              </a:ext>
            </a:extLst>
          </p:cNvPr>
          <p:cNvSpPr>
            <a:spLocks xmlns:a="http://schemas.openxmlformats.org/drawingml/2006/main" noGrp="1"/>
          </p:cNvSpPr>
          <p:nvPr/>
        </p:nvSpPr>
        <p:spPr>
          <a:xfrm xmlns:a="http://schemas.openxmlformats.org/drawingml/2006/main">
            <a:off x="943870" y="2131543"/>
            <a:ext cx="179" cy="1009593"/>
          </a:xfrm>
          <a:custGeom xmlns:a="http://schemas.openxmlformats.org/drawingml/2006/main">
            <a:pathLst>
              <a:path w="191" h="1076325">
                <a:moveTo>
                  <a:pt x="0" y="0"/>
                </a:moveTo>
                <a:lnTo>
                  <a:pt x="0" y="1076325"/>
                </a:lnTo>
              </a:path>
            </a:pathLst>
          </a:custGeom>
          <a:noFill xmlns:a="http://schemas.openxmlformats.org/drawingml/2006/main"/>
          <a:ln xmlns:a="http://schemas.openxmlformats.org/drawingml/2006/main" w="13402">
            <a:solidFill>
              <a:srgbClr val="28849C"/>
            </a:solidFill>
          </a:ln>
        </p:spPr>
      </p:sp>
      <p:sp>
        <p:nvSpPr>
          <p:cNvPr id="106" name="diagram-poly-576">
            <a:extLst xmlns:a="http://schemas.openxmlformats.org/drawingml/2006/main">
              <a:ext uri="{FF2B5EF4-FFF2-40B4-BE49-F238E27FC236}">
                <a16:creationId xmlns:a16="http://schemas.microsoft.com/office/drawing/2014/main" id="{393CA95B-69E5-4AFE-8222-612BDA80AB65}"/>
              </a:ext>
            </a:extLst>
          </p:cNvPr>
          <p:cNvSpPr>
            <a:spLocks xmlns:a="http://schemas.openxmlformats.org/drawingml/2006/main" noGrp="1"/>
          </p:cNvSpPr>
          <p:nvPr/>
        </p:nvSpPr>
        <p:spPr>
          <a:xfrm xmlns:a="http://schemas.openxmlformats.org/drawingml/2006/main">
            <a:off x="916174" y="3078594"/>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07" name="diagram-line-577">
            <a:extLst xmlns:a="http://schemas.openxmlformats.org/drawingml/2006/main">
              <a:ext uri="{FF2B5EF4-FFF2-40B4-BE49-F238E27FC236}">
                <a16:creationId xmlns:a16="http://schemas.microsoft.com/office/drawing/2014/main" id="{D55C09AD-F13D-4903-BB2E-D7DFDC041753}"/>
              </a:ext>
            </a:extLst>
          </p:cNvPr>
          <p:cNvSpPr>
            <a:spLocks xmlns:a="http://schemas.openxmlformats.org/drawingml/2006/main" noGrp="1"/>
          </p:cNvSpPr>
          <p:nvPr/>
        </p:nvSpPr>
        <p:spPr>
          <a:xfrm xmlns:a="http://schemas.openxmlformats.org/drawingml/2006/main">
            <a:off x="1336986" y="2131543"/>
            <a:ext cx="179" cy="1009593"/>
          </a:xfrm>
          <a:custGeom xmlns:a="http://schemas.openxmlformats.org/drawingml/2006/main">
            <a:pathLst>
              <a:path w="191" h="1076325">
                <a:moveTo>
                  <a:pt x="0" y="1076325"/>
                </a:moveTo>
                <a:lnTo>
                  <a:pt x="0" y="0"/>
                </a:lnTo>
              </a:path>
            </a:pathLst>
          </a:custGeom>
          <a:noFill xmlns:a="http://schemas.openxmlformats.org/drawingml/2006/main"/>
          <a:ln xmlns:a="http://schemas.openxmlformats.org/drawingml/2006/main" w="13402">
            <a:solidFill>
              <a:srgbClr val="799A39"/>
            </a:solidFill>
          </a:ln>
        </p:spPr>
      </p:sp>
      <p:sp>
        <p:nvSpPr>
          <p:cNvPr id="108" name="diagram-poly-578">
            <a:extLst xmlns:a="http://schemas.openxmlformats.org/drawingml/2006/main">
              <a:ext uri="{FF2B5EF4-FFF2-40B4-BE49-F238E27FC236}">
                <a16:creationId xmlns:a16="http://schemas.microsoft.com/office/drawing/2014/main" id="{935E56F8-C14E-489D-BAC7-1BD6F9BB9013}"/>
              </a:ext>
            </a:extLst>
          </p:cNvPr>
          <p:cNvSpPr>
            <a:spLocks xmlns:a="http://schemas.openxmlformats.org/drawingml/2006/main" noGrp="1"/>
          </p:cNvSpPr>
          <p:nvPr/>
        </p:nvSpPr>
        <p:spPr>
          <a:xfrm xmlns:a="http://schemas.openxmlformats.org/drawingml/2006/main">
            <a:off x="1309289" y="2131543"/>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09" name="revision-text-579">
            <a:extLst xmlns:a="http://schemas.openxmlformats.org/drawingml/2006/main">
              <a:ext uri="{FF2B5EF4-FFF2-40B4-BE49-F238E27FC236}">
                <a16:creationId xmlns:a16="http://schemas.microsoft.com/office/drawing/2014/main" id="{C01779A8-E664-4588-B669-4DC8872B6939}"/>
              </a:ext>
            </a:extLst>
          </p:cNvPr>
          <p:cNvSpPr>
            <a:spLocks xmlns:a="http://schemas.openxmlformats.org/drawingml/2006/main" noGrp="1"/>
          </p:cNvSpPr>
          <p:nvPr/>
        </p:nvSpPr>
        <p:spPr>
          <a:xfrm xmlns:a="http://schemas.openxmlformats.org/drawingml/2006/main">
            <a:off x="613296" y="2448716"/>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0">
                <a:solidFill>
                  <a:srgbClr val="28849C"/>
                </a:solidFill>
                <a:latin typeface="微软雅黑"/>
                <a:ea typeface="微软雅黑"/>
                <a:cs typeface="微软雅黑"/>
              </a:defRPr>
            </a:pPr>
            <a:r>
              <a:rPr sz="818" b="0">
                <a:solidFill>
                  <a:srgbClr val="28849C"/>
                </a:solidFill>
                <a:latin typeface="微软雅黑"/>
                <a:ea typeface="微软雅黑"/>
                <a:cs typeface="微软雅黑"/>
              </a:rPr>
              <a:t>Run</a:t>
            </a:r>
          </a:p>
          <a:p xmlns:a="http://schemas.openxmlformats.org/drawingml/2006/main">
            <a:pPr algn="ctr">
              <a:lnSpc>
                <a:spcPct val="104000"/>
              </a:lnSpc>
              <a:spcBef>
                <a:spcPts val="0"/>
              </a:spcBef>
              <a:spcAft>
                <a:spcPts val="0"/>
              </a:spcAft>
              <a:buNone/>
              <a:defRPr sz="818" b="0">
                <a:solidFill>
                  <a:srgbClr val="28849C"/>
                </a:solidFill>
                <a:latin typeface="微软雅黑"/>
                <a:ea typeface="微软雅黑"/>
                <a:cs typeface="微软雅黑"/>
              </a:defRPr>
            </a:pPr>
            <a:r>
              <a:rPr sz="818" b="0">
                <a:solidFill>
                  <a:srgbClr val="28849C"/>
                </a:solidFill>
                <a:latin typeface="微软雅黑"/>
                <a:ea typeface="微软雅黑"/>
                <a:cs typeface="微软雅黑"/>
              </a:rPr>
              <a:t>signal</a:t>
            </a:r>
          </a:p>
        </p:txBody>
      </p:sp>
      <p:sp>
        <p:nvSpPr>
          <p:cNvPr id="110" name="revision-text-580">
            <a:extLst xmlns:a="http://schemas.openxmlformats.org/drawingml/2006/main">
              <a:ext uri="{FF2B5EF4-FFF2-40B4-BE49-F238E27FC236}">
                <a16:creationId xmlns:a16="http://schemas.microsoft.com/office/drawing/2014/main" id="{26A59E21-08C7-4FC9-B3B3-1E53A9B9877A}"/>
              </a:ext>
            </a:extLst>
          </p:cNvPr>
          <p:cNvSpPr>
            <a:spLocks xmlns:a="http://schemas.openxmlformats.org/drawingml/2006/main" noGrp="1"/>
          </p:cNvSpPr>
          <p:nvPr/>
        </p:nvSpPr>
        <p:spPr>
          <a:xfrm xmlns:a="http://schemas.openxmlformats.org/drawingml/2006/main">
            <a:off x="1363790" y="2448716"/>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State</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11" name="diagram-line-581">
            <a:extLst xmlns:a="http://schemas.openxmlformats.org/drawingml/2006/main">
              <a:ext uri="{FF2B5EF4-FFF2-40B4-BE49-F238E27FC236}">
                <a16:creationId xmlns:a16="http://schemas.microsoft.com/office/drawing/2014/main" id="{C342B24D-0A70-4E4C-A4AC-95388410F302}"/>
              </a:ext>
            </a:extLst>
          </p:cNvPr>
          <p:cNvSpPr>
            <a:spLocks xmlns:a="http://schemas.openxmlformats.org/drawingml/2006/main" noGrp="1"/>
          </p:cNvSpPr>
          <p:nvPr/>
        </p:nvSpPr>
        <p:spPr>
          <a:xfrm xmlns:a="http://schemas.openxmlformats.org/drawingml/2006/main">
            <a:off x="6132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2" name="diagram-line-582">
            <a:extLst xmlns:a="http://schemas.openxmlformats.org/drawingml/2006/main">
              <a:ext uri="{FF2B5EF4-FFF2-40B4-BE49-F238E27FC236}">
                <a16:creationId xmlns:a16="http://schemas.microsoft.com/office/drawing/2014/main" id="{96022175-939D-4B14-988E-D6728D147096}"/>
              </a:ext>
            </a:extLst>
          </p:cNvPr>
          <p:cNvSpPr>
            <a:spLocks xmlns:a="http://schemas.openxmlformats.org/drawingml/2006/main" noGrp="1"/>
          </p:cNvSpPr>
          <p:nvPr/>
        </p:nvSpPr>
        <p:spPr>
          <a:xfrm xmlns:a="http://schemas.openxmlformats.org/drawingml/2006/main">
            <a:off x="6132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3" name="diagram-line-583">
            <a:extLst xmlns:a="http://schemas.openxmlformats.org/drawingml/2006/main">
              <a:ext uri="{FF2B5EF4-FFF2-40B4-BE49-F238E27FC236}">
                <a16:creationId xmlns:a16="http://schemas.microsoft.com/office/drawing/2014/main" id="{899F29A8-2A51-4B74-834D-6D6360E02456}"/>
              </a:ext>
            </a:extLst>
          </p:cNvPr>
          <p:cNvSpPr>
            <a:spLocks xmlns:a="http://schemas.openxmlformats.org/drawingml/2006/main" noGrp="1"/>
          </p:cNvSpPr>
          <p:nvPr/>
        </p:nvSpPr>
        <p:spPr>
          <a:xfrm xmlns:a="http://schemas.openxmlformats.org/drawingml/2006/main">
            <a:off x="6132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4" name="diagram-line-584">
            <a:extLst xmlns:a="http://schemas.openxmlformats.org/drawingml/2006/main">
              <a:ext uri="{FF2B5EF4-FFF2-40B4-BE49-F238E27FC236}">
                <a16:creationId xmlns:a16="http://schemas.microsoft.com/office/drawing/2014/main" id="{C2037DD4-7062-4DCC-BF46-872CE257100C}"/>
              </a:ext>
            </a:extLst>
          </p:cNvPr>
          <p:cNvSpPr>
            <a:spLocks xmlns:a="http://schemas.openxmlformats.org/drawingml/2006/main" noGrp="1"/>
          </p:cNvSpPr>
          <p:nvPr/>
        </p:nvSpPr>
        <p:spPr>
          <a:xfrm xmlns:a="http://schemas.openxmlformats.org/drawingml/2006/main">
            <a:off x="6132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5" name="diagram-line-585">
            <a:extLst xmlns:a="http://schemas.openxmlformats.org/drawingml/2006/main">
              <a:ext uri="{FF2B5EF4-FFF2-40B4-BE49-F238E27FC236}">
                <a16:creationId xmlns:a16="http://schemas.microsoft.com/office/drawing/2014/main" id="{E03A4141-56FF-4C5C-BC9D-7F84421D8690}"/>
              </a:ext>
            </a:extLst>
          </p:cNvPr>
          <p:cNvSpPr>
            <a:spLocks xmlns:a="http://schemas.openxmlformats.org/drawingml/2006/main" noGrp="1"/>
          </p:cNvSpPr>
          <p:nvPr/>
        </p:nvSpPr>
        <p:spPr>
          <a:xfrm xmlns:a="http://schemas.openxmlformats.org/drawingml/2006/main">
            <a:off x="6132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6" name="diagram-line-586">
            <a:extLst xmlns:a="http://schemas.openxmlformats.org/drawingml/2006/main">
              <a:ext uri="{FF2B5EF4-FFF2-40B4-BE49-F238E27FC236}">
                <a16:creationId xmlns:a16="http://schemas.microsoft.com/office/drawing/2014/main" id="{B68A3A7A-51A0-4A1C-8DEB-BDB8F3A8B627}"/>
              </a:ext>
            </a:extLst>
          </p:cNvPr>
          <p:cNvSpPr>
            <a:spLocks xmlns:a="http://schemas.openxmlformats.org/drawingml/2006/main" noGrp="1"/>
          </p:cNvSpPr>
          <p:nvPr/>
        </p:nvSpPr>
        <p:spPr>
          <a:xfrm xmlns:a="http://schemas.openxmlformats.org/drawingml/2006/main">
            <a:off x="6132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7" name="diagram-line-587">
            <a:extLst xmlns:a="http://schemas.openxmlformats.org/drawingml/2006/main">
              <a:ext uri="{FF2B5EF4-FFF2-40B4-BE49-F238E27FC236}">
                <a16:creationId xmlns:a16="http://schemas.microsoft.com/office/drawing/2014/main" id="{C382EBA3-B010-4FD7-BC5C-2BE8B19F316D}"/>
              </a:ext>
            </a:extLst>
          </p:cNvPr>
          <p:cNvSpPr>
            <a:spLocks xmlns:a="http://schemas.openxmlformats.org/drawingml/2006/main" noGrp="1"/>
          </p:cNvSpPr>
          <p:nvPr/>
        </p:nvSpPr>
        <p:spPr>
          <a:xfrm xmlns:a="http://schemas.openxmlformats.org/drawingml/2006/main">
            <a:off x="6132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8" name="diagram-line-588">
            <a:extLst xmlns:a="http://schemas.openxmlformats.org/drawingml/2006/main">
              <a:ext uri="{FF2B5EF4-FFF2-40B4-BE49-F238E27FC236}">
                <a16:creationId xmlns:a16="http://schemas.microsoft.com/office/drawing/2014/main" id="{6D4903DF-BFDB-4362-BE83-A0542F3B3D1E}"/>
              </a:ext>
            </a:extLst>
          </p:cNvPr>
          <p:cNvSpPr>
            <a:spLocks xmlns:a="http://schemas.openxmlformats.org/drawingml/2006/main" noGrp="1"/>
          </p:cNvSpPr>
          <p:nvPr/>
        </p:nvSpPr>
        <p:spPr>
          <a:xfrm xmlns:a="http://schemas.openxmlformats.org/drawingml/2006/main">
            <a:off x="6132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9" name="diagram-line-589">
            <a:extLst xmlns:a="http://schemas.openxmlformats.org/drawingml/2006/main">
              <a:ext uri="{FF2B5EF4-FFF2-40B4-BE49-F238E27FC236}">
                <a16:creationId xmlns:a16="http://schemas.microsoft.com/office/drawing/2014/main" id="{EF8F72FE-5824-48AE-954E-22A0F17618A7}"/>
              </a:ext>
            </a:extLst>
          </p:cNvPr>
          <p:cNvSpPr>
            <a:spLocks xmlns:a="http://schemas.openxmlformats.org/drawingml/2006/main" noGrp="1"/>
          </p:cNvSpPr>
          <p:nvPr/>
        </p:nvSpPr>
        <p:spPr>
          <a:xfrm xmlns:a="http://schemas.openxmlformats.org/drawingml/2006/main">
            <a:off x="6132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0" name="diagram-line-590">
            <a:extLst xmlns:a="http://schemas.openxmlformats.org/drawingml/2006/main">
              <a:ext uri="{FF2B5EF4-FFF2-40B4-BE49-F238E27FC236}">
                <a16:creationId xmlns:a16="http://schemas.microsoft.com/office/drawing/2014/main" id="{4C662789-25C3-4332-8952-411169B32AE2}"/>
              </a:ext>
            </a:extLst>
          </p:cNvPr>
          <p:cNvSpPr>
            <a:spLocks xmlns:a="http://schemas.openxmlformats.org/drawingml/2006/main" noGrp="1"/>
          </p:cNvSpPr>
          <p:nvPr/>
        </p:nvSpPr>
        <p:spPr>
          <a:xfrm xmlns:a="http://schemas.openxmlformats.org/drawingml/2006/main">
            <a:off x="6132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1" name="diagram-line-591">
            <a:extLst xmlns:a="http://schemas.openxmlformats.org/drawingml/2006/main">
              <a:ext uri="{FF2B5EF4-FFF2-40B4-BE49-F238E27FC236}">
                <a16:creationId xmlns:a16="http://schemas.microsoft.com/office/drawing/2014/main" id="{66EEC97C-9BB2-49D3-8BF0-7FBE7529D621}"/>
              </a:ext>
            </a:extLst>
          </p:cNvPr>
          <p:cNvSpPr>
            <a:spLocks xmlns:a="http://schemas.openxmlformats.org/drawingml/2006/main" noGrp="1"/>
          </p:cNvSpPr>
          <p:nvPr/>
        </p:nvSpPr>
        <p:spPr>
          <a:xfrm xmlns:a="http://schemas.openxmlformats.org/drawingml/2006/main">
            <a:off x="6132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2" name="diagram-line-592">
            <a:extLst xmlns:a="http://schemas.openxmlformats.org/drawingml/2006/main">
              <a:ext uri="{FF2B5EF4-FFF2-40B4-BE49-F238E27FC236}">
                <a16:creationId xmlns:a16="http://schemas.microsoft.com/office/drawing/2014/main" id="{DA57F1D2-7281-4077-8AFE-C479F0679DA7}"/>
              </a:ext>
            </a:extLst>
          </p:cNvPr>
          <p:cNvSpPr>
            <a:spLocks xmlns:a="http://schemas.openxmlformats.org/drawingml/2006/main" noGrp="1"/>
          </p:cNvSpPr>
          <p:nvPr/>
        </p:nvSpPr>
        <p:spPr>
          <a:xfrm xmlns:a="http://schemas.openxmlformats.org/drawingml/2006/main">
            <a:off x="6132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3" name="diagram-line-593">
            <a:extLst xmlns:a="http://schemas.openxmlformats.org/drawingml/2006/main">
              <a:ext uri="{FF2B5EF4-FFF2-40B4-BE49-F238E27FC236}">
                <a16:creationId xmlns:a16="http://schemas.microsoft.com/office/drawing/2014/main" id="{2085BE7D-9B95-4881-9571-3616F3255B02}"/>
              </a:ext>
            </a:extLst>
          </p:cNvPr>
          <p:cNvSpPr>
            <a:spLocks xmlns:a="http://schemas.openxmlformats.org/drawingml/2006/main" noGrp="1"/>
          </p:cNvSpPr>
          <p:nvPr/>
        </p:nvSpPr>
        <p:spPr>
          <a:xfrm xmlns:a="http://schemas.openxmlformats.org/drawingml/2006/main">
            <a:off x="1542479"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4" name="diagram-line-594">
            <a:extLst xmlns:a="http://schemas.openxmlformats.org/drawingml/2006/main">
              <a:ext uri="{FF2B5EF4-FFF2-40B4-BE49-F238E27FC236}">
                <a16:creationId xmlns:a16="http://schemas.microsoft.com/office/drawing/2014/main" id="{463365AD-8AA0-440A-9937-333062A8BB00}"/>
              </a:ext>
            </a:extLst>
          </p:cNvPr>
          <p:cNvSpPr>
            <a:spLocks xmlns:a="http://schemas.openxmlformats.org/drawingml/2006/main" noGrp="1"/>
          </p:cNvSpPr>
          <p:nvPr/>
        </p:nvSpPr>
        <p:spPr>
          <a:xfrm xmlns:a="http://schemas.openxmlformats.org/drawingml/2006/main">
            <a:off x="1542479"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5" name="diagram-line-595">
            <a:extLst xmlns:a="http://schemas.openxmlformats.org/drawingml/2006/main">
              <a:ext uri="{FF2B5EF4-FFF2-40B4-BE49-F238E27FC236}">
                <a16:creationId xmlns:a16="http://schemas.microsoft.com/office/drawing/2014/main" id="{B2527023-3ADD-4980-A53A-F52238CBB1D5}"/>
              </a:ext>
            </a:extLst>
          </p:cNvPr>
          <p:cNvSpPr>
            <a:spLocks xmlns:a="http://schemas.openxmlformats.org/drawingml/2006/main" noGrp="1"/>
          </p:cNvSpPr>
          <p:nvPr/>
        </p:nvSpPr>
        <p:spPr>
          <a:xfrm xmlns:a="http://schemas.openxmlformats.org/drawingml/2006/main">
            <a:off x="1542479"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6" name="diagram-line-596">
            <a:extLst xmlns:a="http://schemas.openxmlformats.org/drawingml/2006/main">
              <a:ext uri="{FF2B5EF4-FFF2-40B4-BE49-F238E27FC236}">
                <a16:creationId xmlns:a16="http://schemas.microsoft.com/office/drawing/2014/main" id="{6A4AB5BD-E233-4D3F-A734-928E8B2774FE}"/>
              </a:ext>
            </a:extLst>
          </p:cNvPr>
          <p:cNvSpPr>
            <a:spLocks xmlns:a="http://schemas.openxmlformats.org/drawingml/2006/main" noGrp="1"/>
          </p:cNvSpPr>
          <p:nvPr/>
        </p:nvSpPr>
        <p:spPr>
          <a:xfrm xmlns:a="http://schemas.openxmlformats.org/drawingml/2006/main">
            <a:off x="1542479"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7" name="diagram-line-597">
            <a:extLst xmlns:a="http://schemas.openxmlformats.org/drawingml/2006/main">
              <a:ext uri="{FF2B5EF4-FFF2-40B4-BE49-F238E27FC236}">
                <a16:creationId xmlns:a16="http://schemas.microsoft.com/office/drawing/2014/main" id="{70DB09F5-50C7-485A-9095-71EF69DE4E3F}"/>
              </a:ext>
            </a:extLst>
          </p:cNvPr>
          <p:cNvSpPr>
            <a:spLocks xmlns:a="http://schemas.openxmlformats.org/drawingml/2006/main" noGrp="1"/>
          </p:cNvSpPr>
          <p:nvPr/>
        </p:nvSpPr>
        <p:spPr>
          <a:xfrm xmlns:a="http://schemas.openxmlformats.org/drawingml/2006/main">
            <a:off x="1542479"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8" name="diagram-line-598">
            <a:extLst xmlns:a="http://schemas.openxmlformats.org/drawingml/2006/main">
              <a:ext uri="{FF2B5EF4-FFF2-40B4-BE49-F238E27FC236}">
                <a16:creationId xmlns:a16="http://schemas.microsoft.com/office/drawing/2014/main" id="{3A35300C-8FA1-4E28-AA9C-D59FA417E04A}"/>
              </a:ext>
            </a:extLst>
          </p:cNvPr>
          <p:cNvSpPr>
            <a:spLocks xmlns:a="http://schemas.openxmlformats.org/drawingml/2006/main" noGrp="1"/>
          </p:cNvSpPr>
          <p:nvPr/>
        </p:nvSpPr>
        <p:spPr>
          <a:xfrm xmlns:a="http://schemas.openxmlformats.org/drawingml/2006/main">
            <a:off x="1542479"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9" name="diagram-line-599">
            <a:extLst xmlns:a="http://schemas.openxmlformats.org/drawingml/2006/main">
              <a:ext uri="{FF2B5EF4-FFF2-40B4-BE49-F238E27FC236}">
                <a16:creationId xmlns:a16="http://schemas.microsoft.com/office/drawing/2014/main" id="{A7353203-74EB-4FE0-8FCF-E9085D030FBE}"/>
              </a:ext>
            </a:extLst>
          </p:cNvPr>
          <p:cNvSpPr>
            <a:spLocks xmlns:a="http://schemas.openxmlformats.org/drawingml/2006/main" noGrp="1"/>
          </p:cNvSpPr>
          <p:nvPr/>
        </p:nvSpPr>
        <p:spPr>
          <a:xfrm xmlns:a="http://schemas.openxmlformats.org/drawingml/2006/main">
            <a:off x="1542479"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0" name="diagram-line-600">
            <a:extLst xmlns:a="http://schemas.openxmlformats.org/drawingml/2006/main">
              <a:ext uri="{FF2B5EF4-FFF2-40B4-BE49-F238E27FC236}">
                <a16:creationId xmlns:a16="http://schemas.microsoft.com/office/drawing/2014/main" id="{1BDCF773-D078-469C-A825-0B9D9E4083FC}"/>
              </a:ext>
            </a:extLst>
          </p:cNvPr>
          <p:cNvSpPr>
            <a:spLocks xmlns:a="http://schemas.openxmlformats.org/drawingml/2006/main" noGrp="1"/>
          </p:cNvSpPr>
          <p:nvPr/>
        </p:nvSpPr>
        <p:spPr>
          <a:xfrm xmlns:a="http://schemas.openxmlformats.org/drawingml/2006/main">
            <a:off x="1542479"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1" name="diagram-line-601">
            <a:extLst xmlns:a="http://schemas.openxmlformats.org/drawingml/2006/main">
              <a:ext uri="{FF2B5EF4-FFF2-40B4-BE49-F238E27FC236}">
                <a16:creationId xmlns:a16="http://schemas.microsoft.com/office/drawing/2014/main" id="{88890F26-6591-417C-BB2D-F2E7965FB8A3}"/>
              </a:ext>
            </a:extLst>
          </p:cNvPr>
          <p:cNvSpPr>
            <a:spLocks xmlns:a="http://schemas.openxmlformats.org/drawingml/2006/main" noGrp="1"/>
          </p:cNvSpPr>
          <p:nvPr/>
        </p:nvSpPr>
        <p:spPr>
          <a:xfrm xmlns:a="http://schemas.openxmlformats.org/drawingml/2006/main">
            <a:off x="1542479"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2" name="diagram-line-602">
            <a:extLst xmlns:a="http://schemas.openxmlformats.org/drawingml/2006/main">
              <a:ext uri="{FF2B5EF4-FFF2-40B4-BE49-F238E27FC236}">
                <a16:creationId xmlns:a16="http://schemas.microsoft.com/office/drawing/2014/main" id="{CB65931F-36D0-4640-B4AE-0DBADE5C2BFF}"/>
              </a:ext>
            </a:extLst>
          </p:cNvPr>
          <p:cNvSpPr>
            <a:spLocks xmlns:a="http://schemas.openxmlformats.org/drawingml/2006/main" noGrp="1"/>
          </p:cNvSpPr>
          <p:nvPr/>
        </p:nvSpPr>
        <p:spPr>
          <a:xfrm xmlns:a="http://schemas.openxmlformats.org/drawingml/2006/main">
            <a:off x="1542479"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3" name="diagram-line-603">
            <a:extLst xmlns:a="http://schemas.openxmlformats.org/drawingml/2006/main">
              <a:ext uri="{FF2B5EF4-FFF2-40B4-BE49-F238E27FC236}">
                <a16:creationId xmlns:a16="http://schemas.microsoft.com/office/drawing/2014/main" id="{3579B169-89DE-490C-81B5-15A355596A5E}"/>
              </a:ext>
            </a:extLst>
          </p:cNvPr>
          <p:cNvSpPr>
            <a:spLocks xmlns:a="http://schemas.openxmlformats.org/drawingml/2006/main" noGrp="1"/>
          </p:cNvSpPr>
          <p:nvPr/>
        </p:nvSpPr>
        <p:spPr>
          <a:xfrm xmlns:a="http://schemas.openxmlformats.org/drawingml/2006/main">
            <a:off x="1542479"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4" name="diagram-line-604">
            <a:extLst xmlns:a="http://schemas.openxmlformats.org/drawingml/2006/main">
              <a:ext uri="{FF2B5EF4-FFF2-40B4-BE49-F238E27FC236}">
                <a16:creationId xmlns:a16="http://schemas.microsoft.com/office/drawing/2014/main" id="{97811E10-D863-4139-8BF3-A3A1F0E70D2A}"/>
              </a:ext>
            </a:extLst>
          </p:cNvPr>
          <p:cNvSpPr>
            <a:spLocks xmlns:a="http://schemas.openxmlformats.org/drawingml/2006/main" noGrp="1"/>
          </p:cNvSpPr>
          <p:nvPr/>
        </p:nvSpPr>
        <p:spPr>
          <a:xfrm xmlns:a="http://schemas.openxmlformats.org/drawingml/2006/main">
            <a:off x="1542479"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5" name="diagram-line-605">
            <a:extLst xmlns:a="http://schemas.openxmlformats.org/drawingml/2006/main">
              <a:ext uri="{FF2B5EF4-FFF2-40B4-BE49-F238E27FC236}">
                <a16:creationId xmlns:a16="http://schemas.microsoft.com/office/drawing/2014/main" id="{660ADFB1-DE03-441D-B0E3-E9BE5F8EE21E}"/>
              </a:ext>
            </a:extLst>
          </p:cNvPr>
          <p:cNvSpPr>
            <a:spLocks xmlns:a="http://schemas.openxmlformats.org/drawingml/2006/main" noGrp="1"/>
          </p:cNvSpPr>
          <p:nvPr/>
        </p:nvSpPr>
        <p:spPr>
          <a:xfrm xmlns:a="http://schemas.openxmlformats.org/drawingml/2006/main">
            <a:off x="24805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6" name="diagram-line-606">
            <a:extLst xmlns:a="http://schemas.openxmlformats.org/drawingml/2006/main">
              <a:ext uri="{FF2B5EF4-FFF2-40B4-BE49-F238E27FC236}">
                <a16:creationId xmlns:a16="http://schemas.microsoft.com/office/drawing/2014/main" id="{945040B7-C71E-49DF-98C6-2E244BEC6046}"/>
              </a:ext>
            </a:extLst>
          </p:cNvPr>
          <p:cNvSpPr>
            <a:spLocks xmlns:a="http://schemas.openxmlformats.org/drawingml/2006/main" noGrp="1"/>
          </p:cNvSpPr>
          <p:nvPr/>
        </p:nvSpPr>
        <p:spPr>
          <a:xfrm xmlns:a="http://schemas.openxmlformats.org/drawingml/2006/main">
            <a:off x="24805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7" name="diagram-line-607">
            <a:extLst xmlns:a="http://schemas.openxmlformats.org/drawingml/2006/main">
              <a:ext uri="{FF2B5EF4-FFF2-40B4-BE49-F238E27FC236}">
                <a16:creationId xmlns:a16="http://schemas.microsoft.com/office/drawing/2014/main" id="{8A6C8F11-ED27-4469-948D-5C0582DD5CC5}"/>
              </a:ext>
            </a:extLst>
          </p:cNvPr>
          <p:cNvSpPr>
            <a:spLocks xmlns:a="http://schemas.openxmlformats.org/drawingml/2006/main" noGrp="1"/>
          </p:cNvSpPr>
          <p:nvPr/>
        </p:nvSpPr>
        <p:spPr>
          <a:xfrm xmlns:a="http://schemas.openxmlformats.org/drawingml/2006/main">
            <a:off x="24805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8" name="diagram-line-608">
            <a:extLst xmlns:a="http://schemas.openxmlformats.org/drawingml/2006/main">
              <a:ext uri="{FF2B5EF4-FFF2-40B4-BE49-F238E27FC236}">
                <a16:creationId xmlns:a16="http://schemas.microsoft.com/office/drawing/2014/main" id="{94F51D7C-0070-4F57-9A01-378C443CC7E1}"/>
              </a:ext>
            </a:extLst>
          </p:cNvPr>
          <p:cNvSpPr>
            <a:spLocks xmlns:a="http://schemas.openxmlformats.org/drawingml/2006/main" noGrp="1"/>
          </p:cNvSpPr>
          <p:nvPr/>
        </p:nvSpPr>
        <p:spPr>
          <a:xfrm xmlns:a="http://schemas.openxmlformats.org/drawingml/2006/main">
            <a:off x="24805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9" name="diagram-line-609">
            <a:extLst xmlns:a="http://schemas.openxmlformats.org/drawingml/2006/main">
              <a:ext uri="{FF2B5EF4-FFF2-40B4-BE49-F238E27FC236}">
                <a16:creationId xmlns:a16="http://schemas.microsoft.com/office/drawing/2014/main" id="{A5FC78FC-E0F1-461C-9512-BE94DC98E8A9}"/>
              </a:ext>
            </a:extLst>
          </p:cNvPr>
          <p:cNvSpPr>
            <a:spLocks xmlns:a="http://schemas.openxmlformats.org/drawingml/2006/main" noGrp="1"/>
          </p:cNvSpPr>
          <p:nvPr/>
        </p:nvSpPr>
        <p:spPr>
          <a:xfrm xmlns:a="http://schemas.openxmlformats.org/drawingml/2006/main">
            <a:off x="24805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0" name="diagram-line-610">
            <a:extLst xmlns:a="http://schemas.openxmlformats.org/drawingml/2006/main">
              <a:ext uri="{FF2B5EF4-FFF2-40B4-BE49-F238E27FC236}">
                <a16:creationId xmlns:a16="http://schemas.microsoft.com/office/drawing/2014/main" id="{FE152AF0-EE8B-4F1C-973E-D0484DA79111}"/>
              </a:ext>
            </a:extLst>
          </p:cNvPr>
          <p:cNvSpPr>
            <a:spLocks xmlns:a="http://schemas.openxmlformats.org/drawingml/2006/main" noGrp="1"/>
          </p:cNvSpPr>
          <p:nvPr/>
        </p:nvSpPr>
        <p:spPr>
          <a:xfrm xmlns:a="http://schemas.openxmlformats.org/drawingml/2006/main">
            <a:off x="24805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1" name="diagram-line-611">
            <a:extLst xmlns:a="http://schemas.openxmlformats.org/drawingml/2006/main">
              <a:ext uri="{FF2B5EF4-FFF2-40B4-BE49-F238E27FC236}">
                <a16:creationId xmlns:a16="http://schemas.microsoft.com/office/drawing/2014/main" id="{31EBBD0C-641A-4164-A0DB-F6E874EF4392}"/>
              </a:ext>
            </a:extLst>
          </p:cNvPr>
          <p:cNvSpPr>
            <a:spLocks xmlns:a="http://schemas.openxmlformats.org/drawingml/2006/main" noGrp="1"/>
          </p:cNvSpPr>
          <p:nvPr/>
        </p:nvSpPr>
        <p:spPr>
          <a:xfrm xmlns:a="http://schemas.openxmlformats.org/drawingml/2006/main">
            <a:off x="24805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2" name="diagram-line-612">
            <a:extLst xmlns:a="http://schemas.openxmlformats.org/drawingml/2006/main">
              <a:ext uri="{FF2B5EF4-FFF2-40B4-BE49-F238E27FC236}">
                <a16:creationId xmlns:a16="http://schemas.microsoft.com/office/drawing/2014/main" id="{D1A75AC5-BDA9-482F-A026-17DF7EF89F73}"/>
              </a:ext>
            </a:extLst>
          </p:cNvPr>
          <p:cNvSpPr>
            <a:spLocks xmlns:a="http://schemas.openxmlformats.org/drawingml/2006/main" noGrp="1"/>
          </p:cNvSpPr>
          <p:nvPr/>
        </p:nvSpPr>
        <p:spPr>
          <a:xfrm xmlns:a="http://schemas.openxmlformats.org/drawingml/2006/main">
            <a:off x="24805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3" name="diagram-line-613">
            <a:extLst xmlns:a="http://schemas.openxmlformats.org/drawingml/2006/main">
              <a:ext uri="{FF2B5EF4-FFF2-40B4-BE49-F238E27FC236}">
                <a16:creationId xmlns:a16="http://schemas.microsoft.com/office/drawing/2014/main" id="{CE162E5A-DC18-43B8-BBF7-6A5667DC8B13}"/>
              </a:ext>
            </a:extLst>
          </p:cNvPr>
          <p:cNvSpPr>
            <a:spLocks xmlns:a="http://schemas.openxmlformats.org/drawingml/2006/main" noGrp="1"/>
          </p:cNvSpPr>
          <p:nvPr/>
        </p:nvSpPr>
        <p:spPr>
          <a:xfrm xmlns:a="http://schemas.openxmlformats.org/drawingml/2006/main">
            <a:off x="24805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4" name="diagram-line-614">
            <a:extLst xmlns:a="http://schemas.openxmlformats.org/drawingml/2006/main">
              <a:ext uri="{FF2B5EF4-FFF2-40B4-BE49-F238E27FC236}">
                <a16:creationId xmlns:a16="http://schemas.microsoft.com/office/drawing/2014/main" id="{A422D95B-3BAB-4035-9F38-0F529695F7B8}"/>
              </a:ext>
            </a:extLst>
          </p:cNvPr>
          <p:cNvSpPr>
            <a:spLocks xmlns:a="http://schemas.openxmlformats.org/drawingml/2006/main" noGrp="1"/>
          </p:cNvSpPr>
          <p:nvPr/>
        </p:nvSpPr>
        <p:spPr>
          <a:xfrm xmlns:a="http://schemas.openxmlformats.org/drawingml/2006/main">
            <a:off x="24805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5" name="diagram-line-615">
            <a:extLst xmlns:a="http://schemas.openxmlformats.org/drawingml/2006/main">
              <a:ext uri="{FF2B5EF4-FFF2-40B4-BE49-F238E27FC236}">
                <a16:creationId xmlns:a16="http://schemas.microsoft.com/office/drawing/2014/main" id="{82581021-892F-49A4-AA13-38707B823DD6}"/>
              </a:ext>
            </a:extLst>
          </p:cNvPr>
          <p:cNvSpPr>
            <a:spLocks xmlns:a="http://schemas.openxmlformats.org/drawingml/2006/main" noGrp="1"/>
          </p:cNvSpPr>
          <p:nvPr/>
        </p:nvSpPr>
        <p:spPr>
          <a:xfrm xmlns:a="http://schemas.openxmlformats.org/drawingml/2006/main">
            <a:off x="24805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6" name="diagram-line-616">
            <a:extLst xmlns:a="http://schemas.openxmlformats.org/drawingml/2006/main">
              <a:ext uri="{FF2B5EF4-FFF2-40B4-BE49-F238E27FC236}">
                <a16:creationId xmlns:a16="http://schemas.microsoft.com/office/drawing/2014/main" id="{BCED48E3-8054-43B4-AF4D-21CA147AAE3A}"/>
              </a:ext>
            </a:extLst>
          </p:cNvPr>
          <p:cNvSpPr>
            <a:spLocks xmlns:a="http://schemas.openxmlformats.org/drawingml/2006/main" noGrp="1"/>
          </p:cNvSpPr>
          <p:nvPr/>
        </p:nvSpPr>
        <p:spPr>
          <a:xfrm xmlns:a="http://schemas.openxmlformats.org/drawingml/2006/main">
            <a:off x="24805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7" name="diagram-line-617">
            <a:extLst xmlns:a="http://schemas.openxmlformats.org/drawingml/2006/main">
              <a:ext uri="{FF2B5EF4-FFF2-40B4-BE49-F238E27FC236}">
                <a16:creationId xmlns:a16="http://schemas.microsoft.com/office/drawing/2014/main" id="{4C8CD542-D76E-4FCE-A0A2-787F393DF02D}"/>
              </a:ext>
            </a:extLst>
          </p:cNvPr>
          <p:cNvSpPr>
            <a:spLocks xmlns:a="http://schemas.openxmlformats.org/drawingml/2006/main" noGrp="1"/>
          </p:cNvSpPr>
          <p:nvPr/>
        </p:nvSpPr>
        <p:spPr>
          <a:xfrm xmlns:a="http://schemas.openxmlformats.org/drawingml/2006/main">
            <a:off x="3240024"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8" name="diagram-line-618">
            <a:extLst xmlns:a="http://schemas.openxmlformats.org/drawingml/2006/main">
              <a:ext uri="{FF2B5EF4-FFF2-40B4-BE49-F238E27FC236}">
                <a16:creationId xmlns:a16="http://schemas.microsoft.com/office/drawing/2014/main" id="{A2528ECF-8B26-4144-A66A-2D67A16324F1}"/>
              </a:ext>
            </a:extLst>
          </p:cNvPr>
          <p:cNvSpPr>
            <a:spLocks xmlns:a="http://schemas.openxmlformats.org/drawingml/2006/main" noGrp="1"/>
          </p:cNvSpPr>
          <p:nvPr/>
        </p:nvSpPr>
        <p:spPr>
          <a:xfrm xmlns:a="http://schemas.openxmlformats.org/drawingml/2006/main">
            <a:off x="3240024"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9" name="diagram-line-619">
            <a:extLst xmlns:a="http://schemas.openxmlformats.org/drawingml/2006/main">
              <a:ext uri="{FF2B5EF4-FFF2-40B4-BE49-F238E27FC236}">
                <a16:creationId xmlns:a16="http://schemas.microsoft.com/office/drawing/2014/main" id="{81151338-B549-40A2-B1EB-B89FE8E2D201}"/>
              </a:ext>
            </a:extLst>
          </p:cNvPr>
          <p:cNvSpPr>
            <a:spLocks xmlns:a="http://schemas.openxmlformats.org/drawingml/2006/main" noGrp="1"/>
          </p:cNvSpPr>
          <p:nvPr/>
        </p:nvSpPr>
        <p:spPr>
          <a:xfrm xmlns:a="http://schemas.openxmlformats.org/drawingml/2006/main">
            <a:off x="3240024"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0" name="diagram-line-620">
            <a:extLst xmlns:a="http://schemas.openxmlformats.org/drawingml/2006/main">
              <a:ext uri="{FF2B5EF4-FFF2-40B4-BE49-F238E27FC236}">
                <a16:creationId xmlns:a16="http://schemas.microsoft.com/office/drawing/2014/main" id="{F230E1AC-D329-4E66-9BAD-51F75DC83672}"/>
              </a:ext>
            </a:extLst>
          </p:cNvPr>
          <p:cNvSpPr>
            <a:spLocks xmlns:a="http://schemas.openxmlformats.org/drawingml/2006/main" noGrp="1"/>
          </p:cNvSpPr>
          <p:nvPr/>
        </p:nvSpPr>
        <p:spPr>
          <a:xfrm xmlns:a="http://schemas.openxmlformats.org/drawingml/2006/main">
            <a:off x="3240024"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1" name="diagram-line-621">
            <a:extLst xmlns:a="http://schemas.openxmlformats.org/drawingml/2006/main">
              <a:ext uri="{FF2B5EF4-FFF2-40B4-BE49-F238E27FC236}">
                <a16:creationId xmlns:a16="http://schemas.microsoft.com/office/drawing/2014/main" id="{A9916A11-E338-4CF8-88B7-C35F2C146BA0}"/>
              </a:ext>
            </a:extLst>
          </p:cNvPr>
          <p:cNvSpPr>
            <a:spLocks xmlns:a="http://schemas.openxmlformats.org/drawingml/2006/main" noGrp="1"/>
          </p:cNvSpPr>
          <p:nvPr/>
        </p:nvSpPr>
        <p:spPr>
          <a:xfrm xmlns:a="http://schemas.openxmlformats.org/drawingml/2006/main">
            <a:off x="3240024"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2" name="diagram-line-622">
            <a:extLst xmlns:a="http://schemas.openxmlformats.org/drawingml/2006/main">
              <a:ext uri="{FF2B5EF4-FFF2-40B4-BE49-F238E27FC236}">
                <a16:creationId xmlns:a16="http://schemas.microsoft.com/office/drawing/2014/main" id="{E1981750-D71C-4748-89FD-BBE3F042C0F4}"/>
              </a:ext>
            </a:extLst>
          </p:cNvPr>
          <p:cNvSpPr>
            <a:spLocks xmlns:a="http://schemas.openxmlformats.org/drawingml/2006/main" noGrp="1"/>
          </p:cNvSpPr>
          <p:nvPr/>
        </p:nvSpPr>
        <p:spPr>
          <a:xfrm xmlns:a="http://schemas.openxmlformats.org/drawingml/2006/main">
            <a:off x="3240024"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3" name="diagram-line-623">
            <a:extLst xmlns:a="http://schemas.openxmlformats.org/drawingml/2006/main">
              <a:ext uri="{FF2B5EF4-FFF2-40B4-BE49-F238E27FC236}">
                <a16:creationId xmlns:a16="http://schemas.microsoft.com/office/drawing/2014/main" id="{8809A510-9E05-460A-A174-E13CC442BE07}"/>
              </a:ext>
            </a:extLst>
          </p:cNvPr>
          <p:cNvSpPr>
            <a:spLocks xmlns:a="http://schemas.openxmlformats.org/drawingml/2006/main" noGrp="1"/>
          </p:cNvSpPr>
          <p:nvPr/>
        </p:nvSpPr>
        <p:spPr>
          <a:xfrm xmlns:a="http://schemas.openxmlformats.org/drawingml/2006/main">
            <a:off x="3240024"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4" name="diagram-line-624">
            <a:extLst xmlns:a="http://schemas.openxmlformats.org/drawingml/2006/main">
              <a:ext uri="{FF2B5EF4-FFF2-40B4-BE49-F238E27FC236}">
                <a16:creationId xmlns:a16="http://schemas.microsoft.com/office/drawing/2014/main" id="{76D1B96B-F77A-40D8-9DB1-1C11E26339F6}"/>
              </a:ext>
            </a:extLst>
          </p:cNvPr>
          <p:cNvSpPr>
            <a:spLocks xmlns:a="http://schemas.openxmlformats.org/drawingml/2006/main" noGrp="1"/>
          </p:cNvSpPr>
          <p:nvPr/>
        </p:nvSpPr>
        <p:spPr>
          <a:xfrm xmlns:a="http://schemas.openxmlformats.org/drawingml/2006/main">
            <a:off x="3240024"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5" name="diagram-line-625">
            <a:extLst xmlns:a="http://schemas.openxmlformats.org/drawingml/2006/main">
              <a:ext uri="{FF2B5EF4-FFF2-40B4-BE49-F238E27FC236}">
                <a16:creationId xmlns:a16="http://schemas.microsoft.com/office/drawing/2014/main" id="{5A3F5ACD-B840-4557-B331-86C68B6590CA}"/>
              </a:ext>
            </a:extLst>
          </p:cNvPr>
          <p:cNvSpPr>
            <a:spLocks xmlns:a="http://schemas.openxmlformats.org/drawingml/2006/main" noGrp="1"/>
          </p:cNvSpPr>
          <p:nvPr/>
        </p:nvSpPr>
        <p:spPr>
          <a:xfrm xmlns:a="http://schemas.openxmlformats.org/drawingml/2006/main">
            <a:off x="3240024"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6" name="diagram-line-626">
            <a:extLst xmlns:a="http://schemas.openxmlformats.org/drawingml/2006/main">
              <a:ext uri="{FF2B5EF4-FFF2-40B4-BE49-F238E27FC236}">
                <a16:creationId xmlns:a16="http://schemas.microsoft.com/office/drawing/2014/main" id="{7CA6ABDC-97AF-4640-9663-7C094C8576A8}"/>
              </a:ext>
            </a:extLst>
          </p:cNvPr>
          <p:cNvSpPr>
            <a:spLocks xmlns:a="http://schemas.openxmlformats.org/drawingml/2006/main" noGrp="1"/>
          </p:cNvSpPr>
          <p:nvPr/>
        </p:nvSpPr>
        <p:spPr>
          <a:xfrm xmlns:a="http://schemas.openxmlformats.org/drawingml/2006/main">
            <a:off x="3240024"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7" name="diagram-line-627">
            <a:extLst xmlns:a="http://schemas.openxmlformats.org/drawingml/2006/main">
              <a:ext uri="{FF2B5EF4-FFF2-40B4-BE49-F238E27FC236}">
                <a16:creationId xmlns:a16="http://schemas.microsoft.com/office/drawing/2014/main" id="{C18B4440-1E20-4AA1-8034-6C047E073370}"/>
              </a:ext>
            </a:extLst>
          </p:cNvPr>
          <p:cNvSpPr>
            <a:spLocks xmlns:a="http://schemas.openxmlformats.org/drawingml/2006/main" noGrp="1"/>
          </p:cNvSpPr>
          <p:nvPr/>
        </p:nvSpPr>
        <p:spPr>
          <a:xfrm xmlns:a="http://schemas.openxmlformats.org/drawingml/2006/main">
            <a:off x="3240024"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8" name="diagram-line-628">
            <a:extLst xmlns:a="http://schemas.openxmlformats.org/drawingml/2006/main">
              <a:ext uri="{FF2B5EF4-FFF2-40B4-BE49-F238E27FC236}">
                <a16:creationId xmlns:a16="http://schemas.microsoft.com/office/drawing/2014/main" id="{3DDAF032-C0D3-43D9-8475-35D8F8CBB541}"/>
              </a:ext>
            </a:extLst>
          </p:cNvPr>
          <p:cNvSpPr>
            <a:spLocks xmlns:a="http://schemas.openxmlformats.org/drawingml/2006/main" noGrp="1"/>
          </p:cNvSpPr>
          <p:nvPr/>
        </p:nvSpPr>
        <p:spPr>
          <a:xfrm xmlns:a="http://schemas.openxmlformats.org/drawingml/2006/main">
            <a:off x="3240024"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9" name="diagram-line-629">
            <a:extLst xmlns:a="http://schemas.openxmlformats.org/drawingml/2006/main">
              <a:ext uri="{FF2B5EF4-FFF2-40B4-BE49-F238E27FC236}">
                <a16:creationId xmlns:a16="http://schemas.microsoft.com/office/drawing/2014/main" id="{9F3C818C-3ECD-4328-A285-A72E6DED3A1F}"/>
              </a:ext>
            </a:extLst>
          </p:cNvPr>
          <p:cNvSpPr>
            <a:spLocks xmlns:a="http://schemas.openxmlformats.org/drawingml/2006/main" noGrp="1"/>
          </p:cNvSpPr>
          <p:nvPr/>
        </p:nvSpPr>
        <p:spPr>
          <a:xfrm xmlns:a="http://schemas.openxmlformats.org/drawingml/2006/main">
            <a:off x="943870" y="3525317"/>
            <a:ext cx="179" cy="1098937"/>
          </a:xfrm>
          <a:custGeom xmlns:a="http://schemas.openxmlformats.org/drawingml/2006/main">
            <a:pathLst>
              <a:path w="191" h="1171575">
                <a:moveTo>
                  <a:pt x="0" y="0"/>
                </a:moveTo>
                <a:lnTo>
                  <a:pt x="0" y="1171575"/>
                </a:lnTo>
              </a:path>
            </a:pathLst>
          </a:custGeom>
          <a:noFill xmlns:a="http://schemas.openxmlformats.org/drawingml/2006/main"/>
          <a:ln xmlns:a="http://schemas.openxmlformats.org/drawingml/2006/main" w="13402">
            <a:solidFill>
              <a:srgbClr val="28849C"/>
            </a:solidFill>
          </a:ln>
        </p:spPr>
      </p:sp>
      <p:sp>
        <p:nvSpPr>
          <p:cNvPr id="160" name="diagram-poly-630">
            <a:extLst xmlns:a="http://schemas.openxmlformats.org/drawingml/2006/main">
              <a:ext uri="{FF2B5EF4-FFF2-40B4-BE49-F238E27FC236}">
                <a16:creationId xmlns:a16="http://schemas.microsoft.com/office/drawing/2014/main" id="{82B70D10-8762-42D6-939F-C9FA0C1292FF}"/>
              </a:ext>
            </a:extLst>
          </p:cNvPr>
          <p:cNvSpPr>
            <a:spLocks xmlns:a="http://schemas.openxmlformats.org/drawingml/2006/main" noGrp="1"/>
          </p:cNvSpPr>
          <p:nvPr/>
        </p:nvSpPr>
        <p:spPr>
          <a:xfrm xmlns:a="http://schemas.openxmlformats.org/drawingml/2006/main">
            <a:off x="916174" y="4561713"/>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61" name="diagram-line-631">
            <a:extLst xmlns:a="http://schemas.openxmlformats.org/drawingml/2006/main">
              <a:ext uri="{FF2B5EF4-FFF2-40B4-BE49-F238E27FC236}">
                <a16:creationId xmlns:a16="http://schemas.microsoft.com/office/drawing/2014/main" id="{80D96714-4EF5-4EE1-A3D8-471C77010178}"/>
              </a:ext>
            </a:extLst>
          </p:cNvPr>
          <p:cNvSpPr>
            <a:spLocks xmlns:a="http://schemas.openxmlformats.org/drawingml/2006/main" noGrp="1"/>
          </p:cNvSpPr>
          <p:nvPr/>
        </p:nvSpPr>
        <p:spPr>
          <a:xfrm xmlns:a="http://schemas.openxmlformats.org/drawingml/2006/main">
            <a:off x="1336986" y="3525317"/>
            <a:ext cx="179" cy="1098937"/>
          </a:xfrm>
          <a:custGeom xmlns:a="http://schemas.openxmlformats.org/drawingml/2006/main">
            <a:pathLst>
              <a:path w="191" h="1171575">
                <a:moveTo>
                  <a:pt x="0" y="1171575"/>
                </a:moveTo>
                <a:lnTo>
                  <a:pt x="0" y="0"/>
                </a:lnTo>
              </a:path>
            </a:pathLst>
          </a:custGeom>
          <a:noFill xmlns:a="http://schemas.openxmlformats.org/drawingml/2006/main"/>
          <a:ln xmlns:a="http://schemas.openxmlformats.org/drawingml/2006/main" w="13402">
            <a:solidFill>
              <a:srgbClr val="799A39"/>
            </a:solidFill>
          </a:ln>
        </p:spPr>
      </p:sp>
      <p:sp>
        <p:nvSpPr>
          <p:cNvPr id="162" name="diagram-poly-632">
            <a:extLst xmlns:a="http://schemas.openxmlformats.org/drawingml/2006/main">
              <a:ext uri="{FF2B5EF4-FFF2-40B4-BE49-F238E27FC236}">
                <a16:creationId xmlns:a16="http://schemas.microsoft.com/office/drawing/2014/main" id="{C3C4F5B0-88A4-4C6E-867E-5E3699B10E12}"/>
              </a:ext>
            </a:extLst>
          </p:cNvPr>
          <p:cNvSpPr>
            <a:spLocks xmlns:a="http://schemas.openxmlformats.org/drawingml/2006/main" noGrp="1"/>
          </p:cNvSpPr>
          <p:nvPr/>
        </p:nvSpPr>
        <p:spPr>
          <a:xfrm xmlns:a="http://schemas.openxmlformats.org/drawingml/2006/main">
            <a:off x="1309289" y="352531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63" name="revision-text-633">
            <a:extLst xmlns:a="http://schemas.openxmlformats.org/drawingml/2006/main">
              <a:ext uri="{FF2B5EF4-FFF2-40B4-BE49-F238E27FC236}">
                <a16:creationId xmlns:a16="http://schemas.microsoft.com/office/drawing/2014/main" id="{FF6A0DAD-F826-4E5E-9FDD-1322E973EB09}"/>
              </a:ext>
            </a:extLst>
          </p:cNvPr>
          <p:cNvSpPr>
            <a:spLocks xmlns:a="http://schemas.openxmlformats.org/drawingml/2006/main" noGrp="1"/>
          </p:cNvSpPr>
          <p:nvPr/>
        </p:nvSpPr>
        <p:spPr>
          <a:xfrm xmlns:a="http://schemas.openxmlformats.org/drawingml/2006/main">
            <a:off x="613296"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Control</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164" name="revision-text-634">
            <a:extLst xmlns:a="http://schemas.openxmlformats.org/drawingml/2006/main">
              <a:ext uri="{FF2B5EF4-FFF2-40B4-BE49-F238E27FC236}">
                <a16:creationId xmlns:a16="http://schemas.microsoft.com/office/drawing/2014/main" id="{47F2EB55-5E54-4DFF-A2A5-14CCCA726C42}"/>
              </a:ext>
            </a:extLst>
          </p:cNvPr>
          <p:cNvSpPr>
            <a:spLocks xmlns:a="http://schemas.openxmlformats.org/drawingml/2006/main" noGrp="1"/>
          </p:cNvSpPr>
          <p:nvPr/>
        </p:nvSpPr>
        <p:spPr>
          <a:xfrm xmlns:a="http://schemas.openxmlformats.org/drawingml/2006/main">
            <a:off x="1363790"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Data</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65" name="diagram-line-635">
            <a:extLst xmlns:a="http://schemas.openxmlformats.org/drawingml/2006/main">
              <a:ext uri="{FF2B5EF4-FFF2-40B4-BE49-F238E27FC236}">
                <a16:creationId xmlns:a16="http://schemas.microsoft.com/office/drawing/2014/main" id="{7051A056-E588-4007-B77C-94C67CA53B33}"/>
              </a:ext>
            </a:extLst>
          </p:cNvPr>
          <p:cNvSpPr>
            <a:spLocks xmlns:a="http://schemas.openxmlformats.org/drawingml/2006/main" noGrp="1"/>
          </p:cNvSpPr>
          <p:nvPr/>
        </p:nvSpPr>
        <p:spPr>
          <a:xfrm xmlns:a="http://schemas.openxmlformats.org/drawingml/2006/main">
            <a:off x="6132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6" name="diagram-line-636">
            <a:extLst xmlns:a="http://schemas.openxmlformats.org/drawingml/2006/main">
              <a:ext uri="{FF2B5EF4-FFF2-40B4-BE49-F238E27FC236}">
                <a16:creationId xmlns:a16="http://schemas.microsoft.com/office/drawing/2014/main" id="{34050F61-650C-4D1D-B01F-FBB13B95734C}"/>
              </a:ext>
            </a:extLst>
          </p:cNvPr>
          <p:cNvSpPr>
            <a:spLocks xmlns:a="http://schemas.openxmlformats.org/drawingml/2006/main" noGrp="1"/>
          </p:cNvSpPr>
          <p:nvPr/>
        </p:nvSpPr>
        <p:spPr>
          <a:xfrm xmlns:a="http://schemas.openxmlformats.org/drawingml/2006/main">
            <a:off x="6132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7" name="diagram-line-637">
            <a:extLst xmlns:a="http://schemas.openxmlformats.org/drawingml/2006/main">
              <a:ext uri="{FF2B5EF4-FFF2-40B4-BE49-F238E27FC236}">
                <a16:creationId xmlns:a16="http://schemas.microsoft.com/office/drawing/2014/main" id="{1431DBE8-F5FB-4FF5-A304-9A51B1069E35}"/>
              </a:ext>
            </a:extLst>
          </p:cNvPr>
          <p:cNvSpPr>
            <a:spLocks xmlns:a="http://schemas.openxmlformats.org/drawingml/2006/main" noGrp="1"/>
          </p:cNvSpPr>
          <p:nvPr/>
        </p:nvSpPr>
        <p:spPr>
          <a:xfrm xmlns:a="http://schemas.openxmlformats.org/drawingml/2006/main">
            <a:off x="6132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8" name="diagram-line-638">
            <a:extLst xmlns:a="http://schemas.openxmlformats.org/drawingml/2006/main">
              <a:ext uri="{FF2B5EF4-FFF2-40B4-BE49-F238E27FC236}">
                <a16:creationId xmlns:a16="http://schemas.microsoft.com/office/drawing/2014/main" id="{B9FCE04D-2513-460E-A4CC-76B65E68A8D1}"/>
              </a:ext>
            </a:extLst>
          </p:cNvPr>
          <p:cNvSpPr>
            <a:spLocks xmlns:a="http://schemas.openxmlformats.org/drawingml/2006/main" noGrp="1"/>
          </p:cNvSpPr>
          <p:nvPr/>
        </p:nvSpPr>
        <p:spPr>
          <a:xfrm xmlns:a="http://schemas.openxmlformats.org/drawingml/2006/main">
            <a:off x="6132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9" name="diagram-line-639">
            <a:extLst xmlns:a="http://schemas.openxmlformats.org/drawingml/2006/main">
              <a:ext uri="{FF2B5EF4-FFF2-40B4-BE49-F238E27FC236}">
                <a16:creationId xmlns:a16="http://schemas.microsoft.com/office/drawing/2014/main" id="{2B80CAEA-6DAA-4767-AE26-64BA02C2D83A}"/>
              </a:ext>
            </a:extLst>
          </p:cNvPr>
          <p:cNvSpPr>
            <a:spLocks xmlns:a="http://schemas.openxmlformats.org/drawingml/2006/main" noGrp="1"/>
          </p:cNvSpPr>
          <p:nvPr/>
        </p:nvSpPr>
        <p:spPr>
          <a:xfrm xmlns:a="http://schemas.openxmlformats.org/drawingml/2006/main">
            <a:off x="6132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0" name="diagram-line-640">
            <a:extLst xmlns:a="http://schemas.openxmlformats.org/drawingml/2006/main">
              <a:ext uri="{FF2B5EF4-FFF2-40B4-BE49-F238E27FC236}">
                <a16:creationId xmlns:a16="http://schemas.microsoft.com/office/drawing/2014/main" id="{C65C70D4-7313-4F93-BD9E-DEFE973E3202}"/>
              </a:ext>
            </a:extLst>
          </p:cNvPr>
          <p:cNvSpPr>
            <a:spLocks xmlns:a="http://schemas.openxmlformats.org/drawingml/2006/main" noGrp="1"/>
          </p:cNvSpPr>
          <p:nvPr/>
        </p:nvSpPr>
        <p:spPr>
          <a:xfrm xmlns:a="http://schemas.openxmlformats.org/drawingml/2006/main">
            <a:off x="6132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1" name="diagram-line-641">
            <a:extLst xmlns:a="http://schemas.openxmlformats.org/drawingml/2006/main">
              <a:ext uri="{FF2B5EF4-FFF2-40B4-BE49-F238E27FC236}">
                <a16:creationId xmlns:a16="http://schemas.microsoft.com/office/drawing/2014/main" id="{4C543D40-3184-48DE-AC11-2051A3BAA6D0}"/>
              </a:ext>
            </a:extLst>
          </p:cNvPr>
          <p:cNvSpPr>
            <a:spLocks xmlns:a="http://schemas.openxmlformats.org/drawingml/2006/main" noGrp="1"/>
          </p:cNvSpPr>
          <p:nvPr/>
        </p:nvSpPr>
        <p:spPr>
          <a:xfrm xmlns:a="http://schemas.openxmlformats.org/drawingml/2006/main">
            <a:off x="6132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2" name="diagram-line-642">
            <a:extLst xmlns:a="http://schemas.openxmlformats.org/drawingml/2006/main">
              <a:ext uri="{FF2B5EF4-FFF2-40B4-BE49-F238E27FC236}">
                <a16:creationId xmlns:a16="http://schemas.microsoft.com/office/drawing/2014/main" id="{C603FC67-9619-4546-96EE-D3F913A3D9ED}"/>
              </a:ext>
            </a:extLst>
          </p:cNvPr>
          <p:cNvSpPr>
            <a:spLocks xmlns:a="http://schemas.openxmlformats.org/drawingml/2006/main" noGrp="1"/>
          </p:cNvSpPr>
          <p:nvPr/>
        </p:nvSpPr>
        <p:spPr>
          <a:xfrm xmlns:a="http://schemas.openxmlformats.org/drawingml/2006/main">
            <a:off x="6132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3" name="diagram-line-643">
            <a:extLst xmlns:a="http://schemas.openxmlformats.org/drawingml/2006/main">
              <a:ext uri="{FF2B5EF4-FFF2-40B4-BE49-F238E27FC236}">
                <a16:creationId xmlns:a16="http://schemas.microsoft.com/office/drawing/2014/main" id="{9AF26A5A-FF86-4370-92C7-A31FF2988432}"/>
              </a:ext>
            </a:extLst>
          </p:cNvPr>
          <p:cNvSpPr>
            <a:spLocks xmlns:a="http://schemas.openxmlformats.org/drawingml/2006/main" noGrp="1"/>
          </p:cNvSpPr>
          <p:nvPr/>
        </p:nvSpPr>
        <p:spPr>
          <a:xfrm xmlns:a="http://schemas.openxmlformats.org/drawingml/2006/main">
            <a:off x="6132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74" name="diagram-line-644">
            <a:extLst xmlns:a="http://schemas.openxmlformats.org/drawingml/2006/main">
              <a:ext uri="{FF2B5EF4-FFF2-40B4-BE49-F238E27FC236}">
                <a16:creationId xmlns:a16="http://schemas.microsoft.com/office/drawing/2014/main" id="{133A9F43-B8BC-46E4-83C2-9162BBABA5EB}"/>
              </a:ext>
            </a:extLst>
          </p:cNvPr>
          <p:cNvSpPr>
            <a:spLocks xmlns:a="http://schemas.openxmlformats.org/drawingml/2006/main" noGrp="1"/>
          </p:cNvSpPr>
          <p:nvPr/>
        </p:nvSpPr>
        <p:spPr>
          <a:xfrm xmlns:a="http://schemas.openxmlformats.org/drawingml/2006/main">
            <a:off x="1542479"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5" name="diagram-line-645">
            <a:extLst xmlns:a="http://schemas.openxmlformats.org/drawingml/2006/main">
              <a:ext uri="{FF2B5EF4-FFF2-40B4-BE49-F238E27FC236}">
                <a16:creationId xmlns:a16="http://schemas.microsoft.com/office/drawing/2014/main" id="{496BE79F-F6AF-4DF5-B008-D93C83AFAAD7}"/>
              </a:ext>
            </a:extLst>
          </p:cNvPr>
          <p:cNvSpPr>
            <a:spLocks xmlns:a="http://schemas.openxmlformats.org/drawingml/2006/main" noGrp="1"/>
          </p:cNvSpPr>
          <p:nvPr/>
        </p:nvSpPr>
        <p:spPr>
          <a:xfrm xmlns:a="http://schemas.openxmlformats.org/drawingml/2006/main">
            <a:off x="1542479"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6" name="diagram-line-646">
            <a:extLst xmlns:a="http://schemas.openxmlformats.org/drawingml/2006/main">
              <a:ext uri="{FF2B5EF4-FFF2-40B4-BE49-F238E27FC236}">
                <a16:creationId xmlns:a16="http://schemas.microsoft.com/office/drawing/2014/main" id="{02FBF9E1-C450-4972-AB7E-3EFF5FE9190E}"/>
              </a:ext>
            </a:extLst>
          </p:cNvPr>
          <p:cNvSpPr>
            <a:spLocks xmlns:a="http://schemas.openxmlformats.org/drawingml/2006/main" noGrp="1"/>
          </p:cNvSpPr>
          <p:nvPr/>
        </p:nvSpPr>
        <p:spPr>
          <a:xfrm xmlns:a="http://schemas.openxmlformats.org/drawingml/2006/main">
            <a:off x="1542479"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7" name="diagram-line-647">
            <a:extLst xmlns:a="http://schemas.openxmlformats.org/drawingml/2006/main">
              <a:ext uri="{FF2B5EF4-FFF2-40B4-BE49-F238E27FC236}">
                <a16:creationId xmlns:a16="http://schemas.microsoft.com/office/drawing/2014/main" id="{CD67C977-E4C5-4858-99BE-5366625274D6}"/>
              </a:ext>
            </a:extLst>
          </p:cNvPr>
          <p:cNvSpPr>
            <a:spLocks xmlns:a="http://schemas.openxmlformats.org/drawingml/2006/main" noGrp="1"/>
          </p:cNvSpPr>
          <p:nvPr/>
        </p:nvSpPr>
        <p:spPr>
          <a:xfrm xmlns:a="http://schemas.openxmlformats.org/drawingml/2006/main">
            <a:off x="1542479"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8" name="diagram-line-648">
            <a:extLst xmlns:a="http://schemas.openxmlformats.org/drawingml/2006/main">
              <a:ext uri="{FF2B5EF4-FFF2-40B4-BE49-F238E27FC236}">
                <a16:creationId xmlns:a16="http://schemas.microsoft.com/office/drawing/2014/main" id="{1978AC43-9C28-43FD-984F-AEE98135BA81}"/>
              </a:ext>
            </a:extLst>
          </p:cNvPr>
          <p:cNvSpPr>
            <a:spLocks xmlns:a="http://schemas.openxmlformats.org/drawingml/2006/main" noGrp="1"/>
          </p:cNvSpPr>
          <p:nvPr/>
        </p:nvSpPr>
        <p:spPr>
          <a:xfrm xmlns:a="http://schemas.openxmlformats.org/drawingml/2006/main">
            <a:off x="1542479"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9" name="diagram-line-649">
            <a:extLst xmlns:a="http://schemas.openxmlformats.org/drawingml/2006/main">
              <a:ext uri="{FF2B5EF4-FFF2-40B4-BE49-F238E27FC236}">
                <a16:creationId xmlns:a16="http://schemas.microsoft.com/office/drawing/2014/main" id="{B805F464-FC54-4160-9610-BC4FC6039F51}"/>
              </a:ext>
            </a:extLst>
          </p:cNvPr>
          <p:cNvSpPr>
            <a:spLocks xmlns:a="http://schemas.openxmlformats.org/drawingml/2006/main" noGrp="1"/>
          </p:cNvSpPr>
          <p:nvPr/>
        </p:nvSpPr>
        <p:spPr>
          <a:xfrm xmlns:a="http://schemas.openxmlformats.org/drawingml/2006/main">
            <a:off x="1542479"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0" name="diagram-line-650">
            <a:extLst xmlns:a="http://schemas.openxmlformats.org/drawingml/2006/main">
              <a:ext uri="{FF2B5EF4-FFF2-40B4-BE49-F238E27FC236}">
                <a16:creationId xmlns:a16="http://schemas.microsoft.com/office/drawing/2014/main" id="{A8D01125-7A32-40B3-A900-BEEFD82DC18C}"/>
              </a:ext>
            </a:extLst>
          </p:cNvPr>
          <p:cNvSpPr>
            <a:spLocks xmlns:a="http://schemas.openxmlformats.org/drawingml/2006/main" noGrp="1"/>
          </p:cNvSpPr>
          <p:nvPr/>
        </p:nvSpPr>
        <p:spPr>
          <a:xfrm xmlns:a="http://schemas.openxmlformats.org/drawingml/2006/main">
            <a:off x="1542479"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1" name="diagram-line-651">
            <a:extLst xmlns:a="http://schemas.openxmlformats.org/drawingml/2006/main">
              <a:ext uri="{FF2B5EF4-FFF2-40B4-BE49-F238E27FC236}">
                <a16:creationId xmlns:a16="http://schemas.microsoft.com/office/drawing/2014/main" id="{2FB173C9-430F-4395-A7E4-5042B7787E8E}"/>
              </a:ext>
            </a:extLst>
          </p:cNvPr>
          <p:cNvSpPr>
            <a:spLocks xmlns:a="http://schemas.openxmlformats.org/drawingml/2006/main" noGrp="1"/>
          </p:cNvSpPr>
          <p:nvPr/>
        </p:nvSpPr>
        <p:spPr>
          <a:xfrm xmlns:a="http://schemas.openxmlformats.org/drawingml/2006/main">
            <a:off x="1542479"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2" name="diagram-line-652">
            <a:extLst xmlns:a="http://schemas.openxmlformats.org/drawingml/2006/main">
              <a:ext uri="{FF2B5EF4-FFF2-40B4-BE49-F238E27FC236}">
                <a16:creationId xmlns:a16="http://schemas.microsoft.com/office/drawing/2014/main" id="{21210F1A-0FCE-4C6C-A9A3-D566C72941F9}"/>
              </a:ext>
            </a:extLst>
          </p:cNvPr>
          <p:cNvSpPr>
            <a:spLocks xmlns:a="http://schemas.openxmlformats.org/drawingml/2006/main" noGrp="1"/>
          </p:cNvSpPr>
          <p:nvPr/>
        </p:nvSpPr>
        <p:spPr>
          <a:xfrm xmlns:a="http://schemas.openxmlformats.org/drawingml/2006/main">
            <a:off x="1542479"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83" name="diagram-line-653">
            <a:extLst xmlns:a="http://schemas.openxmlformats.org/drawingml/2006/main">
              <a:ext uri="{FF2B5EF4-FFF2-40B4-BE49-F238E27FC236}">
                <a16:creationId xmlns:a16="http://schemas.microsoft.com/office/drawing/2014/main" id="{15BA0DDA-4FB3-4E21-B350-4058B2B8E928}"/>
              </a:ext>
            </a:extLst>
          </p:cNvPr>
          <p:cNvSpPr>
            <a:spLocks xmlns:a="http://schemas.openxmlformats.org/drawingml/2006/main" noGrp="1"/>
          </p:cNvSpPr>
          <p:nvPr/>
        </p:nvSpPr>
        <p:spPr>
          <a:xfrm xmlns:a="http://schemas.openxmlformats.org/drawingml/2006/main">
            <a:off x="24805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4" name="diagram-line-654">
            <a:extLst xmlns:a="http://schemas.openxmlformats.org/drawingml/2006/main">
              <a:ext uri="{FF2B5EF4-FFF2-40B4-BE49-F238E27FC236}">
                <a16:creationId xmlns:a16="http://schemas.microsoft.com/office/drawing/2014/main" id="{E4BAD42C-F08C-4F96-8445-FF6A7FED1AF3}"/>
              </a:ext>
            </a:extLst>
          </p:cNvPr>
          <p:cNvSpPr>
            <a:spLocks xmlns:a="http://schemas.openxmlformats.org/drawingml/2006/main" noGrp="1"/>
          </p:cNvSpPr>
          <p:nvPr/>
        </p:nvSpPr>
        <p:spPr>
          <a:xfrm xmlns:a="http://schemas.openxmlformats.org/drawingml/2006/main">
            <a:off x="24805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5" name="diagram-line-655">
            <a:extLst xmlns:a="http://schemas.openxmlformats.org/drawingml/2006/main">
              <a:ext uri="{FF2B5EF4-FFF2-40B4-BE49-F238E27FC236}">
                <a16:creationId xmlns:a16="http://schemas.microsoft.com/office/drawing/2014/main" id="{A0F6F158-D353-4B84-BB4D-774371A0CAC8}"/>
              </a:ext>
            </a:extLst>
          </p:cNvPr>
          <p:cNvSpPr>
            <a:spLocks xmlns:a="http://schemas.openxmlformats.org/drawingml/2006/main" noGrp="1"/>
          </p:cNvSpPr>
          <p:nvPr/>
        </p:nvSpPr>
        <p:spPr>
          <a:xfrm xmlns:a="http://schemas.openxmlformats.org/drawingml/2006/main">
            <a:off x="24805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6" name="diagram-line-656">
            <a:extLst xmlns:a="http://schemas.openxmlformats.org/drawingml/2006/main">
              <a:ext uri="{FF2B5EF4-FFF2-40B4-BE49-F238E27FC236}">
                <a16:creationId xmlns:a16="http://schemas.microsoft.com/office/drawing/2014/main" id="{E4502BCA-AEA6-43E8-87F1-4FF312355F95}"/>
              </a:ext>
            </a:extLst>
          </p:cNvPr>
          <p:cNvSpPr>
            <a:spLocks xmlns:a="http://schemas.openxmlformats.org/drawingml/2006/main" noGrp="1"/>
          </p:cNvSpPr>
          <p:nvPr/>
        </p:nvSpPr>
        <p:spPr>
          <a:xfrm xmlns:a="http://schemas.openxmlformats.org/drawingml/2006/main">
            <a:off x="24805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7" name="diagram-line-657">
            <a:extLst xmlns:a="http://schemas.openxmlformats.org/drawingml/2006/main">
              <a:ext uri="{FF2B5EF4-FFF2-40B4-BE49-F238E27FC236}">
                <a16:creationId xmlns:a16="http://schemas.microsoft.com/office/drawing/2014/main" id="{AB1F2D36-E3A7-49AA-B389-A6B747E515F2}"/>
              </a:ext>
            </a:extLst>
          </p:cNvPr>
          <p:cNvSpPr>
            <a:spLocks xmlns:a="http://schemas.openxmlformats.org/drawingml/2006/main" noGrp="1"/>
          </p:cNvSpPr>
          <p:nvPr/>
        </p:nvSpPr>
        <p:spPr>
          <a:xfrm xmlns:a="http://schemas.openxmlformats.org/drawingml/2006/main">
            <a:off x="24805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8" name="diagram-line-658">
            <a:extLst xmlns:a="http://schemas.openxmlformats.org/drawingml/2006/main">
              <a:ext uri="{FF2B5EF4-FFF2-40B4-BE49-F238E27FC236}">
                <a16:creationId xmlns:a16="http://schemas.microsoft.com/office/drawing/2014/main" id="{4200DAD3-D997-4452-8BB8-8D5E88A5C08E}"/>
              </a:ext>
            </a:extLst>
          </p:cNvPr>
          <p:cNvSpPr>
            <a:spLocks xmlns:a="http://schemas.openxmlformats.org/drawingml/2006/main" noGrp="1"/>
          </p:cNvSpPr>
          <p:nvPr/>
        </p:nvSpPr>
        <p:spPr>
          <a:xfrm xmlns:a="http://schemas.openxmlformats.org/drawingml/2006/main">
            <a:off x="24805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9" name="diagram-line-659">
            <a:extLst xmlns:a="http://schemas.openxmlformats.org/drawingml/2006/main">
              <a:ext uri="{FF2B5EF4-FFF2-40B4-BE49-F238E27FC236}">
                <a16:creationId xmlns:a16="http://schemas.microsoft.com/office/drawing/2014/main" id="{97800AA7-C188-4BCC-B0C9-D2910365B8B4}"/>
              </a:ext>
            </a:extLst>
          </p:cNvPr>
          <p:cNvSpPr>
            <a:spLocks xmlns:a="http://schemas.openxmlformats.org/drawingml/2006/main" noGrp="1"/>
          </p:cNvSpPr>
          <p:nvPr/>
        </p:nvSpPr>
        <p:spPr>
          <a:xfrm xmlns:a="http://schemas.openxmlformats.org/drawingml/2006/main">
            <a:off x="24805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0" name="diagram-line-660">
            <a:extLst xmlns:a="http://schemas.openxmlformats.org/drawingml/2006/main">
              <a:ext uri="{FF2B5EF4-FFF2-40B4-BE49-F238E27FC236}">
                <a16:creationId xmlns:a16="http://schemas.microsoft.com/office/drawing/2014/main" id="{DB63A9A7-AF6B-46F7-A9F0-B03AD2BD89E5}"/>
              </a:ext>
            </a:extLst>
          </p:cNvPr>
          <p:cNvSpPr>
            <a:spLocks xmlns:a="http://schemas.openxmlformats.org/drawingml/2006/main" noGrp="1"/>
          </p:cNvSpPr>
          <p:nvPr/>
        </p:nvSpPr>
        <p:spPr>
          <a:xfrm xmlns:a="http://schemas.openxmlformats.org/drawingml/2006/main">
            <a:off x="24805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1" name="diagram-line-661">
            <a:extLst xmlns:a="http://schemas.openxmlformats.org/drawingml/2006/main">
              <a:ext uri="{FF2B5EF4-FFF2-40B4-BE49-F238E27FC236}">
                <a16:creationId xmlns:a16="http://schemas.microsoft.com/office/drawing/2014/main" id="{6E175906-F9D9-49D8-9080-5FF2EBED5EEB}"/>
              </a:ext>
            </a:extLst>
          </p:cNvPr>
          <p:cNvSpPr>
            <a:spLocks xmlns:a="http://schemas.openxmlformats.org/drawingml/2006/main" noGrp="1"/>
          </p:cNvSpPr>
          <p:nvPr/>
        </p:nvSpPr>
        <p:spPr>
          <a:xfrm xmlns:a="http://schemas.openxmlformats.org/drawingml/2006/main">
            <a:off x="24805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92" name="diagram-line-662">
            <a:extLst xmlns:a="http://schemas.openxmlformats.org/drawingml/2006/main">
              <a:ext uri="{FF2B5EF4-FFF2-40B4-BE49-F238E27FC236}">
                <a16:creationId xmlns:a16="http://schemas.microsoft.com/office/drawing/2014/main" id="{84D6B0DF-3B22-4D3D-9D95-3FA53B45D18D}"/>
              </a:ext>
            </a:extLst>
          </p:cNvPr>
          <p:cNvSpPr>
            <a:spLocks xmlns:a="http://schemas.openxmlformats.org/drawingml/2006/main" noGrp="1"/>
          </p:cNvSpPr>
          <p:nvPr/>
        </p:nvSpPr>
        <p:spPr>
          <a:xfrm xmlns:a="http://schemas.openxmlformats.org/drawingml/2006/main">
            <a:off x="3240024"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3" name="diagram-line-663">
            <a:extLst xmlns:a="http://schemas.openxmlformats.org/drawingml/2006/main">
              <a:ext uri="{FF2B5EF4-FFF2-40B4-BE49-F238E27FC236}">
                <a16:creationId xmlns:a16="http://schemas.microsoft.com/office/drawing/2014/main" id="{A2E1C391-5FD0-4C0F-807C-89650F5B483C}"/>
              </a:ext>
            </a:extLst>
          </p:cNvPr>
          <p:cNvSpPr>
            <a:spLocks xmlns:a="http://schemas.openxmlformats.org/drawingml/2006/main" noGrp="1"/>
          </p:cNvSpPr>
          <p:nvPr/>
        </p:nvSpPr>
        <p:spPr>
          <a:xfrm xmlns:a="http://schemas.openxmlformats.org/drawingml/2006/main">
            <a:off x="3240024"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4" name="diagram-line-664">
            <a:extLst xmlns:a="http://schemas.openxmlformats.org/drawingml/2006/main">
              <a:ext uri="{FF2B5EF4-FFF2-40B4-BE49-F238E27FC236}">
                <a16:creationId xmlns:a16="http://schemas.microsoft.com/office/drawing/2014/main" id="{4B9F1AB2-B3AB-4880-80A9-3C2B6C511C5D}"/>
              </a:ext>
            </a:extLst>
          </p:cNvPr>
          <p:cNvSpPr>
            <a:spLocks xmlns:a="http://schemas.openxmlformats.org/drawingml/2006/main" noGrp="1"/>
          </p:cNvSpPr>
          <p:nvPr/>
        </p:nvSpPr>
        <p:spPr>
          <a:xfrm xmlns:a="http://schemas.openxmlformats.org/drawingml/2006/main">
            <a:off x="3240024"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5" name="diagram-line-665">
            <a:extLst xmlns:a="http://schemas.openxmlformats.org/drawingml/2006/main">
              <a:ext uri="{FF2B5EF4-FFF2-40B4-BE49-F238E27FC236}">
                <a16:creationId xmlns:a16="http://schemas.microsoft.com/office/drawing/2014/main" id="{4D990717-0201-4391-928A-655255015584}"/>
              </a:ext>
            </a:extLst>
          </p:cNvPr>
          <p:cNvSpPr>
            <a:spLocks xmlns:a="http://schemas.openxmlformats.org/drawingml/2006/main" noGrp="1"/>
          </p:cNvSpPr>
          <p:nvPr/>
        </p:nvSpPr>
        <p:spPr>
          <a:xfrm xmlns:a="http://schemas.openxmlformats.org/drawingml/2006/main">
            <a:off x="3240024"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6" name="diagram-line-666">
            <a:extLst xmlns:a="http://schemas.openxmlformats.org/drawingml/2006/main">
              <a:ext uri="{FF2B5EF4-FFF2-40B4-BE49-F238E27FC236}">
                <a16:creationId xmlns:a16="http://schemas.microsoft.com/office/drawing/2014/main" id="{DA758160-E0C4-48FD-8B8B-3F50CDBF3EB6}"/>
              </a:ext>
            </a:extLst>
          </p:cNvPr>
          <p:cNvSpPr>
            <a:spLocks xmlns:a="http://schemas.openxmlformats.org/drawingml/2006/main" noGrp="1"/>
          </p:cNvSpPr>
          <p:nvPr/>
        </p:nvSpPr>
        <p:spPr>
          <a:xfrm xmlns:a="http://schemas.openxmlformats.org/drawingml/2006/main">
            <a:off x="3240024"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7" name="diagram-line-667">
            <a:extLst xmlns:a="http://schemas.openxmlformats.org/drawingml/2006/main">
              <a:ext uri="{FF2B5EF4-FFF2-40B4-BE49-F238E27FC236}">
                <a16:creationId xmlns:a16="http://schemas.microsoft.com/office/drawing/2014/main" id="{66197C94-50BB-4C86-9E84-26244834EF58}"/>
              </a:ext>
            </a:extLst>
          </p:cNvPr>
          <p:cNvSpPr>
            <a:spLocks xmlns:a="http://schemas.openxmlformats.org/drawingml/2006/main" noGrp="1"/>
          </p:cNvSpPr>
          <p:nvPr/>
        </p:nvSpPr>
        <p:spPr>
          <a:xfrm xmlns:a="http://schemas.openxmlformats.org/drawingml/2006/main">
            <a:off x="3240024"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8" name="diagram-line-668">
            <a:extLst xmlns:a="http://schemas.openxmlformats.org/drawingml/2006/main">
              <a:ext uri="{FF2B5EF4-FFF2-40B4-BE49-F238E27FC236}">
                <a16:creationId xmlns:a16="http://schemas.microsoft.com/office/drawing/2014/main" id="{F01511C2-9756-409C-A6B1-3C571D4D60E9}"/>
              </a:ext>
            </a:extLst>
          </p:cNvPr>
          <p:cNvSpPr>
            <a:spLocks xmlns:a="http://schemas.openxmlformats.org/drawingml/2006/main" noGrp="1"/>
          </p:cNvSpPr>
          <p:nvPr/>
        </p:nvSpPr>
        <p:spPr>
          <a:xfrm xmlns:a="http://schemas.openxmlformats.org/drawingml/2006/main">
            <a:off x="3240024"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9" name="diagram-line-669">
            <a:extLst xmlns:a="http://schemas.openxmlformats.org/drawingml/2006/main">
              <a:ext uri="{FF2B5EF4-FFF2-40B4-BE49-F238E27FC236}">
                <a16:creationId xmlns:a16="http://schemas.microsoft.com/office/drawing/2014/main" id="{29232605-37AF-4CC0-9A33-785B18098601}"/>
              </a:ext>
            </a:extLst>
          </p:cNvPr>
          <p:cNvSpPr>
            <a:spLocks xmlns:a="http://schemas.openxmlformats.org/drawingml/2006/main" noGrp="1"/>
          </p:cNvSpPr>
          <p:nvPr/>
        </p:nvSpPr>
        <p:spPr>
          <a:xfrm xmlns:a="http://schemas.openxmlformats.org/drawingml/2006/main">
            <a:off x="3240024"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200" name="diagram-line-670">
            <a:extLst xmlns:a="http://schemas.openxmlformats.org/drawingml/2006/main">
              <a:ext uri="{FF2B5EF4-FFF2-40B4-BE49-F238E27FC236}">
                <a16:creationId xmlns:a16="http://schemas.microsoft.com/office/drawing/2014/main" id="{C0787EE0-2457-40FE-B879-3EE10A02B833}"/>
              </a:ext>
            </a:extLst>
          </p:cNvPr>
          <p:cNvSpPr>
            <a:spLocks xmlns:a="http://schemas.openxmlformats.org/drawingml/2006/main" noGrp="1"/>
          </p:cNvSpPr>
          <p:nvPr/>
        </p:nvSpPr>
        <p:spPr>
          <a:xfrm xmlns:a="http://schemas.openxmlformats.org/drawingml/2006/main">
            <a:off x="3240024"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201" name="diagram-line-671">
            <a:extLst xmlns:a="http://schemas.openxmlformats.org/drawingml/2006/main">
              <a:ext uri="{FF2B5EF4-FFF2-40B4-BE49-F238E27FC236}">
                <a16:creationId xmlns:a16="http://schemas.microsoft.com/office/drawing/2014/main" id="{0648DEA0-1116-4929-A4DC-B37389E62232}"/>
              </a:ext>
            </a:extLst>
          </p:cNvPr>
          <p:cNvSpPr>
            <a:spLocks xmlns:a="http://schemas.openxmlformats.org/drawingml/2006/main" noGrp="1"/>
          </p:cNvSpPr>
          <p:nvPr/>
        </p:nvSpPr>
        <p:spPr>
          <a:xfrm xmlns:a="http://schemas.openxmlformats.org/drawingml/2006/main">
            <a:off x="943870" y="5008435"/>
            <a:ext cx="179" cy="687953"/>
          </a:xfrm>
          <a:custGeom xmlns:a="http://schemas.openxmlformats.org/drawingml/2006/main">
            <a:pathLst>
              <a:path w="191" h="733425">
                <a:moveTo>
                  <a:pt x="0" y="0"/>
                </a:moveTo>
                <a:lnTo>
                  <a:pt x="0" y="733425"/>
                </a:lnTo>
              </a:path>
            </a:pathLst>
          </a:custGeom>
          <a:noFill xmlns:a="http://schemas.openxmlformats.org/drawingml/2006/main"/>
          <a:ln xmlns:a="http://schemas.openxmlformats.org/drawingml/2006/main" w="13402">
            <a:solidFill>
              <a:srgbClr val="28849C"/>
            </a:solidFill>
          </a:ln>
        </p:spPr>
      </p:sp>
      <p:sp>
        <p:nvSpPr>
          <p:cNvPr id="202" name="diagram-poly-672">
            <a:extLst xmlns:a="http://schemas.openxmlformats.org/drawingml/2006/main">
              <a:ext uri="{FF2B5EF4-FFF2-40B4-BE49-F238E27FC236}">
                <a16:creationId xmlns:a16="http://schemas.microsoft.com/office/drawing/2014/main" id="{13BBE605-A0C8-4EBF-B07B-96620F3F40A7}"/>
              </a:ext>
            </a:extLst>
          </p:cNvPr>
          <p:cNvSpPr>
            <a:spLocks xmlns:a="http://schemas.openxmlformats.org/drawingml/2006/main" noGrp="1"/>
          </p:cNvSpPr>
          <p:nvPr/>
        </p:nvSpPr>
        <p:spPr>
          <a:xfrm xmlns:a="http://schemas.openxmlformats.org/drawingml/2006/main">
            <a:off x="916174" y="5633847"/>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03" name="diagram-line-673">
            <a:extLst xmlns:a="http://schemas.openxmlformats.org/drawingml/2006/main">
              <a:ext uri="{FF2B5EF4-FFF2-40B4-BE49-F238E27FC236}">
                <a16:creationId xmlns:a16="http://schemas.microsoft.com/office/drawing/2014/main" id="{274AA487-312B-419E-9D24-701F3C8CF834}"/>
              </a:ext>
            </a:extLst>
          </p:cNvPr>
          <p:cNvSpPr>
            <a:spLocks xmlns:a="http://schemas.openxmlformats.org/drawingml/2006/main" noGrp="1"/>
          </p:cNvSpPr>
          <p:nvPr/>
        </p:nvSpPr>
        <p:spPr>
          <a:xfrm xmlns:a="http://schemas.openxmlformats.org/drawingml/2006/main">
            <a:off x="1336986" y="5008435"/>
            <a:ext cx="179" cy="687953"/>
          </a:xfrm>
          <a:custGeom xmlns:a="http://schemas.openxmlformats.org/drawingml/2006/main">
            <a:pathLst>
              <a:path w="191" h="733425">
                <a:moveTo>
                  <a:pt x="0" y="733425"/>
                </a:moveTo>
                <a:lnTo>
                  <a:pt x="0" y="0"/>
                </a:lnTo>
              </a:path>
            </a:pathLst>
          </a:custGeom>
          <a:noFill xmlns:a="http://schemas.openxmlformats.org/drawingml/2006/main"/>
          <a:ln xmlns:a="http://schemas.openxmlformats.org/drawingml/2006/main" w="13402">
            <a:solidFill>
              <a:srgbClr val="799A39"/>
            </a:solidFill>
          </a:ln>
        </p:spPr>
      </p:sp>
      <p:sp>
        <p:nvSpPr>
          <p:cNvPr id="204" name="diagram-poly-674">
            <a:extLst xmlns:a="http://schemas.openxmlformats.org/drawingml/2006/main">
              <a:ext uri="{FF2B5EF4-FFF2-40B4-BE49-F238E27FC236}">
                <a16:creationId xmlns:a16="http://schemas.microsoft.com/office/drawing/2014/main" id="{A74C0A19-1E58-4696-A324-CE13D05B2CAE}"/>
              </a:ext>
            </a:extLst>
          </p:cNvPr>
          <p:cNvSpPr>
            <a:spLocks xmlns:a="http://schemas.openxmlformats.org/drawingml/2006/main" noGrp="1"/>
          </p:cNvSpPr>
          <p:nvPr/>
        </p:nvSpPr>
        <p:spPr>
          <a:xfrm xmlns:a="http://schemas.openxmlformats.org/drawingml/2006/main">
            <a:off x="1309289" y="5008435"/>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05" name="revision-text-675">
            <a:extLst xmlns:a="http://schemas.openxmlformats.org/drawingml/2006/main">
              <a:ext uri="{FF2B5EF4-FFF2-40B4-BE49-F238E27FC236}">
                <a16:creationId xmlns:a16="http://schemas.microsoft.com/office/drawing/2014/main" id="{73F3DFB3-F4F5-4BA4-9FE7-E162AA729245}"/>
              </a:ext>
            </a:extLst>
          </p:cNvPr>
          <p:cNvSpPr>
            <a:spLocks xmlns:a="http://schemas.openxmlformats.org/drawingml/2006/main" noGrp="1"/>
          </p:cNvSpPr>
          <p:nvPr/>
        </p:nvSpPr>
        <p:spPr>
          <a:xfrm xmlns:a="http://schemas.openxmlformats.org/drawingml/2006/main">
            <a:off x="613296" y="5164788"/>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Device</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206" name="revision-text-676">
            <a:extLst xmlns:a="http://schemas.openxmlformats.org/drawingml/2006/main">
              <a:ext uri="{FF2B5EF4-FFF2-40B4-BE49-F238E27FC236}">
                <a16:creationId xmlns:a16="http://schemas.microsoft.com/office/drawing/2014/main" id="{1F82E294-F3BA-45C2-9CCE-AFD8B56A5216}"/>
              </a:ext>
            </a:extLst>
          </p:cNvPr>
          <p:cNvSpPr>
            <a:spLocks xmlns:a="http://schemas.openxmlformats.org/drawingml/2006/main" noGrp="1"/>
          </p:cNvSpPr>
          <p:nvPr/>
        </p:nvSpPr>
        <p:spPr>
          <a:xfrm xmlns:a="http://schemas.openxmlformats.org/drawingml/2006/main">
            <a:off x="1363790" y="5164788"/>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Data</a:t>
            </a:r>
          </a:p>
          <a:p xmlns:a="http://schemas.openxmlformats.org/drawingml/2006/main">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status</a:t>
            </a:r>
          </a:p>
        </p:txBody>
      </p:sp>
      <p:sp>
        <p:nvSpPr>
          <p:cNvPr id="207" name="diagram-line-677">
            <a:extLst xmlns:a="http://schemas.openxmlformats.org/drawingml/2006/main">
              <a:ext uri="{FF2B5EF4-FFF2-40B4-BE49-F238E27FC236}">
                <a16:creationId xmlns:a16="http://schemas.microsoft.com/office/drawing/2014/main" id="{57A05BDF-2AC7-4692-A14B-09AB0BFCFE40}"/>
              </a:ext>
            </a:extLst>
          </p:cNvPr>
          <p:cNvSpPr>
            <a:spLocks xmlns:a="http://schemas.openxmlformats.org/drawingml/2006/main" noGrp="1"/>
          </p:cNvSpPr>
          <p:nvPr/>
        </p:nvSpPr>
        <p:spPr>
          <a:xfrm xmlns:a="http://schemas.openxmlformats.org/drawingml/2006/main">
            <a:off x="3686747"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8" name="diagram-line-678">
            <a:extLst xmlns:a="http://schemas.openxmlformats.org/drawingml/2006/main">
              <a:ext uri="{FF2B5EF4-FFF2-40B4-BE49-F238E27FC236}">
                <a16:creationId xmlns:a16="http://schemas.microsoft.com/office/drawing/2014/main" id="{DB0DC9A2-97C6-465C-97A3-1312D6C3AA48}"/>
              </a:ext>
            </a:extLst>
          </p:cNvPr>
          <p:cNvSpPr>
            <a:spLocks xmlns:a="http://schemas.openxmlformats.org/drawingml/2006/main" noGrp="1"/>
          </p:cNvSpPr>
          <p:nvPr/>
        </p:nvSpPr>
        <p:spPr>
          <a:xfrm xmlns:a="http://schemas.openxmlformats.org/drawingml/2006/main">
            <a:off x="3793960"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9" name="diagram-line-679">
            <a:extLst xmlns:a="http://schemas.openxmlformats.org/drawingml/2006/main">
              <a:ext uri="{FF2B5EF4-FFF2-40B4-BE49-F238E27FC236}">
                <a16:creationId xmlns:a16="http://schemas.microsoft.com/office/drawing/2014/main" id="{25313392-1928-4757-B418-155936969448}"/>
              </a:ext>
            </a:extLst>
          </p:cNvPr>
          <p:cNvSpPr>
            <a:spLocks xmlns:a="http://schemas.openxmlformats.org/drawingml/2006/main" noGrp="1"/>
          </p:cNvSpPr>
          <p:nvPr/>
        </p:nvSpPr>
        <p:spPr>
          <a:xfrm xmlns:a="http://schemas.openxmlformats.org/drawingml/2006/main">
            <a:off x="3901173" y="170268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0" name="diagram-line-680">
            <a:extLst xmlns:a="http://schemas.openxmlformats.org/drawingml/2006/main">
              <a:ext uri="{FF2B5EF4-FFF2-40B4-BE49-F238E27FC236}">
                <a16:creationId xmlns:a16="http://schemas.microsoft.com/office/drawing/2014/main" id="{2C5D9ED2-F2FC-4244-B56C-E2296E0F6CF7}"/>
              </a:ext>
            </a:extLst>
          </p:cNvPr>
          <p:cNvSpPr>
            <a:spLocks xmlns:a="http://schemas.openxmlformats.org/drawingml/2006/main" noGrp="1"/>
          </p:cNvSpPr>
          <p:nvPr/>
        </p:nvSpPr>
        <p:spPr>
          <a:xfrm xmlns:a="http://schemas.openxmlformats.org/drawingml/2006/main">
            <a:off x="3910108"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1" name="diagram-line-681">
            <a:extLst xmlns:a="http://schemas.openxmlformats.org/drawingml/2006/main">
              <a:ext uri="{FF2B5EF4-FFF2-40B4-BE49-F238E27FC236}">
                <a16:creationId xmlns:a16="http://schemas.microsoft.com/office/drawing/2014/main" id="{06C7905F-8660-4308-87E5-E4938EBF5A67}"/>
              </a:ext>
            </a:extLst>
          </p:cNvPr>
          <p:cNvSpPr>
            <a:spLocks xmlns:a="http://schemas.openxmlformats.org/drawingml/2006/main" noGrp="1"/>
          </p:cNvSpPr>
          <p:nvPr/>
        </p:nvSpPr>
        <p:spPr>
          <a:xfrm xmlns:a="http://schemas.openxmlformats.org/drawingml/2006/main">
            <a:off x="4017321"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2" name="diagram-line-682">
            <a:extLst xmlns:a="http://schemas.openxmlformats.org/drawingml/2006/main">
              <a:ext uri="{FF2B5EF4-FFF2-40B4-BE49-F238E27FC236}">
                <a16:creationId xmlns:a16="http://schemas.microsoft.com/office/drawing/2014/main" id="{DFB1B234-0E4B-4E73-AD52-331409999F49}"/>
              </a:ext>
            </a:extLst>
          </p:cNvPr>
          <p:cNvSpPr>
            <a:spLocks xmlns:a="http://schemas.openxmlformats.org/drawingml/2006/main" noGrp="1"/>
          </p:cNvSpPr>
          <p:nvPr/>
        </p:nvSpPr>
        <p:spPr>
          <a:xfrm xmlns:a="http://schemas.openxmlformats.org/drawingml/2006/main">
            <a:off x="4124535"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3" name="diagram-line-683">
            <a:extLst xmlns:a="http://schemas.openxmlformats.org/drawingml/2006/main">
              <a:ext uri="{FF2B5EF4-FFF2-40B4-BE49-F238E27FC236}">
                <a16:creationId xmlns:a16="http://schemas.microsoft.com/office/drawing/2014/main" id="{99E85F8C-813A-4095-9B96-D1B5A8A5C004}"/>
              </a:ext>
            </a:extLst>
          </p:cNvPr>
          <p:cNvSpPr>
            <a:spLocks xmlns:a="http://schemas.openxmlformats.org/drawingml/2006/main" noGrp="1"/>
          </p:cNvSpPr>
          <p:nvPr/>
        </p:nvSpPr>
        <p:spPr>
          <a:xfrm xmlns:a="http://schemas.openxmlformats.org/drawingml/2006/main">
            <a:off x="3686747"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4" name="diagram-line-684">
            <a:extLst xmlns:a="http://schemas.openxmlformats.org/drawingml/2006/main">
              <a:ext uri="{FF2B5EF4-FFF2-40B4-BE49-F238E27FC236}">
                <a16:creationId xmlns:a16="http://schemas.microsoft.com/office/drawing/2014/main" id="{B5715109-C932-4B58-AB5B-C3A06705DC19}"/>
              </a:ext>
            </a:extLst>
          </p:cNvPr>
          <p:cNvSpPr>
            <a:spLocks xmlns:a="http://schemas.openxmlformats.org/drawingml/2006/main" noGrp="1"/>
          </p:cNvSpPr>
          <p:nvPr/>
        </p:nvSpPr>
        <p:spPr>
          <a:xfrm xmlns:a="http://schemas.openxmlformats.org/drawingml/2006/main">
            <a:off x="3793960"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5" name="diagram-line-685">
            <a:extLst xmlns:a="http://schemas.openxmlformats.org/drawingml/2006/main">
              <a:ext uri="{FF2B5EF4-FFF2-40B4-BE49-F238E27FC236}">
                <a16:creationId xmlns:a16="http://schemas.microsoft.com/office/drawing/2014/main" id="{2A2BDF39-3D0F-48C7-97C9-C61EB5A3C03D}"/>
              </a:ext>
            </a:extLst>
          </p:cNvPr>
          <p:cNvSpPr>
            <a:spLocks xmlns:a="http://schemas.openxmlformats.org/drawingml/2006/main" noGrp="1"/>
          </p:cNvSpPr>
          <p:nvPr/>
        </p:nvSpPr>
        <p:spPr>
          <a:xfrm xmlns:a="http://schemas.openxmlformats.org/drawingml/2006/main">
            <a:off x="3901173" y="3114332"/>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6" name="diagram-line-686">
            <a:extLst xmlns:a="http://schemas.openxmlformats.org/drawingml/2006/main">
              <a:ext uri="{FF2B5EF4-FFF2-40B4-BE49-F238E27FC236}">
                <a16:creationId xmlns:a16="http://schemas.microsoft.com/office/drawing/2014/main" id="{31534B64-2E8B-4349-819F-040017FE0C05}"/>
              </a:ext>
            </a:extLst>
          </p:cNvPr>
          <p:cNvSpPr>
            <a:spLocks xmlns:a="http://schemas.openxmlformats.org/drawingml/2006/main" noGrp="1"/>
          </p:cNvSpPr>
          <p:nvPr/>
        </p:nvSpPr>
        <p:spPr>
          <a:xfrm xmlns:a="http://schemas.openxmlformats.org/drawingml/2006/main">
            <a:off x="3910108"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7" name="diagram-line-687">
            <a:extLst xmlns:a="http://schemas.openxmlformats.org/drawingml/2006/main">
              <a:ext uri="{FF2B5EF4-FFF2-40B4-BE49-F238E27FC236}">
                <a16:creationId xmlns:a16="http://schemas.microsoft.com/office/drawing/2014/main" id="{2391C167-3AB8-43CA-93B2-8BF0BA913EB1}"/>
              </a:ext>
            </a:extLst>
          </p:cNvPr>
          <p:cNvSpPr>
            <a:spLocks xmlns:a="http://schemas.openxmlformats.org/drawingml/2006/main" noGrp="1"/>
          </p:cNvSpPr>
          <p:nvPr/>
        </p:nvSpPr>
        <p:spPr>
          <a:xfrm xmlns:a="http://schemas.openxmlformats.org/drawingml/2006/main">
            <a:off x="4017321"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8" name="diagram-line-688">
            <a:extLst xmlns:a="http://schemas.openxmlformats.org/drawingml/2006/main">
              <a:ext uri="{FF2B5EF4-FFF2-40B4-BE49-F238E27FC236}">
                <a16:creationId xmlns:a16="http://schemas.microsoft.com/office/drawing/2014/main" id="{2D1A4789-307F-445C-B42F-07A83D553D20}"/>
              </a:ext>
            </a:extLst>
          </p:cNvPr>
          <p:cNvSpPr>
            <a:spLocks xmlns:a="http://schemas.openxmlformats.org/drawingml/2006/main" noGrp="1"/>
          </p:cNvSpPr>
          <p:nvPr/>
        </p:nvSpPr>
        <p:spPr>
          <a:xfrm xmlns:a="http://schemas.openxmlformats.org/drawingml/2006/main">
            <a:off x="4124535"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9" name="diagram-line-689">
            <a:extLst xmlns:a="http://schemas.openxmlformats.org/drawingml/2006/main">
              <a:ext uri="{FF2B5EF4-FFF2-40B4-BE49-F238E27FC236}">
                <a16:creationId xmlns:a16="http://schemas.microsoft.com/office/drawing/2014/main" id="{60E10859-9772-436C-A21C-D069915252B2}"/>
              </a:ext>
            </a:extLst>
          </p:cNvPr>
          <p:cNvSpPr>
            <a:spLocks xmlns:a="http://schemas.openxmlformats.org/drawingml/2006/main" noGrp="1"/>
          </p:cNvSpPr>
          <p:nvPr/>
        </p:nvSpPr>
        <p:spPr>
          <a:xfrm xmlns:a="http://schemas.openxmlformats.org/drawingml/2006/main">
            <a:off x="3686747"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0" name="diagram-line-690">
            <a:extLst xmlns:a="http://schemas.openxmlformats.org/drawingml/2006/main">
              <a:ext uri="{FF2B5EF4-FFF2-40B4-BE49-F238E27FC236}">
                <a16:creationId xmlns:a16="http://schemas.microsoft.com/office/drawing/2014/main" id="{68E8A07A-6C74-4359-9C01-07A2A5185583}"/>
              </a:ext>
            </a:extLst>
          </p:cNvPr>
          <p:cNvSpPr>
            <a:spLocks xmlns:a="http://schemas.openxmlformats.org/drawingml/2006/main" noGrp="1"/>
          </p:cNvSpPr>
          <p:nvPr/>
        </p:nvSpPr>
        <p:spPr>
          <a:xfrm xmlns:a="http://schemas.openxmlformats.org/drawingml/2006/main">
            <a:off x="3793960"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1" name="diagram-line-691">
            <a:extLst xmlns:a="http://schemas.openxmlformats.org/drawingml/2006/main">
              <a:ext uri="{FF2B5EF4-FFF2-40B4-BE49-F238E27FC236}">
                <a16:creationId xmlns:a16="http://schemas.microsoft.com/office/drawing/2014/main" id="{3B59F6A5-CCBD-477E-82AC-5982F3ED5822}"/>
              </a:ext>
            </a:extLst>
          </p:cNvPr>
          <p:cNvSpPr>
            <a:spLocks xmlns:a="http://schemas.openxmlformats.org/drawingml/2006/main" noGrp="1"/>
          </p:cNvSpPr>
          <p:nvPr/>
        </p:nvSpPr>
        <p:spPr>
          <a:xfrm xmlns:a="http://schemas.openxmlformats.org/drawingml/2006/main">
            <a:off x="3901173" y="455277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2" name="diagram-line-692">
            <a:extLst xmlns:a="http://schemas.openxmlformats.org/drawingml/2006/main">
              <a:ext uri="{FF2B5EF4-FFF2-40B4-BE49-F238E27FC236}">
                <a16:creationId xmlns:a16="http://schemas.microsoft.com/office/drawing/2014/main" id="{99AC58B0-9727-4C40-8036-2FFB9F743BC5}"/>
              </a:ext>
            </a:extLst>
          </p:cNvPr>
          <p:cNvSpPr>
            <a:spLocks xmlns:a="http://schemas.openxmlformats.org/drawingml/2006/main" noGrp="1"/>
          </p:cNvSpPr>
          <p:nvPr/>
        </p:nvSpPr>
        <p:spPr>
          <a:xfrm xmlns:a="http://schemas.openxmlformats.org/drawingml/2006/main">
            <a:off x="3910108"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3" name="diagram-line-693">
            <a:extLst xmlns:a="http://schemas.openxmlformats.org/drawingml/2006/main">
              <a:ext uri="{FF2B5EF4-FFF2-40B4-BE49-F238E27FC236}">
                <a16:creationId xmlns:a16="http://schemas.microsoft.com/office/drawing/2014/main" id="{9307152E-644F-441A-B456-725F20A584CA}"/>
              </a:ext>
            </a:extLst>
          </p:cNvPr>
          <p:cNvSpPr>
            <a:spLocks xmlns:a="http://schemas.openxmlformats.org/drawingml/2006/main" noGrp="1"/>
          </p:cNvSpPr>
          <p:nvPr/>
        </p:nvSpPr>
        <p:spPr>
          <a:xfrm xmlns:a="http://schemas.openxmlformats.org/drawingml/2006/main">
            <a:off x="4017321"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4" name="diagram-line-694">
            <a:extLst xmlns:a="http://schemas.openxmlformats.org/drawingml/2006/main">
              <a:ext uri="{FF2B5EF4-FFF2-40B4-BE49-F238E27FC236}">
                <a16:creationId xmlns:a16="http://schemas.microsoft.com/office/drawing/2014/main" id="{5AF74202-CEC7-469D-AB82-D689EE2FB721}"/>
              </a:ext>
            </a:extLst>
          </p:cNvPr>
          <p:cNvSpPr>
            <a:spLocks xmlns:a="http://schemas.openxmlformats.org/drawingml/2006/main" noGrp="1"/>
          </p:cNvSpPr>
          <p:nvPr/>
        </p:nvSpPr>
        <p:spPr>
          <a:xfrm xmlns:a="http://schemas.openxmlformats.org/drawingml/2006/main">
            <a:off x="4124535"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5" name="diagram-line-695">
            <a:extLst xmlns:a="http://schemas.openxmlformats.org/drawingml/2006/main">
              <a:ext uri="{FF2B5EF4-FFF2-40B4-BE49-F238E27FC236}">
                <a16:creationId xmlns:a16="http://schemas.microsoft.com/office/drawing/2014/main" id="{5777B149-D80E-4874-96D7-17E4B77084F3}"/>
              </a:ext>
            </a:extLst>
          </p:cNvPr>
          <p:cNvSpPr>
            <a:spLocks xmlns:a="http://schemas.openxmlformats.org/drawingml/2006/main" noGrp="1"/>
          </p:cNvSpPr>
          <p:nvPr/>
        </p:nvSpPr>
        <p:spPr>
          <a:xfrm xmlns:a="http://schemas.openxmlformats.org/drawingml/2006/main">
            <a:off x="3686747"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6" name="diagram-line-696">
            <a:extLst xmlns:a="http://schemas.openxmlformats.org/drawingml/2006/main">
              <a:ext uri="{FF2B5EF4-FFF2-40B4-BE49-F238E27FC236}">
                <a16:creationId xmlns:a16="http://schemas.microsoft.com/office/drawing/2014/main" id="{DDAC6A5E-3663-4B7A-A123-EE4EC86C095E}"/>
              </a:ext>
            </a:extLst>
          </p:cNvPr>
          <p:cNvSpPr>
            <a:spLocks xmlns:a="http://schemas.openxmlformats.org/drawingml/2006/main" noGrp="1"/>
          </p:cNvSpPr>
          <p:nvPr/>
        </p:nvSpPr>
        <p:spPr>
          <a:xfrm xmlns:a="http://schemas.openxmlformats.org/drawingml/2006/main">
            <a:off x="3793960"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7" name="diagram-line-697">
            <a:extLst xmlns:a="http://schemas.openxmlformats.org/drawingml/2006/main">
              <a:ext uri="{FF2B5EF4-FFF2-40B4-BE49-F238E27FC236}">
                <a16:creationId xmlns:a16="http://schemas.microsoft.com/office/drawing/2014/main" id="{9C9C2574-58BA-406C-99D0-B776BD0D1130}"/>
              </a:ext>
            </a:extLst>
          </p:cNvPr>
          <p:cNvSpPr>
            <a:spLocks xmlns:a="http://schemas.openxmlformats.org/drawingml/2006/main" noGrp="1"/>
          </p:cNvSpPr>
          <p:nvPr/>
        </p:nvSpPr>
        <p:spPr>
          <a:xfrm xmlns:a="http://schemas.openxmlformats.org/drawingml/2006/main">
            <a:off x="3901173" y="5687454"/>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8" name="diagram-line-698">
            <a:extLst xmlns:a="http://schemas.openxmlformats.org/drawingml/2006/main">
              <a:ext uri="{FF2B5EF4-FFF2-40B4-BE49-F238E27FC236}">
                <a16:creationId xmlns:a16="http://schemas.microsoft.com/office/drawing/2014/main" id="{58A70116-732E-40CD-BD18-2667BFE71495}"/>
              </a:ext>
            </a:extLst>
          </p:cNvPr>
          <p:cNvSpPr>
            <a:spLocks xmlns:a="http://schemas.openxmlformats.org/drawingml/2006/main" noGrp="1"/>
          </p:cNvSpPr>
          <p:nvPr/>
        </p:nvSpPr>
        <p:spPr>
          <a:xfrm xmlns:a="http://schemas.openxmlformats.org/drawingml/2006/main">
            <a:off x="3910108"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9" name="diagram-line-699">
            <a:extLst xmlns:a="http://schemas.openxmlformats.org/drawingml/2006/main">
              <a:ext uri="{FF2B5EF4-FFF2-40B4-BE49-F238E27FC236}">
                <a16:creationId xmlns:a16="http://schemas.microsoft.com/office/drawing/2014/main" id="{833F1A59-3425-4C0C-AD2A-0869E6E2600B}"/>
              </a:ext>
            </a:extLst>
          </p:cNvPr>
          <p:cNvSpPr>
            <a:spLocks xmlns:a="http://schemas.openxmlformats.org/drawingml/2006/main" noGrp="1"/>
          </p:cNvSpPr>
          <p:nvPr/>
        </p:nvSpPr>
        <p:spPr>
          <a:xfrm xmlns:a="http://schemas.openxmlformats.org/drawingml/2006/main">
            <a:off x="4017321"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0" name="diagram-line-700">
            <a:extLst xmlns:a="http://schemas.openxmlformats.org/drawingml/2006/main">
              <a:ext uri="{FF2B5EF4-FFF2-40B4-BE49-F238E27FC236}">
                <a16:creationId xmlns:a16="http://schemas.microsoft.com/office/drawing/2014/main" id="{5557BD40-583D-4C4D-8996-B2874193705B}"/>
              </a:ext>
            </a:extLst>
          </p:cNvPr>
          <p:cNvSpPr>
            <a:spLocks xmlns:a="http://schemas.openxmlformats.org/drawingml/2006/main" noGrp="1"/>
          </p:cNvSpPr>
          <p:nvPr/>
        </p:nvSpPr>
        <p:spPr>
          <a:xfrm xmlns:a="http://schemas.openxmlformats.org/drawingml/2006/main">
            <a:off x="4124535"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1" name="diagram-box-701">
            <a:extLst xmlns:a="http://schemas.openxmlformats.org/drawingml/2006/main">
              <a:ext uri="{FF2B5EF4-FFF2-40B4-BE49-F238E27FC236}">
                <a16:creationId xmlns:a16="http://schemas.microsoft.com/office/drawing/2014/main" id="{7BA70FB8-9F41-4DB9-816D-BE658C38F669}"/>
              </a:ext>
            </a:extLst>
          </p:cNvPr>
          <p:cNvSpPr>
            <a:spLocks xmlns:a="http://schemas.openxmlformats.org/drawingml/2006/main" noGrp="1"/>
          </p:cNvSpPr>
          <p:nvPr/>
        </p:nvSpPr>
        <p:spPr>
          <a:xfrm xmlns:a="http://schemas.openxmlformats.org/drawingml/2006/main">
            <a:off x="4222814" y="1524000"/>
            <a:ext cx="6879527" cy="1018527"/>
          </a:xfrm>
          <a:prstGeom xmlns:a="http://schemas.openxmlformats.org/drawingml/2006/main" prst="rect">
            <a:avLst/>
          </a:prstGeom>
          <a:solidFill xmlns:a="http://schemas.openxmlformats.org/drawingml/2006/main">
            <a:srgbClr val="FAF8FC"/>
          </a:solidFill>
          <a:ln xmlns:a="http://schemas.openxmlformats.org/drawingml/2006/main" w="8934">
            <a:solidFill>
              <a:srgbClr val="6F7B83"/>
            </a:solidFill>
          </a:ln>
        </p:spPr>
      </p:sp>
      <p:sp>
        <p:nvSpPr>
          <p:cNvPr id="232" name="diagram-box-702">
            <a:extLst xmlns:a="http://schemas.openxmlformats.org/drawingml/2006/main">
              <a:ext uri="{FF2B5EF4-FFF2-40B4-BE49-F238E27FC236}">
                <a16:creationId xmlns:a16="http://schemas.microsoft.com/office/drawing/2014/main" id="{514C1C62-33AD-483E-8872-B048853CA419}"/>
              </a:ext>
            </a:extLst>
          </p:cNvPr>
          <p:cNvSpPr>
            <a:spLocks xmlns:a="http://schemas.openxmlformats.org/drawingml/2006/main" noGrp="1"/>
          </p:cNvSpPr>
          <p:nvPr/>
        </p:nvSpPr>
        <p:spPr>
          <a:xfrm xmlns:a="http://schemas.openxmlformats.org/drawingml/2006/main">
            <a:off x="4222814" y="1524000"/>
            <a:ext cx="6879527" cy="285902"/>
          </a:xfrm>
          <a:prstGeom xmlns:a="http://schemas.openxmlformats.org/drawingml/2006/main" prst="rect">
            <a:avLst/>
          </a:prstGeom>
          <a:solidFill xmlns:a="http://schemas.openxmlformats.org/drawingml/2006/main">
            <a:srgbClr val="EEE9F2"/>
          </a:solidFill>
          <a:ln xmlns:a="http://schemas.openxmlformats.org/drawingml/2006/main" w="8934">
            <a:solidFill>
              <a:srgbClr val="6F7B83"/>
            </a:solidFill>
          </a:ln>
        </p:spPr>
      </p:sp>
      <p:sp>
        <p:nvSpPr>
          <p:cNvPr id="233" name="revision-text-703">
            <a:extLst xmlns:a="http://schemas.openxmlformats.org/drawingml/2006/main">
              <a:ext uri="{FF2B5EF4-FFF2-40B4-BE49-F238E27FC236}">
                <a16:creationId xmlns:a16="http://schemas.microsoft.com/office/drawing/2014/main" id="{821AB986-14D6-432B-9F9B-D7C7499E18C4}"/>
              </a:ext>
            </a:extLst>
          </p:cNvPr>
          <p:cNvSpPr>
            <a:spLocks xmlns:a="http://schemas.openxmlformats.org/drawingml/2006/main" noGrp="1"/>
          </p:cNvSpPr>
          <p:nvPr/>
        </p:nvSpPr>
        <p:spPr>
          <a:xfrm xmlns:a="http://schemas.openxmlformats.org/drawingml/2006/main">
            <a:off x="4294289" y="1550803"/>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Workflow node</a:t>
            </a:r>
          </a:p>
        </p:txBody>
      </p:sp>
      <p:sp>
        <p:nvSpPr>
          <p:cNvPr id="234" name="revision-text-704">
            <a:extLst xmlns:a="http://schemas.openxmlformats.org/drawingml/2006/main">
              <a:ext uri="{FF2B5EF4-FFF2-40B4-BE49-F238E27FC236}">
                <a16:creationId xmlns:a16="http://schemas.microsoft.com/office/drawing/2014/main" id="{92A84A8E-9DF6-467C-8A81-A45673597AE8}"/>
              </a:ext>
            </a:extLst>
          </p:cNvPr>
          <p:cNvSpPr>
            <a:spLocks xmlns:a="http://schemas.openxmlformats.org/drawingml/2006/main" noGrp="1"/>
          </p:cNvSpPr>
          <p:nvPr/>
        </p:nvSpPr>
        <p:spPr>
          <a:xfrm xmlns:a="http://schemas.openxmlformats.org/drawingml/2006/main">
            <a:off x="8439874" y="1586541"/>
            <a:ext cx="2492712"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0">
                <a:solidFill>
                  <a:srgbClr val="152C40"/>
                </a:solidFill>
                <a:latin typeface="微软雅黑"/>
                <a:ea typeface="微软雅黑"/>
                <a:cs typeface="微软雅黑"/>
              </a:defRPr>
            </a:pPr>
            <a:r>
              <a:rPr sz="1266" b="0">
                <a:solidFill>
                  <a:srgbClr val="152C40"/>
                </a:solidFill>
                <a:latin typeface="微软雅黑"/>
                <a:ea typeface="微软雅黑"/>
                <a:cs typeface="微软雅黑"/>
              </a:rPr>
              <a:t>Control interfaces / Data ports</a:t>
            </a:r>
          </a:p>
        </p:txBody>
      </p:sp>
      <p:sp>
        <p:nvSpPr>
          <p:cNvPr id="235" name="diagram-box-705">
            <a:extLst xmlns:a="http://schemas.openxmlformats.org/drawingml/2006/main">
              <a:ext uri="{FF2B5EF4-FFF2-40B4-BE49-F238E27FC236}">
                <a16:creationId xmlns:a16="http://schemas.microsoft.com/office/drawing/2014/main" id="{39FE9D39-7344-454B-B45C-69D5062CB7E1}"/>
              </a:ext>
            </a:extLst>
          </p:cNvPr>
          <p:cNvSpPr>
            <a:spLocks xmlns:a="http://schemas.openxmlformats.org/drawingml/2006/main" noGrp="1"/>
          </p:cNvSpPr>
          <p:nvPr/>
        </p:nvSpPr>
        <p:spPr>
          <a:xfrm xmlns:a="http://schemas.openxmlformats.org/drawingml/2006/main">
            <a:off x="4383634" y="1908181"/>
            <a:ext cx="1938776" cy="25909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6" name="revision-text-706">
            <a:extLst xmlns:a="http://schemas.openxmlformats.org/drawingml/2006/main">
              <a:ext uri="{FF2B5EF4-FFF2-40B4-BE49-F238E27FC236}">
                <a16:creationId xmlns:a16="http://schemas.microsoft.com/office/drawing/2014/main" id="{757A9112-B395-4001-9A4C-47347BA62E56}"/>
              </a:ext>
            </a:extLst>
          </p:cNvPr>
          <p:cNvSpPr>
            <a:spLocks xmlns:a="http://schemas.openxmlformats.org/drawingml/2006/main" noGrp="1"/>
          </p:cNvSpPr>
          <p:nvPr/>
        </p:nvSpPr>
        <p:spPr>
          <a:xfrm xmlns:a="http://schemas.openxmlformats.org/drawingml/2006/main">
            <a:off x="4428306" y="193498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Variable space</a:t>
            </a:r>
          </a:p>
        </p:txBody>
      </p:sp>
      <p:sp>
        <p:nvSpPr>
          <p:cNvPr id="237" name="diagram-box-707">
            <a:extLst xmlns:a="http://schemas.openxmlformats.org/drawingml/2006/main">
              <a:ext uri="{FF2B5EF4-FFF2-40B4-BE49-F238E27FC236}">
                <a16:creationId xmlns:a16="http://schemas.microsoft.com/office/drawing/2014/main" id="{9457A02D-C018-476E-8A5B-6F30D40163D2}"/>
              </a:ext>
            </a:extLst>
          </p:cNvPr>
          <p:cNvSpPr>
            <a:spLocks xmlns:a="http://schemas.openxmlformats.org/drawingml/2006/main" noGrp="1"/>
          </p:cNvSpPr>
          <p:nvPr/>
        </p:nvSpPr>
        <p:spPr>
          <a:xfrm xmlns:a="http://schemas.openxmlformats.org/drawingml/2006/main">
            <a:off x="4383634" y="2229822"/>
            <a:ext cx="1938776" cy="241230"/>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8" name="revision-text-708">
            <a:extLst xmlns:a="http://schemas.openxmlformats.org/drawingml/2006/main">
              <a:ext uri="{FF2B5EF4-FFF2-40B4-BE49-F238E27FC236}">
                <a16:creationId xmlns:a16="http://schemas.microsoft.com/office/drawing/2014/main" id="{E36BD967-CE21-4887-BD56-2D9E16BE149B}"/>
              </a:ext>
            </a:extLst>
          </p:cNvPr>
          <p:cNvSpPr>
            <a:spLocks xmlns:a="http://schemas.openxmlformats.org/drawingml/2006/main" noGrp="1"/>
          </p:cNvSpPr>
          <p:nvPr/>
        </p:nvSpPr>
        <p:spPr>
          <a:xfrm xmlns:a="http://schemas.openxmlformats.org/drawingml/2006/main">
            <a:off x="4428306" y="225662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Node lifecycle</a:t>
            </a:r>
          </a:p>
        </p:txBody>
      </p:sp>
      <p:sp>
        <p:nvSpPr>
          <p:cNvPr id="239" name="diagram-box-709">
            <a:extLst xmlns:a="http://schemas.openxmlformats.org/drawingml/2006/main">
              <a:ext uri="{FF2B5EF4-FFF2-40B4-BE49-F238E27FC236}">
                <a16:creationId xmlns:a16="http://schemas.microsoft.com/office/drawing/2014/main" id="{6095082B-6598-4320-A09F-9D967F53AF86}"/>
              </a:ext>
            </a:extLst>
          </p:cNvPr>
          <p:cNvSpPr>
            <a:spLocks xmlns:a="http://schemas.openxmlformats.org/drawingml/2006/main" noGrp="1"/>
          </p:cNvSpPr>
          <p:nvPr/>
        </p:nvSpPr>
        <p:spPr>
          <a:xfrm xmlns:a="http://schemas.openxmlformats.org/drawingml/2006/main">
            <a:off x="6813804" y="1908181"/>
            <a:ext cx="4109847" cy="562870"/>
          </a:xfrm>
          <a:prstGeom xmlns:a="http://schemas.openxmlformats.org/drawingml/2006/main" prst="rect">
            <a:avLst/>
          </a:prstGeom>
          <a:solidFill xmlns:a="http://schemas.openxmlformats.org/drawingml/2006/main">
            <a:srgbClr val="FFFFFF"/>
          </a:solidFill>
          <a:ln xmlns:a="http://schemas.openxmlformats.org/drawingml/2006/main" w="8934">
            <a:solidFill>
              <a:srgbClr val="9A83BB"/>
            </a:solidFill>
          </a:ln>
        </p:spPr>
      </p:sp>
      <p:sp>
        <p:nvSpPr>
          <p:cNvPr id="240" name="revision-text-710">
            <a:extLst xmlns:a="http://schemas.openxmlformats.org/drawingml/2006/main">
              <a:ext uri="{FF2B5EF4-FFF2-40B4-BE49-F238E27FC236}">
                <a16:creationId xmlns:a16="http://schemas.microsoft.com/office/drawing/2014/main" id="{76273F12-2575-4927-B31C-E411EDA74FD6}"/>
              </a:ext>
            </a:extLst>
          </p:cNvPr>
          <p:cNvSpPr>
            <a:spLocks xmlns:a="http://schemas.openxmlformats.org/drawingml/2006/main" noGrp="1"/>
          </p:cNvSpPr>
          <p:nvPr/>
        </p:nvSpPr>
        <p:spPr>
          <a:xfrm xmlns:a="http://schemas.openxmlformats.org/drawingml/2006/main">
            <a:off x="6858476" y="1934985"/>
            <a:ext cx="4020502" cy="244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07" b="1">
                <a:solidFill>
                  <a:srgbClr val="111111"/>
                </a:solidFill>
                <a:latin typeface="微软雅黑"/>
                <a:ea typeface="微软雅黑"/>
                <a:cs typeface="微软雅黑"/>
              </a:defRPr>
            </a:pPr>
            <a:r>
              <a:rPr sz="1407" b="1">
                <a:solidFill>
                  <a:srgbClr val="111111"/>
                </a:solidFill>
                <a:latin typeface="微软雅黑"/>
                <a:ea typeface="微软雅黑"/>
                <a:cs typeface="微软雅黑"/>
              </a:rPr>
              <a:t>Trigger: condition → action</a:t>
            </a:r>
          </a:p>
        </p:txBody>
      </p:sp>
      <p:sp>
        <p:nvSpPr>
          <p:cNvPr id="241" name="revision-text-711">
            <a:extLst xmlns:a="http://schemas.openxmlformats.org/drawingml/2006/main">
              <a:ext uri="{FF2B5EF4-FFF2-40B4-BE49-F238E27FC236}">
                <a16:creationId xmlns:a16="http://schemas.microsoft.com/office/drawing/2014/main" id="{724F86D6-BE63-432A-B43B-C26C25AE722D}"/>
              </a:ext>
            </a:extLst>
          </p:cNvPr>
          <p:cNvSpPr>
            <a:spLocks xmlns:a="http://schemas.openxmlformats.org/drawingml/2006/main" noGrp="1"/>
          </p:cNvSpPr>
          <p:nvPr/>
        </p:nvSpPr>
        <p:spPr>
          <a:xfrm xmlns:a="http://schemas.openxmlformats.org/drawingml/2006/main">
            <a:off x="6867411" y="2122608"/>
            <a:ext cx="4002634"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Read variables, interface signals, and lifecycle</a:t>
            </a:r>
          </a:p>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Update variables and state; emit signals</a:t>
            </a:r>
          </a:p>
        </p:txBody>
      </p:sp>
      <p:sp>
        <p:nvSpPr>
          <p:cNvPr id="242" name="diagram-line-712">
            <a:extLst xmlns:a="http://schemas.openxmlformats.org/drawingml/2006/main">
              <a:ext uri="{FF2B5EF4-FFF2-40B4-BE49-F238E27FC236}">
                <a16:creationId xmlns:a16="http://schemas.microsoft.com/office/drawing/2014/main" id="{94AE4EA0-01A4-4E61-8C4A-B7830C5BA134}"/>
              </a:ext>
            </a:extLst>
          </p:cNvPr>
          <p:cNvSpPr>
            <a:spLocks xmlns:a="http://schemas.openxmlformats.org/drawingml/2006/main" noGrp="1"/>
          </p:cNvSpPr>
          <p:nvPr/>
        </p:nvSpPr>
        <p:spPr>
          <a:xfrm xmlns:a="http://schemas.openxmlformats.org/drawingml/2006/main">
            <a:off x="6322409" y="2033264"/>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3" name="diagram-poly-713">
            <a:extLst xmlns:a="http://schemas.openxmlformats.org/drawingml/2006/main">
              <a:ext uri="{FF2B5EF4-FFF2-40B4-BE49-F238E27FC236}">
                <a16:creationId xmlns:a16="http://schemas.microsoft.com/office/drawing/2014/main" id="{4DB64C87-4E74-4ED2-B51A-8D86B8A2340B}"/>
              </a:ext>
            </a:extLst>
          </p:cNvPr>
          <p:cNvSpPr>
            <a:spLocks xmlns:a="http://schemas.openxmlformats.org/drawingml/2006/main" noGrp="1"/>
          </p:cNvSpPr>
          <p:nvPr/>
        </p:nvSpPr>
        <p:spPr>
          <a:xfrm xmlns:a="http://schemas.openxmlformats.org/drawingml/2006/main">
            <a:off x="6751263" y="2005567"/>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4" name="diagram-line-714">
            <a:extLst xmlns:a="http://schemas.openxmlformats.org/drawingml/2006/main">
              <a:ext uri="{FF2B5EF4-FFF2-40B4-BE49-F238E27FC236}">
                <a16:creationId xmlns:a16="http://schemas.microsoft.com/office/drawing/2014/main" id="{918F3DD0-5AB3-4CDF-9A20-E23455CE5245}"/>
              </a:ext>
            </a:extLst>
          </p:cNvPr>
          <p:cNvSpPr>
            <a:spLocks xmlns:a="http://schemas.openxmlformats.org/drawingml/2006/main" noGrp="1"/>
          </p:cNvSpPr>
          <p:nvPr/>
        </p:nvSpPr>
        <p:spPr>
          <a:xfrm xmlns:a="http://schemas.openxmlformats.org/drawingml/2006/main">
            <a:off x="6322409" y="2345969"/>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5" name="diagram-poly-715">
            <a:extLst xmlns:a="http://schemas.openxmlformats.org/drawingml/2006/main">
              <a:ext uri="{FF2B5EF4-FFF2-40B4-BE49-F238E27FC236}">
                <a16:creationId xmlns:a16="http://schemas.microsoft.com/office/drawing/2014/main" id="{0AD66090-5E51-46B8-A3DE-99684E4A0CB8}"/>
              </a:ext>
            </a:extLst>
          </p:cNvPr>
          <p:cNvSpPr>
            <a:spLocks xmlns:a="http://schemas.openxmlformats.org/drawingml/2006/main" noGrp="1"/>
          </p:cNvSpPr>
          <p:nvPr/>
        </p:nvSpPr>
        <p:spPr>
          <a:xfrm xmlns:a="http://schemas.openxmlformats.org/drawingml/2006/main">
            <a:off x="6751263" y="231827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6" name="diagram-line-716">
            <a:extLst xmlns:a="http://schemas.openxmlformats.org/drawingml/2006/main">
              <a:ext uri="{FF2B5EF4-FFF2-40B4-BE49-F238E27FC236}">
                <a16:creationId xmlns:a16="http://schemas.microsoft.com/office/drawing/2014/main" id="{85E8AF27-CDD7-4192-A460-11F00A0E243D}"/>
              </a:ext>
            </a:extLst>
          </p:cNvPr>
          <p:cNvSpPr>
            <a:spLocks xmlns:a="http://schemas.openxmlformats.org/drawingml/2006/main" noGrp="1"/>
          </p:cNvSpPr>
          <p:nvPr/>
        </p:nvSpPr>
        <p:spPr>
          <a:xfrm xmlns:a="http://schemas.openxmlformats.org/drawingml/2006/main">
            <a:off x="4937570" y="2542527"/>
            <a:ext cx="179" cy="491395"/>
          </a:xfrm>
          <a:custGeom xmlns:a="http://schemas.openxmlformats.org/drawingml/2006/main">
            <a:pathLst>
              <a:path w="191" h="523875">
                <a:moveTo>
                  <a:pt x="0" y="0"/>
                </a:moveTo>
                <a:lnTo>
                  <a:pt x="0" y="523875"/>
                </a:lnTo>
              </a:path>
            </a:pathLst>
          </a:custGeom>
          <a:noFill xmlns:a="http://schemas.openxmlformats.org/drawingml/2006/main"/>
          <a:ln xmlns:a="http://schemas.openxmlformats.org/drawingml/2006/main" w="13402">
            <a:solidFill>
              <a:srgbClr val="28849C"/>
            </a:solidFill>
          </a:ln>
        </p:spPr>
      </p:sp>
      <p:sp>
        <p:nvSpPr>
          <p:cNvPr id="247" name="diagram-poly-717">
            <a:extLst xmlns:a="http://schemas.openxmlformats.org/drawingml/2006/main">
              <a:ext uri="{FF2B5EF4-FFF2-40B4-BE49-F238E27FC236}">
                <a16:creationId xmlns:a16="http://schemas.microsoft.com/office/drawing/2014/main" id="{D68B7822-F4DE-4F9F-8D87-EE5CDE9DE584}"/>
              </a:ext>
            </a:extLst>
          </p:cNvPr>
          <p:cNvSpPr>
            <a:spLocks xmlns:a="http://schemas.openxmlformats.org/drawingml/2006/main" noGrp="1"/>
          </p:cNvSpPr>
          <p:nvPr/>
        </p:nvSpPr>
        <p:spPr>
          <a:xfrm xmlns:a="http://schemas.openxmlformats.org/drawingml/2006/main">
            <a:off x="4909873" y="2971381"/>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48" name="revision-text-718">
            <a:extLst xmlns:a="http://schemas.openxmlformats.org/drawingml/2006/main">
              <a:ext uri="{FF2B5EF4-FFF2-40B4-BE49-F238E27FC236}">
                <a16:creationId xmlns:a16="http://schemas.microsoft.com/office/drawing/2014/main" id="{48CD5621-F101-46C7-B61B-7B16970FE68B}"/>
              </a:ext>
            </a:extLst>
          </p:cNvPr>
          <p:cNvSpPr>
            <a:spLocks xmlns:a="http://schemas.openxmlformats.org/drawingml/2006/main" noGrp="1"/>
          </p:cNvSpPr>
          <p:nvPr/>
        </p:nvSpPr>
        <p:spPr>
          <a:xfrm xmlns:a="http://schemas.openxmlformats.org/drawingml/2006/main">
            <a:off x="5035848" y="2667610"/>
            <a:ext cx="2501646"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6" b="0">
                <a:solidFill>
                  <a:srgbClr val="28849C"/>
                </a:solidFill>
                <a:latin typeface="微软雅黑"/>
                <a:ea typeface="微软雅黑"/>
                <a:cs typeface="微软雅黑"/>
              </a:defRPr>
            </a:pPr>
            <a:r>
              <a:rPr sz="1266" b="0">
                <a:solidFill>
                  <a:srgbClr val="28849C"/>
                </a:solidFill>
                <a:latin typeface="微软雅黑"/>
                <a:ea typeface="微软雅黑"/>
                <a:cs typeface="微软雅黑"/>
              </a:rPr>
              <a:t>Control request / Parameters</a:t>
            </a:r>
          </a:p>
        </p:txBody>
      </p:sp>
      <p:sp>
        <p:nvSpPr>
          <p:cNvPr id="249" name="diagram-line-719">
            <a:extLst xmlns:a="http://schemas.openxmlformats.org/drawingml/2006/main">
              <a:ext uri="{FF2B5EF4-FFF2-40B4-BE49-F238E27FC236}">
                <a16:creationId xmlns:a16="http://schemas.microsoft.com/office/drawing/2014/main" id="{E5A5AAA8-043C-47F9-87C5-5A0E1EBA6E02}"/>
              </a:ext>
            </a:extLst>
          </p:cNvPr>
          <p:cNvSpPr>
            <a:spLocks xmlns:a="http://schemas.openxmlformats.org/drawingml/2006/main" noGrp="1"/>
          </p:cNvSpPr>
          <p:nvPr/>
        </p:nvSpPr>
        <p:spPr>
          <a:xfrm xmlns:a="http://schemas.openxmlformats.org/drawingml/2006/main">
            <a:off x="10208895" y="2542527"/>
            <a:ext cx="179" cy="491395"/>
          </a:xfrm>
          <a:custGeom xmlns:a="http://schemas.openxmlformats.org/drawingml/2006/main">
            <a:pathLst>
              <a:path w="191" h="523875">
                <a:moveTo>
                  <a:pt x="0" y="523875"/>
                </a:moveTo>
                <a:lnTo>
                  <a:pt x="0" y="0"/>
                </a:lnTo>
              </a:path>
            </a:pathLst>
          </a:custGeom>
          <a:noFill xmlns:a="http://schemas.openxmlformats.org/drawingml/2006/main"/>
          <a:ln xmlns:a="http://schemas.openxmlformats.org/drawingml/2006/main" w="13402">
            <a:solidFill>
              <a:srgbClr val="799A39"/>
            </a:solidFill>
          </a:ln>
        </p:spPr>
      </p:sp>
      <p:sp>
        <p:nvSpPr>
          <p:cNvPr id="250" name="diagram-poly-720">
            <a:extLst xmlns:a="http://schemas.openxmlformats.org/drawingml/2006/main">
              <a:ext uri="{FF2B5EF4-FFF2-40B4-BE49-F238E27FC236}">
                <a16:creationId xmlns:a16="http://schemas.microsoft.com/office/drawing/2014/main" id="{138F92FB-5801-41AE-A795-59B46479468C}"/>
              </a:ext>
            </a:extLst>
          </p:cNvPr>
          <p:cNvSpPr>
            <a:spLocks xmlns:a="http://schemas.openxmlformats.org/drawingml/2006/main" noGrp="1"/>
          </p:cNvSpPr>
          <p:nvPr/>
        </p:nvSpPr>
        <p:spPr>
          <a:xfrm xmlns:a="http://schemas.openxmlformats.org/drawingml/2006/main">
            <a:off x="10181198" y="254252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51" name="revision-text-721">
            <a:extLst xmlns:a="http://schemas.openxmlformats.org/drawingml/2006/main">
              <a:ext uri="{FF2B5EF4-FFF2-40B4-BE49-F238E27FC236}">
                <a16:creationId xmlns:a16="http://schemas.microsoft.com/office/drawing/2014/main" id="{4906C6DF-BBF8-4BBB-85E3-7C2998197041}"/>
              </a:ext>
            </a:extLst>
          </p:cNvPr>
          <p:cNvSpPr>
            <a:spLocks xmlns:a="http://schemas.openxmlformats.org/drawingml/2006/main" noGrp="1"/>
          </p:cNvSpPr>
          <p:nvPr/>
        </p:nvSpPr>
        <p:spPr>
          <a:xfrm xmlns:a="http://schemas.openxmlformats.org/drawingml/2006/main">
            <a:off x="7894872" y="2667610"/>
            <a:ext cx="2233613"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0">
                <a:solidFill>
                  <a:srgbClr val="799A39"/>
                </a:solidFill>
                <a:latin typeface="微软雅黑"/>
                <a:ea typeface="微软雅黑"/>
                <a:cs typeface="微软雅黑"/>
              </a:defRPr>
            </a:pPr>
            <a:r>
              <a:rPr sz="1266" b="0">
                <a:solidFill>
                  <a:srgbClr val="799A39"/>
                </a:solidFill>
                <a:latin typeface="微软雅黑"/>
                <a:ea typeface="微软雅黑"/>
                <a:cs typeface="微软雅黑"/>
              </a:rPr>
              <a:t>Execution state / Data</a:t>
            </a:r>
          </a:p>
        </p:txBody>
      </p:sp>
      <p:sp>
        <p:nvSpPr>
          <p:cNvPr id="252" name="diagram-box-722">
            <a:extLst xmlns:a="http://schemas.openxmlformats.org/drawingml/2006/main">
              <a:ext uri="{FF2B5EF4-FFF2-40B4-BE49-F238E27FC236}">
                <a16:creationId xmlns:a16="http://schemas.microsoft.com/office/drawing/2014/main" id="{86396D6D-38A4-4142-A7A2-174DF61AE22D}"/>
              </a:ext>
            </a:extLst>
          </p:cNvPr>
          <p:cNvSpPr>
            <a:spLocks xmlns:a="http://schemas.openxmlformats.org/drawingml/2006/main" noGrp="1"/>
          </p:cNvSpPr>
          <p:nvPr/>
        </p:nvSpPr>
        <p:spPr>
          <a:xfrm xmlns:a="http://schemas.openxmlformats.org/drawingml/2006/main">
            <a:off x="4222814" y="3033922"/>
            <a:ext cx="6879527" cy="1081068"/>
          </a:xfrm>
          <a:prstGeom xmlns:a="http://schemas.openxmlformats.org/drawingml/2006/main" prst="rect">
            <a:avLst/>
          </a:prstGeom>
          <a:solidFill xmlns:a="http://schemas.openxmlformats.org/drawingml/2006/main">
            <a:srgbClr val="F6F9EF"/>
          </a:solidFill>
          <a:ln xmlns:a="http://schemas.openxmlformats.org/drawingml/2006/main" w="8934">
            <a:solidFill>
              <a:srgbClr val="6F7B83"/>
            </a:solidFill>
          </a:ln>
        </p:spPr>
      </p:sp>
      <p:sp>
        <p:nvSpPr>
          <p:cNvPr id="253" name="diagram-box-723">
            <a:extLst xmlns:a="http://schemas.openxmlformats.org/drawingml/2006/main">
              <a:ext uri="{FF2B5EF4-FFF2-40B4-BE49-F238E27FC236}">
                <a16:creationId xmlns:a16="http://schemas.microsoft.com/office/drawing/2014/main" id="{890A46E2-9FC3-461C-A87B-17DF6BBF2C75}"/>
              </a:ext>
            </a:extLst>
          </p:cNvPr>
          <p:cNvSpPr>
            <a:spLocks xmlns:a="http://schemas.openxmlformats.org/drawingml/2006/main" noGrp="1"/>
          </p:cNvSpPr>
          <p:nvPr/>
        </p:nvSpPr>
        <p:spPr>
          <a:xfrm xmlns:a="http://schemas.openxmlformats.org/drawingml/2006/main">
            <a:off x="4222814" y="3033922"/>
            <a:ext cx="6879527" cy="285902"/>
          </a:xfrm>
          <a:prstGeom xmlns:a="http://schemas.openxmlformats.org/drawingml/2006/main" prst="rect">
            <a:avLst/>
          </a:prstGeom>
          <a:solidFill xmlns:a="http://schemas.openxmlformats.org/drawingml/2006/main">
            <a:srgbClr val="E9F0DB"/>
          </a:solidFill>
          <a:ln xmlns:a="http://schemas.openxmlformats.org/drawingml/2006/main" w="8934">
            <a:solidFill>
              <a:srgbClr val="6F7B83"/>
            </a:solidFill>
          </a:ln>
        </p:spPr>
      </p:sp>
      <p:sp>
        <p:nvSpPr>
          <p:cNvPr id="254" name="revision-text-724">
            <a:extLst xmlns:a="http://schemas.openxmlformats.org/drawingml/2006/main">
              <a:ext uri="{FF2B5EF4-FFF2-40B4-BE49-F238E27FC236}">
                <a16:creationId xmlns:a16="http://schemas.microsoft.com/office/drawing/2014/main" id="{676B3BDB-11D1-43C6-BAF9-AFFE11390152}"/>
              </a:ext>
            </a:extLst>
          </p:cNvPr>
          <p:cNvSpPr>
            <a:spLocks xmlns:a="http://schemas.openxmlformats.org/drawingml/2006/main" noGrp="1"/>
          </p:cNvSpPr>
          <p:nvPr/>
        </p:nvSpPr>
        <p:spPr>
          <a:xfrm xmlns:a="http://schemas.openxmlformats.org/drawingml/2006/main">
            <a:off x="4294289" y="3060725"/>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Device state machine</a:t>
            </a:r>
          </a:p>
        </p:txBody>
      </p:sp>
      <p:sp>
        <p:nvSpPr>
          <p:cNvPr id="255" name="revision-text-725">
            <a:extLst xmlns:a="http://schemas.openxmlformats.org/drawingml/2006/main">
              <a:ext uri="{FF2B5EF4-FFF2-40B4-BE49-F238E27FC236}">
                <a16:creationId xmlns:a16="http://schemas.microsoft.com/office/drawing/2014/main" id="{6AAB5E61-8324-4C56-BC15-CBB53DA7B0A6}"/>
              </a:ext>
            </a:extLst>
          </p:cNvPr>
          <p:cNvSpPr>
            <a:spLocks xmlns:a="http://schemas.openxmlformats.org/drawingml/2006/main" noGrp="1"/>
          </p:cNvSpPr>
          <p:nvPr/>
        </p:nvSpPr>
        <p:spPr>
          <a:xfrm xmlns:a="http://schemas.openxmlformats.org/drawingml/2006/main">
            <a:off x="6724459" y="3096463"/>
            <a:ext cx="4217060"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52C40"/>
                </a:solidFill>
                <a:latin typeface="微软雅黑"/>
                <a:ea typeface="微软雅黑"/>
                <a:cs typeface="微软雅黑"/>
              </a:defRPr>
            </a:pPr>
            <a:r>
              <a:rPr sz="1126" b="0">
                <a:solidFill>
                  <a:srgbClr val="152C40"/>
                </a:solidFill>
                <a:latin typeface="微软雅黑"/>
                <a:ea typeface="微软雅黑"/>
                <a:cs typeface="微软雅黑"/>
              </a:rPr>
              <a:t>Capability model supplies the state machine with the operation definition and Adapter contract</a:t>
            </a:r>
          </a:p>
        </p:txBody>
      </p:sp>
      <p:sp>
        <p:nvSpPr>
          <p:cNvPr id="256" name="diagram-box-726">
            <a:extLst xmlns:a="http://schemas.openxmlformats.org/drawingml/2006/main">
              <a:ext uri="{FF2B5EF4-FFF2-40B4-BE49-F238E27FC236}">
                <a16:creationId xmlns:a16="http://schemas.microsoft.com/office/drawing/2014/main" id="{B8EEA25C-9280-4DB9-A6FF-ACBFEAF866EF}"/>
              </a:ext>
            </a:extLst>
          </p:cNvPr>
          <p:cNvSpPr>
            <a:spLocks xmlns:a="http://schemas.openxmlformats.org/drawingml/2006/main" noGrp="1"/>
          </p:cNvSpPr>
          <p:nvPr/>
        </p:nvSpPr>
        <p:spPr>
          <a:xfrm xmlns:a="http://schemas.openxmlformats.org/drawingml/2006/main">
            <a:off x="4383634"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57" name="revision-text-727">
            <a:extLst xmlns:a="http://schemas.openxmlformats.org/drawingml/2006/main">
              <a:ext uri="{FF2B5EF4-FFF2-40B4-BE49-F238E27FC236}">
                <a16:creationId xmlns:a16="http://schemas.microsoft.com/office/drawing/2014/main" id="{233E154D-D6A6-4634-BFFE-439F0A026932}"/>
              </a:ext>
            </a:extLst>
          </p:cNvPr>
          <p:cNvSpPr>
            <a:spLocks xmlns:a="http://schemas.openxmlformats.org/drawingml/2006/main" noGrp="1"/>
          </p:cNvSpPr>
          <p:nvPr/>
        </p:nvSpPr>
        <p:spPr>
          <a:xfrm xmlns:a="http://schemas.openxmlformats.org/drawingml/2006/main">
            <a:off x="4428306"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Request handling</a:t>
            </a:r>
          </a:p>
        </p:txBody>
      </p:sp>
      <p:sp>
        <p:nvSpPr>
          <p:cNvPr id="258" name="revision-text-728">
            <a:extLst xmlns:a="http://schemas.openxmlformats.org/drawingml/2006/main">
              <a:ext uri="{FF2B5EF4-FFF2-40B4-BE49-F238E27FC236}">
                <a16:creationId xmlns:a16="http://schemas.microsoft.com/office/drawing/2014/main" id="{B5D5793F-F4C4-491A-9B8B-88C9B0C73682}"/>
              </a:ext>
            </a:extLst>
          </p:cNvPr>
          <p:cNvSpPr>
            <a:spLocks xmlns:a="http://schemas.openxmlformats.org/drawingml/2006/main" noGrp="1"/>
          </p:cNvSpPr>
          <p:nvPr/>
        </p:nvSpPr>
        <p:spPr>
          <a:xfrm xmlns:a="http://schemas.openxmlformats.org/drawingml/2006/main">
            <a:off x="4437240" y="3623596"/>
            <a:ext cx="1769021"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Check request and state</a:t>
            </a:r>
          </a:p>
        </p:txBody>
      </p:sp>
      <p:sp>
        <p:nvSpPr>
          <p:cNvPr id="259" name="diagram-box-729">
            <a:extLst xmlns:a="http://schemas.openxmlformats.org/drawingml/2006/main">
              <a:ext uri="{FF2B5EF4-FFF2-40B4-BE49-F238E27FC236}">
                <a16:creationId xmlns:a16="http://schemas.microsoft.com/office/drawing/2014/main" id="{DF23EDB9-1117-43A4-A123-2A38042044D6}"/>
              </a:ext>
            </a:extLst>
          </p:cNvPr>
          <p:cNvSpPr>
            <a:spLocks xmlns:a="http://schemas.openxmlformats.org/drawingml/2006/main" noGrp="1"/>
          </p:cNvSpPr>
          <p:nvPr/>
        </p:nvSpPr>
        <p:spPr>
          <a:xfrm xmlns:a="http://schemas.openxmlformats.org/drawingml/2006/main">
            <a:off x="6706591"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0" name="revision-text-730">
            <a:extLst xmlns:a="http://schemas.openxmlformats.org/drawingml/2006/main">
              <a:ext uri="{FF2B5EF4-FFF2-40B4-BE49-F238E27FC236}">
                <a16:creationId xmlns:a16="http://schemas.microsoft.com/office/drawing/2014/main" id="{75659885-24CB-424C-995E-3FD67536A521}"/>
              </a:ext>
            </a:extLst>
          </p:cNvPr>
          <p:cNvSpPr>
            <a:spLocks xmlns:a="http://schemas.openxmlformats.org/drawingml/2006/main" noGrp="1"/>
          </p:cNvSpPr>
          <p:nvPr/>
        </p:nvSpPr>
        <p:spPr>
          <a:xfrm xmlns:a="http://schemas.openxmlformats.org/drawingml/2006/main">
            <a:off x="6751263"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State transition</a:t>
            </a:r>
          </a:p>
        </p:txBody>
      </p:sp>
      <p:sp>
        <p:nvSpPr>
          <p:cNvPr id="261" name="revision-text-731">
            <a:extLst xmlns:a="http://schemas.openxmlformats.org/drawingml/2006/main">
              <a:ext uri="{FF2B5EF4-FFF2-40B4-BE49-F238E27FC236}">
                <a16:creationId xmlns:a16="http://schemas.microsoft.com/office/drawing/2014/main" id="{5CECA0B0-0E5C-4223-8E99-8EFD7475858B}"/>
              </a:ext>
            </a:extLst>
          </p:cNvPr>
          <p:cNvSpPr>
            <a:spLocks xmlns:a="http://schemas.openxmlformats.org/drawingml/2006/main" noGrp="1"/>
          </p:cNvSpPr>
          <p:nvPr/>
        </p:nvSpPr>
        <p:spPr>
          <a:xfrm xmlns:a="http://schemas.openxmlformats.org/drawingml/2006/main">
            <a:off x="6760197" y="3623596"/>
            <a:ext cx="1769021"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Apply transition actions</a:t>
            </a:r>
          </a:p>
        </p:txBody>
      </p:sp>
      <p:sp>
        <p:nvSpPr>
          <p:cNvPr id="262" name="diagram-box-732">
            <a:extLst xmlns:a="http://schemas.openxmlformats.org/drawingml/2006/main">
              <a:ext uri="{FF2B5EF4-FFF2-40B4-BE49-F238E27FC236}">
                <a16:creationId xmlns:a16="http://schemas.microsoft.com/office/drawing/2014/main" id="{0D6F2DBC-8666-4042-8E85-B82083680729}"/>
              </a:ext>
            </a:extLst>
          </p:cNvPr>
          <p:cNvSpPr>
            <a:spLocks xmlns:a="http://schemas.openxmlformats.org/drawingml/2006/main" noGrp="1"/>
          </p:cNvSpPr>
          <p:nvPr/>
        </p:nvSpPr>
        <p:spPr>
          <a:xfrm xmlns:a="http://schemas.openxmlformats.org/drawingml/2006/main">
            <a:off x="9029548" y="3418103"/>
            <a:ext cx="1894103"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3" name="revision-text-733">
            <a:extLst xmlns:a="http://schemas.openxmlformats.org/drawingml/2006/main">
              <a:ext uri="{FF2B5EF4-FFF2-40B4-BE49-F238E27FC236}">
                <a16:creationId xmlns:a16="http://schemas.microsoft.com/office/drawing/2014/main" id="{EF96EB7D-C62C-4E69-B0AB-8B56F69AEB41}"/>
              </a:ext>
            </a:extLst>
          </p:cNvPr>
          <p:cNvSpPr>
            <a:spLocks xmlns:a="http://schemas.openxmlformats.org/drawingml/2006/main" noGrp="1"/>
          </p:cNvSpPr>
          <p:nvPr/>
        </p:nvSpPr>
        <p:spPr>
          <a:xfrm xmlns:a="http://schemas.openxmlformats.org/drawingml/2006/main">
            <a:off x="9074220" y="3444907"/>
            <a:ext cx="1804759"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Command output</a:t>
            </a:r>
          </a:p>
        </p:txBody>
      </p:sp>
      <p:sp>
        <p:nvSpPr>
          <p:cNvPr id="264" name="revision-text-734">
            <a:extLst xmlns:a="http://schemas.openxmlformats.org/drawingml/2006/main">
              <a:ext uri="{FF2B5EF4-FFF2-40B4-BE49-F238E27FC236}">
                <a16:creationId xmlns:a16="http://schemas.microsoft.com/office/drawing/2014/main" id="{0CE973D3-482E-4324-89CE-C04A741D3C90}"/>
              </a:ext>
            </a:extLst>
          </p:cNvPr>
          <p:cNvSpPr>
            <a:spLocks xmlns:a="http://schemas.openxmlformats.org/drawingml/2006/main" noGrp="1"/>
          </p:cNvSpPr>
          <p:nvPr/>
        </p:nvSpPr>
        <p:spPr>
          <a:xfrm xmlns:a="http://schemas.openxmlformats.org/drawingml/2006/main">
            <a:off x="9083154" y="3623596"/>
            <a:ext cx="1786890"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Generate agreed command under the contract</a:t>
            </a:r>
          </a:p>
        </p:txBody>
      </p:sp>
      <p:sp>
        <p:nvSpPr>
          <p:cNvPr id="265" name="diagram-line-735">
            <a:extLst xmlns:a="http://schemas.openxmlformats.org/drawingml/2006/main">
              <a:ext uri="{FF2B5EF4-FFF2-40B4-BE49-F238E27FC236}">
                <a16:creationId xmlns:a16="http://schemas.microsoft.com/office/drawing/2014/main" id="{F3C6AF61-4CAD-42FF-8706-9B1246ACF924}"/>
              </a:ext>
            </a:extLst>
          </p:cNvPr>
          <p:cNvSpPr>
            <a:spLocks xmlns:a="http://schemas.openxmlformats.org/drawingml/2006/main" noGrp="1"/>
          </p:cNvSpPr>
          <p:nvPr/>
        </p:nvSpPr>
        <p:spPr>
          <a:xfrm xmlns:a="http://schemas.openxmlformats.org/drawingml/2006/main">
            <a:off x="6259868"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6" name="diagram-poly-736">
            <a:extLst xmlns:a="http://schemas.openxmlformats.org/drawingml/2006/main">
              <a:ext uri="{FF2B5EF4-FFF2-40B4-BE49-F238E27FC236}">
                <a16:creationId xmlns:a16="http://schemas.microsoft.com/office/drawing/2014/main" id="{3EA7A715-A02F-4BA2-A8AA-0A361F517D33}"/>
              </a:ext>
            </a:extLst>
          </p:cNvPr>
          <p:cNvSpPr>
            <a:spLocks xmlns:a="http://schemas.openxmlformats.org/drawingml/2006/main" noGrp="1"/>
          </p:cNvSpPr>
          <p:nvPr/>
        </p:nvSpPr>
        <p:spPr>
          <a:xfrm xmlns:a="http://schemas.openxmlformats.org/drawingml/2006/main">
            <a:off x="6644049"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7" name="diagram-line-737">
            <a:extLst xmlns:a="http://schemas.openxmlformats.org/drawingml/2006/main">
              <a:ext uri="{FF2B5EF4-FFF2-40B4-BE49-F238E27FC236}">
                <a16:creationId xmlns:a16="http://schemas.microsoft.com/office/drawing/2014/main" id="{0BDBC8A5-D659-4CFB-B214-09278F52B7BD}"/>
              </a:ext>
            </a:extLst>
          </p:cNvPr>
          <p:cNvSpPr>
            <a:spLocks xmlns:a="http://schemas.openxmlformats.org/drawingml/2006/main" noGrp="1"/>
          </p:cNvSpPr>
          <p:nvPr/>
        </p:nvSpPr>
        <p:spPr>
          <a:xfrm xmlns:a="http://schemas.openxmlformats.org/drawingml/2006/main">
            <a:off x="8582825"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8" name="diagram-poly-738">
            <a:extLst xmlns:a="http://schemas.openxmlformats.org/drawingml/2006/main">
              <a:ext uri="{FF2B5EF4-FFF2-40B4-BE49-F238E27FC236}">
                <a16:creationId xmlns:a16="http://schemas.microsoft.com/office/drawing/2014/main" id="{A443C20E-898A-43B4-BB04-77187D915455}"/>
              </a:ext>
            </a:extLst>
          </p:cNvPr>
          <p:cNvSpPr>
            <a:spLocks xmlns:a="http://schemas.openxmlformats.org/drawingml/2006/main" noGrp="1"/>
          </p:cNvSpPr>
          <p:nvPr/>
        </p:nvSpPr>
        <p:spPr>
          <a:xfrm xmlns:a="http://schemas.openxmlformats.org/drawingml/2006/main">
            <a:off x="8967006"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9" name="revision-text-739">
            <a:extLst xmlns:a="http://schemas.openxmlformats.org/drawingml/2006/main">
              <a:ext uri="{FF2B5EF4-FFF2-40B4-BE49-F238E27FC236}">
                <a16:creationId xmlns:a16="http://schemas.microsoft.com/office/drawing/2014/main" id="{F7170BB6-9646-4DCF-AF7F-BF9792187C42}"/>
              </a:ext>
            </a:extLst>
          </p:cNvPr>
          <p:cNvSpPr>
            <a:spLocks xmlns:a="http://schemas.openxmlformats.org/drawingml/2006/main" noGrp="1"/>
          </p:cNvSpPr>
          <p:nvPr/>
        </p:nvSpPr>
        <p:spPr>
          <a:xfrm xmlns:a="http://schemas.openxmlformats.org/drawingml/2006/main">
            <a:off x="4419371" y="3918433"/>
            <a:ext cx="6468542"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a:solidFill>
                  <a:srgbClr val="799A39"/>
                </a:solidFill>
                <a:latin typeface="微软雅黑"/>
                <a:ea typeface="微软雅黑"/>
                <a:cs typeface="微软雅黑"/>
              </a:rPr>
              <a:t>Events and telemetry → Update device state and attributes</a:t>
            </a:r>
          </a:p>
        </p:txBody>
      </p:sp>
      <p:sp>
        <p:nvSpPr>
          <p:cNvPr id="270" name="diagram-line-740">
            <a:extLst xmlns:a="http://schemas.openxmlformats.org/drawingml/2006/main">
              <a:ext uri="{FF2B5EF4-FFF2-40B4-BE49-F238E27FC236}">
                <a16:creationId xmlns:a16="http://schemas.microsoft.com/office/drawing/2014/main" id="{FB34E911-CCE4-4AEF-B9F4-3C26E6C33ABF}"/>
              </a:ext>
            </a:extLst>
          </p:cNvPr>
          <p:cNvSpPr>
            <a:spLocks xmlns:a="http://schemas.openxmlformats.org/drawingml/2006/main" noGrp="1"/>
          </p:cNvSpPr>
          <p:nvPr/>
        </p:nvSpPr>
        <p:spPr>
          <a:xfrm xmlns:a="http://schemas.openxmlformats.org/drawingml/2006/main">
            <a:off x="4937570" y="4114991"/>
            <a:ext cx="179" cy="473526"/>
          </a:xfrm>
          <a:custGeom xmlns:a="http://schemas.openxmlformats.org/drawingml/2006/main">
            <a:pathLst>
              <a:path w="191" h="504825">
                <a:moveTo>
                  <a:pt x="0" y="0"/>
                </a:moveTo>
                <a:lnTo>
                  <a:pt x="0" y="504825"/>
                </a:lnTo>
              </a:path>
            </a:pathLst>
          </a:custGeom>
          <a:noFill xmlns:a="http://schemas.openxmlformats.org/drawingml/2006/main"/>
          <a:ln xmlns:a="http://schemas.openxmlformats.org/drawingml/2006/main" w="13402">
            <a:solidFill>
              <a:srgbClr val="28849C"/>
            </a:solidFill>
          </a:ln>
        </p:spPr>
      </p:sp>
      <p:sp>
        <p:nvSpPr>
          <p:cNvPr id="271" name="diagram-poly-741">
            <a:extLst xmlns:a="http://schemas.openxmlformats.org/drawingml/2006/main">
              <a:ext uri="{FF2B5EF4-FFF2-40B4-BE49-F238E27FC236}">
                <a16:creationId xmlns:a16="http://schemas.microsoft.com/office/drawing/2014/main" id="{ABCBE365-DA18-49E6-828A-1D341DDF9A88}"/>
              </a:ext>
            </a:extLst>
          </p:cNvPr>
          <p:cNvSpPr>
            <a:spLocks xmlns:a="http://schemas.openxmlformats.org/drawingml/2006/main" noGrp="1"/>
          </p:cNvSpPr>
          <p:nvPr/>
        </p:nvSpPr>
        <p:spPr>
          <a:xfrm xmlns:a="http://schemas.openxmlformats.org/drawingml/2006/main">
            <a:off x="4909873" y="452597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72" name="revision-text-742">
            <a:extLst xmlns:a="http://schemas.openxmlformats.org/drawingml/2006/main">
              <a:ext uri="{FF2B5EF4-FFF2-40B4-BE49-F238E27FC236}">
                <a16:creationId xmlns:a16="http://schemas.microsoft.com/office/drawing/2014/main" id="{6D05B50E-37AF-49A9-A6E5-56BAF750C428}"/>
              </a:ext>
            </a:extLst>
          </p:cNvPr>
          <p:cNvSpPr>
            <a:spLocks xmlns:a="http://schemas.openxmlformats.org/drawingml/2006/main" noGrp="1"/>
          </p:cNvSpPr>
          <p:nvPr/>
        </p:nvSpPr>
        <p:spPr>
          <a:xfrm xmlns:a="http://schemas.openxmlformats.org/drawingml/2006/main">
            <a:off x="5035848" y="4231138"/>
            <a:ext cx="2412302"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6" b="0">
                <a:solidFill>
                  <a:srgbClr val="28849C"/>
                </a:solidFill>
                <a:latin typeface="微软雅黑"/>
                <a:ea typeface="微软雅黑"/>
                <a:cs typeface="微软雅黑"/>
              </a:defRPr>
            </a:pPr>
            <a:r>
              <a:rPr sz="1266" b="0">
                <a:solidFill>
                  <a:srgbClr val="28849C"/>
                </a:solidFill>
                <a:latin typeface="微软雅黑"/>
                <a:ea typeface="微软雅黑"/>
                <a:cs typeface="微软雅黑"/>
              </a:rPr>
              <a:t>Standard command</a:t>
            </a:r>
          </a:p>
        </p:txBody>
      </p:sp>
      <p:sp>
        <p:nvSpPr>
          <p:cNvPr id="273" name="diagram-line-743">
            <a:extLst xmlns:a="http://schemas.openxmlformats.org/drawingml/2006/main">
              <a:ext uri="{FF2B5EF4-FFF2-40B4-BE49-F238E27FC236}">
                <a16:creationId xmlns:a16="http://schemas.microsoft.com/office/drawing/2014/main" id="{D9E8E818-9A16-4D27-95FE-D4EF248B930A}"/>
              </a:ext>
            </a:extLst>
          </p:cNvPr>
          <p:cNvSpPr>
            <a:spLocks xmlns:a="http://schemas.openxmlformats.org/drawingml/2006/main" noGrp="1"/>
          </p:cNvSpPr>
          <p:nvPr/>
        </p:nvSpPr>
        <p:spPr>
          <a:xfrm xmlns:a="http://schemas.openxmlformats.org/drawingml/2006/main">
            <a:off x="10208895" y="4114991"/>
            <a:ext cx="179" cy="473526"/>
          </a:xfrm>
          <a:custGeom xmlns:a="http://schemas.openxmlformats.org/drawingml/2006/main">
            <a:pathLst>
              <a:path w="191" h="504825">
                <a:moveTo>
                  <a:pt x="0" y="504825"/>
                </a:moveTo>
                <a:lnTo>
                  <a:pt x="0" y="0"/>
                </a:lnTo>
              </a:path>
            </a:pathLst>
          </a:custGeom>
          <a:noFill xmlns:a="http://schemas.openxmlformats.org/drawingml/2006/main"/>
          <a:ln xmlns:a="http://schemas.openxmlformats.org/drawingml/2006/main" w="13402">
            <a:solidFill>
              <a:srgbClr val="799A39"/>
            </a:solidFill>
          </a:ln>
        </p:spPr>
      </p:sp>
      <p:sp>
        <p:nvSpPr>
          <p:cNvPr id="274" name="diagram-poly-744">
            <a:extLst xmlns:a="http://schemas.openxmlformats.org/drawingml/2006/main">
              <a:ext uri="{FF2B5EF4-FFF2-40B4-BE49-F238E27FC236}">
                <a16:creationId xmlns:a16="http://schemas.microsoft.com/office/drawing/2014/main" id="{3D3E49A9-A457-41FB-B4EB-47D26AC8EE66}"/>
              </a:ext>
            </a:extLst>
          </p:cNvPr>
          <p:cNvSpPr>
            <a:spLocks xmlns:a="http://schemas.openxmlformats.org/drawingml/2006/main" noGrp="1"/>
          </p:cNvSpPr>
          <p:nvPr/>
        </p:nvSpPr>
        <p:spPr>
          <a:xfrm xmlns:a="http://schemas.openxmlformats.org/drawingml/2006/main">
            <a:off x="10181198" y="4114991"/>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75" name="revision-text-745">
            <a:extLst xmlns:a="http://schemas.openxmlformats.org/drawingml/2006/main">
              <a:ext uri="{FF2B5EF4-FFF2-40B4-BE49-F238E27FC236}">
                <a16:creationId xmlns:a16="http://schemas.microsoft.com/office/drawing/2014/main" id="{D56528CC-764F-4641-A72D-60E8597EFB7B}"/>
              </a:ext>
            </a:extLst>
          </p:cNvPr>
          <p:cNvSpPr>
            <a:spLocks xmlns:a="http://schemas.openxmlformats.org/drawingml/2006/main" noGrp="1"/>
          </p:cNvSpPr>
          <p:nvPr/>
        </p:nvSpPr>
        <p:spPr>
          <a:xfrm xmlns:a="http://schemas.openxmlformats.org/drawingml/2006/main">
            <a:off x="7939545" y="4231138"/>
            <a:ext cx="2215744"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799A39"/>
                </a:solidFill>
                <a:latin typeface="微软雅黑"/>
                <a:ea typeface="微软雅黑"/>
                <a:cs typeface="微软雅黑"/>
              </a:defRPr>
            </a:pPr>
            <a:r>
              <a:rPr sz="1170" b="0">
                <a:solidFill>
                  <a:srgbClr val="799A39"/>
                </a:solidFill>
                <a:latin typeface="微软雅黑"/>
                <a:ea typeface="微软雅黑"/>
                <a:cs typeface="微软雅黑"/>
              </a:rPr>
              <a:t>Device events / Measurements</a:t>
            </a:r>
          </a:p>
        </p:txBody>
      </p:sp>
      <p:sp>
        <p:nvSpPr>
          <p:cNvPr id="276" name="diagram-box-746">
            <a:extLst xmlns:a="http://schemas.openxmlformats.org/drawingml/2006/main">
              <a:ext uri="{FF2B5EF4-FFF2-40B4-BE49-F238E27FC236}">
                <a16:creationId xmlns:a16="http://schemas.microsoft.com/office/drawing/2014/main" id="{2FA133DE-F742-445A-80E0-B803A229CBAB}"/>
              </a:ext>
            </a:extLst>
          </p:cNvPr>
          <p:cNvSpPr>
            <a:spLocks xmlns:a="http://schemas.openxmlformats.org/drawingml/2006/main" noGrp="1"/>
          </p:cNvSpPr>
          <p:nvPr/>
        </p:nvSpPr>
        <p:spPr>
          <a:xfrm xmlns:a="http://schemas.openxmlformats.org/drawingml/2006/main">
            <a:off x="4222814" y="4588516"/>
            <a:ext cx="6879527" cy="768363"/>
          </a:xfrm>
          <a:prstGeom xmlns:a="http://schemas.openxmlformats.org/drawingml/2006/main" prst="rect">
            <a:avLst/>
          </a:prstGeom>
          <a:solidFill xmlns:a="http://schemas.openxmlformats.org/drawingml/2006/main">
            <a:srgbClr val="FFF8E2"/>
          </a:solidFill>
          <a:ln xmlns:a="http://schemas.openxmlformats.org/drawingml/2006/main" w="8934">
            <a:solidFill>
              <a:srgbClr val="6F7B83"/>
            </a:solidFill>
          </a:ln>
        </p:spPr>
      </p:sp>
      <p:sp>
        <p:nvSpPr>
          <p:cNvPr id="277" name="diagram-box-747">
            <a:extLst xmlns:a="http://schemas.openxmlformats.org/drawingml/2006/main">
              <a:ext uri="{FF2B5EF4-FFF2-40B4-BE49-F238E27FC236}">
                <a16:creationId xmlns:a16="http://schemas.microsoft.com/office/drawing/2014/main" id="{294BC5BD-EC6A-498B-B766-18C36987C61A}"/>
              </a:ext>
            </a:extLst>
          </p:cNvPr>
          <p:cNvSpPr>
            <a:spLocks xmlns:a="http://schemas.openxmlformats.org/drawingml/2006/main" noGrp="1"/>
          </p:cNvSpPr>
          <p:nvPr/>
        </p:nvSpPr>
        <p:spPr>
          <a:xfrm xmlns:a="http://schemas.openxmlformats.org/drawingml/2006/main">
            <a:off x="4222814" y="4588516"/>
            <a:ext cx="6879527" cy="285902"/>
          </a:xfrm>
          <a:prstGeom xmlns:a="http://schemas.openxmlformats.org/drawingml/2006/main" prst="rect">
            <a:avLst/>
          </a:prstGeom>
          <a:solidFill xmlns:a="http://schemas.openxmlformats.org/drawingml/2006/main">
            <a:srgbClr val="F8E8B0"/>
          </a:solidFill>
          <a:ln xmlns:a="http://schemas.openxmlformats.org/drawingml/2006/main" w="8934">
            <a:solidFill>
              <a:srgbClr val="6F7B83"/>
            </a:solidFill>
          </a:ln>
        </p:spPr>
      </p:sp>
      <p:sp>
        <p:nvSpPr>
          <p:cNvPr id="278" name="revision-text-748">
            <a:extLst xmlns:a="http://schemas.openxmlformats.org/drawingml/2006/main">
              <a:ext uri="{FF2B5EF4-FFF2-40B4-BE49-F238E27FC236}">
                <a16:creationId xmlns:a16="http://schemas.microsoft.com/office/drawing/2014/main" id="{41756F86-517E-4118-A14C-538E7A094B72}"/>
              </a:ext>
            </a:extLst>
          </p:cNvPr>
          <p:cNvSpPr>
            <a:spLocks xmlns:a="http://schemas.openxmlformats.org/drawingml/2006/main" noGrp="1"/>
          </p:cNvSpPr>
          <p:nvPr/>
        </p:nvSpPr>
        <p:spPr>
          <a:xfrm xmlns:a="http://schemas.openxmlformats.org/drawingml/2006/main">
            <a:off x="4294289" y="4615320"/>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279" name="diagram-box-749">
            <a:extLst xmlns:a="http://schemas.openxmlformats.org/drawingml/2006/main">
              <a:ext uri="{FF2B5EF4-FFF2-40B4-BE49-F238E27FC236}">
                <a16:creationId xmlns:a16="http://schemas.microsoft.com/office/drawing/2014/main" id="{433BFC4D-99C4-4B13-A759-3B9A525DF392}"/>
              </a:ext>
            </a:extLst>
          </p:cNvPr>
          <p:cNvSpPr>
            <a:spLocks xmlns:a="http://schemas.openxmlformats.org/drawingml/2006/main" noGrp="1"/>
          </p:cNvSpPr>
          <p:nvPr/>
        </p:nvSpPr>
        <p:spPr>
          <a:xfrm xmlns:a="http://schemas.openxmlformats.org/drawingml/2006/main">
            <a:off x="4383634" y="4928025"/>
            <a:ext cx="3037713"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0" name="revision-text-750">
            <a:extLst xmlns:a="http://schemas.openxmlformats.org/drawingml/2006/main">
              <a:ext uri="{FF2B5EF4-FFF2-40B4-BE49-F238E27FC236}">
                <a16:creationId xmlns:a16="http://schemas.microsoft.com/office/drawing/2014/main" id="{C183A95B-6AF9-482E-90E7-216BC21FA3DB}"/>
              </a:ext>
            </a:extLst>
          </p:cNvPr>
          <p:cNvSpPr>
            <a:spLocks xmlns:a="http://schemas.openxmlformats.org/drawingml/2006/main" noGrp="1"/>
          </p:cNvSpPr>
          <p:nvPr/>
        </p:nvSpPr>
        <p:spPr>
          <a:xfrm xmlns:a="http://schemas.openxmlformats.org/drawingml/2006/main">
            <a:off x="4428306" y="4954829"/>
            <a:ext cx="2948368"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Command mapping</a:t>
            </a:r>
          </a:p>
        </p:txBody>
      </p:sp>
      <p:sp>
        <p:nvSpPr>
          <p:cNvPr id="281" name="revision-text-751">
            <a:extLst xmlns:a="http://schemas.openxmlformats.org/drawingml/2006/main">
              <a:ext uri="{FF2B5EF4-FFF2-40B4-BE49-F238E27FC236}">
                <a16:creationId xmlns:a16="http://schemas.microsoft.com/office/drawing/2014/main" id="{86D3FB8F-A361-4337-9BD2-3A8DD0A44408}"/>
              </a:ext>
            </a:extLst>
          </p:cNvPr>
          <p:cNvSpPr>
            <a:spLocks xmlns:a="http://schemas.openxmlformats.org/drawingml/2006/main" noGrp="1"/>
          </p:cNvSpPr>
          <p:nvPr/>
        </p:nvSpPr>
        <p:spPr>
          <a:xfrm xmlns:a="http://schemas.openxmlformats.org/drawingml/2006/main">
            <a:off x="4437240" y="5124583"/>
            <a:ext cx="2930500" cy="1925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a:solidFill>
                  <a:srgbClr val="111111"/>
                </a:solidFill>
                <a:latin typeface="微软雅黑"/>
                <a:ea typeface="微软雅黑"/>
                <a:cs typeface="微软雅黑"/>
              </a:rPr>
              <a:t>Upper-layer command → Device protocol</a:t>
            </a:r>
          </a:p>
        </p:txBody>
      </p:sp>
      <p:sp>
        <p:nvSpPr>
          <p:cNvPr id="282" name="diagram-box-752">
            <a:extLst xmlns:a="http://schemas.openxmlformats.org/drawingml/2006/main">
              <a:ext uri="{FF2B5EF4-FFF2-40B4-BE49-F238E27FC236}">
                <a16:creationId xmlns:a16="http://schemas.microsoft.com/office/drawing/2014/main" id="{81FB8D0C-0E78-4FD7-86FF-3416807512A7}"/>
              </a:ext>
            </a:extLst>
          </p:cNvPr>
          <p:cNvSpPr>
            <a:spLocks xmlns:a="http://schemas.openxmlformats.org/drawingml/2006/main" noGrp="1"/>
          </p:cNvSpPr>
          <p:nvPr/>
        </p:nvSpPr>
        <p:spPr>
          <a:xfrm xmlns:a="http://schemas.openxmlformats.org/drawingml/2006/main">
            <a:off x="7903807" y="4928025"/>
            <a:ext cx="3019844"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3" name="revision-text-753">
            <a:extLst xmlns:a="http://schemas.openxmlformats.org/drawingml/2006/main">
              <a:ext uri="{FF2B5EF4-FFF2-40B4-BE49-F238E27FC236}">
                <a16:creationId xmlns:a16="http://schemas.microsoft.com/office/drawing/2014/main" id="{96F3C650-4237-4F29-902A-ADFA0061643F}"/>
              </a:ext>
            </a:extLst>
          </p:cNvPr>
          <p:cNvSpPr>
            <a:spLocks xmlns:a="http://schemas.openxmlformats.org/drawingml/2006/main" noGrp="1"/>
          </p:cNvSpPr>
          <p:nvPr/>
        </p:nvSpPr>
        <p:spPr>
          <a:xfrm xmlns:a="http://schemas.openxmlformats.org/drawingml/2006/main">
            <a:off x="7948479" y="4954829"/>
            <a:ext cx="2930500"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Feedback conversion</a:t>
            </a:r>
          </a:p>
        </p:txBody>
      </p:sp>
      <p:sp>
        <p:nvSpPr>
          <p:cNvPr id="284" name="revision-text-754">
            <a:extLst xmlns:a="http://schemas.openxmlformats.org/drawingml/2006/main">
              <a:ext uri="{FF2B5EF4-FFF2-40B4-BE49-F238E27FC236}">
                <a16:creationId xmlns:a16="http://schemas.microsoft.com/office/drawing/2014/main" id="{BD6EE588-7130-4296-AF35-CD6FCC442AE7}"/>
              </a:ext>
            </a:extLst>
          </p:cNvPr>
          <p:cNvSpPr>
            <a:spLocks xmlns:a="http://schemas.openxmlformats.org/drawingml/2006/main" noGrp="1"/>
          </p:cNvSpPr>
          <p:nvPr/>
        </p:nvSpPr>
        <p:spPr>
          <a:xfrm xmlns:a="http://schemas.openxmlformats.org/drawingml/2006/main">
            <a:off x="7957414" y="5124583"/>
            <a:ext cx="2912631" cy="1925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a:solidFill>
                  <a:srgbClr val="111111"/>
                </a:solidFill>
                <a:latin typeface="微软雅黑"/>
                <a:ea typeface="微软雅黑"/>
                <a:cs typeface="微软雅黑"/>
              </a:rPr>
              <a:t>Device data → Events / Telemetry</a:t>
            </a:r>
          </a:p>
        </p:txBody>
      </p:sp>
      <p:sp>
        <p:nvSpPr>
          <p:cNvPr id="285" name="diagram-line-755">
            <a:extLst xmlns:a="http://schemas.openxmlformats.org/drawingml/2006/main">
              <a:ext uri="{FF2B5EF4-FFF2-40B4-BE49-F238E27FC236}">
                <a16:creationId xmlns:a16="http://schemas.microsoft.com/office/drawing/2014/main" id="{1F584532-E3AE-4482-A60C-3257ADACF2B9}"/>
              </a:ext>
            </a:extLst>
          </p:cNvPr>
          <p:cNvSpPr>
            <a:spLocks xmlns:a="http://schemas.openxmlformats.org/drawingml/2006/main" noGrp="1"/>
          </p:cNvSpPr>
          <p:nvPr/>
        </p:nvSpPr>
        <p:spPr>
          <a:xfrm xmlns:a="http://schemas.openxmlformats.org/drawingml/2006/main">
            <a:off x="4937570" y="5356879"/>
            <a:ext cx="179" cy="375247"/>
          </a:xfrm>
          <a:custGeom xmlns:a="http://schemas.openxmlformats.org/drawingml/2006/main">
            <a:pathLst>
              <a:path w="191" h="400050">
                <a:moveTo>
                  <a:pt x="0" y="0"/>
                </a:moveTo>
                <a:lnTo>
                  <a:pt x="0" y="400050"/>
                </a:lnTo>
              </a:path>
            </a:pathLst>
          </a:custGeom>
          <a:noFill xmlns:a="http://schemas.openxmlformats.org/drawingml/2006/main"/>
          <a:ln xmlns:a="http://schemas.openxmlformats.org/drawingml/2006/main" w="13402">
            <a:solidFill>
              <a:srgbClr val="28849C"/>
            </a:solidFill>
          </a:ln>
        </p:spPr>
      </p:sp>
      <p:sp>
        <p:nvSpPr>
          <p:cNvPr id="286" name="diagram-poly-756">
            <a:extLst xmlns:a="http://schemas.openxmlformats.org/drawingml/2006/main">
              <a:ext uri="{FF2B5EF4-FFF2-40B4-BE49-F238E27FC236}">
                <a16:creationId xmlns:a16="http://schemas.microsoft.com/office/drawing/2014/main" id="{04D70011-EC9C-4122-B2EE-3295CCB6989C}"/>
              </a:ext>
            </a:extLst>
          </p:cNvPr>
          <p:cNvSpPr>
            <a:spLocks xmlns:a="http://schemas.openxmlformats.org/drawingml/2006/main" noGrp="1"/>
          </p:cNvSpPr>
          <p:nvPr/>
        </p:nvSpPr>
        <p:spPr>
          <a:xfrm xmlns:a="http://schemas.openxmlformats.org/drawingml/2006/main">
            <a:off x="4909873" y="566958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87" name="revision-text-757">
            <a:extLst xmlns:a="http://schemas.openxmlformats.org/drawingml/2006/main">
              <a:ext uri="{FF2B5EF4-FFF2-40B4-BE49-F238E27FC236}">
                <a16:creationId xmlns:a16="http://schemas.microsoft.com/office/drawing/2014/main" id="{F9FEEE07-66F3-4400-A4BF-45FE98067BF6}"/>
              </a:ext>
            </a:extLst>
          </p:cNvPr>
          <p:cNvSpPr>
            <a:spLocks xmlns:a="http://schemas.openxmlformats.org/drawingml/2006/main" noGrp="1"/>
          </p:cNvSpPr>
          <p:nvPr/>
        </p:nvSpPr>
        <p:spPr>
          <a:xfrm xmlns:a="http://schemas.openxmlformats.org/drawingml/2006/main">
            <a:off x="5035848" y="5455158"/>
            <a:ext cx="2144268"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96" b="0">
                <a:solidFill>
                  <a:srgbClr val="28849C"/>
                </a:solidFill>
                <a:latin typeface="微软雅黑"/>
                <a:ea typeface="微软雅黑"/>
                <a:cs typeface="微软雅黑"/>
              </a:defRPr>
            </a:pPr>
            <a:r>
              <a:rPr sz="1196" b="0">
                <a:solidFill>
                  <a:srgbClr val="28849C"/>
                </a:solidFill>
                <a:latin typeface="微软雅黑"/>
                <a:ea typeface="微软雅黑"/>
                <a:cs typeface="微软雅黑"/>
              </a:rPr>
              <a:t>Device command</a:t>
            </a:r>
          </a:p>
        </p:txBody>
      </p:sp>
      <p:sp>
        <p:nvSpPr>
          <p:cNvPr id="288" name="diagram-line-758">
            <a:extLst xmlns:a="http://schemas.openxmlformats.org/drawingml/2006/main">
              <a:ext uri="{FF2B5EF4-FFF2-40B4-BE49-F238E27FC236}">
                <a16:creationId xmlns:a16="http://schemas.microsoft.com/office/drawing/2014/main" id="{1FAF49A0-186A-42D8-A14F-6BDFD18E9769}"/>
              </a:ext>
            </a:extLst>
          </p:cNvPr>
          <p:cNvSpPr>
            <a:spLocks xmlns:a="http://schemas.openxmlformats.org/drawingml/2006/main" noGrp="1"/>
          </p:cNvSpPr>
          <p:nvPr/>
        </p:nvSpPr>
        <p:spPr>
          <a:xfrm xmlns:a="http://schemas.openxmlformats.org/drawingml/2006/main">
            <a:off x="10208895" y="5356879"/>
            <a:ext cx="179" cy="375247"/>
          </a:xfrm>
          <a:custGeom xmlns:a="http://schemas.openxmlformats.org/drawingml/2006/main">
            <a:pathLst>
              <a:path w="191" h="400050">
                <a:moveTo>
                  <a:pt x="0" y="400050"/>
                </a:moveTo>
                <a:lnTo>
                  <a:pt x="0" y="0"/>
                </a:lnTo>
              </a:path>
            </a:pathLst>
          </a:custGeom>
          <a:noFill xmlns:a="http://schemas.openxmlformats.org/drawingml/2006/main"/>
          <a:ln xmlns:a="http://schemas.openxmlformats.org/drawingml/2006/main" w="13402">
            <a:solidFill>
              <a:srgbClr val="799A39"/>
            </a:solidFill>
          </a:ln>
        </p:spPr>
      </p:sp>
      <p:sp>
        <p:nvSpPr>
          <p:cNvPr id="289" name="diagram-poly-759">
            <a:extLst xmlns:a="http://schemas.openxmlformats.org/drawingml/2006/main">
              <a:ext uri="{FF2B5EF4-FFF2-40B4-BE49-F238E27FC236}">
                <a16:creationId xmlns:a16="http://schemas.microsoft.com/office/drawing/2014/main" id="{902F443A-0D64-40D7-8AA5-C3A3B3880DD1}"/>
              </a:ext>
            </a:extLst>
          </p:cNvPr>
          <p:cNvSpPr>
            <a:spLocks xmlns:a="http://schemas.openxmlformats.org/drawingml/2006/main" noGrp="1"/>
          </p:cNvSpPr>
          <p:nvPr/>
        </p:nvSpPr>
        <p:spPr>
          <a:xfrm xmlns:a="http://schemas.openxmlformats.org/drawingml/2006/main">
            <a:off x="10181198" y="5356879"/>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90" name="revision-text-760">
            <a:extLst xmlns:a="http://schemas.openxmlformats.org/drawingml/2006/main">
              <a:ext uri="{FF2B5EF4-FFF2-40B4-BE49-F238E27FC236}">
                <a16:creationId xmlns:a16="http://schemas.microsoft.com/office/drawing/2014/main" id="{B16D8390-493A-400A-B7CD-EEECBA6C598A}"/>
              </a:ext>
            </a:extLst>
          </p:cNvPr>
          <p:cNvSpPr>
            <a:spLocks xmlns:a="http://schemas.openxmlformats.org/drawingml/2006/main" noGrp="1"/>
          </p:cNvSpPr>
          <p:nvPr/>
        </p:nvSpPr>
        <p:spPr>
          <a:xfrm xmlns:a="http://schemas.openxmlformats.org/drawingml/2006/main">
            <a:off x="8171840" y="5455158"/>
            <a:ext cx="1965579"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a:solidFill>
                  <a:srgbClr val="799A39"/>
                </a:solidFill>
                <a:latin typeface="微软雅黑"/>
                <a:ea typeface="微软雅黑"/>
                <a:cs typeface="微软雅黑"/>
              </a:rPr>
              <a:t>Measurements / Status</a:t>
            </a:r>
          </a:p>
        </p:txBody>
      </p:sp>
      <p:sp>
        <p:nvSpPr>
          <p:cNvPr id="291" name="diagram-box-761">
            <a:extLst xmlns:a="http://schemas.openxmlformats.org/drawingml/2006/main">
              <a:ext uri="{FF2B5EF4-FFF2-40B4-BE49-F238E27FC236}">
                <a16:creationId xmlns:a16="http://schemas.microsoft.com/office/drawing/2014/main" id="{BFBFA0DE-3003-4190-9EC8-F423C9CFF347}"/>
              </a:ext>
            </a:extLst>
          </p:cNvPr>
          <p:cNvSpPr>
            <a:spLocks xmlns:a="http://schemas.openxmlformats.org/drawingml/2006/main" noGrp="1"/>
          </p:cNvSpPr>
          <p:nvPr/>
        </p:nvSpPr>
        <p:spPr>
          <a:xfrm xmlns:a="http://schemas.openxmlformats.org/drawingml/2006/main">
            <a:off x="4222814" y="5732126"/>
            <a:ext cx="6879527" cy="259099"/>
          </a:xfrm>
          <a:prstGeom xmlns:a="http://schemas.openxmlformats.org/drawingml/2006/main" prst="rect">
            <a:avLst/>
          </a:prstGeom>
          <a:solidFill xmlns:a="http://schemas.openxmlformats.org/drawingml/2006/main">
            <a:srgbClr val="FEF5EE"/>
          </a:solidFill>
          <a:ln xmlns:a="http://schemas.openxmlformats.org/drawingml/2006/main" w="8934">
            <a:solidFill>
              <a:srgbClr val="6F7B83"/>
            </a:solidFill>
          </a:ln>
        </p:spPr>
      </p:sp>
      <p:sp>
        <p:nvSpPr>
          <p:cNvPr id="292" name="revision-text-762">
            <a:extLst xmlns:a="http://schemas.openxmlformats.org/drawingml/2006/main">
              <a:ext uri="{FF2B5EF4-FFF2-40B4-BE49-F238E27FC236}">
                <a16:creationId xmlns:a16="http://schemas.microsoft.com/office/drawing/2014/main" id="{633E6AD5-DE90-484F-98DF-30F4EF25DEF7}"/>
              </a:ext>
            </a:extLst>
          </p:cNvPr>
          <p:cNvSpPr>
            <a:spLocks xmlns:a="http://schemas.openxmlformats.org/drawingml/2006/main" noGrp="1"/>
          </p:cNvSpPr>
          <p:nvPr/>
        </p:nvSpPr>
        <p:spPr>
          <a:xfrm xmlns:a="http://schemas.openxmlformats.org/drawingml/2006/main">
            <a:off x="4294289" y="5767864"/>
            <a:ext cx="6736575" cy="244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07" b="1">
                <a:solidFill>
                  <a:srgbClr val="152C40"/>
                </a:solidFill>
                <a:latin typeface="微软雅黑"/>
                <a:ea typeface="微软雅黑"/>
                <a:cs typeface="微软雅黑"/>
              </a:defRPr>
            </a:pPr>
            <a:r>
              <a:rPr sz="1407" b="1">
                <a:solidFill>
                  <a:srgbClr val="152C40"/>
                </a:solidFill>
                <a:latin typeface="微软雅黑"/>
                <a:ea typeface="微软雅黑"/>
                <a:cs typeface="微软雅黑"/>
              </a:rPr>
              <a:t>Physical device: perform operations and return measurements and status</a:t>
            </a:r>
          </a:p>
        </p:txBody>
      </p:sp>
      <p:sp>
        <p:nvSpPr>
          <p:cNvPr id="293" name="revision-text-763">
            <a:extLst xmlns:a="http://schemas.openxmlformats.org/drawingml/2006/main">
              <a:ext uri="{FF2B5EF4-FFF2-40B4-BE49-F238E27FC236}">
                <a16:creationId xmlns:a16="http://schemas.microsoft.com/office/drawing/2014/main" id="{0B43FAA1-F5DE-4DEE-9D93-9A7728F29F73}"/>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People, workflows, and LLMs share the device-model entry point, state rules, and constraints.</a:t>
            </a:r>
          </a:p>
        </p:txBody>
      </p:sp>
    </p:spTree>
    <p:extLst>
      <p:ext uri="{BB962C8B-B14F-4D97-AF65-F5344CB8AC3E}">
        <p14:creationId xmlns:p14="http://schemas.microsoft.com/office/powerpoint/2010/main" val="16021040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8E52FCF-13C1-4F50-8C10-5F2C97CA3BC9}"/>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157DE65-F9FE-4DF9-AE15-E1001E49BD3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8  Implementation and case study: reactor heating</a:t>
            </a:r>
          </a:p>
        </p:txBody>
      </p:sp>
      <p:sp>
        <p:nvSpPr>
          <p:cNvPr id="7" name="TextBox 6">
            <a:extLst xmlns:a="http://schemas.openxmlformats.org/drawingml/2006/main">
              <a:ext uri="{FF2B5EF4-FFF2-40B4-BE49-F238E27FC236}">
                <a16:creationId xmlns:a16="http://schemas.microsoft.com/office/drawing/2014/main" id="{2D7E4FDC-7B7A-47A4-8610-23EC916E03B0}"/>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59236C6D-6E0B-400C-B5A8-328D76C45CD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8/10</a:t>
            </a:r>
          </a:p>
        </p:txBody>
      </p:sp>
      <p:sp>
        <p:nvSpPr>
          <p:cNvPr id="9" name="revision-text-764">
            <a:extLst xmlns:a="http://schemas.openxmlformats.org/drawingml/2006/main">
              <a:ext uri="{FF2B5EF4-FFF2-40B4-BE49-F238E27FC236}">
                <a16:creationId xmlns:a16="http://schemas.microsoft.com/office/drawing/2014/main" id="{13D35F51-8C8E-4609-A9A4-F8D15C6F01EB}"/>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27" b="0">
                <a:solidFill>
                  <a:srgbClr val="152C40"/>
                </a:solidFill>
                <a:latin typeface="微软雅黑"/>
                <a:ea typeface="微软雅黑"/>
                <a:cs typeface="微软雅黑"/>
              </a:defRPr>
            </a:pPr>
            <a:r>
              <a:rPr sz="1627" b="0">
                <a:solidFill>
                  <a:srgbClr val="152C40"/>
                </a:solidFill>
                <a:latin typeface="微软雅黑"/>
                <a:ea typeface="微软雅黑"/>
                <a:cs typeface="微软雅黑"/>
              </a:rPr>
              <a:t>SmartLab 2.0: workflow and state-machine engines execute models; an MQTT Adapter handles communication.</a:t>
            </a:r>
          </a:p>
        </p:txBody>
      </p:sp>
      <p:sp>
        <p:nvSpPr>
          <p:cNvPr id="10" name="diagram-box-765">
            <a:extLst xmlns:a="http://schemas.openxmlformats.org/drawingml/2006/main">
              <a:ext uri="{FF2B5EF4-FFF2-40B4-BE49-F238E27FC236}">
                <a16:creationId xmlns:a16="http://schemas.microsoft.com/office/drawing/2014/main" id="{ED92484F-F4D9-45F5-9174-BDDA1FF48F4B}"/>
              </a:ext>
            </a:extLst>
          </p:cNvPr>
          <p:cNvSpPr>
            <a:spLocks xmlns:a="http://schemas.openxmlformats.org/drawingml/2006/main" noGrp="1"/>
          </p:cNvSpPr>
          <p:nvPr/>
        </p:nvSpPr>
        <p:spPr>
          <a:xfrm xmlns:a="http://schemas.openxmlformats.org/drawingml/2006/main">
            <a:off x="657225" y="1504950"/>
            <a:ext cx="1581150" cy="314325"/>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11" name="revision-text-766">
            <a:extLst xmlns:a="http://schemas.openxmlformats.org/drawingml/2006/main">
              <a:ext uri="{FF2B5EF4-FFF2-40B4-BE49-F238E27FC236}">
                <a16:creationId xmlns:a16="http://schemas.microsoft.com/office/drawing/2014/main" id="{5D646E3F-AFA5-469A-A3A5-A4A9AE46F24D}"/>
              </a:ext>
            </a:extLst>
          </p:cNvPr>
          <p:cNvSpPr>
            <a:spLocks xmlns:a="http://schemas.openxmlformats.org/drawingml/2006/main" noGrp="1"/>
          </p:cNvSpPr>
          <p:nvPr/>
        </p:nvSpPr>
        <p:spPr>
          <a:xfrm xmlns:a="http://schemas.openxmlformats.org/drawingml/2006/main">
            <a:off x="6858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Heating node</a:t>
            </a:r>
          </a:p>
        </p:txBody>
      </p:sp>
      <p:sp>
        <p:nvSpPr>
          <p:cNvPr id="12" name="diagram-line-767">
            <a:extLst xmlns:a="http://schemas.openxmlformats.org/drawingml/2006/main">
              <a:ext uri="{FF2B5EF4-FFF2-40B4-BE49-F238E27FC236}">
                <a16:creationId xmlns:a16="http://schemas.microsoft.com/office/drawing/2014/main" id="{82B9B053-4E0E-4ADC-B381-50BE79B6B4A7}"/>
              </a:ext>
            </a:extLst>
          </p:cNvPr>
          <p:cNvSpPr>
            <a:spLocks xmlns:a="http://schemas.openxmlformats.org/drawingml/2006/main" noGrp="1"/>
          </p:cNvSpPr>
          <p:nvPr/>
        </p:nvSpPr>
        <p:spPr>
          <a:xfrm xmlns:a="http://schemas.openxmlformats.org/drawingml/2006/main">
            <a:off x="14478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 name="diagram-line-768">
            <a:extLst xmlns:a="http://schemas.openxmlformats.org/drawingml/2006/main">
              <a:ext uri="{FF2B5EF4-FFF2-40B4-BE49-F238E27FC236}">
                <a16:creationId xmlns:a16="http://schemas.microsoft.com/office/drawing/2014/main" id="{B83DA293-CCB0-4C14-84A5-C1EB394C606F}"/>
              </a:ext>
            </a:extLst>
          </p:cNvPr>
          <p:cNvSpPr>
            <a:spLocks xmlns:a="http://schemas.openxmlformats.org/drawingml/2006/main" noGrp="1"/>
          </p:cNvSpPr>
          <p:nvPr/>
        </p:nvSpPr>
        <p:spPr>
          <a:xfrm xmlns:a="http://schemas.openxmlformats.org/drawingml/2006/main">
            <a:off x="14478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 name="diagram-line-769">
            <a:extLst xmlns:a="http://schemas.openxmlformats.org/drawingml/2006/main">
              <a:ext uri="{FF2B5EF4-FFF2-40B4-BE49-F238E27FC236}">
                <a16:creationId xmlns:a16="http://schemas.microsoft.com/office/drawing/2014/main" id="{4C95959E-C523-417E-B046-FBD03B42F76A}"/>
              </a:ext>
            </a:extLst>
          </p:cNvPr>
          <p:cNvSpPr>
            <a:spLocks xmlns:a="http://schemas.openxmlformats.org/drawingml/2006/main" noGrp="1"/>
          </p:cNvSpPr>
          <p:nvPr/>
        </p:nvSpPr>
        <p:spPr>
          <a:xfrm xmlns:a="http://schemas.openxmlformats.org/drawingml/2006/main">
            <a:off x="14478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 name="diagram-line-770">
            <a:extLst xmlns:a="http://schemas.openxmlformats.org/drawingml/2006/main">
              <a:ext uri="{FF2B5EF4-FFF2-40B4-BE49-F238E27FC236}">
                <a16:creationId xmlns:a16="http://schemas.microsoft.com/office/drawing/2014/main" id="{7416671E-67AA-40F8-A7FE-21794BA87BB5}"/>
              </a:ext>
            </a:extLst>
          </p:cNvPr>
          <p:cNvSpPr>
            <a:spLocks xmlns:a="http://schemas.openxmlformats.org/drawingml/2006/main" noGrp="1"/>
          </p:cNvSpPr>
          <p:nvPr/>
        </p:nvSpPr>
        <p:spPr>
          <a:xfrm xmlns:a="http://schemas.openxmlformats.org/drawingml/2006/main">
            <a:off x="14478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 name="diagram-line-771">
            <a:extLst xmlns:a="http://schemas.openxmlformats.org/drawingml/2006/main">
              <a:ext uri="{FF2B5EF4-FFF2-40B4-BE49-F238E27FC236}">
                <a16:creationId xmlns:a16="http://schemas.microsoft.com/office/drawing/2014/main" id="{0BC1B90E-429A-4407-BB27-A0410DAAD0C4}"/>
              </a:ext>
            </a:extLst>
          </p:cNvPr>
          <p:cNvSpPr>
            <a:spLocks xmlns:a="http://schemas.openxmlformats.org/drawingml/2006/main" noGrp="1"/>
          </p:cNvSpPr>
          <p:nvPr/>
        </p:nvSpPr>
        <p:spPr>
          <a:xfrm xmlns:a="http://schemas.openxmlformats.org/drawingml/2006/main">
            <a:off x="14478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 name="diagram-line-772">
            <a:extLst xmlns:a="http://schemas.openxmlformats.org/drawingml/2006/main">
              <a:ext uri="{FF2B5EF4-FFF2-40B4-BE49-F238E27FC236}">
                <a16:creationId xmlns:a16="http://schemas.microsoft.com/office/drawing/2014/main" id="{BC6B1B12-8608-4856-AE6B-3466D625D191}"/>
              </a:ext>
            </a:extLst>
          </p:cNvPr>
          <p:cNvSpPr>
            <a:spLocks xmlns:a="http://schemas.openxmlformats.org/drawingml/2006/main" noGrp="1"/>
          </p:cNvSpPr>
          <p:nvPr/>
        </p:nvSpPr>
        <p:spPr>
          <a:xfrm xmlns:a="http://schemas.openxmlformats.org/drawingml/2006/main">
            <a:off x="14478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 name="diagram-line-773">
            <a:extLst xmlns:a="http://schemas.openxmlformats.org/drawingml/2006/main">
              <a:ext uri="{FF2B5EF4-FFF2-40B4-BE49-F238E27FC236}">
                <a16:creationId xmlns:a16="http://schemas.microsoft.com/office/drawing/2014/main" id="{AEDE72EB-996C-41EC-B8D0-95335D671107}"/>
              </a:ext>
            </a:extLst>
          </p:cNvPr>
          <p:cNvSpPr>
            <a:spLocks xmlns:a="http://schemas.openxmlformats.org/drawingml/2006/main" noGrp="1"/>
          </p:cNvSpPr>
          <p:nvPr/>
        </p:nvSpPr>
        <p:spPr>
          <a:xfrm xmlns:a="http://schemas.openxmlformats.org/drawingml/2006/main">
            <a:off x="14478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 name="diagram-line-774">
            <a:extLst xmlns:a="http://schemas.openxmlformats.org/drawingml/2006/main">
              <a:ext uri="{FF2B5EF4-FFF2-40B4-BE49-F238E27FC236}">
                <a16:creationId xmlns:a16="http://schemas.microsoft.com/office/drawing/2014/main" id="{30F2FF1C-01F0-4F00-B30A-F53CB2AB10AF}"/>
              </a:ext>
            </a:extLst>
          </p:cNvPr>
          <p:cNvSpPr>
            <a:spLocks xmlns:a="http://schemas.openxmlformats.org/drawingml/2006/main" noGrp="1"/>
          </p:cNvSpPr>
          <p:nvPr/>
        </p:nvSpPr>
        <p:spPr>
          <a:xfrm xmlns:a="http://schemas.openxmlformats.org/drawingml/2006/main">
            <a:off x="14478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 name="diagram-line-775">
            <a:extLst xmlns:a="http://schemas.openxmlformats.org/drawingml/2006/main">
              <a:ext uri="{FF2B5EF4-FFF2-40B4-BE49-F238E27FC236}">
                <a16:creationId xmlns:a16="http://schemas.microsoft.com/office/drawing/2014/main" id="{0F836841-8B97-4A88-BF40-147DFA7E5A06}"/>
              </a:ext>
            </a:extLst>
          </p:cNvPr>
          <p:cNvSpPr>
            <a:spLocks xmlns:a="http://schemas.openxmlformats.org/drawingml/2006/main" noGrp="1"/>
          </p:cNvSpPr>
          <p:nvPr/>
        </p:nvSpPr>
        <p:spPr>
          <a:xfrm xmlns:a="http://schemas.openxmlformats.org/drawingml/2006/main">
            <a:off x="14478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1" name="diagram-line-776">
            <a:extLst xmlns:a="http://schemas.openxmlformats.org/drawingml/2006/main">
              <a:ext uri="{FF2B5EF4-FFF2-40B4-BE49-F238E27FC236}">
                <a16:creationId xmlns:a16="http://schemas.microsoft.com/office/drawing/2014/main" id="{40A37EB5-2398-4B0F-8854-AB67619CC49B}"/>
              </a:ext>
            </a:extLst>
          </p:cNvPr>
          <p:cNvSpPr>
            <a:spLocks xmlns:a="http://schemas.openxmlformats.org/drawingml/2006/main" noGrp="1"/>
          </p:cNvSpPr>
          <p:nvPr/>
        </p:nvSpPr>
        <p:spPr>
          <a:xfrm xmlns:a="http://schemas.openxmlformats.org/drawingml/2006/main">
            <a:off x="14478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2" name="diagram-line-777">
            <a:extLst xmlns:a="http://schemas.openxmlformats.org/drawingml/2006/main">
              <a:ext uri="{FF2B5EF4-FFF2-40B4-BE49-F238E27FC236}">
                <a16:creationId xmlns:a16="http://schemas.microsoft.com/office/drawing/2014/main" id="{88FBEECC-E804-4AC1-B833-09DECF3B9B24}"/>
              </a:ext>
            </a:extLst>
          </p:cNvPr>
          <p:cNvSpPr>
            <a:spLocks xmlns:a="http://schemas.openxmlformats.org/drawingml/2006/main" noGrp="1"/>
          </p:cNvSpPr>
          <p:nvPr/>
        </p:nvSpPr>
        <p:spPr>
          <a:xfrm xmlns:a="http://schemas.openxmlformats.org/drawingml/2006/main">
            <a:off x="14478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3" name="diagram-line-778">
            <a:extLst xmlns:a="http://schemas.openxmlformats.org/drawingml/2006/main">
              <a:ext uri="{FF2B5EF4-FFF2-40B4-BE49-F238E27FC236}">
                <a16:creationId xmlns:a16="http://schemas.microsoft.com/office/drawing/2014/main" id="{42B49437-3244-4ABB-BF9B-52F1AE888590}"/>
              </a:ext>
            </a:extLst>
          </p:cNvPr>
          <p:cNvSpPr>
            <a:spLocks xmlns:a="http://schemas.openxmlformats.org/drawingml/2006/main" noGrp="1"/>
          </p:cNvSpPr>
          <p:nvPr/>
        </p:nvSpPr>
        <p:spPr>
          <a:xfrm xmlns:a="http://schemas.openxmlformats.org/drawingml/2006/main">
            <a:off x="14478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4" name="diagram-line-779">
            <a:extLst xmlns:a="http://schemas.openxmlformats.org/drawingml/2006/main">
              <a:ext uri="{FF2B5EF4-FFF2-40B4-BE49-F238E27FC236}">
                <a16:creationId xmlns:a16="http://schemas.microsoft.com/office/drawing/2014/main" id="{2ADEB9DC-162E-4259-9FC5-4936929AE87D}"/>
              </a:ext>
            </a:extLst>
          </p:cNvPr>
          <p:cNvSpPr>
            <a:spLocks xmlns:a="http://schemas.openxmlformats.org/drawingml/2006/main" noGrp="1"/>
          </p:cNvSpPr>
          <p:nvPr/>
        </p:nvSpPr>
        <p:spPr>
          <a:xfrm xmlns:a="http://schemas.openxmlformats.org/drawingml/2006/main">
            <a:off x="14478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5" name="diagram-line-780">
            <a:extLst xmlns:a="http://schemas.openxmlformats.org/drawingml/2006/main">
              <a:ext uri="{FF2B5EF4-FFF2-40B4-BE49-F238E27FC236}">
                <a16:creationId xmlns:a16="http://schemas.microsoft.com/office/drawing/2014/main" id="{2357A1CD-02E3-40D7-8DF5-84A44BAAFA87}"/>
              </a:ext>
            </a:extLst>
          </p:cNvPr>
          <p:cNvSpPr>
            <a:spLocks xmlns:a="http://schemas.openxmlformats.org/drawingml/2006/main" noGrp="1"/>
          </p:cNvSpPr>
          <p:nvPr/>
        </p:nvSpPr>
        <p:spPr>
          <a:xfrm xmlns:a="http://schemas.openxmlformats.org/drawingml/2006/main">
            <a:off x="14478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6" name="diagram-line-781">
            <a:extLst xmlns:a="http://schemas.openxmlformats.org/drawingml/2006/main">
              <a:ext uri="{FF2B5EF4-FFF2-40B4-BE49-F238E27FC236}">
                <a16:creationId xmlns:a16="http://schemas.microsoft.com/office/drawing/2014/main" id="{368DA731-67BB-4D97-9816-3E7E6F48DB58}"/>
              </a:ext>
            </a:extLst>
          </p:cNvPr>
          <p:cNvSpPr>
            <a:spLocks xmlns:a="http://schemas.openxmlformats.org/drawingml/2006/main" noGrp="1"/>
          </p:cNvSpPr>
          <p:nvPr/>
        </p:nvSpPr>
        <p:spPr>
          <a:xfrm xmlns:a="http://schemas.openxmlformats.org/drawingml/2006/main">
            <a:off x="14478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7" name="diagram-line-782">
            <a:extLst xmlns:a="http://schemas.openxmlformats.org/drawingml/2006/main">
              <a:ext uri="{FF2B5EF4-FFF2-40B4-BE49-F238E27FC236}">
                <a16:creationId xmlns:a16="http://schemas.microsoft.com/office/drawing/2014/main" id="{4B76D7F5-C830-4AFF-9CE2-5EC4193EEEE6}"/>
              </a:ext>
            </a:extLst>
          </p:cNvPr>
          <p:cNvSpPr>
            <a:spLocks xmlns:a="http://schemas.openxmlformats.org/drawingml/2006/main" noGrp="1"/>
          </p:cNvSpPr>
          <p:nvPr/>
        </p:nvSpPr>
        <p:spPr>
          <a:xfrm xmlns:a="http://schemas.openxmlformats.org/drawingml/2006/main">
            <a:off x="14478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8" name="diagram-line-783">
            <a:extLst xmlns:a="http://schemas.openxmlformats.org/drawingml/2006/main">
              <a:ext uri="{FF2B5EF4-FFF2-40B4-BE49-F238E27FC236}">
                <a16:creationId xmlns:a16="http://schemas.microsoft.com/office/drawing/2014/main" id="{E46C4102-E16E-48E7-9094-C2F498C5C672}"/>
              </a:ext>
            </a:extLst>
          </p:cNvPr>
          <p:cNvSpPr>
            <a:spLocks xmlns:a="http://schemas.openxmlformats.org/drawingml/2006/main" noGrp="1"/>
          </p:cNvSpPr>
          <p:nvPr/>
        </p:nvSpPr>
        <p:spPr>
          <a:xfrm xmlns:a="http://schemas.openxmlformats.org/drawingml/2006/main">
            <a:off x="14478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9" name="diagram-line-784">
            <a:extLst xmlns:a="http://schemas.openxmlformats.org/drawingml/2006/main">
              <a:ext uri="{FF2B5EF4-FFF2-40B4-BE49-F238E27FC236}">
                <a16:creationId xmlns:a16="http://schemas.microsoft.com/office/drawing/2014/main" id="{44BE254E-ECAC-4860-BA41-527D6A66E82F}"/>
              </a:ext>
            </a:extLst>
          </p:cNvPr>
          <p:cNvSpPr>
            <a:spLocks xmlns:a="http://schemas.openxmlformats.org/drawingml/2006/main" noGrp="1"/>
          </p:cNvSpPr>
          <p:nvPr/>
        </p:nvSpPr>
        <p:spPr>
          <a:xfrm xmlns:a="http://schemas.openxmlformats.org/drawingml/2006/main">
            <a:off x="14478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0" name="diagram-line-785">
            <a:extLst xmlns:a="http://schemas.openxmlformats.org/drawingml/2006/main">
              <a:ext uri="{FF2B5EF4-FFF2-40B4-BE49-F238E27FC236}">
                <a16:creationId xmlns:a16="http://schemas.microsoft.com/office/drawing/2014/main" id="{1F5C27F8-C019-4B78-84F7-8FAE43DBF71D}"/>
              </a:ext>
            </a:extLst>
          </p:cNvPr>
          <p:cNvSpPr>
            <a:spLocks xmlns:a="http://schemas.openxmlformats.org/drawingml/2006/main" noGrp="1"/>
          </p:cNvSpPr>
          <p:nvPr/>
        </p:nvSpPr>
        <p:spPr>
          <a:xfrm xmlns:a="http://schemas.openxmlformats.org/drawingml/2006/main">
            <a:off x="14478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1" name="diagram-line-786">
            <a:extLst xmlns:a="http://schemas.openxmlformats.org/drawingml/2006/main">
              <a:ext uri="{FF2B5EF4-FFF2-40B4-BE49-F238E27FC236}">
                <a16:creationId xmlns:a16="http://schemas.microsoft.com/office/drawing/2014/main" id="{6E14B6E4-21A2-4403-91C7-59C45F690777}"/>
              </a:ext>
            </a:extLst>
          </p:cNvPr>
          <p:cNvSpPr>
            <a:spLocks xmlns:a="http://schemas.openxmlformats.org/drawingml/2006/main" noGrp="1"/>
          </p:cNvSpPr>
          <p:nvPr/>
        </p:nvSpPr>
        <p:spPr>
          <a:xfrm xmlns:a="http://schemas.openxmlformats.org/drawingml/2006/main">
            <a:off x="14478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2" name="diagram-line-787">
            <a:extLst xmlns:a="http://schemas.openxmlformats.org/drawingml/2006/main">
              <a:ext uri="{FF2B5EF4-FFF2-40B4-BE49-F238E27FC236}">
                <a16:creationId xmlns:a16="http://schemas.microsoft.com/office/drawing/2014/main" id="{B101509F-2B98-41E7-AF9C-4725A380C1B7}"/>
              </a:ext>
            </a:extLst>
          </p:cNvPr>
          <p:cNvSpPr>
            <a:spLocks xmlns:a="http://schemas.openxmlformats.org/drawingml/2006/main" noGrp="1"/>
          </p:cNvSpPr>
          <p:nvPr/>
        </p:nvSpPr>
        <p:spPr>
          <a:xfrm xmlns:a="http://schemas.openxmlformats.org/drawingml/2006/main">
            <a:off x="14478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3" name="diagram-line-788">
            <a:extLst xmlns:a="http://schemas.openxmlformats.org/drawingml/2006/main">
              <a:ext uri="{FF2B5EF4-FFF2-40B4-BE49-F238E27FC236}">
                <a16:creationId xmlns:a16="http://schemas.microsoft.com/office/drawing/2014/main" id="{A18127E1-0222-4BE4-9917-34F3B1A14205}"/>
              </a:ext>
            </a:extLst>
          </p:cNvPr>
          <p:cNvSpPr>
            <a:spLocks xmlns:a="http://schemas.openxmlformats.org/drawingml/2006/main" noGrp="1"/>
          </p:cNvSpPr>
          <p:nvPr/>
        </p:nvSpPr>
        <p:spPr>
          <a:xfrm xmlns:a="http://schemas.openxmlformats.org/drawingml/2006/main">
            <a:off x="14478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4" name="diagram-line-789">
            <a:extLst xmlns:a="http://schemas.openxmlformats.org/drawingml/2006/main">
              <a:ext uri="{FF2B5EF4-FFF2-40B4-BE49-F238E27FC236}">
                <a16:creationId xmlns:a16="http://schemas.microsoft.com/office/drawing/2014/main" id="{6B910A0C-A00C-46AB-AE5B-532B4B323C61}"/>
              </a:ext>
            </a:extLst>
          </p:cNvPr>
          <p:cNvSpPr>
            <a:spLocks xmlns:a="http://schemas.openxmlformats.org/drawingml/2006/main" noGrp="1"/>
          </p:cNvSpPr>
          <p:nvPr/>
        </p:nvSpPr>
        <p:spPr>
          <a:xfrm xmlns:a="http://schemas.openxmlformats.org/drawingml/2006/main">
            <a:off x="14478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5" name="diagram-line-790">
            <a:extLst xmlns:a="http://schemas.openxmlformats.org/drawingml/2006/main">
              <a:ext uri="{FF2B5EF4-FFF2-40B4-BE49-F238E27FC236}">
                <a16:creationId xmlns:a16="http://schemas.microsoft.com/office/drawing/2014/main" id="{786F4642-0072-43BA-BDC8-3CB935E67E7D}"/>
              </a:ext>
            </a:extLst>
          </p:cNvPr>
          <p:cNvSpPr>
            <a:spLocks xmlns:a="http://schemas.openxmlformats.org/drawingml/2006/main" noGrp="1"/>
          </p:cNvSpPr>
          <p:nvPr/>
        </p:nvSpPr>
        <p:spPr>
          <a:xfrm xmlns:a="http://schemas.openxmlformats.org/drawingml/2006/main">
            <a:off x="14478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6" name="diagram-line-791">
            <a:extLst xmlns:a="http://schemas.openxmlformats.org/drawingml/2006/main">
              <a:ext uri="{FF2B5EF4-FFF2-40B4-BE49-F238E27FC236}">
                <a16:creationId xmlns:a16="http://schemas.microsoft.com/office/drawing/2014/main" id="{4572BB04-7DA2-48AB-97D7-BE31E9A26872}"/>
              </a:ext>
            </a:extLst>
          </p:cNvPr>
          <p:cNvSpPr>
            <a:spLocks xmlns:a="http://schemas.openxmlformats.org/drawingml/2006/main" noGrp="1"/>
          </p:cNvSpPr>
          <p:nvPr/>
        </p:nvSpPr>
        <p:spPr>
          <a:xfrm xmlns:a="http://schemas.openxmlformats.org/drawingml/2006/main">
            <a:off x="14478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7" name="diagram-line-792">
            <a:extLst xmlns:a="http://schemas.openxmlformats.org/drawingml/2006/main">
              <a:ext uri="{FF2B5EF4-FFF2-40B4-BE49-F238E27FC236}">
                <a16:creationId xmlns:a16="http://schemas.microsoft.com/office/drawing/2014/main" id="{D574033A-C731-492E-83BA-1CCA2CA75211}"/>
              </a:ext>
            </a:extLst>
          </p:cNvPr>
          <p:cNvSpPr>
            <a:spLocks xmlns:a="http://schemas.openxmlformats.org/drawingml/2006/main" noGrp="1"/>
          </p:cNvSpPr>
          <p:nvPr/>
        </p:nvSpPr>
        <p:spPr>
          <a:xfrm xmlns:a="http://schemas.openxmlformats.org/drawingml/2006/main">
            <a:off x="14478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8" name="diagram-line-793">
            <a:extLst xmlns:a="http://schemas.openxmlformats.org/drawingml/2006/main">
              <a:ext uri="{FF2B5EF4-FFF2-40B4-BE49-F238E27FC236}">
                <a16:creationId xmlns:a16="http://schemas.microsoft.com/office/drawing/2014/main" id="{618F9651-4621-4FC9-B6AB-D0F2D0936657}"/>
              </a:ext>
            </a:extLst>
          </p:cNvPr>
          <p:cNvSpPr>
            <a:spLocks xmlns:a="http://schemas.openxmlformats.org/drawingml/2006/main" noGrp="1"/>
          </p:cNvSpPr>
          <p:nvPr/>
        </p:nvSpPr>
        <p:spPr>
          <a:xfrm xmlns:a="http://schemas.openxmlformats.org/drawingml/2006/main">
            <a:off x="14478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9" name="diagram-line-794">
            <a:extLst xmlns:a="http://schemas.openxmlformats.org/drawingml/2006/main">
              <a:ext uri="{FF2B5EF4-FFF2-40B4-BE49-F238E27FC236}">
                <a16:creationId xmlns:a16="http://schemas.microsoft.com/office/drawing/2014/main" id="{FA3D99C5-9937-4006-A9C2-F68BE8594EFB}"/>
              </a:ext>
            </a:extLst>
          </p:cNvPr>
          <p:cNvSpPr>
            <a:spLocks xmlns:a="http://schemas.openxmlformats.org/drawingml/2006/main" noGrp="1"/>
          </p:cNvSpPr>
          <p:nvPr/>
        </p:nvSpPr>
        <p:spPr>
          <a:xfrm xmlns:a="http://schemas.openxmlformats.org/drawingml/2006/main">
            <a:off x="14478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0" name="diagram-line-795">
            <a:extLst xmlns:a="http://schemas.openxmlformats.org/drawingml/2006/main">
              <a:ext uri="{FF2B5EF4-FFF2-40B4-BE49-F238E27FC236}">
                <a16:creationId xmlns:a16="http://schemas.microsoft.com/office/drawing/2014/main" id="{A681CBE0-49C9-4F85-8E15-5C4B65C12920}"/>
              </a:ext>
            </a:extLst>
          </p:cNvPr>
          <p:cNvSpPr>
            <a:spLocks xmlns:a="http://schemas.openxmlformats.org/drawingml/2006/main" noGrp="1"/>
          </p:cNvSpPr>
          <p:nvPr/>
        </p:nvSpPr>
        <p:spPr>
          <a:xfrm xmlns:a="http://schemas.openxmlformats.org/drawingml/2006/main">
            <a:off x="14478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1" name="diagram-line-796">
            <a:extLst xmlns:a="http://schemas.openxmlformats.org/drawingml/2006/main">
              <a:ext uri="{FF2B5EF4-FFF2-40B4-BE49-F238E27FC236}">
                <a16:creationId xmlns:a16="http://schemas.microsoft.com/office/drawing/2014/main" id="{79FD30E3-A66A-4045-A2C1-4126FA0F3A10}"/>
              </a:ext>
            </a:extLst>
          </p:cNvPr>
          <p:cNvSpPr>
            <a:spLocks xmlns:a="http://schemas.openxmlformats.org/drawingml/2006/main" noGrp="1"/>
          </p:cNvSpPr>
          <p:nvPr/>
        </p:nvSpPr>
        <p:spPr>
          <a:xfrm xmlns:a="http://schemas.openxmlformats.org/drawingml/2006/main">
            <a:off x="14478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2" name="diagram-line-797">
            <a:extLst xmlns:a="http://schemas.openxmlformats.org/drawingml/2006/main">
              <a:ext uri="{FF2B5EF4-FFF2-40B4-BE49-F238E27FC236}">
                <a16:creationId xmlns:a16="http://schemas.microsoft.com/office/drawing/2014/main" id="{11876EFE-0F31-4A90-8DF2-F29A4FC2C8A2}"/>
              </a:ext>
            </a:extLst>
          </p:cNvPr>
          <p:cNvSpPr>
            <a:spLocks xmlns:a="http://schemas.openxmlformats.org/drawingml/2006/main" noGrp="1"/>
          </p:cNvSpPr>
          <p:nvPr/>
        </p:nvSpPr>
        <p:spPr>
          <a:xfrm xmlns:a="http://schemas.openxmlformats.org/drawingml/2006/main">
            <a:off x="14478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3" name="diagram-line-798">
            <a:extLst xmlns:a="http://schemas.openxmlformats.org/drawingml/2006/main">
              <a:ext uri="{FF2B5EF4-FFF2-40B4-BE49-F238E27FC236}">
                <a16:creationId xmlns:a16="http://schemas.microsoft.com/office/drawing/2014/main" id="{E6515A77-B0D3-4DC5-8324-47DCAD60480B}"/>
              </a:ext>
            </a:extLst>
          </p:cNvPr>
          <p:cNvSpPr>
            <a:spLocks xmlns:a="http://schemas.openxmlformats.org/drawingml/2006/main" noGrp="1"/>
          </p:cNvSpPr>
          <p:nvPr/>
        </p:nvSpPr>
        <p:spPr>
          <a:xfrm xmlns:a="http://schemas.openxmlformats.org/drawingml/2006/main">
            <a:off x="14478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4" name="diagram-line-799">
            <a:extLst xmlns:a="http://schemas.openxmlformats.org/drawingml/2006/main">
              <a:ext uri="{FF2B5EF4-FFF2-40B4-BE49-F238E27FC236}">
                <a16:creationId xmlns:a16="http://schemas.microsoft.com/office/drawing/2014/main" id="{17D8963E-DC21-4CDE-B781-6D8DCA4F1B68}"/>
              </a:ext>
            </a:extLst>
          </p:cNvPr>
          <p:cNvSpPr>
            <a:spLocks xmlns:a="http://schemas.openxmlformats.org/drawingml/2006/main" noGrp="1"/>
          </p:cNvSpPr>
          <p:nvPr/>
        </p:nvSpPr>
        <p:spPr>
          <a:xfrm xmlns:a="http://schemas.openxmlformats.org/drawingml/2006/main">
            <a:off x="14478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5" name="diagram-line-800">
            <a:extLst xmlns:a="http://schemas.openxmlformats.org/drawingml/2006/main">
              <a:ext uri="{FF2B5EF4-FFF2-40B4-BE49-F238E27FC236}">
                <a16:creationId xmlns:a16="http://schemas.microsoft.com/office/drawing/2014/main" id="{FFEDE0E1-0C4E-49E5-A2DC-BCC59EA941B8}"/>
              </a:ext>
            </a:extLst>
          </p:cNvPr>
          <p:cNvSpPr>
            <a:spLocks xmlns:a="http://schemas.openxmlformats.org/drawingml/2006/main" noGrp="1"/>
          </p:cNvSpPr>
          <p:nvPr/>
        </p:nvSpPr>
        <p:spPr>
          <a:xfrm xmlns:a="http://schemas.openxmlformats.org/drawingml/2006/main">
            <a:off x="14478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6" name="diagram-line-801">
            <a:extLst xmlns:a="http://schemas.openxmlformats.org/drawingml/2006/main">
              <a:ext uri="{FF2B5EF4-FFF2-40B4-BE49-F238E27FC236}">
                <a16:creationId xmlns:a16="http://schemas.microsoft.com/office/drawing/2014/main" id="{A7F0A86B-13E8-43A9-9D63-D5506FBAA501}"/>
              </a:ext>
            </a:extLst>
          </p:cNvPr>
          <p:cNvSpPr>
            <a:spLocks xmlns:a="http://schemas.openxmlformats.org/drawingml/2006/main" noGrp="1"/>
          </p:cNvSpPr>
          <p:nvPr/>
        </p:nvSpPr>
        <p:spPr>
          <a:xfrm xmlns:a="http://schemas.openxmlformats.org/drawingml/2006/main">
            <a:off x="14478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7" name="diagram-line-802">
            <a:extLst xmlns:a="http://schemas.openxmlformats.org/drawingml/2006/main">
              <a:ext uri="{FF2B5EF4-FFF2-40B4-BE49-F238E27FC236}">
                <a16:creationId xmlns:a16="http://schemas.microsoft.com/office/drawing/2014/main" id="{E4C832D2-C25C-4D8B-9BF9-69FD153B61FB}"/>
              </a:ext>
            </a:extLst>
          </p:cNvPr>
          <p:cNvSpPr>
            <a:spLocks xmlns:a="http://schemas.openxmlformats.org/drawingml/2006/main" noGrp="1"/>
          </p:cNvSpPr>
          <p:nvPr/>
        </p:nvSpPr>
        <p:spPr>
          <a:xfrm xmlns:a="http://schemas.openxmlformats.org/drawingml/2006/main">
            <a:off x="14478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8" name="diagram-line-803">
            <a:extLst xmlns:a="http://schemas.openxmlformats.org/drawingml/2006/main">
              <a:ext uri="{FF2B5EF4-FFF2-40B4-BE49-F238E27FC236}">
                <a16:creationId xmlns:a16="http://schemas.microsoft.com/office/drawing/2014/main" id="{1FE24577-D308-426E-900F-3B22FA1FC791}"/>
              </a:ext>
            </a:extLst>
          </p:cNvPr>
          <p:cNvSpPr>
            <a:spLocks xmlns:a="http://schemas.openxmlformats.org/drawingml/2006/main" noGrp="1"/>
          </p:cNvSpPr>
          <p:nvPr/>
        </p:nvSpPr>
        <p:spPr>
          <a:xfrm xmlns:a="http://schemas.openxmlformats.org/drawingml/2006/main">
            <a:off x="14478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9" name="diagram-box-804">
            <a:extLst xmlns:a="http://schemas.openxmlformats.org/drawingml/2006/main">
              <a:ext uri="{FF2B5EF4-FFF2-40B4-BE49-F238E27FC236}">
                <a16:creationId xmlns:a16="http://schemas.microsoft.com/office/drawing/2014/main" id="{8471B1A2-C5B0-4428-A751-CC97ACFDDF24}"/>
              </a:ext>
            </a:extLst>
          </p:cNvPr>
          <p:cNvSpPr>
            <a:spLocks xmlns:a="http://schemas.openxmlformats.org/drawingml/2006/main" noGrp="1"/>
          </p:cNvSpPr>
          <p:nvPr/>
        </p:nvSpPr>
        <p:spPr>
          <a:xfrm xmlns:a="http://schemas.openxmlformats.org/drawingml/2006/main">
            <a:off x="2962275" y="1504950"/>
            <a:ext cx="1581150" cy="314325"/>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50" name="revision-text-805">
            <a:extLst xmlns:a="http://schemas.openxmlformats.org/drawingml/2006/main">
              <a:ext uri="{FF2B5EF4-FFF2-40B4-BE49-F238E27FC236}">
                <a16:creationId xmlns:a16="http://schemas.microsoft.com/office/drawing/2014/main" id="{73A22EF4-1C25-4CB6-8434-5DEED9CDD09E}"/>
              </a:ext>
            </a:extLst>
          </p:cNvPr>
          <p:cNvSpPr>
            <a:spLocks xmlns:a="http://schemas.openxmlformats.org/drawingml/2006/main" noGrp="1"/>
          </p:cNvSpPr>
          <p:nvPr/>
        </p:nvSpPr>
        <p:spPr>
          <a:xfrm xmlns:a="http://schemas.openxmlformats.org/drawingml/2006/main">
            <a:off x="299085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02" b="1">
                <a:solidFill>
                  <a:srgbClr val="152C40"/>
                </a:solidFill>
                <a:latin typeface="微软雅黑"/>
                <a:ea typeface="微软雅黑"/>
                <a:cs typeface="微软雅黑"/>
              </a:defRPr>
            </a:pPr>
            <a:r>
              <a:rPr sz="1102" b="1">
                <a:solidFill>
                  <a:srgbClr val="152C40"/>
                </a:solidFill>
                <a:latin typeface="微软雅黑"/>
                <a:ea typeface="微软雅黑"/>
                <a:cs typeface="微软雅黑"/>
              </a:rPr>
              <a:t>Device state machine</a:t>
            </a:r>
          </a:p>
        </p:txBody>
      </p:sp>
      <p:sp>
        <p:nvSpPr>
          <p:cNvPr id="51" name="diagram-line-806">
            <a:extLst xmlns:a="http://schemas.openxmlformats.org/drawingml/2006/main">
              <a:ext uri="{FF2B5EF4-FFF2-40B4-BE49-F238E27FC236}">
                <a16:creationId xmlns:a16="http://schemas.microsoft.com/office/drawing/2014/main" id="{E312160A-A394-4C8B-BC01-9D4DDC2E4C61}"/>
              </a:ext>
            </a:extLst>
          </p:cNvPr>
          <p:cNvSpPr>
            <a:spLocks xmlns:a="http://schemas.openxmlformats.org/drawingml/2006/main" noGrp="1"/>
          </p:cNvSpPr>
          <p:nvPr/>
        </p:nvSpPr>
        <p:spPr>
          <a:xfrm xmlns:a="http://schemas.openxmlformats.org/drawingml/2006/main">
            <a:off x="375285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2" name="diagram-line-807">
            <a:extLst xmlns:a="http://schemas.openxmlformats.org/drawingml/2006/main">
              <a:ext uri="{FF2B5EF4-FFF2-40B4-BE49-F238E27FC236}">
                <a16:creationId xmlns:a16="http://schemas.microsoft.com/office/drawing/2014/main" id="{4E874287-3F76-4844-B353-7E622B28F56D}"/>
              </a:ext>
            </a:extLst>
          </p:cNvPr>
          <p:cNvSpPr>
            <a:spLocks xmlns:a="http://schemas.openxmlformats.org/drawingml/2006/main" noGrp="1"/>
          </p:cNvSpPr>
          <p:nvPr/>
        </p:nvSpPr>
        <p:spPr>
          <a:xfrm xmlns:a="http://schemas.openxmlformats.org/drawingml/2006/main">
            <a:off x="375285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3" name="diagram-line-808">
            <a:extLst xmlns:a="http://schemas.openxmlformats.org/drawingml/2006/main">
              <a:ext uri="{FF2B5EF4-FFF2-40B4-BE49-F238E27FC236}">
                <a16:creationId xmlns:a16="http://schemas.microsoft.com/office/drawing/2014/main" id="{82BFE8E5-651F-4639-9DBE-CAA41E00D73F}"/>
              </a:ext>
            </a:extLst>
          </p:cNvPr>
          <p:cNvSpPr>
            <a:spLocks xmlns:a="http://schemas.openxmlformats.org/drawingml/2006/main" noGrp="1"/>
          </p:cNvSpPr>
          <p:nvPr/>
        </p:nvSpPr>
        <p:spPr>
          <a:xfrm xmlns:a="http://schemas.openxmlformats.org/drawingml/2006/main">
            <a:off x="375285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4" name="diagram-line-809">
            <a:extLst xmlns:a="http://schemas.openxmlformats.org/drawingml/2006/main">
              <a:ext uri="{FF2B5EF4-FFF2-40B4-BE49-F238E27FC236}">
                <a16:creationId xmlns:a16="http://schemas.microsoft.com/office/drawing/2014/main" id="{D313CE4A-0309-4682-94A6-93E39E028F07}"/>
              </a:ext>
            </a:extLst>
          </p:cNvPr>
          <p:cNvSpPr>
            <a:spLocks xmlns:a="http://schemas.openxmlformats.org/drawingml/2006/main" noGrp="1"/>
          </p:cNvSpPr>
          <p:nvPr/>
        </p:nvSpPr>
        <p:spPr>
          <a:xfrm xmlns:a="http://schemas.openxmlformats.org/drawingml/2006/main">
            <a:off x="375285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5" name="diagram-line-810">
            <a:extLst xmlns:a="http://schemas.openxmlformats.org/drawingml/2006/main">
              <a:ext uri="{FF2B5EF4-FFF2-40B4-BE49-F238E27FC236}">
                <a16:creationId xmlns:a16="http://schemas.microsoft.com/office/drawing/2014/main" id="{2385A065-1CC5-4B52-8DF9-AAE67D5529B8}"/>
              </a:ext>
            </a:extLst>
          </p:cNvPr>
          <p:cNvSpPr>
            <a:spLocks xmlns:a="http://schemas.openxmlformats.org/drawingml/2006/main" noGrp="1"/>
          </p:cNvSpPr>
          <p:nvPr/>
        </p:nvSpPr>
        <p:spPr>
          <a:xfrm xmlns:a="http://schemas.openxmlformats.org/drawingml/2006/main">
            <a:off x="375285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6" name="diagram-line-811">
            <a:extLst xmlns:a="http://schemas.openxmlformats.org/drawingml/2006/main">
              <a:ext uri="{FF2B5EF4-FFF2-40B4-BE49-F238E27FC236}">
                <a16:creationId xmlns:a16="http://schemas.microsoft.com/office/drawing/2014/main" id="{014C47FB-A423-40EB-8BA9-83DCFD7FA9BF}"/>
              </a:ext>
            </a:extLst>
          </p:cNvPr>
          <p:cNvSpPr>
            <a:spLocks xmlns:a="http://schemas.openxmlformats.org/drawingml/2006/main" noGrp="1"/>
          </p:cNvSpPr>
          <p:nvPr/>
        </p:nvSpPr>
        <p:spPr>
          <a:xfrm xmlns:a="http://schemas.openxmlformats.org/drawingml/2006/main">
            <a:off x="375285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7" name="diagram-line-812">
            <a:extLst xmlns:a="http://schemas.openxmlformats.org/drawingml/2006/main">
              <a:ext uri="{FF2B5EF4-FFF2-40B4-BE49-F238E27FC236}">
                <a16:creationId xmlns:a16="http://schemas.microsoft.com/office/drawing/2014/main" id="{478E3B9C-5E0F-4592-B3DE-D03A6AC153A9}"/>
              </a:ext>
            </a:extLst>
          </p:cNvPr>
          <p:cNvSpPr>
            <a:spLocks xmlns:a="http://schemas.openxmlformats.org/drawingml/2006/main" noGrp="1"/>
          </p:cNvSpPr>
          <p:nvPr/>
        </p:nvSpPr>
        <p:spPr>
          <a:xfrm xmlns:a="http://schemas.openxmlformats.org/drawingml/2006/main">
            <a:off x="375285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8" name="diagram-line-813">
            <a:extLst xmlns:a="http://schemas.openxmlformats.org/drawingml/2006/main">
              <a:ext uri="{FF2B5EF4-FFF2-40B4-BE49-F238E27FC236}">
                <a16:creationId xmlns:a16="http://schemas.microsoft.com/office/drawing/2014/main" id="{0AE0BA4B-DCAD-4517-9008-FABB05B1ECE9}"/>
              </a:ext>
            </a:extLst>
          </p:cNvPr>
          <p:cNvSpPr>
            <a:spLocks xmlns:a="http://schemas.openxmlformats.org/drawingml/2006/main" noGrp="1"/>
          </p:cNvSpPr>
          <p:nvPr/>
        </p:nvSpPr>
        <p:spPr>
          <a:xfrm xmlns:a="http://schemas.openxmlformats.org/drawingml/2006/main">
            <a:off x="375285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9" name="diagram-line-814">
            <a:extLst xmlns:a="http://schemas.openxmlformats.org/drawingml/2006/main">
              <a:ext uri="{FF2B5EF4-FFF2-40B4-BE49-F238E27FC236}">
                <a16:creationId xmlns:a16="http://schemas.microsoft.com/office/drawing/2014/main" id="{1598668F-310E-49E1-9121-FE792D9FB75F}"/>
              </a:ext>
            </a:extLst>
          </p:cNvPr>
          <p:cNvSpPr>
            <a:spLocks xmlns:a="http://schemas.openxmlformats.org/drawingml/2006/main" noGrp="1"/>
          </p:cNvSpPr>
          <p:nvPr/>
        </p:nvSpPr>
        <p:spPr>
          <a:xfrm xmlns:a="http://schemas.openxmlformats.org/drawingml/2006/main">
            <a:off x="37528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0" name="diagram-line-815">
            <a:extLst xmlns:a="http://schemas.openxmlformats.org/drawingml/2006/main">
              <a:ext uri="{FF2B5EF4-FFF2-40B4-BE49-F238E27FC236}">
                <a16:creationId xmlns:a16="http://schemas.microsoft.com/office/drawing/2014/main" id="{1062DFD6-EA2A-4E7F-8152-605BD27D113E}"/>
              </a:ext>
            </a:extLst>
          </p:cNvPr>
          <p:cNvSpPr>
            <a:spLocks xmlns:a="http://schemas.openxmlformats.org/drawingml/2006/main" noGrp="1"/>
          </p:cNvSpPr>
          <p:nvPr/>
        </p:nvSpPr>
        <p:spPr>
          <a:xfrm xmlns:a="http://schemas.openxmlformats.org/drawingml/2006/main">
            <a:off x="37528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1" name="diagram-line-816">
            <a:extLst xmlns:a="http://schemas.openxmlformats.org/drawingml/2006/main">
              <a:ext uri="{FF2B5EF4-FFF2-40B4-BE49-F238E27FC236}">
                <a16:creationId xmlns:a16="http://schemas.microsoft.com/office/drawing/2014/main" id="{E8FEA128-3BDF-4255-923A-376DBB587F10}"/>
              </a:ext>
            </a:extLst>
          </p:cNvPr>
          <p:cNvSpPr>
            <a:spLocks xmlns:a="http://schemas.openxmlformats.org/drawingml/2006/main" noGrp="1"/>
          </p:cNvSpPr>
          <p:nvPr/>
        </p:nvSpPr>
        <p:spPr>
          <a:xfrm xmlns:a="http://schemas.openxmlformats.org/drawingml/2006/main">
            <a:off x="375285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2" name="diagram-line-817">
            <a:extLst xmlns:a="http://schemas.openxmlformats.org/drawingml/2006/main">
              <a:ext uri="{FF2B5EF4-FFF2-40B4-BE49-F238E27FC236}">
                <a16:creationId xmlns:a16="http://schemas.microsoft.com/office/drawing/2014/main" id="{3EBDDC4D-AB94-42AD-AE14-E07F762C96FF}"/>
              </a:ext>
            </a:extLst>
          </p:cNvPr>
          <p:cNvSpPr>
            <a:spLocks xmlns:a="http://schemas.openxmlformats.org/drawingml/2006/main" noGrp="1"/>
          </p:cNvSpPr>
          <p:nvPr/>
        </p:nvSpPr>
        <p:spPr>
          <a:xfrm xmlns:a="http://schemas.openxmlformats.org/drawingml/2006/main">
            <a:off x="375285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3" name="diagram-line-818">
            <a:extLst xmlns:a="http://schemas.openxmlformats.org/drawingml/2006/main">
              <a:ext uri="{FF2B5EF4-FFF2-40B4-BE49-F238E27FC236}">
                <a16:creationId xmlns:a16="http://schemas.microsoft.com/office/drawing/2014/main" id="{5D030587-1848-40E5-B4A7-AE8784F002A1}"/>
              </a:ext>
            </a:extLst>
          </p:cNvPr>
          <p:cNvSpPr>
            <a:spLocks xmlns:a="http://schemas.openxmlformats.org/drawingml/2006/main" noGrp="1"/>
          </p:cNvSpPr>
          <p:nvPr/>
        </p:nvSpPr>
        <p:spPr>
          <a:xfrm xmlns:a="http://schemas.openxmlformats.org/drawingml/2006/main">
            <a:off x="375285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4" name="diagram-line-819">
            <a:extLst xmlns:a="http://schemas.openxmlformats.org/drawingml/2006/main">
              <a:ext uri="{FF2B5EF4-FFF2-40B4-BE49-F238E27FC236}">
                <a16:creationId xmlns:a16="http://schemas.microsoft.com/office/drawing/2014/main" id="{965566FA-BE8A-4353-A013-7BD54A8B86F8}"/>
              </a:ext>
            </a:extLst>
          </p:cNvPr>
          <p:cNvSpPr>
            <a:spLocks xmlns:a="http://schemas.openxmlformats.org/drawingml/2006/main" noGrp="1"/>
          </p:cNvSpPr>
          <p:nvPr/>
        </p:nvSpPr>
        <p:spPr>
          <a:xfrm xmlns:a="http://schemas.openxmlformats.org/drawingml/2006/main">
            <a:off x="375285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5" name="diagram-line-820">
            <a:extLst xmlns:a="http://schemas.openxmlformats.org/drawingml/2006/main">
              <a:ext uri="{FF2B5EF4-FFF2-40B4-BE49-F238E27FC236}">
                <a16:creationId xmlns:a16="http://schemas.microsoft.com/office/drawing/2014/main" id="{48C01BA5-6468-44A5-9077-BDDFA7D49E45}"/>
              </a:ext>
            </a:extLst>
          </p:cNvPr>
          <p:cNvSpPr>
            <a:spLocks xmlns:a="http://schemas.openxmlformats.org/drawingml/2006/main" noGrp="1"/>
          </p:cNvSpPr>
          <p:nvPr/>
        </p:nvSpPr>
        <p:spPr>
          <a:xfrm xmlns:a="http://schemas.openxmlformats.org/drawingml/2006/main">
            <a:off x="375285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6" name="diagram-line-821">
            <a:extLst xmlns:a="http://schemas.openxmlformats.org/drawingml/2006/main">
              <a:ext uri="{FF2B5EF4-FFF2-40B4-BE49-F238E27FC236}">
                <a16:creationId xmlns:a16="http://schemas.microsoft.com/office/drawing/2014/main" id="{E55072E4-CCBD-4DDA-8513-2F681899E6CA}"/>
              </a:ext>
            </a:extLst>
          </p:cNvPr>
          <p:cNvSpPr>
            <a:spLocks xmlns:a="http://schemas.openxmlformats.org/drawingml/2006/main" noGrp="1"/>
          </p:cNvSpPr>
          <p:nvPr/>
        </p:nvSpPr>
        <p:spPr>
          <a:xfrm xmlns:a="http://schemas.openxmlformats.org/drawingml/2006/main">
            <a:off x="375285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7" name="diagram-line-822">
            <a:extLst xmlns:a="http://schemas.openxmlformats.org/drawingml/2006/main">
              <a:ext uri="{FF2B5EF4-FFF2-40B4-BE49-F238E27FC236}">
                <a16:creationId xmlns:a16="http://schemas.microsoft.com/office/drawing/2014/main" id="{E6ECAECE-C67F-4811-ADC9-7A623ACFA175}"/>
              </a:ext>
            </a:extLst>
          </p:cNvPr>
          <p:cNvSpPr>
            <a:spLocks xmlns:a="http://schemas.openxmlformats.org/drawingml/2006/main" noGrp="1"/>
          </p:cNvSpPr>
          <p:nvPr/>
        </p:nvSpPr>
        <p:spPr>
          <a:xfrm xmlns:a="http://schemas.openxmlformats.org/drawingml/2006/main">
            <a:off x="375285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8" name="diagram-line-823">
            <a:extLst xmlns:a="http://schemas.openxmlformats.org/drawingml/2006/main">
              <a:ext uri="{FF2B5EF4-FFF2-40B4-BE49-F238E27FC236}">
                <a16:creationId xmlns:a16="http://schemas.microsoft.com/office/drawing/2014/main" id="{01680809-3883-4122-AFEE-C65F45EC2480}"/>
              </a:ext>
            </a:extLst>
          </p:cNvPr>
          <p:cNvSpPr>
            <a:spLocks xmlns:a="http://schemas.openxmlformats.org/drawingml/2006/main" noGrp="1"/>
          </p:cNvSpPr>
          <p:nvPr/>
        </p:nvSpPr>
        <p:spPr>
          <a:xfrm xmlns:a="http://schemas.openxmlformats.org/drawingml/2006/main">
            <a:off x="375285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9" name="diagram-line-824">
            <a:extLst xmlns:a="http://schemas.openxmlformats.org/drawingml/2006/main">
              <a:ext uri="{FF2B5EF4-FFF2-40B4-BE49-F238E27FC236}">
                <a16:creationId xmlns:a16="http://schemas.microsoft.com/office/drawing/2014/main" id="{3455CC4A-D391-459B-A73E-3CE59F5A80B7}"/>
              </a:ext>
            </a:extLst>
          </p:cNvPr>
          <p:cNvSpPr>
            <a:spLocks xmlns:a="http://schemas.openxmlformats.org/drawingml/2006/main" noGrp="1"/>
          </p:cNvSpPr>
          <p:nvPr/>
        </p:nvSpPr>
        <p:spPr>
          <a:xfrm xmlns:a="http://schemas.openxmlformats.org/drawingml/2006/main">
            <a:off x="375285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0" name="diagram-line-825">
            <a:extLst xmlns:a="http://schemas.openxmlformats.org/drawingml/2006/main">
              <a:ext uri="{FF2B5EF4-FFF2-40B4-BE49-F238E27FC236}">
                <a16:creationId xmlns:a16="http://schemas.microsoft.com/office/drawing/2014/main" id="{277E8977-390C-4C89-A8FA-9F62EEB9E44B}"/>
              </a:ext>
            </a:extLst>
          </p:cNvPr>
          <p:cNvSpPr>
            <a:spLocks xmlns:a="http://schemas.openxmlformats.org/drawingml/2006/main" noGrp="1"/>
          </p:cNvSpPr>
          <p:nvPr/>
        </p:nvSpPr>
        <p:spPr>
          <a:xfrm xmlns:a="http://schemas.openxmlformats.org/drawingml/2006/main">
            <a:off x="375285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1" name="diagram-line-826">
            <a:extLst xmlns:a="http://schemas.openxmlformats.org/drawingml/2006/main">
              <a:ext uri="{FF2B5EF4-FFF2-40B4-BE49-F238E27FC236}">
                <a16:creationId xmlns:a16="http://schemas.microsoft.com/office/drawing/2014/main" id="{173EF39C-BE3E-4FC1-8339-7471A6DD46A6}"/>
              </a:ext>
            </a:extLst>
          </p:cNvPr>
          <p:cNvSpPr>
            <a:spLocks xmlns:a="http://schemas.openxmlformats.org/drawingml/2006/main" noGrp="1"/>
          </p:cNvSpPr>
          <p:nvPr/>
        </p:nvSpPr>
        <p:spPr>
          <a:xfrm xmlns:a="http://schemas.openxmlformats.org/drawingml/2006/main">
            <a:off x="375285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2" name="diagram-line-827">
            <a:extLst xmlns:a="http://schemas.openxmlformats.org/drawingml/2006/main">
              <a:ext uri="{FF2B5EF4-FFF2-40B4-BE49-F238E27FC236}">
                <a16:creationId xmlns:a16="http://schemas.microsoft.com/office/drawing/2014/main" id="{F98AE0F8-0159-44EE-AFD8-AB76E2A989BE}"/>
              </a:ext>
            </a:extLst>
          </p:cNvPr>
          <p:cNvSpPr>
            <a:spLocks xmlns:a="http://schemas.openxmlformats.org/drawingml/2006/main" noGrp="1"/>
          </p:cNvSpPr>
          <p:nvPr/>
        </p:nvSpPr>
        <p:spPr>
          <a:xfrm xmlns:a="http://schemas.openxmlformats.org/drawingml/2006/main">
            <a:off x="375285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3" name="diagram-line-828">
            <a:extLst xmlns:a="http://schemas.openxmlformats.org/drawingml/2006/main">
              <a:ext uri="{FF2B5EF4-FFF2-40B4-BE49-F238E27FC236}">
                <a16:creationId xmlns:a16="http://schemas.microsoft.com/office/drawing/2014/main" id="{30BD6893-C23D-4BA5-BD72-9DA7501658BE}"/>
              </a:ext>
            </a:extLst>
          </p:cNvPr>
          <p:cNvSpPr>
            <a:spLocks xmlns:a="http://schemas.openxmlformats.org/drawingml/2006/main" noGrp="1"/>
          </p:cNvSpPr>
          <p:nvPr/>
        </p:nvSpPr>
        <p:spPr>
          <a:xfrm xmlns:a="http://schemas.openxmlformats.org/drawingml/2006/main">
            <a:off x="375285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4" name="diagram-line-829">
            <a:extLst xmlns:a="http://schemas.openxmlformats.org/drawingml/2006/main">
              <a:ext uri="{FF2B5EF4-FFF2-40B4-BE49-F238E27FC236}">
                <a16:creationId xmlns:a16="http://schemas.microsoft.com/office/drawing/2014/main" id="{20B38B31-3F2A-45FC-A6F1-3213D60E222C}"/>
              </a:ext>
            </a:extLst>
          </p:cNvPr>
          <p:cNvSpPr>
            <a:spLocks xmlns:a="http://schemas.openxmlformats.org/drawingml/2006/main" noGrp="1"/>
          </p:cNvSpPr>
          <p:nvPr/>
        </p:nvSpPr>
        <p:spPr>
          <a:xfrm xmlns:a="http://schemas.openxmlformats.org/drawingml/2006/main">
            <a:off x="375285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5" name="diagram-line-830">
            <a:extLst xmlns:a="http://schemas.openxmlformats.org/drawingml/2006/main">
              <a:ext uri="{FF2B5EF4-FFF2-40B4-BE49-F238E27FC236}">
                <a16:creationId xmlns:a16="http://schemas.microsoft.com/office/drawing/2014/main" id="{45A1684A-6825-4643-8802-F00D437B4D68}"/>
              </a:ext>
            </a:extLst>
          </p:cNvPr>
          <p:cNvSpPr>
            <a:spLocks xmlns:a="http://schemas.openxmlformats.org/drawingml/2006/main" noGrp="1"/>
          </p:cNvSpPr>
          <p:nvPr/>
        </p:nvSpPr>
        <p:spPr>
          <a:xfrm xmlns:a="http://schemas.openxmlformats.org/drawingml/2006/main">
            <a:off x="375285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6" name="diagram-line-831">
            <a:extLst xmlns:a="http://schemas.openxmlformats.org/drawingml/2006/main">
              <a:ext uri="{FF2B5EF4-FFF2-40B4-BE49-F238E27FC236}">
                <a16:creationId xmlns:a16="http://schemas.microsoft.com/office/drawing/2014/main" id="{25D7A13F-DA6B-49ED-84AF-648C7199E8C9}"/>
              </a:ext>
            </a:extLst>
          </p:cNvPr>
          <p:cNvSpPr>
            <a:spLocks xmlns:a="http://schemas.openxmlformats.org/drawingml/2006/main" noGrp="1"/>
          </p:cNvSpPr>
          <p:nvPr/>
        </p:nvSpPr>
        <p:spPr>
          <a:xfrm xmlns:a="http://schemas.openxmlformats.org/drawingml/2006/main">
            <a:off x="375285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7" name="diagram-line-832">
            <a:extLst xmlns:a="http://schemas.openxmlformats.org/drawingml/2006/main">
              <a:ext uri="{FF2B5EF4-FFF2-40B4-BE49-F238E27FC236}">
                <a16:creationId xmlns:a16="http://schemas.microsoft.com/office/drawing/2014/main" id="{AC4731E4-6D7D-46AE-9219-B8A7005DBCA7}"/>
              </a:ext>
            </a:extLst>
          </p:cNvPr>
          <p:cNvSpPr>
            <a:spLocks xmlns:a="http://schemas.openxmlformats.org/drawingml/2006/main" noGrp="1"/>
          </p:cNvSpPr>
          <p:nvPr/>
        </p:nvSpPr>
        <p:spPr>
          <a:xfrm xmlns:a="http://schemas.openxmlformats.org/drawingml/2006/main">
            <a:off x="375285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8" name="diagram-line-833">
            <a:extLst xmlns:a="http://schemas.openxmlformats.org/drawingml/2006/main">
              <a:ext uri="{FF2B5EF4-FFF2-40B4-BE49-F238E27FC236}">
                <a16:creationId xmlns:a16="http://schemas.microsoft.com/office/drawing/2014/main" id="{D2AFE1F8-C2EE-41B0-846C-5A6B3AD1E768}"/>
              </a:ext>
            </a:extLst>
          </p:cNvPr>
          <p:cNvSpPr>
            <a:spLocks xmlns:a="http://schemas.openxmlformats.org/drawingml/2006/main" noGrp="1"/>
          </p:cNvSpPr>
          <p:nvPr/>
        </p:nvSpPr>
        <p:spPr>
          <a:xfrm xmlns:a="http://schemas.openxmlformats.org/drawingml/2006/main">
            <a:off x="375285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9" name="diagram-line-834">
            <a:extLst xmlns:a="http://schemas.openxmlformats.org/drawingml/2006/main">
              <a:ext uri="{FF2B5EF4-FFF2-40B4-BE49-F238E27FC236}">
                <a16:creationId xmlns:a16="http://schemas.microsoft.com/office/drawing/2014/main" id="{9355657C-FCAA-417F-AFEE-4B57329ADD67}"/>
              </a:ext>
            </a:extLst>
          </p:cNvPr>
          <p:cNvSpPr>
            <a:spLocks xmlns:a="http://schemas.openxmlformats.org/drawingml/2006/main" noGrp="1"/>
          </p:cNvSpPr>
          <p:nvPr/>
        </p:nvSpPr>
        <p:spPr>
          <a:xfrm xmlns:a="http://schemas.openxmlformats.org/drawingml/2006/main">
            <a:off x="375285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0" name="diagram-line-835">
            <a:extLst xmlns:a="http://schemas.openxmlformats.org/drawingml/2006/main">
              <a:ext uri="{FF2B5EF4-FFF2-40B4-BE49-F238E27FC236}">
                <a16:creationId xmlns:a16="http://schemas.microsoft.com/office/drawing/2014/main" id="{7B52838B-A891-4084-96D4-1BFDB6174AD8}"/>
              </a:ext>
            </a:extLst>
          </p:cNvPr>
          <p:cNvSpPr>
            <a:spLocks xmlns:a="http://schemas.openxmlformats.org/drawingml/2006/main" noGrp="1"/>
          </p:cNvSpPr>
          <p:nvPr/>
        </p:nvSpPr>
        <p:spPr>
          <a:xfrm xmlns:a="http://schemas.openxmlformats.org/drawingml/2006/main">
            <a:off x="375285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1" name="diagram-line-836">
            <a:extLst xmlns:a="http://schemas.openxmlformats.org/drawingml/2006/main">
              <a:ext uri="{FF2B5EF4-FFF2-40B4-BE49-F238E27FC236}">
                <a16:creationId xmlns:a16="http://schemas.microsoft.com/office/drawing/2014/main" id="{52E904DE-0DEE-4828-9D15-9CE166F8CE1B}"/>
              </a:ext>
            </a:extLst>
          </p:cNvPr>
          <p:cNvSpPr>
            <a:spLocks xmlns:a="http://schemas.openxmlformats.org/drawingml/2006/main" noGrp="1"/>
          </p:cNvSpPr>
          <p:nvPr/>
        </p:nvSpPr>
        <p:spPr>
          <a:xfrm xmlns:a="http://schemas.openxmlformats.org/drawingml/2006/main">
            <a:off x="375285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2" name="diagram-line-837">
            <a:extLst xmlns:a="http://schemas.openxmlformats.org/drawingml/2006/main">
              <a:ext uri="{FF2B5EF4-FFF2-40B4-BE49-F238E27FC236}">
                <a16:creationId xmlns:a16="http://schemas.microsoft.com/office/drawing/2014/main" id="{BC3A96A7-6725-4E89-888C-996B94805BC7}"/>
              </a:ext>
            </a:extLst>
          </p:cNvPr>
          <p:cNvSpPr>
            <a:spLocks xmlns:a="http://schemas.openxmlformats.org/drawingml/2006/main" noGrp="1"/>
          </p:cNvSpPr>
          <p:nvPr/>
        </p:nvSpPr>
        <p:spPr>
          <a:xfrm xmlns:a="http://schemas.openxmlformats.org/drawingml/2006/main">
            <a:off x="375285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3" name="diagram-line-838">
            <a:extLst xmlns:a="http://schemas.openxmlformats.org/drawingml/2006/main">
              <a:ext uri="{FF2B5EF4-FFF2-40B4-BE49-F238E27FC236}">
                <a16:creationId xmlns:a16="http://schemas.microsoft.com/office/drawing/2014/main" id="{364F29A1-F0F0-48C9-A249-8C64576C5FD2}"/>
              </a:ext>
            </a:extLst>
          </p:cNvPr>
          <p:cNvSpPr>
            <a:spLocks xmlns:a="http://schemas.openxmlformats.org/drawingml/2006/main" noGrp="1"/>
          </p:cNvSpPr>
          <p:nvPr/>
        </p:nvSpPr>
        <p:spPr>
          <a:xfrm xmlns:a="http://schemas.openxmlformats.org/drawingml/2006/main">
            <a:off x="375285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4" name="diagram-line-839">
            <a:extLst xmlns:a="http://schemas.openxmlformats.org/drawingml/2006/main">
              <a:ext uri="{FF2B5EF4-FFF2-40B4-BE49-F238E27FC236}">
                <a16:creationId xmlns:a16="http://schemas.microsoft.com/office/drawing/2014/main" id="{D731D3F5-6F30-4E6B-9E3E-26B56DB19F3B}"/>
              </a:ext>
            </a:extLst>
          </p:cNvPr>
          <p:cNvSpPr>
            <a:spLocks xmlns:a="http://schemas.openxmlformats.org/drawingml/2006/main" noGrp="1"/>
          </p:cNvSpPr>
          <p:nvPr/>
        </p:nvSpPr>
        <p:spPr>
          <a:xfrm xmlns:a="http://schemas.openxmlformats.org/drawingml/2006/main">
            <a:off x="375285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5" name="diagram-line-840">
            <a:extLst xmlns:a="http://schemas.openxmlformats.org/drawingml/2006/main">
              <a:ext uri="{FF2B5EF4-FFF2-40B4-BE49-F238E27FC236}">
                <a16:creationId xmlns:a16="http://schemas.microsoft.com/office/drawing/2014/main" id="{F2053F69-C205-4D46-A146-13E6C1FEBE7B}"/>
              </a:ext>
            </a:extLst>
          </p:cNvPr>
          <p:cNvSpPr>
            <a:spLocks xmlns:a="http://schemas.openxmlformats.org/drawingml/2006/main" noGrp="1"/>
          </p:cNvSpPr>
          <p:nvPr/>
        </p:nvSpPr>
        <p:spPr>
          <a:xfrm xmlns:a="http://schemas.openxmlformats.org/drawingml/2006/main">
            <a:off x="375285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6" name="diagram-line-841">
            <a:extLst xmlns:a="http://schemas.openxmlformats.org/drawingml/2006/main">
              <a:ext uri="{FF2B5EF4-FFF2-40B4-BE49-F238E27FC236}">
                <a16:creationId xmlns:a16="http://schemas.microsoft.com/office/drawing/2014/main" id="{1F851438-DC46-427E-9FAD-00B2A1480F2C}"/>
              </a:ext>
            </a:extLst>
          </p:cNvPr>
          <p:cNvSpPr>
            <a:spLocks xmlns:a="http://schemas.openxmlformats.org/drawingml/2006/main" noGrp="1"/>
          </p:cNvSpPr>
          <p:nvPr/>
        </p:nvSpPr>
        <p:spPr>
          <a:xfrm xmlns:a="http://schemas.openxmlformats.org/drawingml/2006/main">
            <a:off x="375285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7" name="diagram-line-842">
            <a:extLst xmlns:a="http://schemas.openxmlformats.org/drawingml/2006/main">
              <a:ext uri="{FF2B5EF4-FFF2-40B4-BE49-F238E27FC236}">
                <a16:creationId xmlns:a16="http://schemas.microsoft.com/office/drawing/2014/main" id="{E6B387A9-54F5-439C-AFAD-3ECC4B8EAB27}"/>
              </a:ext>
            </a:extLst>
          </p:cNvPr>
          <p:cNvSpPr>
            <a:spLocks xmlns:a="http://schemas.openxmlformats.org/drawingml/2006/main" noGrp="1"/>
          </p:cNvSpPr>
          <p:nvPr/>
        </p:nvSpPr>
        <p:spPr>
          <a:xfrm xmlns:a="http://schemas.openxmlformats.org/drawingml/2006/main">
            <a:off x="375285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8" name="diagram-box-843">
            <a:extLst xmlns:a="http://schemas.openxmlformats.org/drawingml/2006/main">
              <a:ext uri="{FF2B5EF4-FFF2-40B4-BE49-F238E27FC236}">
                <a16:creationId xmlns:a16="http://schemas.microsoft.com/office/drawing/2014/main" id="{F075DDE8-5968-400F-9682-DAE5330C9DAE}"/>
              </a:ext>
            </a:extLst>
          </p:cNvPr>
          <p:cNvSpPr>
            <a:spLocks xmlns:a="http://schemas.openxmlformats.org/drawingml/2006/main" noGrp="1"/>
          </p:cNvSpPr>
          <p:nvPr/>
        </p:nvSpPr>
        <p:spPr>
          <a:xfrm xmlns:a="http://schemas.openxmlformats.org/drawingml/2006/main">
            <a:off x="5257800"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9" name="revision-text-844">
            <a:extLst xmlns:a="http://schemas.openxmlformats.org/drawingml/2006/main">
              <a:ext uri="{FF2B5EF4-FFF2-40B4-BE49-F238E27FC236}">
                <a16:creationId xmlns:a16="http://schemas.microsoft.com/office/drawing/2014/main" id="{32C6CB8C-42EF-4533-82FB-0956F8BE9D3B}"/>
              </a:ext>
            </a:extLst>
          </p:cNvPr>
          <p:cNvSpPr>
            <a:spLocks xmlns:a="http://schemas.openxmlformats.org/drawingml/2006/main" noGrp="1"/>
          </p:cNvSpPr>
          <p:nvPr/>
        </p:nvSpPr>
        <p:spPr>
          <a:xfrm xmlns:a="http://schemas.openxmlformats.org/drawingml/2006/main">
            <a:off x="528637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Adapter</a:t>
            </a:r>
          </a:p>
        </p:txBody>
      </p:sp>
      <p:sp>
        <p:nvSpPr>
          <p:cNvPr id="90" name="diagram-line-845">
            <a:extLst xmlns:a="http://schemas.openxmlformats.org/drawingml/2006/main">
              <a:ext uri="{FF2B5EF4-FFF2-40B4-BE49-F238E27FC236}">
                <a16:creationId xmlns:a16="http://schemas.microsoft.com/office/drawing/2014/main" id="{6282B37E-BCFF-4DE0-8800-007AE8CFDC7C}"/>
              </a:ext>
            </a:extLst>
          </p:cNvPr>
          <p:cNvSpPr>
            <a:spLocks xmlns:a="http://schemas.openxmlformats.org/drawingml/2006/main" noGrp="1"/>
          </p:cNvSpPr>
          <p:nvPr/>
        </p:nvSpPr>
        <p:spPr>
          <a:xfrm xmlns:a="http://schemas.openxmlformats.org/drawingml/2006/main">
            <a:off x="604837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1" name="diagram-line-846">
            <a:extLst xmlns:a="http://schemas.openxmlformats.org/drawingml/2006/main">
              <a:ext uri="{FF2B5EF4-FFF2-40B4-BE49-F238E27FC236}">
                <a16:creationId xmlns:a16="http://schemas.microsoft.com/office/drawing/2014/main" id="{BF451DB0-59DB-4D74-91D0-4A7CD2D14E51}"/>
              </a:ext>
            </a:extLst>
          </p:cNvPr>
          <p:cNvSpPr>
            <a:spLocks xmlns:a="http://schemas.openxmlformats.org/drawingml/2006/main" noGrp="1"/>
          </p:cNvSpPr>
          <p:nvPr/>
        </p:nvSpPr>
        <p:spPr>
          <a:xfrm xmlns:a="http://schemas.openxmlformats.org/drawingml/2006/main">
            <a:off x="604837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2" name="diagram-line-847">
            <a:extLst xmlns:a="http://schemas.openxmlformats.org/drawingml/2006/main">
              <a:ext uri="{FF2B5EF4-FFF2-40B4-BE49-F238E27FC236}">
                <a16:creationId xmlns:a16="http://schemas.microsoft.com/office/drawing/2014/main" id="{6C05A3CC-3D8A-4922-A5F0-8396B10CFFE0}"/>
              </a:ext>
            </a:extLst>
          </p:cNvPr>
          <p:cNvSpPr>
            <a:spLocks xmlns:a="http://schemas.openxmlformats.org/drawingml/2006/main" noGrp="1"/>
          </p:cNvSpPr>
          <p:nvPr/>
        </p:nvSpPr>
        <p:spPr>
          <a:xfrm xmlns:a="http://schemas.openxmlformats.org/drawingml/2006/main">
            <a:off x="604837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3" name="diagram-line-848">
            <a:extLst xmlns:a="http://schemas.openxmlformats.org/drawingml/2006/main">
              <a:ext uri="{FF2B5EF4-FFF2-40B4-BE49-F238E27FC236}">
                <a16:creationId xmlns:a16="http://schemas.microsoft.com/office/drawing/2014/main" id="{FEBD278B-DF1A-4B60-B8B0-40C4895C9450}"/>
              </a:ext>
            </a:extLst>
          </p:cNvPr>
          <p:cNvSpPr>
            <a:spLocks xmlns:a="http://schemas.openxmlformats.org/drawingml/2006/main" noGrp="1"/>
          </p:cNvSpPr>
          <p:nvPr/>
        </p:nvSpPr>
        <p:spPr>
          <a:xfrm xmlns:a="http://schemas.openxmlformats.org/drawingml/2006/main">
            <a:off x="604837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4" name="diagram-line-849">
            <a:extLst xmlns:a="http://schemas.openxmlformats.org/drawingml/2006/main">
              <a:ext uri="{FF2B5EF4-FFF2-40B4-BE49-F238E27FC236}">
                <a16:creationId xmlns:a16="http://schemas.microsoft.com/office/drawing/2014/main" id="{8A148F25-9070-42AB-B9D8-A60CFDDF0B8B}"/>
              </a:ext>
            </a:extLst>
          </p:cNvPr>
          <p:cNvSpPr>
            <a:spLocks xmlns:a="http://schemas.openxmlformats.org/drawingml/2006/main" noGrp="1"/>
          </p:cNvSpPr>
          <p:nvPr/>
        </p:nvSpPr>
        <p:spPr>
          <a:xfrm xmlns:a="http://schemas.openxmlformats.org/drawingml/2006/main">
            <a:off x="604837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5" name="diagram-line-850">
            <a:extLst xmlns:a="http://schemas.openxmlformats.org/drawingml/2006/main">
              <a:ext uri="{FF2B5EF4-FFF2-40B4-BE49-F238E27FC236}">
                <a16:creationId xmlns:a16="http://schemas.microsoft.com/office/drawing/2014/main" id="{B922A989-C797-49DC-9CFB-D58B9CA1EB3F}"/>
              </a:ext>
            </a:extLst>
          </p:cNvPr>
          <p:cNvSpPr>
            <a:spLocks xmlns:a="http://schemas.openxmlformats.org/drawingml/2006/main" noGrp="1"/>
          </p:cNvSpPr>
          <p:nvPr/>
        </p:nvSpPr>
        <p:spPr>
          <a:xfrm xmlns:a="http://schemas.openxmlformats.org/drawingml/2006/main">
            <a:off x="604837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6" name="diagram-line-851">
            <a:extLst xmlns:a="http://schemas.openxmlformats.org/drawingml/2006/main">
              <a:ext uri="{FF2B5EF4-FFF2-40B4-BE49-F238E27FC236}">
                <a16:creationId xmlns:a16="http://schemas.microsoft.com/office/drawing/2014/main" id="{E3CBF568-9C63-4CF7-8B65-5C61A2064360}"/>
              </a:ext>
            </a:extLst>
          </p:cNvPr>
          <p:cNvSpPr>
            <a:spLocks xmlns:a="http://schemas.openxmlformats.org/drawingml/2006/main" noGrp="1"/>
          </p:cNvSpPr>
          <p:nvPr/>
        </p:nvSpPr>
        <p:spPr>
          <a:xfrm xmlns:a="http://schemas.openxmlformats.org/drawingml/2006/main">
            <a:off x="604837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7" name="diagram-line-852">
            <a:extLst xmlns:a="http://schemas.openxmlformats.org/drawingml/2006/main">
              <a:ext uri="{FF2B5EF4-FFF2-40B4-BE49-F238E27FC236}">
                <a16:creationId xmlns:a16="http://schemas.microsoft.com/office/drawing/2014/main" id="{5363A925-F034-4AB2-93B0-5B22EFEA8529}"/>
              </a:ext>
            </a:extLst>
          </p:cNvPr>
          <p:cNvSpPr>
            <a:spLocks xmlns:a="http://schemas.openxmlformats.org/drawingml/2006/main" noGrp="1"/>
          </p:cNvSpPr>
          <p:nvPr/>
        </p:nvSpPr>
        <p:spPr>
          <a:xfrm xmlns:a="http://schemas.openxmlformats.org/drawingml/2006/main">
            <a:off x="604837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8" name="diagram-line-853">
            <a:extLst xmlns:a="http://schemas.openxmlformats.org/drawingml/2006/main">
              <a:ext uri="{FF2B5EF4-FFF2-40B4-BE49-F238E27FC236}">
                <a16:creationId xmlns:a16="http://schemas.microsoft.com/office/drawing/2014/main" id="{455F78FB-9E9C-4211-9660-3D19EA08BF45}"/>
              </a:ext>
            </a:extLst>
          </p:cNvPr>
          <p:cNvSpPr>
            <a:spLocks xmlns:a="http://schemas.openxmlformats.org/drawingml/2006/main" noGrp="1"/>
          </p:cNvSpPr>
          <p:nvPr/>
        </p:nvSpPr>
        <p:spPr>
          <a:xfrm xmlns:a="http://schemas.openxmlformats.org/drawingml/2006/main">
            <a:off x="604837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9" name="diagram-line-854">
            <a:extLst xmlns:a="http://schemas.openxmlformats.org/drawingml/2006/main">
              <a:ext uri="{FF2B5EF4-FFF2-40B4-BE49-F238E27FC236}">
                <a16:creationId xmlns:a16="http://schemas.microsoft.com/office/drawing/2014/main" id="{C003F0F2-8B3A-47B7-8572-31445444541B}"/>
              </a:ext>
            </a:extLst>
          </p:cNvPr>
          <p:cNvSpPr>
            <a:spLocks xmlns:a="http://schemas.openxmlformats.org/drawingml/2006/main" noGrp="1"/>
          </p:cNvSpPr>
          <p:nvPr/>
        </p:nvSpPr>
        <p:spPr>
          <a:xfrm xmlns:a="http://schemas.openxmlformats.org/drawingml/2006/main">
            <a:off x="604837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0" name="diagram-line-855">
            <a:extLst xmlns:a="http://schemas.openxmlformats.org/drawingml/2006/main">
              <a:ext uri="{FF2B5EF4-FFF2-40B4-BE49-F238E27FC236}">
                <a16:creationId xmlns:a16="http://schemas.microsoft.com/office/drawing/2014/main" id="{DE5B938D-3CD6-4FA8-ADAC-24FE0EA1E106}"/>
              </a:ext>
            </a:extLst>
          </p:cNvPr>
          <p:cNvSpPr>
            <a:spLocks xmlns:a="http://schemas.openxmlformats.org/drawingml/2006/main" noGrp="1"/>
          </p:cNvSpPr>
          <p:nvPr/>
        </p:nvSpPr>
        <p:spPr>
          <a:xfrm xmlns:a="http://schemas.openxmlformats.org/drawingml/2006/main">
            <a:off x="604837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1" name="diagram-line-856">
            <a:extLst xmlns:a="http://schemas.openxmlformats.org/drawingml/2006/main">
              <a:ext uri="{FF2B5EF4-FFF2-40B4-BE49-F238E27FC236}">
                <a16:creationId xmlns:a16="http://schemas.microsoft.com/office/drawing/2014/main" id="{15D9912B-CD84-45B4-AECD-2085492EE145}"/>
              </a:ext>
            </a:extLst>
          </p:cNvPr>
          <p:cNvSpPr>
            <a:spLocks xmlns:a="http://schemas.openxmlformats.org/drawingml/2006/main" noGrp="1"/>
          </p:cNvSpPr>
          <p:nvPr/>
        </p:nvSpPr>
        <p:spPr>
          <a:xfrm xmlns:a="http://schemas.openxmlformats.org/drawingml/2006/main">
            <a:off x="604837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2" name="diagram-line-857">
            <a:extLst xmlns:a="http://schemas.openxmlformats.org/drawingml/2006/main">
              <a:ext uri="{FF2B5EF4-FFF2-40B4-BE49-F238E27FC236}">
                <a16:creationId xmlns:a16="http://schemas.microsoft.com/office/drawing/2014/main" id="{A28B50BC-38CB-495F-87BD-3553AB79D355}"/>
              </a:ext>
            </a:extLst>
          </p:cNvPr>
          <p:cNvSpPr>
            <a:spLocks xmlns:a="http://schemas.openxmlformats.org/drawingml/2006/main" noGrp="1"/>
          </p:cNvSpPr>
          <p:nvPr/>
        </p:nvSpPr>
        <p:spPr>
          <a:xfrm xmlns:a="http://schemas.openxmlformats.org/drawingml/2006/main">
            <a:off x="604837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3" name="diagram-line-858">
            <a:extLst xmlns:a="http://schemas.openxmlformats.org/drawingml/2006/main">
              <a:ext uri="{FF2B5EF4-FFF2-40B4-BE49-F238E27FC236}">
                <a16:creationId xmlns:a16="http://schemas.microsoft.com/office/drawing/2014/main" id="{D4502901-397C-4B83-8BA9-D840C579C2B2}"/>
              </a:ext>
            </a:extLst>
          </p:cNvPr>
          <p:cNvSpPr>
            <a:spLocks xmlns:a="http://schemas.openxmlformats.org/drawingml/2006/main" noGrp="1"/>
          </p:cNvSpPr>
          <p:nvPr/>
        </p:nvSpPr>
        <p:spPr>
          <a:xfrm xmlns:a="http://schemas.openxmlformats.org/drawingml/2006/main">
            <a:off x="604837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4" name="diagram-line-859">
            <a:extLst xmlns:a="http://schemas.openxmlformats.org/drawingml/2006/main">
              <a:ext uri="{FF2B5EF4-FFF2-40B4-BE49-F238E27FC236}">
                <a16:creationId xmlns:a16="http://schemas.microsoft.com/office/drawing/2014/main" id="{E2E59C68-8171-4FD7-B021-97E404A80847}"/>
              </a:ext>
            </a:extLst>
          </p:cNvPr>
          <p:cNvSpPr>
            <a:spLocks xmlns:a="http://schemas.openxmlformats.org/drawingml/2006/main" noGrp="1"/>
          </p:cNvSpPr>
          <p:nvPr/>
        </p:nvSpPr>
        <p:spPr>
          <a:xfrm xmlns:a="http://schemas.openxmlformats.org/drawingml/2006/main">
            <a:off x="604837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5" name="diagram-line-860">
            <a:extLst xmlns:a="http://schemas.openxmlformats.org/drawingml/2006/main">
              <a:ext uri="{FF2B5EF4-FFF2-40B4-BE49-F238E27FC236}">
                <a16:creationId xmlns:a16="http://schemas.microsoft.com/office/drawing/2014/main" id="{80076613-DB65-4A56-A7F7-A7095F76FDF9}"/>
              </a:ext>
            </a:extLst>
          </p:cNvPr>
          <p:cNvSpPr>
            <a:spLocks xmlns:a="http://schemas.openxmlformats.org/drawingml/2006/main" noGrp="1"/>
          </p:cNvSpPr>
          <p:nvPr/>
        </p:nvSpPr>
        <p:spPr>
          <a:xfrm xmlns:a="http://schemas.openxmlformats.org/drawingml/2006/main">
            <a:off x="604837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6" name="diagram-line-861">
            <a:extLst xmlns:a="http://schemas.openxmlformats.org/drawingml/2006/main">
              <a:ext uri="{FF2B5EF4-FFF2-40B4-BE49-F238E27FC236}">
                <a16:creationId xmlns:a16="http://schemas.microsoft.com/office/drawing/2014/main" id="{438BCDB2-EBBE-4130-8370-F6BB79C1F45B}"/>
              </a:ext>
            </a:extLst>
          </p:cNvPr>
          <p:cNvSpPr>
            <a:spLocks xmlns:a="http://schemas.openxmlformats.org/drawingml/2006/main" noGrp="1"/>
          </p:cNvSpPr>
          <p:nvPr/>
        </p:nvSpPr>
        <p:spPr>
          <a:xfrm xmlns:a="http://schemas.openxmlformats.org/drawingml/2006/main">
            <a:off x="604837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7" name="diagram-line-862">
            <a:extLst xmlns:a="http://schemas.openxmlformats.org/drawingml/2006/main">
              <a:ext uri="{FF2B5EF4-FFF2-40B4-BE49-F238E27FC236}">
                <a16:creationId xmlns:a16="http://schemas.microsoft.com/office/drawing/2014/main" id="{C0A72B96-91AA-4039-AA4A-6A96F5A15FB0}"/>
              </a:ext>
            </a:extLst>
          </p:cNvPr>
          <p:cNvSpPr>
            <a:spLocks xmlns:a="http://schemas.openxmlformats.org/drawingml/2006/main" noGrp="1"/>
          </p:cNvSpPr>
          <p:nvPr/>
        </p:nvSpPr>
        <p:spPr>
          <a:xfrm xmlns:a="http://schemas.openxmlformats.org/drawingml/2006/main">
            <a:off x="604837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8" name="diagram-line-863">
            <a:extLst xmlns:a="http://schemas.openxmlformats.org/drawingml/2006/main">
              <a:ext uri="{FF2B5EF4-FFF2-40B4-BE49-F238E27FC236}">
                <a16:creationId xmlns:a16="http://schemas.microsoft.com/office/drawing/2014/main" id="{251CF210-368E-41C3-84AD-586834AB821A}"/>
              </a:ext>
            </a:extLst>
          </p:cNvPr>
          <p:cNvSpPr>
            <a:spLocks xmlns:a="http://schemas.openxmlformats.org/drawingml/2006/main" noGrp="1"/>
          </p:cNvSpPr>
          <p:nvPr/>
        </p:nvSpPr>
        <p:spPr>
          <a:xfrm xmlns:a="http://schemas.openxmlformats.org/drawingml/2006/main">
            <a:off x="604837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9" name="diagram-line-864">
            <a:extLst xmlns:a="http://schemas.openxmlformats.org/drawingml/2006/main">
              <a:ext uri="{FF2B5EF4-FFF2-40B4-BE49-F238E27FC236}">
                <a16:creationId xmlns:a16="http://schemas.microsoft.com/office/drawing/2014/main" id="{6D57E35D-FFA1-4089-AB50-B58521AD8F8F}"/>
              </a:ext>
            </a:extLst>
          </p:cNvPr>
          <p:cNvSpPr>
            <a:spLocks xmlns:a="http://schemas.openxmlformats.org/drawingml/2006/main" noGrp="1"/>
          </p:cNvSpPr>
          <p:nvPr/>
        </p:nvSpPr>
        <p:spPr>
          <a:xfrm xmlns:a="http://schemas.openxmlformats.org/drawingml/2006/main">
            <a:off x="604837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0" name="diagram-line-865">
            <a:extLst xmlns:a="http://schemas.openxmlformats.org/drawingml/2006/main">
              <a:ext uri="{FF2B5EF4-FFF2-40B4-BE49-F238E27FC236}">
                <a16:creationId xmlns:a16="http://schemas.microsoft.com/office/drawing/2014/main" id="{4F2DCB14-A02E-4478-B56D-A2FD089F7A6C}"/>
              </a:ext>
            </a:extLst>
          </p:cNvPr>
          <p:cNvSpPr>
            <a:spLocks xmlns:a="http://schemas.openxmlformats.org/drawingml/2006/main" noGrp="1"/>
          </p:cNvSpPr>
          <p:nvPr/>
        </p:nvSpPr>
        <p:spPr>
          <a:xfrm xmlns:a="http://schemas.openxmlformats.org/drawingml/2006/main">
            <a:off x="604837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1" name="diagram-line-866">
            <a:extLst xmlns:a="http://schemas.openxmlformats.org/drawingml/2006/main">
              <a:ext uri="{FF2B5EF4-FFF2-40B4-BE49-F238E27FC236}">
                <a16:creationId xmlns:a16="http://schemas.microsoft.com/office/drawing/2014/main" id="{DF12DC29-44E2-4D6A-8156-FE3A3F7A5E26}"/>
              </a:ext>
            </a:extLst>
          </p:cNvPr>
          <p:cNvSpPr>
            <a:spLocks xmlns:a="http://schemas.openxmlformats.org/drawingml/2006/main" noGrp="1"/>
          </p:cNvSpPr>
          <p:nvPr/>
        </p:nvSpPr>
        <p:spPr>
          <a:xfrm xmlns:a="http://schemas.openxmlformats.org/drawingml/2006/main">
            <a:off x="604837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2" name="diagram-line-867">
            <a:extLst xmlns:a="http://schemas.openxmlformats.org/drawingml/2006/main">
              <a:ext uri="{FF2B5EF4-FFF2-40B4-BE49-F238E27FC236}">
                <a16:creationId xmlns:a16="http://schemas.microsoft.com/office/drawing/2014/main" id="{C9556404-9E52-4CEA-939A-F8EBE921F998}"/>
              </a:ext>
            </a:extLst>
          </p:cNvPr>
          <p:cNvSpPr>
            <a:spLocks xmlns:a="http://schemas.openxmlformats.org/drawingml/2006/main" noGrp="1"/>
          </p:cNvSpPr>
          <p:nvPr/>
        </p:nvSpPr>
        <p:spPr>
          <a:xfrm xmlns:a="http://schemas.openxmlformats.org/drawingml/2006/main">
            <a:off x="604837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3" name="diagram-line-868">
            <a:extLst xmlns:a="http://schemas.openxmlformats.org/drawingml/2006/main">
              <a:ext uri="{FF2B5EF4-FFF2-40B4-BE49-F238E27FC236}">
                <a16:creationId xmlns:a16="http://schemas.microsoft.com/office/drawing/2014/main" id="{B48BAB2B-8C7A-4C9A-A4C8-AF2EFE591912}"/>
              </a:ext>
            </a:extLst>
          </p:cNvPr>
          <p:cNvSpPr>
            <a:spLocks xmlns:a="http://schemas.openxmlformats.org/drawingml/2006/main" noGrp="1"/>
          </p:cNvSpPr>
          <p:nvPr/>
        </p:nvSpPr>
        <p:spPr>
          <a:xfrm xmlns:a="http://schemas.openxmlformats.org/drawingml/2006/main">
            <a:off x="604837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4" name="diagram-line-869">
            <a:extLst xmlns:a="http://schemas.openxmlformats.org/drawingml/2006/main">
              <a:ext uri="{FF2B5EF4-FFF2-40B4-BE49-F238E27FC236}">
                <a16:creationId xmlns:a16="http://schemas.microsoft.com/office/drawing/2014/main" id="{5FB889E3-5C96-4820-87A4-C15591E5B39B}"/>
              </a:ext>
            </a:extLst>
          </p:cNvPr>
          <p:cNvSpPr>
            <a:spLocks xmlns:a="http://schemas.openxmlformats.org/drawingml/2006/main" noGrp="1"/>
          </p:cNvSpPr>
          <p:nvPr/>
        </p:nvSpPr>
        <p:spPr>
          <a:xfrm xmlns:a="http://schemas.openxmlformats.org/drawingml/2006/main">
            <a:off x="604837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5" name="diagram-line-870">
            <a:extLst xmlns:a="http://schemas.openxmlformats.org/drawingml/2006/main">
              <a:ext uri="{FF2B5EF4-FFF2-40B4-BE49-F238E27FC236}">
                <a16:creationId xmlns:a16="http://schemas.microsoft.com/office/drawing/2014/main" id="{A12AED7A-2EE6-4796-96A3-8FDFA1E7965C}"/>
              </a:ext>
            </a:extLst>
          </p:cNvPr>
          <p:cNvSpPr>
            <a:spLocks xmlns:a="http://schemas.openxmlformats.org/drawingml/2006/main" noGrp="1"/>
          </p:cNvSpPr>
          <p:nvPr/>
        </p:nvSpPr>
        <p:spPr>
          <a:xfrm xmlns:a="http://schemas.openxmlformats.org/drawingml/2006/main">
            <a:off x="604837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6" name="diagram-line-871">
            <a:extLst xmlns:a="http://schemas.openxmlformats.org/drawingml/2006/main">
              <a:ext uri="{FF2B5EF4-FFF2-40B4-BE49-F238E27FC236}">
                <a16:creationId xmlns:a16="http://schemas.microsoft.com/office/drawing/2014/main" id="{5623EA3E-4528-4F15-909C-A3F880BEEF26}"/>
              </a:ext>
            </a:extLst>
          </p:cNvPr>
          <p:cNvSpPr>
            <a:spLocks xmlns:a="http://schemas.openxmlformats.org/drawingml/2006/main" noGrp="1"/>
          </p:cNvSpPr>
          <p:nvPr/>
        </p:nvSpPr>
        <p:spPr>
          <a:xfrm xmlns:a="http://schemas.openxmlformats.org/drawingml/2006/main">
            <a:off x="604837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7" name="diagram-line-872">
            <a:extLst xmlns:a="http://schemas.openxmlformats.org/drawingml/2006/main">
              <a:ext uri="{FF2B5EF4-FFF2-40B4-BE49-F238E27FC236}">
                <a16:creationId xmlns:a16="http://schemas.microsoft.com/office/drawing/2014/main" id="{6B65FE42-E5D0-411F-ABE8-3AC912CE2D4E}"/>
              </a:ext>
            </a:extLst>
          </p:cNvPr>
          <p:cNvSpPr>
            <a:spLocks xmlns:a="http://schemas.openxmlformats.org/drawingml/2006/main" noGrp="1"/>
          </p:cNvSpPr>
          <p:nvPr/>
        </p:nvSpPr>
        <p:spPr>
          <a:xfrm xmlns:a="http://schemas.openxmlformats.org/drawingml/2006/main">
            <a:off x="604837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8" name="diagram-line-873">
            <a:extLst xmlns:a="http://schemas.openxmlformats.org/drawingml/2006/main">
              <a:ext uri="{FF2B5EF4-FFF2-40B4-BE49-F238E27FC236}">
                <a16:creationId xmlns:a16="http://schemas.microsoft.com/office/drawing/2014/main" id="{44AA3D44-E598-4807-A905-2829F78FE621}"/>
              </a:ext>
            </a:extLst>
          </p:cNvPr>
          <p:cNvSpPr>
            <a:spLocks xmlns:a="http://schemas.openxmlformats.org/drawingml/2006/main" noGrp="1"/>
          </p:cNvSpPr>
          <p:nvPr/>
        </p:nvSpPr>
        <p:spPr>
          <a:xfrm xmlns:a="http://schemas.openxmlformats.org/drawingml/2006/main">
            <a:off x="604837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9" name="diagram-line-874">
            <a:extLst xmlns:a="http://schemas.openxmlformats.org/drawingml/2006/main">
              <a:ext uri="{FF2B5EF4-FFF2-40B4-BE49-F238E27FC236}">
                <a16:creationId xmlns:a16="http://schemas.microsoft.com/office/drawing/2014/main" id="{F9D6B83C-0FC6-4560-A5C5-AB07026E514C}"/>
              </a:ext>
            </a:extLst>
          </p:cNvPr>
          <p:cNvSpPr>
            <a:spLocks xmlns:a="http://schemas.openxmlformats.org/drawingml/2006/main" noGrp="1"/>
          </p:cNvSpPr>
          <p:nvPr/>
        </p:nvSpPr>
        <p:spPr>
          <a:xfrm xmlns:a="http://schemas.openxmlformats.org/drawingml/2006/main">
            <a:off x="604837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0" name="diagram-line-875">
            <a:extLst xmlns:a="http://schemas.openxmlformats.org/drawingml/2006/main">
              <a:ext uri="{FF2B5EF4-FFF2-40B4-BE49-F238E27FC236}">
                <a16:creationId xmlns:a16="http://schemas.microsoft.com/office/drawing/2014/main" id="{89C385F4-68D7-40FB-B803-EDCAD59304FF}"/>
              </a:ext>
            </a:extLst>
          </p:cNvPr>
          <p:cNvSpPr>
            <a:spLocks xmlns:a="http://schemas.openxmlformats.org/drawingml/2006/main" noGrp="1"/>
          </p:cNvSpPr>
          <p:nvPr/>
        </p:nvSpPr>
        <p:spPr>
          <a:xfrm xmlns:a="http://schemas.openxmlformats.org/drawingml/2006/main">
            <a:off x="604837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1" name="diagram-line-876">
            <a:extLst xmlns:a="http://schemas.openxmlformats.org/drawingml/2006/main">
              <a:ext uri="{FF2B5EF4-FFF2-40B4-BE49-F238E27FC236}">
                <a16:creationId xmlns:a16="http://schemas.microsoft.com/office/drawing/2014/main" id="{4B1A9AA2-3F9F-4678-968B-229C4E76140E}"/>
              </a:ext>
            </a:extLst>
          </p:cNvPr>
          <p:cNvSpPr>
            <a:spLocks xmlns:a="http://schemas.openxmlformats.org/drawingml/2006/main" noGrp="1"/>
          </p:cNvSpPr>
          <p:nvPr/>
        </p:nvSpPr>
        <p:spPr>
          <a:xfrm xmlns:a="http://schemas.openxmlformats.org/drawingml/2006/main">
            <a:off x="604837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2" name="diagram-line-877">
            <a:extLst xmlns:a="http://schemas.openxmlformats.org/drawingml/2006/main">
              <a:ext uri="{FF2B5EF4-FFF2-40B4-BE49-F238E27FC236}">
                <a16:creationId xmlns:a16="http://schemas.microsoft.com/office/drawing/2014/main" id="{225DA221-E907-453C-ABD3-6BCD013AFEC9}"/>
              </a:ext>
            </a:extLst>
          </p:cNvPr>
          <p:cNvSpPr>
            <a:spLocks xmlns:a="http://schemas.openxmlformats.org/drawingml/2006/main" noGrp="1"/>
          </p:cNvSpPr>
          <p:nvPr/>
        </p:nvSpPr>
        <p:spPr>
          <a:xfrm xmlns:a="http://schemas.openxmlformats.org/drawingml/2006/main">
            <a:off x="604837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3" name="diagram-line-878">
            <a:extLst xmlns:a="http://schemas.openxmlformats.org/drawingml/2006/main">
              <a:ext uri="{FF2B5EF4-FFF2-40B4-BE49-F238E27FC236}">
                <a16:creationId xmlns:a16="http://schemas.microsoft.com/office/drawing/2014/main" id="{E20D4E7B-0528-4254-A777-B1D3E84A8420}"/>
              </a:ext>
            </a:extLst>
          </p:cNvPr>
          <p:cNvSpPr>
            <a:spLocks xmlns:a="http://schemas.openxmlformats.org/drawingml/2006/main" noGrp="1"/>
          </p:cNvSpPr>
          <p:nvPr/>
        </p:nvSpPr>
        <p:spPr>
          <a:xfrm xmlns:a="http://schemas.openxmlformats.org/drawingml/2006/main">
            <a:off x="604837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4" name="diagram-line-879">
            <a:extLst xmlns:a="http://schemas.openxmlformats.org/drawingml/2006/main">
              <a:ext uri="{FF2B5EF4-FFF2-40B4-BE49-F238E27FC236}">
                <a16:creationId xmlns:a16="http://schemas.microsoft.com/office/drawing/2014/main" id="{A883A012-0D32-4D3A-A2E1-BEE82B747093}"/>
              </a:ext>
            </a:extLst>
          </p:cNvPr>
          <p:cNvSpPr>
            <a:spLocks xmlns:a="http://schemas.openxmlformats.org/drawingml/2006/main" noGrp="1"/>
          </p:cNvSpPr>
          <p:nvPr/>
        </p:nvSpPr>
        <p:spPr>
          <a:xfrm xmlns:a="http://schemas.openxmlformats.org/drawingml/2006/main">
            <a:off x="604837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5" name="diagram-line-880">
            <a:extLst xmlns:a="http://schemas.openxmlformats.org/drawingml/2006/main">
              <a:ext uri="{FF2B5EF4-FFF2-40B4-BE49-F238E27FC236}">
                <a16:creationId xmlns:a16="http://schemas.microsoft.com/office/drawing/2014/main" id="{F02B84A2-8865-4C37-B604-1063297565DF}"/>
              </a:ext>
            </a:extLst>
          </p:cNvPr>
          <p:cNvSpPr>
            <a:spLocks xmlns:a="http://schemas.openxmlformats.org/drawingml/2006/main" noGrp="1"/>
          </p:cNvSpPr>
          <p:nvPr/>
        </p:nvSpPr>
        <p:spPr>
          <a:xfrm xmlns:a="http://schemas.openxmlformats.org/drawingml/2006/main">
            <a:off x="604837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6" name="diagram-line-881">
            <a:extLst xmlns:a="http://schemas.openxmlformats.org/drawingml/2006/main">
              <a:ext uri="{FF2B5EF4-FFF2-40B4-BE49-F238E27FC236}">
                <a16:creationId xmlns:a16="http://schemas.microsoft.com/office/drawing/2014/main" id="{7056A3F6-E7ED-404D-9611-307B5276989A}"/>
              </a:ext>
            </a:extLst>
          </p:cNvPr>
          <p:cNvSpPr>
            <a:spLocks xmlns:a="http://schemas.openxmlformats.org/drawingml/2006/main" noGrp="1"/>
          </p:cNvSpPr>
          <p:nvPr/>
        </p:nvSpPr>
        <p:spPr>
          <a:xfrm xmlns:a="http://schemas.openxmlformats.org/drawingml/2006/main">
            <a:off x="604837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7" name="diagram-box-882">
            <a:extLst xmlns:a="http://schemas.openxmlformats.org/drawingml/2006/main">
              <a:ext uri="{FF2B5EF4-FFF2-40B4-BE49-F238E27FC236}">
                <a16:creationId xmlns:a16="http://schemas.microsoft.com/office/drawing/2014/main" id="{9EE7F147-6617-4D7B-AA72-2D42AB3DFDE2}"/>
              </a:ext>
            </a:extLst>
          </p:cNvPr>
          <p:cNvSpPr>
            <a:spLocks xmlns:a="http://schemas.openxmlformats.org/drawingml/2006/main" noGrp="1"/>
          </p:cNvSpPr>
          <p:nvPr/>
        </p:nvSpPr>
        <p:spPr>
          <a:xfrm xmlns:a="http://schemas.openxmlformats.org/drawingml/2006/main">
            <a:off x="7553325"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128" name="revision-text-883">
            <a:extLst xmlns:a="http://schemas.openxmlformats.org/drawingml/2006/main">
              <a:ext uri="{FF2B5EF4-FFF2-40B4-BE49-F238E27FC236}">
                <a16:creationId xmlns:a16="http://schemas.microsoft.com/office/drawing/2014/main" id="{6A155D21-3DE5-4F00-B37B-96910EF82E34}"/>
              </a:ext>
            </a:extLst>
          </p:cNvPr>
          <p:cNvSpPr>
            <a:spLocks xmlns:a="http://schemas.openxmlformats.org/drawingml/2006/main" noGrp="1"/>
          </p:cNvSpPr>
          <p:nvPr/>
        </p:nvSpPr>
        <p:spPr>
          <a:xfrm xmlns:a="http://schemas.openxmlformats.org/drawingml/2006/main">
            <a:off x="75819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Reactor</a:t>
            </a:r>
          </a:p>
        </p:txBody>
      </p:sp>
      <p:sp>
        <p:nvSpPr>
          <p:cNvPr id="129" name="diagram-line-884">
            <a:extLst xmlns:a="http://schemas.openxmlformats.org/drawingml/2006/main">
              <a:ext uri="{FF2B5EF4-FFF2-40B4-BE49-F238E27FC236}">
                <a16:creationId xmlns:a16="http://schemas.microsoft.com/office/drawing/2014/main" id="{EA08C57E-F851-4EB2-9802-1E62B36EDAE1}"/>
              </a:ext>
            </a:extLst>
          </p:cNvPr>
          <p:cNvSpPr>
            <a:spLocks xmlns:a="http://schemas.openxmlformats.org/drawingml/2006/main" noGrp="1"/>
          </p:cNvSpPr>
          <p:nvPr/>
        </p:nvSpPr>
        <p:spPr>
          <a:xfrm xmlns:a="http://schemas.openxmlformats.org/drawingml/2006/main">
            <a:off x="83439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0" name="diagram-line-885">
            <a:extLst xmlns:a="http://schemas.openxmlformats.org/drawingml/2006/main">
              <a:ext uri="{FF2B5EF4-FFF2-40B4-BE49-F238E27FC236}">
                <a16:creationId xmlns:a16="http://schemas.microsoft.com/office/drawing/2014/main" id="{DA08001E-92FE-43BE-AC28-72B0001D4C5A}"/>
              </a:ext>
            </a:extLst>
          </p:cNvPr>
          <p:cNvSpPr>
            <a:spLocks xmlns:a="http://schemas.openxmlformats.org/drawingml/2006/main" noGrp="1"/>
          </p:cNvSpPr>
          <p:nvPr/>
        </p:nvSpPr>
        <p:spPr>
          <a:xfrm xmlns:a="http://schemas.openxmlformats.org/drawingml/2006/main">
            <a:off x="83439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1" name="diagram-line-886">
            <a:extLst xmlns:a="http://schemas.openxmlformats.org/drawingml/2006/main">
              <a:ext uri="{FF2B5EF4-FFF2-40B4-BE49-F238E27FC236}">
                <a16:creationId xmlns:a16="http://schemas.microsoft.com/office/drawing/2014/main" id="{2DD87699-DD05-42CC-BC97-2ABB1104EA59}"/>
              </a:ext>
            </a:extLst>
          </p:cNvPr>
          <p:cNvSpPr>
            <a:spLocks xmlns:a="http://schemas.openxmlformats.org/drawingml/2006/main" noGrp="1"/>
          </p:cNvSpPr>
          <p:nvPr/>
        </p:nvSpPr>
        <p:spPr>
          <a:xfrm xmlns:a="http://schemas.openxmlformats.org/drawingml/2006/main">
            <a:off x="83439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2" name="diagram-line-887">
            <a:extLst xmlns:a="http://schemas.openxmlformats.org/drawingml/2006/main">
              <a:ext uri="{FF2B5EF4-FFF2-40B4-BE49-F238E27FC236}">
                <a16:creationId xmlns:a16="http://schemas.microsoft.com/office/drawing/2014/main" id="{5C52FB3E-BD47-4ABC-911D-131D2A1D3A4A}"/>
              </a:ext>
            </a:extLst>
          </p:cNvPr>
          <p:cNvSpPr>
            <a:spLocks xmlns:a="http://schemas.openxmlformats.org/drawingml/2006/main" noGrp="1"/>
          </p:cNvSpPr>
          <p:nvPr/>
        </p:nvSpPr>
        <p:spPr>
          <a:xfrm xmlns:a="http://schemas.openxmlformats.org/drawingml/2006/main">
            <a:off x="83439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3" name="diagram-line-888">
            <a:extLst xmlns:a="http://schemas.openxmlformats.org/drawingml/2006/main">
              <a:ext uri="{FF2B5EF4-FFF2-40B4-BE49-F238E27FC236}">
                <a16:creationId xmlns:a16="http://schemas.microsoft.com/office/drawing/2014/main" id="{00D3FF65-3607-4121-B456-8D0C62FA97CA}"/>
              </a:ext>
            </a:extLst>
          </p:cNvPr>
          <p:cNvSpPr>
            <a:spLocks xmlns:a="http://schemas.openxmlformats.org/drawingml/2006/main" noGrp="1"/>
          </p:cNvSpPr>
          <p:nvPr/>
        </p:nvSpPr>
        <p:spPr>
          <a:xfrm xmlns:a="http://schemas.openxmlformats.org/drawingml/2006/main">
            <a:off x="83439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4" name="diagram-line-889">
            <a:extLst xmlns:a="http://schemas.openxmlformats.org/drawingml/2006/main">
              <a:ext uri="{FF2B5EF4-FFF2-40B4-BE49-F238E27FC236}">
                <a16:creationId xmlns:a16="http://schemas.microsoft.com/office/drawing/2014/main" id="{C8FFFE5D-E0CF-440C-9606-F5DE66883C32}"/>
              </a:ext>
            </a:extLst>
          </p:cNvPr>
          <p:cNvSpPr>
            <a:spLocks xmlns:a="http://schemas.openxmlformats.org/drawingml/2006/main" noGrp="1"/>
          </p:cNvSpPr>
          <p:nvPr/>
        </p:nvSpPr>
        <p:spPr>
          <a:xfrm xmlns:a="http://schemas.openxmlformats.org/drawingml/2006/main">
            <a:off x="83439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5" name="diagram-line-890">
            <a:extLst xmlns:a="http://schemas.openxmlformats.org/drawingml/2006/main">
              <a:ext uri="{FF2B5EF4-FFF2-40B4-BE49-F238E27FC236}">
                <a16:creationId xmlns:a16="http://schemas.microsoft.com/office/drawing/2014/main" id="{DD4F66FF-C77D-48A7-BB7D-DD4F2428AF9D}"/>
              </a:ext>
            </a:extLst>
          </p:cNvPr>
          <p:cNvSpPr>
            <a:spLocks xmlns:a="http://schemas.openxmlformats.org/drawingml/2006/main" noGrp="1"/>
          </p:cNvSpPr>
          <p:nvPr/>
        </p:nvSpPr>
        <p:spPr>
          <a:xfrm xmlns:a="http://schemas.openxmlformats.org/drawingml/2006/main">
            <a:off x="83439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6" name="diagram-line-891">
            <a:extLst xmlns:a="http://schemas.openxmlformats.org/drawingml/2006/main">
              <a:ext uri="{FF2B5EF4-FFF2-40B4-BE49-F238E27FC236}">
                <a16:creationId xmlns:a16="http://schemas.microsoft.com/office/drawing/2014/main" id="{A4B3ABC2-D3F3-446C-8AD8-2F6157379ACB}"/>
              </a:ext>
            </a:extLst>
          </p:cNvPr>
          <p:cNvSpPr>
            <a:spLocks xmlns:a="http://schemas.openxmlformats.org/drawingml/2006/main" noGrp="1"/>
          </p:cNvSpPr>
          <p:nvPr/>
        </p:nvSpPr>
        <p:spPr>
          <a:xfrm xmlns:a="http://schemas.openxmlformats.org/drawingml/2006/main">
            <a:off x="83439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7" name="diagram-line-892">
            <a:extLst xmlns:a="http://schemas.openxmlformats.org/drawingml/2006/main">
              <a:ext uri="{FF2B5EF4-FFF2-40B4-BE49-F238E27FC236}">
                <a16:creationId xmlns:a16="http://schemas.microsoft.com/office/drawing/2014/main" id="{87176429-89E3-4F13-A703-854F9B433959}"/>
              </a:ext>
            </a:extLst>
          </p:cNvPr>
          <p:cNvSpPr>
            <a:spLocks xmlns:a="http://schemas.openxmlformats.org/drawingml/2006/main" noGrp="1"/>
          </p:cNvSpPr>
          <p:nvPr/>
        </p:nvSpPr>
        <p:spPr>
          <a:xfrm xmlns:a="http://schemas.openxmlformats.org/drawingml/2006/main">
            <a:off x="83439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8" name="diagram-line-893">
            <a:extLst xmlns:a="http://schemas.openxmlformats.org/drawingml/2006/main">
              <a:ext uri="{FF2B5EF4-FFF2-40B4-BE49-F238E27FC236}">
                <a16:creationId xmlns:a16="http://schemas.microsoft.com/office/drawing/2014/main" id="{27F04189-E572-4330-B7A2-572FB27FCCB6}"/>
              </a:ext>
            </a:extLst>
          </p:cNvPr>
          <p:cNvSpPr>
            <a:spLocks xmlns:a="http://schemas.openxmlformats.org/drawingml/2006/main" noGrp="1"/>
          </p:cNvSpPr>
          <p:nvPr/>
        </p:nvSpPr>
        <p:spPr>
          <a:xfrm xmlns:a="http://schemas.openxmlformats.org/drawingml/2006/main">
            <a:off x="83439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9" name="diagram-line-894">
            <a:extLst xmlns:a="http://schemas.openxmlformats.org/drawingml/2006/main">
              <a:ext uri="{FF2B5EF4-FFF2-40B4-BE49-F238E27FC236}">
                <a16:creationId xmlns:a16="http://schemas.microsoft.com/office/drawing/2014/main" id="{159533CB-FC9A-4BDD-9BFD-CBECD1A6E139}"/>
              </a:ext>
            </a:extLst>
          </p:cNvPr>
          <p:cNvSpPr>
            <a:spLocks xmlns:a="http://schemas.openxmlformats.org/drawingml/2006/main" noGrp="1"/>
          </p:cNvSpPr>
          <p:nvPr/>
        </p:nvSpPr>
        <p:spPr>
          <a:xfrm xmlns:a="http://schemas.openxmlformats.org/drawingml/2006/main">
            <a:off x="83439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0" name="diagram-line-895">
            <a:extLst xmlns:a="http://schemas.openxmlformats.org/drawingml/2006/main">
              <a:ext uri="{FF2B5EF4-FFF2-40B4-BE49-F238E27FC236}">
                <a16:creationId xmlns:a16="http://schemas.microsoft.com/office/drawing/2014/main" id="{76432F00-D522-4B1C-B70A-CEE395718BD3}"/>
              </a:ext>
            </a:extLst>
          </p:cNvPr>
          <p:cNvSpPr>
            <a:spLocks xmlns:a="http://schemas.openxmlformats.org/drawingml/2006/main" noGrp="1"/>
          </p:cNvSpPr>
          <p:nvPr/>
        </p:nvSpPr>
        <p:spPr>
          <a:xfrm xmlns:a="http://schemas.openxmlformats.org/drawingml/2006/main">
            <a:off x="83439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1" name="diagram-line-896">
            <a:extLst xmlns:a="http://schemas.openxmlformats.org/drawingml/2006/main">
              <a:ext uri="{FF2B5EF4-FFF2-40B4-BE49-F238E27FC236}">
                <a16:creationId xmlns:a16="http://schemas.microsoft.com/office/drawing/2014/main" id="{B3DC3BD7-4D59-455E-9AEE-87416E29AF8B}"/>
              </a:ext>
            </a:extLst>
          </p:cNvPr>
          <p:cNvSpPr>
            <a:spLocks xmlns:a="http://schemas.openxmlformats.org/drawingml/2006/main" noGrp="1"/>
          </p:cNvSpPr>
          <p:nvPr/>
        </p:nvSpPr>
        <p:spPr>
          <a:xfrm xmlns:a="http://schemas.openxmlformats.org/drawingml/2006/main">
            <a:off x="83439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2" name="diagram-line-897">
            <a:extLst xmlns:a="http://schemas.openxmlformats.org/drawingml/2006/main">
              <a:ext uri="{FF2B5EF4-FFF2-40B4-BE49-F238E27FC236}">
                <a16:creationId xmlns:a16="http://schemas.microsoft.com/office/drawing/2014/main" id="{F860FC16-A7DB-494C-973F-2F129E2CE6F8}"/>
              </a:ext>
            </a:extLst>
          </p:cNvPr>
          <p:cNvSpPr>
            <a:spLocks xmlns:a="http://schemas.openxmlformats.org/drawingml/2006/main" noGrp="1"/>
          </p:cNvSpPr>
          <p:nvPr/>
        </p:nvSpPr>
        <p:spPr>
          <a:xfrm xmlns:a="http://schemas.openxmlformats.org/drawingml/2006/main">
            <a:off x="83439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3" name="diagram-line-898">
            <a:extLst xmlns:a="http://schemas.openxmlformats.org/drawingml/2006/main">
              <a:ext uri="{FF2B5EF4-FFF2-40B4-BE49-F238E27FC236}">
                <a16:creationId xmlns:a16="http://schemas.microsoft.com/office/drawing/2014/main" id="{D1125D6E-9FC1-4F3D-B17F-99D0F7B798A4}"/>
              </a:ext>
            </a:extLst>
          </p:cNvPr>
          <p:cNvSpPr>
            <a:spLocks xmlns:a="http://schemas.openxmlformats.org/drawingml/2006/main" noGrp="1"/>
          </p:cNvSpPr>
          <p:nvPr/>
        </p:nvSpPr>
        <p:spPr>
          <a:xfrm xmlns:a="http://schemas.openxmlformats.org/drawingml/2006/main">
            <a:off x="83439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4" name="diagram-line-899">
            <a:extLst xmlns:a="http://schemas.openxmlformats.org/drawingml/2006/main">
              <a:ext uri="{FF2B5EF4-FFF2-40B4-BE49-F238E27FC236}">
                <a16:creationId xmlns:a16="http://schemas.microsoft.com/office/drawing/2014/main" id="{53F8CCB6-DF61-45AA-9D9C-1297E3566697}"/>
              </a:ext>
            </a:extLst>
          </p:cNvPr>
          <p:cNvSpPr>
            <a:spLocks xmlns:a="http://schemas.openxmlformats.org/drawingml/2006/main" noGrp="1"/>
          </p:cNvSpPr>
          <p:nvPr/>
        </p:nvSpPr>
        <p:spPr>
          <a:xfrm xmlns:a="http://schemas.openxmlformats.org/drawingml/2006/main">
            <a:off x="83439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5" name="diagram-line-900">
            <a:extLst xmlns:a="http://schemas.openxmlformats.org/drawingml/2006/main">
              <a:ext uri="{FF2B5EF4-FFF2-40B4-BE49-F238E27FC236}">
                <a16:creationId xmlns:a16="http://schemas.microsoft.com/office/drawing/2014/main" id="{4651ABDA-F7BF-44D6-A80B-AD4BAE060439}"/>
              </a:ext>
            </a:extLst>
          </p:cNvPr>
          <p:cNvSpPr>
            <a:spLocks xmlns:a="http://schemas.openxmlformats.org/drawingml/2006/main" noGrp="1"/>
          </p:cNvSpPr>
          <p:nvPr/>
        </p:nvSpPr>
        <p:spPr>
          <a:xfrm xmlns:a="http://schemas.openxmlformats.org/drawingml/2006/main">
            <a:off x="83439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6" name="diagram-line-901">
            <a:extLst xmlns:a="http://schemas.openxmlformats.org/drawingml/2006/main">
              <a:ext uri="{FF2B5EF4-FFF2-40B4-BE49-F238E27FC236}">
                <a16:creationId xmlns:a16="http://schemas.microsoft.com/office/drawing/2014/main" id="{1F9DE9C5-6D3A-4EDD-8CAD-F1AA9B906773}"/>
              </a:ext>
            </a:extLst>
          </p:cNvPr>
          <p:cNvSpPr>
            <a:spLocks xmlns:a="http://schemas.openxmlformats.org/drawingml/2006/main" noGrp="1"/>
          </p:cNvSpPr>
          <p:nvPr/>
        </p:nvSpPr>
        <p:spPr>
          <a:xfrm xmlns:a="http://schemas.openxmlformats.org/drawingml/2006/main">
            <a:off x="83439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7" name="diagram-line-902">
            <a:extLst xmlns:a="http://schemas.openxmlformats.org/drawingml/2006/main">
              <a:ext uri="{FF2B5EF4-FFF2-40B4-BE49-F238E27FC236}">
                <a16:creationId xmlns:a16="http://schemas.microsoft.com/office/drawing/2014/main" id="{81B0BE98-075F-4A6A-B704-F3FF5EA42201}"/>
              </a:ext>
            </a:extLst>
          </p:cNvPr>
          <p:cNvSpPr>
            <a:spLocks xmlns:a="http://schemas.openxmlformats.org/drawingml/2006/main" noGrp="1"/>
          </p:cNvSpPr>
          <p:nvPr/>
        </p:nvSpPr>
        <p:spPr>
          <a:xfrm xmlns:a="http://schemas.openxmlformats.org/drawingml/2006/main">
            <a:off x="83439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8" name="diagram-line-903">
            <a:extLst xmlns:a="http://schemas.openxmlformats.org/drawingml/2006/main">
              <a:ext uri="{FF2B5EF4-FFF2-40B4-BE49-F238E27FC236}">
                <a16:creationId xmlns:a16="http://schemas.microsoft.com/office/drawing/2014/main" id="{754AF7A6-D281-4DF0-A67A-8BFA4D5B91B4}"/>
              </a:ext>
            </a:extLst>
          </p:cNvPr>
          <p:cNvSpPr>
            <a:spLocks xmlns:a="http://schemas.openxmlformats.org/drawingml/2006/main" noGrp="1"/>
          </p:cNvSpPr>
          <p:nvPr/>
        </p:nvSpPr>
        <p:spPr>
          <a:xfrm xmlns:a="http://schemas.openxmlformats.org/drawingml/2006/main">
            <a:off x="83439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9" name="diagram-line-904">
            <a:extLst xmlns:a="http://schemas.openxmlformats.org/drawingml/2006/main">
              <a:ext uri="{FF2B5EF4-FFF2-40B4-BE49-F238E27FC236}">
                <a16:creationId xmlns:a16="http://schemas.microsoft.com/office/drawing/2014/main" id="{491BBB45-BB28-4A5F-ADBF-59FF00505165}"/>
              </a:ext>
            </a:extLst>
          </p:cNvPr>
          <p:cNvSpPr>
            <a:spLocks xmlns:a="http://schemas.openxmlformats.org/drawingml/2006/main" noGrp="1"/>
          </p:cNvSpPr>
          <p:nvPr/>
        </p:nvSpPr>
        <p:spPr>
          <a:xfrm xmlns:a="http://schemas.openxmlformats.org/drawingml/2006/main">
            <a:off x="83439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0" name="diagram-line-905">
            <a:extLst xmlns:a="http://schemas.openxmlformats.org/drawingml/2006/main">
              <a:ext uri="{FF2B5EF4-FFF2-40B4-BE49-F238E27FC236}">
                <a16:creationId xmlns:a16="http://schemas.microsoft.com/office/drawing/2014/main" id="{515BFEE7-FD0D-4AA2-9AC6-C0870F3E6D93}"/>
              </a:ext>
            </a:extLst>
          </p:cNvPr>
          <p:cNvSpPr>
            <a:spLocks xmlns:a="http://schemas.openxmlformats.org/drawingml/2006/main" noGrp="1"/>
          </p:cNvSpPr>
          <p:nvPr/>
        </p:nvSpPr>
        <p:spPr>
          <a:xfrm xmlns:a="http://schemas.openxmlformats.org/drawingml/2006/main">
            <a:off x="83439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1" name="diagram-line-906">
            <a:extLst xmlns:a="http://schemas.openxmlformats.org/drawingml/2006/main">
              <a:ext uri="{FF2B5EF4-FFF2-40B4-BE49-F238E27FC236}">
                <a16:creationId xmlns:a16="http://schemas.microsoft.com/office/drawing/2014/main" id="{7F558E7D-08F2-47F7-9A0F-D6A7B52D1330}"/>
              </a:ext>
            </a:extLst>
          </p:cNvPr>
          <p:cNvSpPr>
            <a:spLocks xmlns:a="http://schemas.openxmlformats.org/drawingml/2006/main" noGrp="1"/>
          </p:cNvSpPr>
          <p:nvPr/>
        </p:nvSpPr>
        <p:spPr>
          <a:xfrm xmlns:a="http://schemas.openxmlformats.org/drawingml/2006/main">
            <a:off x="83439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2" name="diagram-line-907">
            <a:extLst xmlns:a="http://schemas.openxmlformats.org/drawingml/2006/main">
              <a:ext uri="{FF2B5EF4-FFF2-40B4-BE49-F238E27FC236}">
                <a16:creationId xmlns:a16="http://schemas.microsoft.com/office/drawing/2014/main" id="{A95B823D-C7CA-4815-9BED-8FCE1A6EA1FC}"/>
              </a:ext>
            </a:extLst>
          </p:cNvPr>
          <p:cNvSpPr>
            <a:spLocks xmlns:a="http://schemas.openxmlformats.org/drawingml/2006/main" noGrp="1"/>
          </p:cNvSpPr>
          <p:nvPr/>
        </p:nvSpPr>
        <p:spPr>
          <a:xfrm xmlns:a="http://schemas.openxmlformats.org/drawingml/2006/main">
            <a:off x="83439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3" name="diagram-line-908">
            <a:extLst xmlns:a="http://schemas.openxmlformats.org/drawingml/2006/main">
              <a:ext uri="{FF2B5EF4-FFF2-40B4-BE49-F238E27FC236}">
                <a16:creationId xmlns:a16="http://schemas.microsoft.com/office/drawing/2014/main" id="{2194CC47-D12C-408B-97FC-94436E7C6B34}"/>
              </a:ext>
            </a:extLst>
          </p:cNvPr>
          <p:cNvSpPr>
            <a:spLocks xmlns:a="http://schemas.openxmlformats.org/drawingml/2006/main" noGrp="1"/>
          </p:cNvSpPr>
          <p:nvPr/>
        </p:nvSpPr>
        <p:spPr>
          <a:xfrm xmlns:a="http://schemas.openxmlformats.org/drawingml/2006/main">
            <a:off x="83439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4" name="diagram-line-909">
            <a:extLst xmlns:a="http://schemas.openxmlformats.org/drawingml/2006/main">
              <a:ext uri="{FF2B5EF4-FFF2-40B4-BE49-F238E27FC236}">
                <a16:creationId xmlns:a16="http://schemas.microsoft.com/office/drawing/2014/main" id="{A4326E29-E6A0-4AE1-B9D1-70770FD995E2}"/>
              </a:ext>
            </a:extLst>
          </p:cNvPr>
          <p:cNvSpPr>
            <a:spLocks xmlns:a="http://schemas.openxmlformats.org/drawingml/2006/main" noGrp="1"/>
          </p:cNvSpPr>
          <p:nvPr/>
        </p:nvSpPr>
        <p:spPr>
          <a:xfrm xmlns:a="http://schemas.openxmlformats.org/drawingml/2006/main">
            <a:off x="83439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5" name="diagram-line-910">
            <a:extLst xmlns:a="http://schemas.openxmlformats.org/drawingml/2006/main">
              <a:ext uri="{FF2B5EF4-FFF2-40B4-BE49-F238E27FC236}">
                <a16:creationId xmlns:a16="http://schemas.microsoft.com/office/drawing/2014/main" id="{436120FB-F517-42BA-89DA-4DBB4C6A7587}"/>
              </a:ext>
            </a:extLst>
          </p:cNvPr>
          <p:cNvSpPr>
            <a:spLocks xmlns:a="http://schemas.openxmlformats.org/drawingml/2006/main" noGrp="1"/>
          </p:cNvSpPr>
          <p:nvPr/>
        </p:nvSpPr>
        <p:spPr>
          <a:xfrm xmlns:a="http://schemas.openxmlformats.org/drawingml/2006/main">
            <a:off x="83439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6" name="diagram-line-911">
            <a:extLst xmlns:a="http://schemas.openxmlformats.org/drawingml/2006/main">
              <a:ext uri="{FF2B5EF4-FFF2-40B4-BE49-F238E27FC236}">
                <a16:creationId xmlns:a16="http://schemas.microsoft.com/office/drawing/2014/main" id="{0CD8D930-DF08-4AF2-9FFD-8B88BD88C939}"/>
              </a:ext>
            </a:extLst>
          </p:cNvPr>
          <p:cNvSpPr>
            <a:spLocks xmlns:a="http://schemas.openxmlformats.org/drawingml/2006/main" noGrp="1"/>
          </p:cNvSpPr>
          <p:nvPr/>
        </p:nvSpPr>
        <p:spPr>
          <a:xfrm xmlns:a="http://schemas.openxmlformats.org/drawingml/2006/main">
            <a:off x="83439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7" name="diagram-line-912">
            <a:extLst xmlns:a="http://schemas.openxmlformats.org/drawingml/2006/main">
              <a:ext uri="{FF2B5EF4-FFF2-40B4-BE49-F238E27FC236}">
                <a16:creationId xmlns:a16="http://schemas.microsoft.com/office/drawing/2014/main" id="{6306E5AD-6A52-49AE-9766-72B813A72626}"/>
              </a:ext>
            </a:extLst>
          </p:cNvPr>
          <p:cNvSpPr>
            <a:spLocks xmlns:a="http://schemas.openxmlformats.org/drawingml/2006/main" noGrp="1"/>
          </p:cNvSpPr>
          <p:nvPr/>
        </p:nvSpPr>
        <p:spPr>
          <a:xfrm xmlns:a="http://schemas.openxmlformats.org/drawingml/2006/main">
            <a:off x="83439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8" name="diagram-line-913">
            <a:extLst xmlns:a="http://schemas.openxmlformats.org/drawingml/2006/main">
              <a:ext uri="{FF2B5EF4-FFF2-40B4-BE49-F238E27FC236}">
                <a16:creationId xmlns:a16="http://schemas.microsoft.com/office/drawing/2014/main" id="{9A27AD82-B9E7-41EC-A4D6-C1FA96745199}"/>
              </a:ext>
            </a:extLst>
          </p:cNvPr>
          <p:cNvSpPr>
            <a:spLocks xmlns:a="http://schemas.openxmlformats.org/drawingml/2006/main" noGrp="1"/>
          </p:cNvSpPr>
          <p:nvPr/>
        </p:nvSpPr>
        <p:spPr>
          <a:xfrm xmlns:a="http://schemas.openxmlformats.org/drawingml/2006/main">
            <a:off x="83439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9" name="diagram-line-914">
            <a:extLst xmlns:a="http://schemas.openxmlformats.org/drawingml/2006/main">
              <a:ext uri="{FF2B5EF4-FFF2-40B4-BE49-F238E27FC236}">
                <a16:creationId xmlns:a16="http://schemas.microsoft.com/office/drawing/2014/main" id="{A91B43FA-9458-4FA8-B904-6663206E33B7}"/>
              </a:ext>
            </a:extLst>
          </p:cNvPr>
          <p:cNvSpPr>
            <a:spLocks xmlns:a="http://schemas.openxmlformats.org/drawingml/2006/main" noGrp="1"/>
          </p:cNvSpPr>
          <p:nvPr/>
        </p:nvSpPr>
        <p:spPr>
          <a:xfrm xmlns:a="http://schemas.openxmlformats.org/drawingml/2006/main">
            <a:off x="83439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0" name="diagram-line-915">
            <a:extLst xmlns:a="http://schemas.openxmlformats.org/drawingml/2006/main">
              <a:ext uri="{FF2B5EF4-FFF2-40B4-BE49-F238E27FC236}">
                <a16:creationId xmlns:a16="http://schemas.microsoft.com/office/drawing/2014/main" id="{662CA2B7-4F4D-4A0F-9E24-53B7E9EE0E08}"/>
              </a:ext>
            </a:extLst>
          </p:cNvPr>
          <p:cNvSpPr>
            <a:spLocks xmlns:a="http://schemas.openxmlformats.org/drawingml/2006/main" noGrp="1"/>
          </p:cNvSpPr>
          <p:nvPr/>
        </p:nvSpPr>
        <p:spPr>
          <a:xfrm xmlns:a="http://schemas.openxmlformats.org/drawingml/2006/main">
            <a:off x="83439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1" name="diagram-line-916">
            <a:extLst xmlns:a="http://schemas.openxmlformats.org/drawingml/2006/main">
              <a:ext uri="{FF2B5EF4-FFF2-40B4-BE49-F238E27FC236}">
                <a16:creationId xmlns:a16="http://schemas.microsoft.com/office/drawing/2014/main" id="{3A6D08C5-161C-42B0-90F7-4290D33EB9F1}"/>
              </a:ext>
            </a:extLst>
          </p:cNvPr>
          <p:cNvSpPr>
            <a:spLocks xmlns:a="http://schemas.openxmlformats.org/drawingml/2006/main" noGrp="1"/>
          </p:cNvSpPr>
          <p:nvPr/>
        </p:nvSpPr>
        <p:spPr>
          <a:xfrm xmlns:a="http://schemas.openxmlformats.org/drawingml/2006/main">
            <a:off x="83439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2" name="diagram-line-917">
            <a:extLst xmlns:a="http://schemas.openxmlformats.org/drawingml/2006/main">
              <a:ext uri="{FF2B5EF4-FFF2-40B4-BE49-F238E27FC236}">
                <a16:creationId xmlns:a16="http://schemas.microsoft.com/office/drawing/2014/main" id="{FBA5B0AF-78F2-45C5-9784-CA9141EE7C0E}"/>
              </a:ext>
            </a:extLst>
          </p:cNvPr>
          <p:cNvSpPr>
            <a:spLocks xmlns:a="http://schemas.openxmlformats.org/drawingml/2006/main" noGrp="1"/>
          </p:cNvSpPr>
          <p:nvPr/>
        </p:nvSpPr>
        <p:spPr>
          <a:xfrm xmlns:a="http://schemas.openxmlformats.org/drawingml/2006/main">
            <a:off x="83439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3" name="diagram-line-918">
            <a:extLst xmlns:a="http://schemas.openxmlformats.org/drawingml/2006/main">
              <a:ext uri="{FF2B5EF4-FFF2-40B4-BE49-F238E27FC236}">
                <a16:creationId xmlns:a16="http://schemas.microsoft.com/office/drawing/2014/main" id="{B52F9B84-CC17-4EA5-AE17-5CB4BBBB887D}"/>
              </a:ext>
            </a:extLst>
          </p:cNvPr>
          <p:cNvSpPr>
            <a:spLocks xmlns:a="http://schemas.openxmlformats.org/drawingml/2006/main" noGrp="1"/>
          </p:cNvSpPr>
          <p:nvPr/>
        </p:nvSpPr>
        <p:spPr>
          <a:xfrm xmlns:a="http://schemas.openxmlformats.org/drawingml/2006/main">
            <a:off x="83439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4" name="diagram-line-919">
            <a:extLst xmlns:a="http://schemas.openxmlformats.org/drawingml/2006/main">
              <a:ext uri="{FF2B5EF4-FFF2-40B4-BE49-F238E27FC236}">
                <a16:creationId xmlns:a16="http://schemas.microsoft.com/office/drawing/2014/main" id="{0C50512E-D5BD-468C-B81B-ADFB9ECAB564}"/>
              </a:ext>
            </a:extLst>
          </p:cNvPr>
          <p:cNvSpPr>
            <a:spLocks xmlns:a="http://schemas.openxmlformats.org/drawingml/2006/main" noGrp="1"/>
          </p:cNvSpPr>
          <p:nvPr/>
        </p:nvSpPr>
        <p:spPr>
          <a:xfrm xmlns:a="http://schemas.openxmlformats.org/drawingml/2006/main">
            <a:off x="83439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5" name="diagram-line-920">
            <a:extLst xmlns:a="http://schemas.openxmlformats.org/drawingml/2006/main">
              <a:ext uri="{FF2B5EF4-FFF2-40B4-BE49-F238E27FC236}">
                <a16:creationId xmlns:a16="http://schemas.microsoft.com/office/drawing/2014/main" id="{6DB8E45E-D86E-4B85-AED7-1209FA28B097}"/>
              </a:ext>
            </a:extLst>
          </p:cNvPr>
          <p:cNvSpPr>
            <a:spLocks xmlns:a="http://schemas.openxmlformats.org/drawingml/2006/main" noGrp="1"/>
          </p:cNvSpPr>
          <p:nvPr/>
        </p:nvSpPr>
        <p:spPr>
          <a:xfrm xmlns:a="http://schemas.openxmlformats.org/drawingml/2006/main">
            <a:off x="83439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6" name="diagram-box-921">
            <a:extLst xmlns:a="http://schemas.openxmlformats.org/drawingml/2006/main">
              <a:ext uri="{FF2B5EF4-FFF2-40B4-BE49-F238E27FC236}">
                <a16:creationId xmlns:a16="http://schemas.microsoft.com/office/drawing/2014/main" id="{E51F421E-BDE4-40CA-8B3D-E18DC4A69B33}"/>
              </a:ext>
            </a:extLst>
          </p:cNvPr>
          <p:cNvSpPr>
            <a:spLocks xmlns:a="http://schemas.openxmlformats.org/drawingml/2006/main" noGrp="1"/>
          </p:cNvSpPr>
          <p:nvPr/>
        </p:nvSpPr>
        <p:spPr>
          <a:xfrm xmlns:a="http://schemas.openxmlformats.org/drawingml/2006/main">
            <a:off x="9925050" y="1504950"/>
            <a:ext cx="1581150" cy="314325"/>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67" name="revision-text-922">
            <a:extLst xmlns:a="http://schemas.openxmlformats.org/drawingml/2006/main">
              <a:ext uri="{FF2B5EF4-FFF2-40B4-BE49-F238E27FC236}">
                <a16:creationId xmlns:a16="http://schemas.microsoft.com/office/drawing/2014/main" id="{173A57CB-490B-4E06-A24D-3D7C2D880BD0}"/>
              </a:ext>
            </a:extLst>
          </p:cNvPr>
          <p:cNvSpPr>
            <a:spLocks xmlns:a="http://schemas.openxmlformats.org/drawingml/2006/main" noGrp="1"/>
          </p:cNvSpPr>
          <p:nvPr/>
        </p:nvSpPr>
        <p:spPr>
          <a:xfrm xmlns:a="http://schemas.openxmlformats.org/drawingml/2006/main">
            <a:off x="995362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Constraint layer</a:t>
            </a:r>
          </a:p>
        </p:txBody>
      </p:sp>
      <p:sp>
        <p:nvSpPr>
          <p:cNvPr id="168" name="diagram-line-923">
            <a:extLst xmlns:a="http://schemas.openxmlformats.org/drawingml/2006/main">
              <a:ext uri="{FF2B5EF4-FFF2-40B4-BE49-F238E27FC236}">
                <a16:creationId xmlns:a16="http://schemas.microsoft.com/office/drawing/2014/main" id="{9F487494-03E3-4C29-9ED3-65C70CDB6F43}"/>
              </a:ext>
            </a:extLst>
          </p:cNvPr>
          <p:cNvSpPr>
            <a:spLocks xmlns:a="http://schemas.openxmlformats.org/drawingml/2006/main" noGrp="1"/>
          </p:cNvSpPr>
          <p:nvPr/>
        </p:nvSpPr>
        <p:spPr>
          <a:xfrm xmlns:a="http://schemas.openxmlformats.org/drawingml/2006/main">
            <a:off x="1071562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9" name="diagram-line-924">
            <a:extLst xmlns:a="http://schemas.openxmlformats.org/drawingml/2006/main">
              <a:ext uri="{FF2B5EF4-FFF2-40B4-BE49-F238E27FC236}">
                <a16:creationId xmlns:a16="http://schemas.microsoft.com/office/drawing/2014/main" id="{39162F84-47A6-4301-ABAF-A2672082C8F0}"/>
              </a:ext>
            </a:extLst>
          </p:cNvPr>
          <p:cNvSpPr>
            <a:spLocks xmlns:a="http://schemas.openxmlformats.org/drawingml/2006/main" noGrp="1"/>
          </p:cNvSpPr>
          <p:nvPr/>
        </p:nvSpPr>
        <p:spPr>
          <a:xfrm xmlns:a="http://schemas.openxmlformats.org/drawingml/2006/main">
            <a:off x="1071562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0" name="diagram-line-925">
            <a:extLst xmlns:a="http://schemas.openxmlformats.org/drawingml/2006/main">
              <a:ext uri="{FF2B5EF4-FFF2-40B4-BE49-F238E27FC236}">
                <a16:creationId xmlns:a16="http://schemas.microsoft.com/office/drawing/2014/main" id="{FB1344A7-F9C5-406E-B7C1-4EB368D4483E}"/>
              </a:ext>
            </a:extLst>
          </p:cNvPr>
          <p:cNvSpPr>
            <a:spLocks xmlns:a="http://schemas.openxmlformats.org/drawingml/2006/main" noGrp="1"/>
          </p:cNvSpPr>
          <p:nvPr/>
        </p:nvSpPr>
        <p:spPr>
          <a:xfrm xmlns:a="http://schemas.openxmlformats.org/drawingml/2006/main">
            <a:off x="1071562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1" name="diagram-line-926">
            <a:extLst xmlns:a="http://schemas.openxmlformats.org/drawingml/2006/main">
              <a:ext uri="{FF2B5EF4-FFF2-40B4-BE49-F238E27FC236}">
                <a16:creationId xmlns:a16="http://schemas.microsoft.com/office/drawing/2014/main" id="{22D5014C-BACD-4030-B407-4791E895852B}"/>
              </a:ext>
            </a:extLst>
          </p:cNvPr>
          <p:cNvSpPr>
            <a:spLocks xmlns:a="http://schemas.openxmlformats.org/drawingml/2006/main" noGrp="1"/>
          </p:cNvSpPr>
          <p:nvPr/>
        </p:nvSpPr>
        <p:spPr>
          <a:xfrm xmlns:a="http://schemas.openxmlformats.org/drawingml/2006/main">
            <a:off x="1071562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2" name="diagram-line-927">
            <a:extLst xmlns:a="http://schemas.openxmlformats.org/drawingml/2006/main">
              <a:ext uri="{FF2B5EF4-FFF2-40B4-BE49-F238E27FC236}">
                <a16:creationId xmlns:a16="http://schemas.microsoft.com/office/drawing/2014/main" id="{48845325-2894-4121-B2C4-5FAF1AFB6C43}"/>
              </a:ext>
            </a:extLst>
          </p:cNvPr>
          <p:cNvSpPr>
            <a:spLocks xmlns:a="http://schemas.openxmlformats.org/drawingml/2006/main" noGrp="1"/>
          </p:cNvSpPr>
          <p:nvPr/>
        </p:nvSpPr>
        <p:spPr>
          <a:xfrm xmlns:a="http://schemas.openxmlformats.org/drawingml/2006/main">
            <a:off x="1071562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3" name="diagram-line-928">
            <a:extLst xmlns:a="http://schemas.openxmlformats.org/drawingml/2006/main">
              <a:ext uri="{FF2B5EF4-FFF2-40B4-BE49-F238E27FC236}">
                <a16:creationId xmlns:a16="http://schemas.microsoft.com/office/drawing/2014/main" id="{DE76FF4B-7C3B-4467-BA4F-7110E1307C1B}"/>
              </a:ext>
            </a:extLst>
          </p:cNvPr>
          <p:cNvSpPr>
            <a:spLocks xmlns:a="http://schemas.openxmlformats.org/drawingml/2006/main" noGrp="1"/>
          </p:cNvSpPr>
          <p:nvPr/>
        </p:nvSpPr>
        <p:spPr>
          <a:xfrm xmlns:a="http://schemas.openxmlformats.org/drawingml/2006/main">
            <a:off x="1071562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4" name="diagram-line-929">
            <a:extLst xmlns:a="http://schemas.openxmlformats.org/drawingml/2006/main">
              <a:ext uri="{FF2B5EF4-FFF2-40B4-BE49-F238E27FC236}">
                <a16:creationId xmlns:a16="http://schemas.microsoft.com/office/drawing/2014/main" id="{87A2B199-8E37-4672-8F0C-009866848254}"/>
              </a:ext>
            </a:extLst>
          </p:cNvPr>
          <p:cNvSpPr>
            <a:spLocks xmlns:a="http://schemas.openxmlformats.org/drawingml/2006/main" noGrp="1"/>
          </p:cNvSpPr>
          <p:nvPr/>
        </p:nvSpPr>
        <p:spPr>
          <a:xfrm xmlns:a="http://schemas.openxmlformats.org/drawingml/2006/main">
            <a:off x="1071562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5" name="diagram-line-930">
            <a:extLst xmlns:a="http://schemas.openxmlformats.org/drawingml/2006/main">
              <a:ext uri="{FF2B5EF4-FFF2-40B4-BE49-F238E27FC236}">
                <a16:creationId xmlns:a16="http://schemas.microsoft.com/office/drawing/2014/main" id="{D88884FE-7455-4B5B-9921-E28516C5121A}"/>
              </a:ext>
            </a:extLst>
          </p:cNvPr>
          <p:cNvSpPr>
            <a:spLocks xmlns:a="http://schemas.openxmlformats.org/drawingml/2006/main" noGrp="1"/>
          </p:cNvSpPr>
          <p:nvPr/>
        </p:nvSpPr>
        <p:spPr>
          <a:xfrm xmlns:a="http://schemas.openxmlformats.org/drawingml/2006/main">
            <a:off x="1071562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6" name="diagram-line-931">
            <a:extLst xmlns:a="http://schemas.openxmlformats.org/drawingml/2006/main">
              <a:ext uri="{FF2B5EF4-FFF2-40B4-BE49-F238E27FC236}">
                <a16:creationId xmlns:a16="http://schemas.microsoft.com/office/drawing/2014/main" id="{10098B1A-4454-4177-B670-606A4CBAB067}"/>
              </a:ext>
            </a:extLst>
          </p:cNvPr>
          <p:cNvSpPr>
            <a:spLocks xmlns:a="http://schemas.openxmlformats.org/drawingml/2006/main" noGrp="1"/>
          </p:cNvSpPr>
          <p:nvPr/>
        </p:nvSpPr>
        <p:spPr>
          <a:xfrm xmlns:a="http://schemas.openxmlformats.org/drawingml/2006/main">
            <a:off x="1071562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7" name="diagram-line-932">
            <a:extLst xmlns:a="http://schemas.openxmlformats.org/drawingml/2006/main">
              <a:ext uri="{FF2B5EF4-FFF2-40B4-BE49-F238E27FC236}">
                <a16:creationId xmlns:a16="http://schemas.microsoft.com/office/drawing/2014/main" id="{6B3D6791-5B48-40CB-90F8-1F33EFBE5EC9}"/>
              </a:ext>
            </a:extLst>
          </p:cNvPr>
          <p:cNvSpPr>
            <a:spLocks xmlns:a="http://schemas.openxmlformats.org/drawingml/2006/main" noGrp="1"/>
          </p:cNvSpPr>
          <p:nvPr/>
        </p:nvSpPr>
        <p:spPr>
          <a:xfrm xmlns:a="http://schemas.openxmlformats.org/drawingml/2006/main">
            <a:off x="1071562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8" name="diagram-line-933">
            <a:extLst xmlns:a="http://schemas.openxmlformats.org/drawingml/2006/main">
              <a:ext uri="{FF2B5EF4-FFF2-40B4-BE49-F238E27FC236}">
                <a16:creationId xmlns:a16="http://schemas.microsoft.com/office/drawing/2014/main" id="{6745AE2D-F024-4935-9DDC-15118F621734}"/>
              </a:ext>
            </a:extLst>
          </p:cNvPr>
          <p:cNvSpPr>
            <a:spLocks xmlns:a="http://schemas.openxmlformats.org/drawingml/2006/main" noGrp="1"/>
          </p:cNvSpPr>
          <p:nvPr/>
        </p:nvSpPr>
        <p:spPr>
          <a:xfrm xmlns:a="http://schemas.openxmlformats.org/drawingml/2006/main">
            <a:off x="1071562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9" name="diagram-line-934">
            <a:extLst xmlns:a="http://schemas.openxmlformats.org/drawingml/2006/main">
              <a:ext uri="{FF2B5EF4-FFF2-40B4-BE49-F238E27FC236}">
                <a16:creationId xmlns:a16="http://schemas.microsoft.com/office/drawing/2014/main" id="{F6DB1DDB-33D9-45F3-9DA6-AE986E69E18F}"/>
              </a:ext>
            </a:extLst>
          </p:cNvPr>
          <p:cNvSpPr>
            <a:spLocks xmlns:a="http://schemas.openxmlformats.org/drawingml/2006/main" noGrp="1"/>
          </p:cNvSpPr>
          <p:nvPr/>
        </p:nvSpPr>
        <p:spPr>
          <a:xfrm xmlns:a="http://schemas.openxmlformats.org/drawingml/2006/main">
            <a:off x="1071562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0" name="diagram-line-935">
            <a:extLst xmlns:a="http://schemas.openxmlformats.org/drawingml/2006/main">
              <a:ext uri="{FF2B5EF4-FFF2-40B4-BE49-F238E27FC236}">
                <a16:creationId xmlns:a16="http://schemas.microsoft.com/office/drawing/2014/main" id="{899D4B67-9F84-47EB-B68C-C7C00A324F8E}"/>
              </a:ext>
            </a:extLst>
          </p:cNvPr>
          <p:cNvSpPr>
            <a:spLocks xmlns:a="http://schemas.openxmlformats.org/drawingml/2006/main" noGrp="1"/>
          </p:cNvSpPr>
          <p:nvPr/>
        </p:nvSpPr>
        <p:spPr>
          <a:xfrm xmlns:a="http://schemas.openxmlformats.org/drawingml/2006/main">
            <a:off x="1071562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1" name="diagram-line-936">
            <a:extLst xmlns:a="http://schemas.openxmlformats.org/drawingml/2006/main">
              <a:ext uri="{FF2B5EF4-FFF2-40B4-BE49-F238E27FC236}">
                <a16:creationId xmlns:a16="http://schemas.microsoft.com/office/drawing/2014/main" id="{D12DB60A-4DA3-4B7A-AEDD-5F44C98ED6BA}"/>
              </a:ext>
            </a:extLst>
          </p:cNvPr>
          <p:cNvSpPr>
            <a:spLocks xmlns:a="http://schemas.openxmlformats.org/drawingml/2006/main" noGrp="1"/>
          </p:cNvSpPr>
          <p:nvPr/>
        </p:nvSpPr>
        <p:spPr>
          <a:xfrm xmlns:a="http://schemas.openxmlformats.org/drawingml/2006/main">
            <a:off x="1071562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2" name="diagram-line-937">
            <a:extLst xmlns:a="http://schemas.openxmlformats.org/drawingml/2006/main">
              <a:ext uri="{FF2B5EF4-FFF2-40B4-BE49-F238E27FC236}">
                <a16:creationId xmlns:a16="http://schemas.microsoft.com/office/drawing/2014/main" id="{3E57D301-EEC8-4E23-AA72-929CBC297235}"/>
              </a:ext>
            </a:extLst>
          </p:cNvPr>
          <p:cNvSpPr>
            <a:spLocks xmlns:a="http://schemas.openxmlformats.org/drawingml/2006/main" noGrp="1"/>
          </p:cNvSpPr>
          <p:nvPr/>
        </p:nvSpPr>
        <p:spPr>
          <a:xfrm xmlns:a="http://schemas.openxmlformats.org/drawingml/2006/main">
            <a:off x="1071562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3" name="diagram-line-938">
            <a:extLst xmlns:a="http://schemas.openxmlformats.org/drawingml/2006/main">
              <a:ext uri="{FF2B5EF4-FFF2-40B4-BE49-F238E27FC236}">
                <a16:creationId xmlns:a16="http://schemas.microsoft.com/office/drawing/2014/main" id="{71BD9421-0933-4E0B-BB7A-A639119813B1}"/>
              </a:ext>
            </a:extLst>
          </p:cNvPr>
          <p:cNvSpPr>
            <a:spLocks xmlns:a="http://schemas.openxmlformats.org/drawingml/2006/main" noGrp="1"/>
          </p:cNvSpPr>
          <p:nvPr/>
        </p:nvSpPr>
        <p:spPr>
          <a:xfrm xmlns:a="http://schemas.openxmlformats.org/drawingml/2006/main">
            <a:off x="1071562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4" name="diagram-line-939">
            <a:extLst xmlns:a="http://schemas.openxmlformats.org/drawingml/2006/main">
              <a:ext uri="{FF2B5EF4-FFF2-40B4-BE49-F238E27FC236}">
                <a16:creationId xmlns:a16="http://schemas.microsoft.com/office/drawing/2014/main" id="{720ED08A-D349-4A18-8E27-6743405F6562}"/>
              </a:ext>
            </a:extLst>
          </p:cNvPr>
          <p:cNvSpPr>
            <a:spLocks xmlns:a="http://schemas.openxmlformats.org/drawingml/2006/main" noGrp="1"/>
          </p:cNvSpPr>
          <p:nvPr/>
        </p:nvSpPr>
        <p:spPr>
          <a:xfrm xmlns:a="http://schemas.openxmlformats.org/drawingml/2006/main">
            <a:off x="1071562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5" name="diagram-line-940">
            <a:extLst xmlns:a="http://schemas.openxmlformats.org/drawingml/2006/main">
              <a:ext uri="{FF2B5EF4-FFF2-40B4-BE49-F238E27FC236}">
                <a16:creationId xmlns:a16="http://schemas.microsoft.com/office/drawing/2014/main" id="{E7C75B0B-8A87-4532-97AB-395B33BF5999}"/>
              </a:ext>
            </a:extLst>
          </p:cNvPr>
          <p:cNvSpPr>
            <a:spLocks xmlns:a="http://schemas.openxmlformats.org/drawingml/2006/main" noGrp="1"/>
          </p:cNvSpPr>
          <p:nvPr/>
        </p:nvSpPr>
        <p:spPr>
          <a:xfrm xmlns:a="http://schemas.openxmlformats.org/drawingml/2006/main">
            <a:off x="1071562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6" name="diagram-line-941">
            <a:extLst xmlns:a="http://schemas.openxmlformats.org/drawingml/2006/main">
              <a:ext uri="{FF2B5EF4-FFF2-40B4-BE49-F238E27FC236}">
                <a16:creationId xmlns:a16="http://schemas.microsoft.com/office/drawing/2014/main" id="{C621AB48-34A7-412C-9150-2CBE5E8C1165}"/>
              </a:ext>
            </a:extLst>
          </p:cNvPr>
          <p:cNvSpPr>
            <a:spLocks xmlns:a="http://schemas.openxmlformats.org/drawingml/2006/main" noGrp="1"/>
          </p:cNvSpPr>
          <p:nvPr/>
        </p:nvSpPr>
        <p:spPr>
          <a:xfrm xmlns:a="http://schemas.openxmlformats.org/drawingml/2006/main">
            <a:off x="1071562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7" name="diagram-line-942">
            <a:extLst xmlns:a="http://schemas.openxmlformats.org/drawingml/2006/main">
              <a:ext uri="{FF2B5EF4-FFF2-40B4-BE49-F238E27FC236}">
                <a16:creationId xmlns:a16="http://schemas.microsoft.com/office/drawing/2014/main" id="{56CC4086-3395-4B86-91A3-D39EA2242058}"/>
              </a:ext>
            </a:extLst>
          </p:cNvPr>
          <p:cNvSpPr>
            <a:spLocks xmlns:a="http://schemas.openxmlformats.org/drawingml/2006/main" noGrp="1"/>
          </p:cNvSpPr>
          <p:nvPr/>
        </p:nvSpPr>
        <p:spPr>
          <a:xfrm xmlns:a="http://schemas.openxmlformats.org/drawingml/2006/main">
            <a:off x="1071562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8" name="diagram-line-943">
            <a:extLst xmlns:a="http://schemas.openxmlformats.org/drawingml/2006/main">
              <a:ext uri="{FF2B5EF4-FFF2-40B4-BE49-F238E27FC236}">
                <a16:creationId xmlns:a16="http://schemas.microsoft.com/office/drawing/2014/main" id="{BE76C1FE-86AD-4E42-BD95-C15EFF6920C6}"/>
              </a:ext>
            </a:extLst>
          </p:cNvPr>
          <p:cNvSpPr>
            <a:spLocks xmlns:a="http://schemas.openxmlformats.org/drawingml/2006/main" noGrp="1"/>
          </p:cNvSpPr>
          <p:nvPr/>
        </p:nvSpPr>
        <p:spPr>
          <a:xfrm xmlns:a="http://schemas.openxmlformats.org/drawingml/2006/main">
            <a:off x="1071562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9" name="diagram-line-944">
            <a:extLst xmlns:a="http://schemas.openxmlformats.org/drawingml/2006/main">
              <a:ext uri="{FF2B5EF4-FFF2-40B4-BE49-F238E27FC236}">
                <a16:creationId xmlns:a16="http://schemas.microsoft.com/office/drawing/2014/main" id="{01E3DCD8-5741-4EF0-81AC-4F23AEC402C5}"/>
              </a:ext>
            </a:extLst>
          </p:cNvPr>
          <p:cNvSpPr>
            <a:spLocks xmlns:a="http://schemas.openxmlformats.org/drawingml/2006/main" noGrp="1"/>
          </p:cNvSpPr>
          <p:nvPr/>
        </p:nvSpPr>
        <p:spPr>
          <a:xfrm xmlns:a="http://schemas.openxmlformats.org/drawingml/2006/main">
            <a:off x="1071562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0" name="diagram-line-945">
            <a:extLst xmlns:a="http://schemas.openxmlformats.org/drawingml/2006/main">
              <a:ext uri="{FF2B5EF4-FFF2-40B4-BE49-F238E27FC236}">
                <a16:creationId xmlns:a16="http://schemas.microsoft.com/office/drawing/2014/main" id="{58DE600C-A2E1-428F-87D4-2E06BDDDDF04}"/>
              </a:ext>
            </a:extLst>
          </p:cNvPr>
          <p:cNvSpPr>
            <a:spLocks xmlns:a="http://schemas.openxmlformats.org/drawingml/2006/main" noGrp="1"/>
          </p:cNvSpPr>
          <p:nvPr/>
        </p:nvSpPr>
        <p:spPr>
          <a:xfrm xmlns:a="http://schemas.openxmlformats.org/drawingml/2006/main">
            <a:off x="10715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1" name="diagram-line-946">
            <a:extLst xmlns:a="http://schemas.openxmlformats.org/drawingml/2006/main">
              <a:ext uri="{FF2B5EF4-FFF2-40B4-BE49-F238E27FC236}">
                <a16:creationId xmlns:a16="http://schemas.microsoft.com/office/drawing/2014/main" id="{8599C24D-FF41-4216-9220-C6905D13EEDB}"/>
              </a:ext>
            </a:extLst>
          </p:cNvPr>
          <p:cNvSpPr>
            <a:spLocks xmlns:a="http://schemas.openxmlformats.org/drawingml/2006/main" noGrp="1"/>
          </p:cNvSpPr>
          <p:nvPr/>
        </p:nvSpPr>
        <p:spPr>
          <a:xfrm xmlns:a="http://schemas.openxmlformats.org/drawingml/2006/main">
            <a:off x="10715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2" name="diagram-line-947">
            <a:extLst xmlns:a="http://schemas.openxmlformats.org/drawingml/2006/main">
              <a:ext uri="{FF2B5EF4-FFF2-40B4-BE49-F238E27FC236}">
                <a16:creationId xmlns:a16="http://schemas.microsoft.com/office/drawing/2014/main" id="{71AF14F5-E427-41C1-8F59-8031AC438E8F}"/>
              </a:ext>
            </a:extLst>
          </p:cNvPr>
          <p:cNvSpPr>
            <a:spLocks xmlns:a="http://schemas.openxmlformats.org/drawingml/2006/main" noGrp="1"/>
          </p:cNvSpPr>
          <p:nvPr/>
        </p:nvSpPr>
        <p:spPr>
          <a:xfrm xmlns:a="http://schemas.openxmlformats.org/drawingml/2006/main">
            <a:off x="1071562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3" name="diagram-line-948">
            <a:extLst xmlns:a="http://schemas.openxmlformats.org/drawingml/2006/main">
              <a:ext uri="{FF2B5EF4-FFF2-40B4-BE49-F238E27FC236}">
                <a16:creationId xmlns:a16="http://schemas.microsoft.com/office/drawing/2014/main" id="{48BF7FFC-4231-4B2B-ABE9-9FCCDCBB2F0D}"/>
              </a:ext>
            </a:extLst>
          </p:cNvPr>
          <p:cNvSpPr>
            <a:spLocks xmlns:a="http://schemas.openxmlformats.org/drawingml/2006/main" noGrp="1"/>
          </p:cNvSpPr>
          <p:nvPr/>
        </p:nvSpPr>
        <p:spPr>
          <a:xfrm xmlns:a="http://schemas.openxmlformats.org/drawingml/2006/main">
            <a:off x="1071562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4" name="diagram-line-949">
            <a:extLst xmlns:a="http://schemas.openxmlformats.org/drawingml/2006/main">
              <a:ext uri="{FF2B5EF4-FFF2-40B4-BE49-F238E27FC236}">
                <a16:creationId xmlns:a16="http://schemas.microsoft.com/office/drawing/2014/main" id="{5D265288-B55B-4346-9360-57038E4B3EDE}"/>
              </a:ext>
            </a:extLst>
          </p:cNvPr>
          <p:cNvSpPr>
            <a:spLocks xmlns:a="http://schemas.openxmlformats.org/drawingml/2006/main" noGrp="1"/>
          </p:cNvSpPr>
          <p:nvPr/>
        </p:nvSpPr>
        <p:spPr>
          <a:xfrm xmlns:a="http://schemas.openxmlformats.org/drawingml/2006/main">
            <a:off x="1071562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5" name="diagram-line-950">
            <a:extLst xmlns:a="http://schemas.openxmlformats.org/drawingml/2006/main">
              <a:ext uri="{FF2B5EF4-FFF2-40B4-BE49-F238E27FC236}">
                <a16:creationId xmlns:a16="http://schemas.microsoft.com/office/drawing/2014/main" id="{AA884316-4E07-410A-81EF-62DA477AF9FF}"/>
              </a:ext>
            </a:extLst>
          </p:cNvPr>
          <p:cNvSpPr>
            <a:spLocks xmlns:a="http://schemas.openxmlformats.org/drawingml/2006/main" noGrp="1"/>
          </p:cNvSpPr>
          <p:nvPr/>
        </p:nvSpPr>
        <p:spPr>
          <a:xfrm xmlns:a="http://schemas.openxmlformats.org/drawingml/2006/main">
            <a:off x="1071562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6" name="diagram-line-951">
            <a:extLst xmlns:a="http://schemas.openxmlformats.org/drawingml/2006/main">
              <a:ext uri="{FF2B5EF4-FFF2-40B4-BE49-F238E27FC236}">
                <a16:creationId xmlns:a16="http://schemas.microsoft.com/office/drawing/2014/main" id="{4C95BBF1-F067-406A-A4C3-C5A4E8A7304A}"/>
              </a:ext>
            </a:extLst>
          </p:cNvPr>
          <p:cNvSpPr>
            <a:spLocks xmlns:a="http://schemas.openxmlformats.org/drawingml/2006/main" noGrp="1"/>
          </p:cNvSpPr>
          <p:nvPr/>
        </p:nvSpPr>
        <p:spPr>
          <a:xfrm xmlns:a="http://schemas.openxmlformats.org/drawingml/2006/main">
            <a:off x="1071562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7" name="diagram-line-952">
            <a:extLst xmlns:a="http://schemas.openxmlformats.org/drawingml/2006/main">
              <a:ext uri="{FF2B5EF4-FFF2-40B4-BE49-F238E27FC236}">
                <a16:creationId xmlns:a16="http://schemas.microsoft.com/office/drawing/2014/main" id="{B5E3664F-5E4F-44CF-9361-78BB5124491D}"/>
              </a:ext>
            </a:extLst>
          </p:cNvPr>
          <p:cNvSpPr>
            <a:spLocks xmlns:a="http://schemas.openxmlformats.org/drawingml/2006/main" noGrp="1"/>
          </p:cNvSpPr>
          <p:nvPr/>
        </p:nvSpPr>
        <p:spPr>
          <a:xfrm xmlns:a="http://schemas.openxmlformats.org/drawingml/2006/main">
            <a:off x="1071562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8" name="diagram-line-953">
            <a:extLst xmlns:a="http://schemas.openxmlformats.org/drawingml/2006/main">
              <a:ext uri="{FF2B5EF4-FFF2-40B4-BE49-F238E27FC236}">
                <a16:creationId xmlns:a16="http://schemas.microsoft.com/office/drawing/2014/main" id="{1C765F93-9271-4498-B5C4-EEC2CDFE54A7}"/>
              </a:ext>
            </a:extLst>
          </p:cNvPr>
          <p:cNvSpPr>
            <a:spLocks xmlns:a="http://schemas.openxmlformats.org/drawingml/2006/main" noGrp="1"/>
          </p:cNvSpPr>
          <p:nvPr/>
        </p:nvSpPr>
        <p:spPr>
          <a:xfrm xmlns:a="http://schemas.openxmlformats.org/drawingml/2006/main">
            <a:off x="1071562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9" name="diagram-line-954">
            <a:extLst xmlns:a="http://schemas.openxmlformats.org/drawingml/2006/main">
              <a:ext uri="{FF2B5EF4-FFF2-40B4-BE49-F238E27FC236}">
                <a16:creationId xmlns:a16="http://schemas.microsoft.com/office/drawing/2014/main" id="{41613331-5314-42F8-98F4-50DEB7DBADA2}"/>
              </a:ext>
            </a:extLst>
          </p:cNvPr>
          <p:cNvSpPr>
            <a:spLocks xmlns:a="http://schemas.openxmlformats.org/drawingml/2006/main" noGrp="1"/>
          </p:cNvSpPr>
          <p:nvPr/>
        </p:nvSpPr>
        <p:spPr>
          <a:xfrm xmlns:a="http://schemas.openxmlformats.org/drawingml/2006/main">
            <a:off x="1071562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0" name="diagram-line-955">
            <a:extLst xmlns:a="http://schemas.openxmlformats.org/drawingml/2006/main">
              <a:ext uri="{FF2B5EF4-FFF2-40B4-BE49-F238E27FC236}">
                <a16:creationId xmlns:a16="http://schemas.microsoft.com/office/drawing/2014/main" id="{C4AA68B1-374E-47E2-9BBC-0D851FB378AA}"/>
              </a:ext>
            </a:extLst>
          </p:cNvPr>
          <p:cNvSpPr>
            <a:spLocks xmlns:a="http://schemas.openxmlformats.org/drawingml/2006/main" noGrp="1"/>
          </p:cNvSpPr>
          <p:nvPr/>
        </p:nvSpPr>
        <p:spPr>
          <a:xfrm xmlns:a="http://schemas.openxmlformats.org/drawingml/2006/main">
            <a:off x="1071562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1" name="diagram-line-956">
            <a:extLst xmlns:a="http://schemas.openxmlformats.org/drawingml/2006/main">
              <a:ext uri="{FF2B5EF4-FFF2-40B4-BE49-F238E27FC236}">
                <a16:creationId xmlns:a16="http://schemas.microsoft.com/office/drawing/2014/main" id="{23E29DF2-2D20-49B7-83EA-2E13B7B7C6CB}"/>
              </a:ext>
            </a:extLst>
          </p:cNvPr>
          <p:cNvSpPr>
            <a:spLocks xmlns:a="http://schemas.openxmlformats.org/drawingml/2006/main" noGrp="1"/>
          </p:cNvSpPr>
          <p:nvPr/>
        </p:nvSpPr>
        <p:spPr>
          <a:xfrm xmlns:a="http://schemas.openxmlformats.org/drawingml/2006/main">
            <a:off x="1071562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2" name="diagram-line-957">
            <a:extLst xmlns:a="http://schemas.openxmlformats.org/drawingml/2006/main">
              <a:ext uri="{FF2B5EF4-FFF2-40B4-BE49-F238E27FC236}">
                <a16:creationId xmlns:a16="http://schemas.microsoft.com/office/drawing/2014/main" id="{614A6831-3749-4CC5-8721-AC80BB52CA55}"/>
              </a:ext>
            </a:extLst>
          </p:cNvPr>
          <p:cNvSpPr>
            <a:spLocks xmlns:a="http://schemas.openxmlformats.org/drawingml/2006/main" noGrp="1"/>
          </p:cNvSpPr>
          <p:nvPr/>
        </p:nvSpPr>
        <p:spPr>
          <a:xfrm xmlns:a="http://schemas.openxmlformats.org/drawingml/2006/main">
            <a:off x="1071562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3" name="diagram-line-958">
            <a:extLst xmlns:a="http://schemas.openxmlformats.org/drawingml/2006/main">
              <a:ext uri="{FF2B5EF4-FFF2-40B4-BE49-F238E27FC236}">
                <a16:creationId xmlns:a16="http://schemas.microsoft.com/office/drawing/2014/main" id="{30F86751-A62E-47AB-8728-046D11BF7D56}"/>
              </a:ext>
            </a:extLst>
          </p:cNvPr>
          <p:cNvSpPr>
            <a:spLocks xmlns:a="http://schemas.openxmlformats.org/drawingml/2006/main" noGrp="1"/>
          </p:cNvSpPr>
          <p:nvPr/>
        </p:nvSpPr>
        <p:spPr>
          <a:xfrm xmlns:a="http://schemas.openxmlformats.org/drawingml/2006/main">
            <a:off x="1071562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4" name="diagram-line-959">
            <a:extLst xmlns:a="http://schemas.openxmlformats.org/drawingml/2006/main">
              <a:ext uri="{FF2B5EF4-FFF2-40B4-BE49-F238E27FC236}">
                <a16:creationId xmlns:a16="http://schemas.microsoft.com/office/drawing/2014/main" id="{4F32019E-7040-4510-9827-3A8C024ADC1A}"/>
              </a:ext>
            </a:extLst>
          </p:cNvPr>
          <p:cNvSpPr>
            <a:spLocks xmlns:a="http://schemas.openxmlformats.org/drawingml/2006/main" noGrp="1"/>
          </p:cNvSpPr>
          <p:nvPr/>
        </p:nvSpPr>
        <p:spPr>
          <a:xfrm xmlns:a="http://schemas.openxmlformats.org/drawingml/2006/main">
            <a:off x="1071562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5" name="diagram-line-960">
            <a:extLst xmlns:a="http://schemas.openxmlformats.org/drawingml/2006/main">
              <a:ext uri="{FF2B5EF4-FFF2-40B4-BE49-F238E27FC236}">
                <a16:creationId xmlns:a16="http://schemas.microsoft.com/office/drawing/2014/main" id="{D7E3F027-EC72-4E86-B7F4-63D24D4BC4A5}"/>
              </a:ext>
            </a:extLst>
          </p:cNvPr>
          <p:cNvSpPr>
            <a:spLocks xmlns:a="http://schemas.openxmlformats.org/drawingml/2006/main" noGrp="1"/>
          </p:cNvSpPr>
          <p:nvPr/>
        </p:nvSpPr>
        <p:spPr>
          <a:xfrm xmlns:a="http://schemas.openxmlformats.org/drawingml/2006/main">
            <a:off x="1447800" y="2114550"/>
            <a:ext cx="2305050" cy="191"/>
          </a:xfrm>
          <a:custGeom xmlns:a="http://schemas.openxmlformats.org/drawingml/2006/main">
            <a:pathLst>
              <a:path w="2305050" h="191">
                <a:moveTo>
                  <a:pt x="0" y="0"/>
                </a:moveTo>
                <a:lnTo>
                  <a:pt x="2305050" y="0"/>
                </a:lnTo>
              </a:path>
            </a:pathLst>
          </a:custGeom>
          <a:noFill xmlns:a="http://schemas.openxmlformats.org/drawingml/2006/main"/>
          <a:ln xmlns:a="http://schemas.openxmlformats.org/drawingml/2006/main" w="14288">
            <a:solidFill>
              <a:srgbClr val="28849C"/>
            </a:solidFill>
          </a:ln>
        </p:spPr>
      </p:sp>
      <p:sp>
        <p:nvSpPr>
          <p:cNvPr id="206" name="diagram-poly-961">
            <a:extLst xmlns:a="http://schemas.openxmlformats.org/drawingml/2006/main">
              <a:ext uri="{FF2B5EF4-FFF2-40B4-BE49-F238E27FC236}">
                <a16:creationId xmlns:a16="http://schemas.microsoft.com/office/drawing/2014/main" id="{D430CAE3-A734-4D95-8A70-D60BB0A2F07B}"/>
              </a:ext>
            </a:extLst>
          </p:cNvPr>
          <p:cNvSpPr>
            <a:spLocks xmlns:a="http://schemas.openxmlformats.org/drawingml/2006/main" noGrp="1"/>
          </p:cNvSpPr>
          <p:nvPr/>
        </p:nvSpPr>
        <p:spPr>
          <a:xfrm xmlns:a="http://schemas.openxmlformats.org/drawingml/2006/main">
            <a:off x="3686175" y="20850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07" name="revision-text-962">
            <a:extLst xmlns:a="http://schemas.openxmlformats.org/drawingml/2006/main">
              <a:ext uri="{FF2B5EF4-FFF2-40B4-BE49-F238E27FC236}">
                <a16:creationId xmlns:a16="http://schemas.microsoft.com/office/drawing/2014/main" id="{61814F1D-4BE5-4364-B810-1AC1C8065A28}"/>
              </a:ext>
            </a:extLst>
          </p:cNvPr>
          <p:cNvSpPr>
            <a:spLocks xmlns:a="http://schemas.openxmlformats.org/drawingml/2006/main" noGrp="1"/>
          </p:cNvSpPr>
          <p:nvPr/>
        </p:nvSpPr>
        <p:spPr>
          <a:xfrm xmlns:a="http://schemas.openxmlformats.org/drawingml/2006/main">
            <a:off x="1495425" y="190500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15" b="0">
                <a:solidFill>
                  <a:srgbClr val="28849C"/>
                </a:solidFill>
                <a:latin typeface="微软雅黑"/>
                <a:ea typeface="微软雅黑"/>
                <a:cs typeface="微软雅黑"/>
              </a:defRPr>
            </a:pPr>
            <a:r>
              <a:rPr sz="1215" b="0">
                <a:solidFill>
                  <a:srgbClr val="28849C"/>
                </a:solidFill>
                <a:latin typeface="微软雅黑"/>
                <a:ea typeface="微软雅黑"/>
                <a:cs typeface="微软雅黑"/>
              </a:rPr>
              <a:t>1  Heat request + parameters</a:t>
            </a:r>
          </a:p>
        </p:txBody>
      </p:sp>
      <p:sp>
        <p:nvSpPr>
          <p:cNvPr id="208" name="diagram-line-963">
            <a:extLst xmlns:a="http://schemas.openxmlformats.org/drawingml/2006/main">
              <a:ext uri="{FF2B5EF4-FFF2-40B4-BE49-F238E27FC236}">
                <a16:creationId xmlns:a16="http://schemas.microsoft.com/office/drawing/2014/main" id="{AF277AD9-63AC-416D-AF49-239150C372DF}"/>
              </a:ext>
            </a:extLst>
          </p:cNvPr>
          <p:cNvSpPr>
            <a:spLocks xmlns:a="http://schemas.openxmlformats.org/drawingml/2006/main" noGrp="1"/>
          </p:cNvSpPr>
          <p:nvPr/>
        </p:nvSpPr>
        <p:spPr>
          <a:xfrm xmlns:a="http://schemas.openxmlformats.org/drawingml/2006/main">
            <a:off x="3752850" y="2305050"/>
            <a:ext cx="514350" cy="191"/>
          </a:xfrm>
          <a:custGeom xmlns:a="http://schemas.openxmlformats.org/drawingml/2006/main">
            <a:pathLst>
              <a:path w="514350" h="191">
                <a:moveTo>
                  <a:pt x="0" y="0"/>
                </a:moveTo>
                <a:lnTo>
                  <a:pt x="514350" y="0"/>
                </a:lnTo>
              </a:path>
            </a:pathLst>
          </a:custGeom>
          <a:noFill xmlns:a="http://schemas.openxmlformats.org/drawingml/2006/main"/>
          <a:ln xmlns:a="http://schemas.openxmlformats.org/drawingml/2006/main" w="14288">
            <a:solidFill>
              <a:srgbClr val="28849C"/>
            </a:solidFill>
          </a:ln>
        </p:spPr>
      </p:sp>
      <p:sp>
        <p:nvSpPr>
          <p:cNvPr id="209" name="diagram-line-964">
            <a:extLst xmlns:a="http://schemas.openxmlformats.org/drawingml/2006/main">
              <a:ext uri="{FF2B5EF4-FFF2-40B4-BE49-F238E27FC236}">
                <a16:creationId xmlns:a16="http://schemas.microsoft.com/office/drawing/2014/main" id="{F79BD8CA-8622-4A75-8065-79C282F9A654}"/>
              </a:ext>
            </a:extLst>
          </p:cNvPr>
          <p:cNvSpPr>
            <a:spLocks xmlns:a="http://schemas.openxmlformats.org/drawingml/2006/main" noGrp="1"/>
          </p:cNvSpPr>
          <p:nvPr/>
        </p:nvSpPr>
        <p:spPr>
          <a:xfrm xmlns:a="http://schemas.openxmlformats.org/drawingml/2006/main">
            <a:off x="4267200" y="2305050"/>
            <a:ext cx="191" cy="238125"/>
          </a:xfrm>
          <a:custGeom xmlns:a="http://schemas.openxmlformats.org/drawingml/2006/main">
            <a:pathLst>
              <a:path w="191" h="238125">
                <a:moveTo>
                  <a:pt x="0" y="0"/>
                </a:moveTo>
                <a:lnTo>
                  <a:pt x="0" y="238125"/>
                </a:lnTo>
              </a:path>
            </a:pathLst>
          </a:custGeom>
          <a:noFill xmlns:a="http://schemas.openxmlformats.org/drawingml/2006/main"/>
          <a:ln xmlns:a="http://schemas.openxmlformats.org/drawingml/2006/main" w="14288">
            <a:solidFill>
              <a:srgbClr val="28849C"/>
            </a:solidFill>
          </a:ln>
        </p:spPr>
      </p:sp>
      <p:sp>
        <p:nvSpPr>
          <p:cNvPr id="210" name="diagram-line-965">
            <a:extLst xmlns:a="http://schemas.openxmlformats.org/drawingml/2006/main">
              <a:ext uri="{FF2B5EF4-FFF2-40B4-BE49-F238E27FC236}">
                <a16:creationId xmlns:a16="http://schemas.microsoft.com/office/drawing/2014/main" id="{E82DB9B9-84FA-4F6A-A43C-A128143BE4FD}"/>
              </a:ext>
            </a:extLst>
          </p:cNvPr>
          <p:cNvSpPr>
            <a:spLocks xmlns:a="http://schemas.openxmlformats.org/drawingml/2006/main" noGrp="1"/>
          </p:cNvSpPr>
          <p:nvPr/>
        </p:nvSpPr>
        <p:spPr>
          <a:xfrm xmlns:a="http://schemas.openxmlformats.org/drawingml/2006/main">
            <a:off x="3752850" y="2543175"/>
            <a:ext cx="514350" cy="191"/>
          </a:xfrm>
          <a:custGeom xmlns:a="http://schemas.openxmlformats.org/drawingml/2006/main">
            <a:pathLst>
              <a:path w="514350" h="191">
                <a:moveTo>
                  <a:pt x="514350" y="0"/>
                </a:moveTo>
                <a:lnTo>
                  <a:pt x="0" y="0"/>
                </a:lnTo>
              </a:path>
            </a:pathLst>
          </a:custGeom>
          <a:noFill xmlns:a="http://schemas.openxmlformats.org/drawingml/2006/main"/>
          <a:ln xmlns:a="http://schemas.openxmlformats.org/drawingml/2006/main" w="14288">
            <a:solidFill>
              <a:srgbClr val="28849C"/>
            </a:solidFill>
          </a:ln>
        </p:spPr>
      </p:sp>
      <p:sp>
        <p:nvSpPr>
          <p:cNvPr id="211" name="diagram-poly-966">
            <a:extLst xmlns:a="http://schemas.openxmlformats.org/drawingml/2006/main">
              <a:ext uri="{FF2B5EF4-FFF2-40B4-BE49-F238E27FC236}">
                <a16:creationId xmlns:a16="http://schemas.microsoft.com/office/drawing/2014/main" id="{F708D1F2-481B-494D-9E72-6E3FAD4399D7}"/>
              </a:ext>
            </a:extLst>
          </p:cNvPr>
          <p:cNvSpPr>
            <a:spLocks xmlns:a="http://schemas.openxmlformats.org/drawingml/2006/main" noGrp="1"/>
          </p:cNvSpPr>
          <p:nvPr/>
        </p:nvSpPr>
        <p:spPr>
          <a:xfrm xmlns:a="http://schemas.openxmlformats.org/drawingml/2006/main">
            <a:off x="3752850" y="251364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12" name="revision-text-967">
            <a:extLst xmlns:a="http://schemas.openxmlformats.org/drawingml/2006/main">
              <a:ext uri="{FF2B5EF4-FFF2-40B4-BE49-F238E27FC236}">
                <a16:creationId xmlns:a16="http://schemas.microsoft.com/office/drawing/2014/main" id="{73E30BC7-2F49-429F-8D18-30396CE68E47}"/>
              </a:ext>
            </a:extLst>
          </p:cNvPr>
          <p:cNvSpPr>
            <a:spLocks xmlns:a="http://schemas.openxmlformats.org/drawingml/2006/main" noGrp="1"/>
          </p:cNvSpPr>
          <p:nvPr/>
        </p:nvSpPr>
        <p:spPr>
          <a:xfrm xmlns:a="http://schemas.openxmlformats.org/drawingml/2006/main">
            <a:off x="4362450" y="2314575"/>
            <a:ext cx="260032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8" b="0">
                <a:solidFill>
                  <a:srgbClr val="152C40"/>
                </a:solidFill>
                <a:latin typeface="微软雅黑"/>
                <a:ea typeface="微软雅黑"/>
                <a:cs typeface="微软雅黑"/>
              </a:defRPr>
            </a:pPr>
            <a:r>
              <a:rPr sz="1268" b="0">
                <a:solidFill>
                  <a:srgbClr val="152C40"/>
                </a:solidFill>
                <a:latin typeface="微软雅黑"/>
                <a:ea typeface="微软雅黑"/>
                <a:cs typeface="微软雅黑"/>
              </a:rPr>
              <a:t>State check and request handling</a:t>
            </a:r>
          </a:p>
        </p:txBody>
      </p:sp>
      <p:sp>
        <p:nvSpPr>
          <p:cNvPr id="213" name="diagram-line-968">
            <a:extLst xmlns:a="http://schemas.openxmlformats.org/drawingml/2006/main">
              <a:ext uri="{FF2B5EF4-FFF2-40B4-BE49-F238E27FC236}">
                <a16:creationId xmlns:a16="http://schemas.microsoft.com/office/drawing/2014/main" id="{612082EA-180C-4187-B56C-A39E82FBBDDD}"/>
              </a:ext>
            </a:extLst>
          </p:cNvPr>
          <p:cNvSpPr>
            <a:spLocks xmlns:a="http://schemas.openxmlformats.org/drawingml/2006/main" noGrp="1"/>
          </p:cNvSpPr>
          <p:nvPr/>
        </p:nvSpPr>
        <p:spPr>
          <a:xfrm xmlns:a="http://schemas.openxmlformats.org/drawingml/2006/main">
            <a:off x="3752850" y="2771775"/>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4" name="diagram-poly-969">
            <a:extLst xmlns:a="http://schemas.openxmlformats.org/drawingml/2006/main">
              <a:ext uri="{FF2B5EF4-FFF2-40B4-BE49-F238E27FC236}">
                <a16:creationId xmlns:a16="http://schemas.microsoft.com/office/drawing/2014/main" id="{BF9FE3D2-EAE5-4D76-A3C5-D6D7648A28B1}"/>
              </a:ext>
            </a:extLst>
          </p:cNvPr>
          <p:cNvSpPr>
            <a:spLocks xmlns:a="http://schemas.openxmlformats.org/drawingml/2006/main" noGrp="1"/>
          </p:cNvSpPr>
          <p:nvPr/>
        </p:nvSpPr>
        <p:spPr>
          <a:xfrm xmlns:a="http://schemas.openxmlformats.org/drawingml/2006/main">
            <a:off x="5981700" y="274224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5" name="revision-text-970">
            <a:extLst xmlns:a="http://schemas.openxmlformats.org/drawingml/2006/main">
              <a:ext uri="{FF2B5EF4-FFF2-40B4-BE49-F238E27FC236}">
                <a16:creationId xmlns:a16="http://schemas.microsoft.com/office/drawing/2014/main" id="{31A4E532-D849-4D44-AB4A-A88ED639E430}"/>
              </a:ext>
            </a:extLst>
          </p:cNvPr>
          <p:cNvSpPr>
            <a:spLocks xmlns:a="http://schemas.openxmlformats.org/drawingml/2006/main" noGrp="1"/>
          </p:cNvSpPr>
          <p:nvPr/>
        </p:nvSpPr>
        <p:spPr>
          <a:xfrm xmlns:a="http://schemas.openxmlformats.org/drawingml/2006/main">
            <a:off x="3800475" y="2562225"/>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13" b="0">
                <a:solidFill>
                  <a:srgbClr val="28849C"/>
                </a:solidFill>
                <a:latin typeface="微软雅黑"/>
                <a:ea typeface="微软雅黑"/>
                <a:cs typeface="微软雅黑"/>
              </a:defRPr>
            </a:pPr>
            <a:r>
              <a:rPr sz="1313" b="0">
                <a:solidFill>
                  <a:srgbClr val="28849C"/>
                </a:solidFill>
                <a:latin typeface="微软雅黑"/>
                <a:ea typeface="微软雅黑"/>
                <a:cs typeface="微软雅黑"/>
              </a:rPr>
              <a:t>2  Standard heat command</a:t>
            </a:r>
          </a:p>
        </p:txBody>
      </p:sp>
      <p:sp>
        <p:nvSpPr>
          <p:cNvPr id="216" name="diagram-line-971">
            <a:extLst xmlns:a="http://schemas.openxmlformats.org/drawingml/2006/main">
              <a:ext uri="{FF2B5EF4-FFF2-40B4-BE49-F238E27FC236}">
                <a16:creationId xmlns:a16="http://schemas.microsoft.com/office/drawing/2014/main" id="{6F0B4909-8BBF-4BE0-825B-1E3177F06360}"/>
              </a:ext>
            </a:extLst>
          </p:cNvPr>
          <p:cNvSpPr>
            <a:spLocks xmlns:a="http://schemas.openxmlformats.org/drawingml/2006/main" noGrp="1"/>
          </p:cNvSpPr>
          <p:nvPr/>
        </p:nvSpPr>
        <p:spPr>
          <a:xfrm xmlns:a="http://schemas.openxmlformats.org/drawingml/2006/main">
            <a:off x="6048375" y="3086100"/>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7" name="diagram-poly-972">
            <a:extLst xmlns:a="http://schemas.openxmlformats.org/drawingml/2006/main">
              <a:ext uri="{FF2B5EF4-FFF2-40B4-BE49-F238E27FC236}">
                <a16:creationId xmlns:a16="http://schemas.microsoft.com/office/drawing/2014/main" id="{0C386888-F8A9-415E-AB65-045A413B441D}"/>
              </a:ext>
            </a:extLst>
          </p:cNvPr>
          <p:cNvSpPr>
            <a:spLocks xmlns:a="http://schemas.openxmlformats.org/drawingml/2006/main" noGrp="1"/>
          </p:cNvSpPr>
          <p:nvPr/>
        </p:nvSpPr>
        <p:spPr>
          <a:xfrm xmlns:a="http://schemas.openxmlformats.org/drawingml/2006/main">
            <a:off x="8277225" y="30565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8" name="revision-text-973">
            <a:extLst xmlns:a="http://schemas.openxmlformats.org/drawingml/2006/main">
              <a:ext uri="{FF2B5EF4-FFF2-40B4-BE49-F238E27FC236}">
                <a16:creationId xmlns:a16="http://schemas.microsoft.com/office/drawing/2014/main" id="{2046DC0F-280A-4887-BDE3-D385511815B1}"/>
              </a:ext>
            </a:extLst>
          </p:cNvPr>
          <p:cNvSpPr>
            <a:spLocks xmlns:a="http://schemas.openxmlformats.org/drawingml/2006/main" noGrp="1"/>
          </p:cNvSpPr>
          <p:nvPr/>
        </p:nvSpPr>
        <p:spPr>
          <a:xfrm xmlns:a="http://schemas.openxmlformats.org/drawingml/2006/main">
            <a:off x="6096000" y="2876550"/>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3  Device heat command</a:t>
            </a:r>
          </a:p>
        </p:txBody>
      </p:sp>
      <p:sp>
        <p:nvSpPr>
          <p:cNvPr id="219" name="diagram-box-974">
            <a:extLst xmlns:a="http://schemas.openxmlformats.org/drawingml/2006/main">
              <a:ext uri="{FF2B5EF4-FFF2-40B4-BE49-F238E27FC236}">
                <a16:creationId xmlns:a16="http://schemas.microsoft.com/office/drawing/2014/main" id="{7EEF795F-7CB0-436F-AD64-3D17D72C5176}"/>
              </a:ext>
            </a:extLst>
          </p:cNvPr>
          <p:cNvSpPr>
            <a:spLocks xmlns:a="http://schemas.openxmlformats.org/drawingml/2006/main" noGrp="1"/>
          </p:cNvSpPr>
          <p:nvPr/>
        </p:nvSpPr>
        <p:spPr>
          <a:xfrm xmlns:a="http://schemas.openxmlformats.org/drawingml/2006/main">
            <a:off x="571500" y="3305175"/>
            <a:ext cx="11049000" cy="1447800"/>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20" name="diagram-box-975">
            <a:extLst xmlns:a="http://schemas.openxmlformats.org/drawingml/2006/main">
              <a:ext uri="{FF2B5EF4-FFF2-40B4-BE49-F238E27FC236}">
                <a16:creationId xmlns:a16="http://schemas.microsoft.com/office/drawing/2014/main" id="{7B66EDC2-0434-46C2-852C-DD40D4041971}"/>
              </a:ext>
            </a:extLst>
          </p:cNvPr>
          <p:cNvSpPr>
            <a:spLocks xmlns:a="http://schemas.openxmlformats.org/drawingml/2006/main" noGrp="1"/>
          </p:cNvSpPr>
          <p:nvPr/>
        </p:nvSpPr>
        <p:spPr>
          <a:xfrm xmlns:a="http://schemas.openxmlformats.org/drawingml/2006/main">
            <a:off x="571500" y="330517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21" name="revision-text-976">
            <a:extLst xmlns:a="http://schemas.openxmlformats.org/drawingml/2006/main">
              <a:ext uri="{FF2B5EF4-FFF2-40B4-BE49-F238E27FC236}">
                <a16:creationId xmlns:a16="http://schemas.microsoft.com/office/drawing/2014/main" id="{1EF4B583-53DD-4FDC-B826-5AC449815D00}"/>
              </a:ext>
            </a:extLst>
          </p:cNvPr>
          <p:cNvSpPr>
            <a:spLocks xmlns:a="http://schemas.openxmlformats.org/drawingml/2006/main" noGrp="1"/>
          </p:cNvSpPr>
          <p:nvPr/>
        </p:nvSpPr>
        <p:spPr>
          <a:xfrm xmlns:a="http://schemas.openxmlformats.org/drawingml/2006/main">
            <a:off x="590550" y="3314700"/>
            <a:ext cx="4095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loop</a:t>
            </a:r>
          </a:p>
        </p:txBody>
      </p:sp>
      <p:sp>
        <p:nvSpPr>
          <p:cNvPr id="222" name="revision-text-977">
            <a:extLst xmlns:a="http://schemas.openxmlformats.org/drawingml/2006/main">
              <a:ext uri="{FF2B5EF4-FFF2-40B4-BE49-F238E27FC236}">
                <a16:creationId xmlns:a16="http://schemas.microsoft.com/office/drawing/2014/main" id="{6D0646E9-37FF-47BF-A275-8A6EC29BE14D}"/>
              </a:ext>
            </a:extLst>
          </p:cNvPr>
          <p:cNvSpPr>
            <a:spLocks xmlns:a="http://schemas.openxmlformats.org/drawingml/2006/main" noGrp="1"/>
          </p:cNvSpPr>
          <p:nvPr/>
        </p:nvSpPr>
        <p:spPr>
          <a:xfrm xmlns:a="http://schemas.openxmlformats.org/drawingml/2006/main">
            <a:off x="1162050" y="3324225"/>
            <a:ext cx="62674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152C40"/>
                </a:solidFill>
                <a:latin typeface="微软雅黑"/>
                <a:ea typeface="微软雅黑"/>
                <a:cs typeface="微软雅黑"/>
              </a:defRPr>
            </a:pPr>
            <a:r>
              <a:rPr sz="1275" b="0">
                <a:solidFill>
                  <a:srgbClr val="152C40"/>
                </a:solidFill>
                <a:latin typeface="微软雅黑"/>
                <a:ea typeface="微软雅黑"/>
                <a:cs typeface="微软雅黑"/>
              </a:rPr>
              <a:t>During execution: continuous feedback and constraint observation</a:t>
            </a:r>
          </a:p>
        </p:txBody>
      </p:sp>
      <p:sp>
        <p:nvSpPr>
          <p:cNvPr id="223" name="diagram-line-978">
            <a:extLst xmlns:a="http://schemas.openxmlformats.org/drawingml/2006/main">
              <a:ext uri="{FF2B5EF4-FFF2-40B4-BE49-F238E27FC236}">
                <a16:creationId xmlns:a16="http://schemas.microsoft.com/office/drawing/2014/main" id="{B1F5ADA0-75CF-4E3A-A4ED-6BC5D0DE6C38}"/>
              </a:ext>
            </a:extLst>
          </p:cNvPr>
          <p:cNvSpPr>
            <a:spLocks xmlns:a="http://schemas.openxmlformats.org/drawingml/2006/main" noGrp="1"/>
          </p:cNvSpPr>
          <p:nvPr/>
        </p:nvSpPr>
        <p:spPr>
          <a:xfrm xmlns:a="http://schemas.openxmlformats.org/drawingml/2006/main">
            <a:off x="6048375" y="3781425"/>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4" name="diagram-poly-979">
            <a:extLst xmlns:a="http://schemas.openxmlformats.org/drawingml/2006/main">
              <a:ext uri="{FF2B5EF4-FFF2-40B4-BE49-F238E27FC236}">
                <a16:creationId xmlns:a16="http://schemas.microsoft.com/office/drawing/2014/main" id="{F46652AA-80AC-420E-839F-B72A96E915DE}"/>
              </a:ext>
            </a:extLst>
          </p:cNvPr>
          <p:cNvSpPr>
            <a:spLocks xmlns:a="http://schemas.openxmlformats.org/drawingml/2006/main" noGrp="1"/>
          </p:cNvSpPr>
          <p:nvPr/>
        </p:nvSpPr>
        <p:spPr>
          <a:xfrm xmlns:a="http://schemas.openxmlformats.org/drawingml/2006/main">
            <a:off x="6048375" y="375189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5" name="revision-text-980">
            <a:extLst xmlns:a="http://schemas.openxmlformats.org/drawingml/2006/main">
              <a:ext uri="{FF2B5EF4-FFF2-40B4-BE49-F238E27FC236}">
                <a16:creationId xmlns:a16="http://schemas.microsoft.com/office/drawing/2014/main" id="{BFA35C86-FF37-45F3-B66B-803E2E4CD91A}"/>
              </a:ext>
            </a:extLst>
          </p:cNvPr>
          <p:cNvSpPr>
            <a:spLocks xmlns:a="http://schemas.openxmlformats.org/drawingml/2006/main" noGrp="1"/>
          </p:cNvSpPr>
          <p:nvPr/>
        </p:nvSpPr>
        <p:spPr>
          <a:xfrm xmlns:a="http://schemas.openxmlformats.org/drawingml/2006/main">
            <a:off x="6096000" y="3571875"/>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4  Temperature / Status</a:t>
            </a:r>
          </a:p>
        </p:txBody>
      </p:sp>
      <p:sp>
        <p:nvSpPr>
          <p:cNvPr id="226" name="diagram-line-981">
            <a:extLst xmlns:a="http://schemas.openxmlformats.org/drawingml/2006/main">
              <a:ext uri="{FF2B5EF4-FFF2-40B4-BE49-F238E27FC236}">
                <a16:creationId xmlns:a16="http://schemas.microsoft.com/office/drawing/2014/main" id="{3F2868B3-8284-454E-B84F-729A6CE82196}"/>
              </a:ext>
            </a:extLst>
          </p:cNvPr>
          <p:cNvSpPr>
            <a:spLocks xmlns:a="http://schemas.openxmlformats.org/drawingml/2006/main" noGrp="1"/>
          </p:cNvSpPr>
          <p:nvPr/>
        </p:nvSpPr>
        <p:spPr>
          <a:xfrm xmlns:a="http://schemas.openxmlformats.org/drawingml/2006/main">
            <a:off x="3752850" y="4076700"/>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7" name="diagram-poly-982">
            <a:extLst xmlns:a="http://schemas.openxmlformats.org/drawingml/2006/main">
              <a:ext uri="{FF2B5EF4-FFF2-40B4-BE49-F238E27FC236}">
                <a16:creationId xmlns:a16="http://schemas.microsoft.com/office/drawing/2014/main" id="{A7BBCBB0-371A-4DF1-999F-2F4FF51450CA}"/>
              </a:ext>
            </a:extLst>
          </p:cNvPr>
          <p:cNvSpPr>
            <a:spLocks xmlns:a="http://schemas.openxmlformats.org/drawingml/2006/main" noGrp="1"/>
          </p:cNvSpPr>
          <p:nvPr/>
        </p:nvSpPr>
        <p:spPr>
          <a:xfrm xmlns:a="http://schemas.openxmlformats.org/drawingml/2006/main">
            <a:off x="3752850" y="40471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8" name="revision-text-983">
            <a:extLst xmlns:a="http://schemas.openxmlformats.org/drawingml/2006/main">
              <a:ext uri="{FF2B5EF4-FFF2-40B4-BE49-F238E27FC236}">
                <a16:creationId xmlns:a16="http://schemas.microsoft.com/office/drawing/2014/main" id="{FA3390E1-43A3-4630-908F-BADC2F05A784}"/>
              </a:ext>
            </a:extLst>
          </p:cNvPr>
          <p:cNvSpPr>
            <a:spLocks xmlns:a="http://schemas.openxmlformats.org/drawingml/2006/main" noGrp="1"/>
          </p:cNvSpPr>
          <p:nvPr/>
        </p:nvSpPr>
        <p:spPr>
          <a:xfrm xmlns:a="http://schemas.openxmlformats.org/drawingml/2006/main">
            <a:off x="3800475" y="3867150"/>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13" b="0">
                <a:solidFill>
                  <a:srgbClr val="799A39"/>
                </a:solidFill>
                <a:latin typeface="微软雅黑"/>
                <a:ea typeface="微软雅黑"/>
                <a:cs typeface="微软雅黑"/>
              </a:defRPr>
            </a:pPr>
            <a:r>
              <a:rPr sz="1313" b="0">
                <a:solidFill>
                  <a:srgbClr val="799A39"/>
                </a:solidFill>
                <a:latin typeface="微软雅黑"/>
                <a:ea typeface="微软雅黑"/>
                <a:cs typeface="微软雅黑"/>
              </a:rPr>
              <a:t>5  Telemetry / State update</a:t>
            </a:r>
          </a:p>
        </p:txBody>
      </p:sp>
      <p:sp>
        <p:nvSpPr>
          <p:cNvPr id="229" name="diagram-line-984">
            <a:extLst xmlns:a="http://schemas.openxmlformats.org/drawingml/2006/main">
              <a:ext uri="{FF2B5EF4-FFF2-40B4-BE49-F238E27FC236}">
                <a16:creationId xmlns:a16="http://schemas.microsoft.com/office/drawing/2014/main" id="{900903FA-97C7-455A-9C2C-38973DB4F261}"/>
              </a:ext>
            </a:extLst>
          </p:cNvPr>
          <p:cNvSpPr>
            <a:spLocks xmlns:a="http://schemas.openxmlformats.org/drawingml/2006/main" noGrp="1"/>
          </p:cNvSpPr>
          <p:nvPr/>
        </p:nvSpPr>
        <p:spPr>
          <a:xfrm xmlns:a="http://schemas.openxmlformats.org/drawingml/2006/main">
            <a:off x="1447800" y="4371975"/>
            <a:ext cx="2305050" cy="191"/>
          </a:xfrm>
          <a:custGeom xmlns:a="http://schemas.openxmlformats.org/drawingml/2006/main">
            <a:pathLst>
              <a:path w="2305050" h="191">
                <a:moveTo>
                  <a:pt x="2305050" y="0"/>
                </a:moveTo>
                <a:lnTo>
                  <a:pt x="0" y="0"/>
                </a:lnTo>
              </a:path>
            </a:pathLst>
          </a:custGeom>
          <a:noFill xmlns:a="http://schemas.openxmlformats.org/drawingml/2006/main"/>
          <a:ln xmlns:a="http://schemas.openxmlformats.org/drawingml/2006/main" w="14288">
            <a:solidFill>
              <a:srgbClr val="799A39"/>
            </a:solidFill>
          </a:ln>
        </p:spPr>
      </p:sp>
      <p:sp>
        <p:nvSpPr>
          <p:cNvPr id="230" name="diagram-poly-985">
            <a:extLst xmlns:a="http://schemas.openxmlformats.org/drawingml/2006/main">
              <a:ext uri="{FF2B5EF4-FFF2-40B4-BE49-F238E27FC236}">
                <a16:creationId xmlns:a16="http://schemas.microsoft.com/office/drawing/2014/main" id="{2DCE0297-877A-4D0B-9104-67479DEDB48C}"/>
              </a:ext>
            </a:extLst>
          </p:cNvPr>
          <p:cNvSpPr>
            <a:spLocks xmlns:a="http://schemas.openxmlformats.org/drawingml/2006/main" noGrp="1"/>
          </p:cNvSpPr>
          <p:nvPr/>
        </p:nvSpPr>
        <p:spPr>
          <a:xfrm xmlns:a="http://schemas.openxmlformats.org/drawingml/2006/main">
            <a:off x="1447800"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31" name="revision-text-986">
            <a:extLst xmlns:a="http://schemas.openxmlformats.org/drawingml/2006/main">
              <a:ext uri="{FF2B5EF4-FFF2-40B4-BE49-F238E27FC236}">
                <a16:creationId xmlns:a16="http://schemas.microsoft.com/office/drawing/2014/main" id="{D1EE6709-DFB2-4FB8-A3DE-9B2013988CC1}"/>
              </a:ext>
            </a:extLst>
          </p:cNvPr>
          <p:cNvSpPr>
            <a:spLocks xmlns:a="http://schemas.openxmlformats.org/drawingml/2006/main" noGrp="1"/>
          </p:cNvSpPr>
          <p:nvPr/>
        </p:nvSpPr>
        <p:spPr>
          <a:xfrm xmlns:a="http://schemas.openxmlformats.org/drawingml/2006/main">
            <a:off x="1495425" y="4162425"/>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6  Execution state / Data</a:t>
            </a:r>
          </a:p>
        </p:txBody>
      </p:sp>
      <p:sp>
        <p:nvSpPr>
          <p:cNvPr id="232" name="diagram-line-987">
            <a:extLst xmlns:a="http://schemas.openxmlformats.org/drawingml/2006/main">
              <a:ext uri="{FF2B5EF4-FFF2-40B4-BE49-F238E27FC236}">
                <a16:creationId xmlns:a16="http://schemas.microsoft.com/office/drawing/2014/main" id="{2FA82503-AD78-4093-946E-CA3B51C4629C}"/>
              </a:ext>
            </a:extLst>
          </p:cNvPr>
          <p:cNvSpPr>
            <a:spLocks xmlns:a="http://schemas.openxmlformats.org/drawingml/2006/main" noGrp="1"/>
          </p:cNvSpPr>
          <p:nvPr/>
        </p:nvSpPr>
        <p:spPr>
          <a:xfrm xmlns:a="http://schemas.openxmlformats.org/drawingml/2006/main">
            <a:off x="3752850" y="4533900"/>
            <a:ext cx="6962775" cy="191"/>
          </a:xfrm>
          <a:custGeom xmlns:a="http://schemas.openxmlformats.org/drawingml/2006/main">
            <a:pathLst>
              <a:path w="6962775" h="191">
                <a:moveTo>
                  <a:pt x="0" y="0"/>
                </a:moveTo>
                <a:lnTo>
                  <a:pt x="6962775" y="0"/>
                </a:lnTo>
              </a:path>
            </a:pathLst>
          </a:custGeom>
          <a:noFill xmlns:a="http://schemas.openxmlformats.org/drawingml/2006/main"/>
          <a:ln xmlns:a="http://schemas.openxmlformats.org/drawingml/2006/main" w="14288">
            <a:solidFill>
              <a:srgbClr val="799A39"/>
            </a:solidFill>
          </a:ln>
        </p:spPr>
      </p:sp>
      <p:sp>
        <p:nvSpPr>
          <p:cNvPr id="233" name="diagram-poly-988">
            <a:extLst xmlns:a="http://schemas.openxmlformats.org/drawingml/2006/main">
              <a:ext uri="{FF2B5EF4-FFF2-40B4-BE49-F238E27FC236}">
                <a16:creationId xmlns:a16="http://schemas.microsoft.com/office/drawing/2014/main" id="{52FCD164-ABB0-4183-8DFD-A0A9A42BDD1E}"/>
              </a:ext>
            </a:extLst>
          </p:cNvPr>
          <p:cNvSpPr>
            <a:spLocks xmlns:a="http://schemas.openxmlformats.org/drawingml/2006/main" noGrp="1"/>
          </p:cNvSpPr>
          <p:nvPr/>
        </p:nvSpPr>
        <p:spPr>
          <a:xfrm xmlns:a="http://schemas.openxmlformats.org/drawingml/2006/main">
            <a:off x="10648950" y="4504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34" name="revision-text-989">
            <a:extLst xmlns:a="http://schemas.openxmlformats.org/drawingml/2006/main">
              <a:ext uri="{FF2B5EF4-FFF2-40B4-BE49-F238E27FC236}">
                <a16:creationId xmlns:a16="http://schemas.microsoft.com/office/drawing/2014/main" id="{FC59ACDB-68CB-4B69-925C-9C1EF49A5226}"/>
              </a:ext>
            </a:extLst>
          </p:cNvPr>
          <p:cNvSpPr>
            <a:spLocks xmlns:a="http://schemas.openxmlformats.org/drawingml/2006/main" noGrp="1"/>
          </p:cNvSpPr>
          <p:nvPr/>
        </p:nvSpPr>
        <p:spPr>
          <a:xfrm xmlns:a="http://schemas.openxmlformats.org/drawingml/2006/main">
            <a:off x="5553075" y="4343400"/>
            <a:ext cx="46577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and measurements</a:t>
            </a:r>
          </a:p>
        </p:txBody>
      </p:sp>
      <p:sp>
        <p:nvSpPr>
          <p:cNvPr id="235" name="diagram-line-990">
            <a:extLst xmlns:a="http://schemas.openxmlformats.org/drawingml/2006/main">
              <a:ext uri="{FF2B5EF4-FFF2-40B4-BE49-F238E27FC236}">
                <a16:creationId xmlns:a16="http://schemas.microsoft.com/office/drawing/2014/main" id="{A64CEF0A-4F1C-4BD7-94BD-66958797AF4E}"/>
              </a:ext>
            </a:extLst>
          </p:cNvPr>
          <p:cNvSpPr>
            <a:spLocks xmlns:a="http://schemas.openxmlformats.org/drawingml/2006/main" noGrp="1"/>
          </p:cNvSpPr>
          <p:nvPr/>
        </p:nvSpPr>
        <p:spPr>
          <a:xfrm xmlns:a="http://schemas.openxmlformats.org/drawingml/2006/main">
            <a:off x="1447800" y="4705350"/>
            <a:ext cx="9267825" cy="191"/>
          </a:xfrm>
          <a:custGeom xmlns:a="http://schemas.openxmlformats.org/drawingml/2006/main">
            <a:pathLst>
              <a:path w="9267825" h="191">
                <a:moveTo>
                  <a:pt x="0" y="0"/>
                </a:moveTo>
                <a:lnTo>
                  <a:pt x="9267825" y="0"/>
                </a:lnTo>
              </a:path>
            </a:pathLst>
          </a:custGeom>
          <a:noFill xmlns:a="http://schemas.openxmlformats.org/drawingml/2006/main"/>
          <a:ln xmlns:a="http://schemas.openxmlformats.org/drawingml/2006/main" w="14288">
            <a:solidFill>
              <a:srgbClr val="9A83BB"/>
            </a:solidFill>
          </a:ln>
        </p:spPr>
      </p:sp>
      <p:sp>
        <p:nvSpPr>
          <p:cNvPr id="236" name="diagram-poly-991">
            <a:extLst xmlns:a="http://schemas.openxmlformats.org/drawingml/2006/main">
              <a:ext uri="{FF2B5EF4-FFF2-40B4-BE49-F238E27FC236}">
                <a16:creationId xmlns:a16="http://schemas.microsoft.com/office/drawing/2014/main" id="{3EBD0F8E-8581-4F13-A5E3-C4C00B9F3945}"/>
              </a:ext>
            </a:extLst>
          </p:cNvPr>
          <p:cNvSpPr>
            <a:spLocks xmlns:a="http://schemas.openxmlformats.org/drawingml/2006/main" noGrp="1"/>
          </p:cNvSpPr>
          <p:nvPr/>
        </p:nvSpPr>
        <p:spPr>
          <a:xfrm xmlns:a="http://schemas.openxmlformats.org/drawingml/2006/main">
            <a:off x="10648950" y="46758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237" name="revision-text-992">
            <a:extLst xmlns:a="http://schemas.openxmlformats.org/drawingml/2006/main">
              <a:ext uri="{FF2B5EF4-FFF2-40B4-BE49-F238E27FC236}">
                <a16:creationId xmlns:a16="http://schemas.microsoft.com/office/drawing/2014/main" id="{29DA0910-84FC-494A-8A62-27ECFBD41134}"/>
              </a:ext>
            </a:extLst>
          </p:cNvPr>
          <p:cNvSpPr>
            <a:spLocks xmlns:a="http://schemas.openxmlformats.org/drawingml/2006/main" noGrp="1"/>
          </p:cNvSpPr>
          <p:nvPr/>
        </p:nvSpPr>
        <p:spPr>
          <a:xfrm xmlns:a="http://schemas.openxmlformats.org/drawingml/2006/main">
            <a:off x="7258050" y="4505325"/>
            <a:ext cx="30003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execution context</a:t>
            </a:r>
          </a:p>
        </p:txBody>
      </p:sp>
      <p:sp>
        <p:nvSpPr>
          <p:cNvPr id="238" name="diagram-box-993">
            <a:extLst xmlns:a="http://schemas.openxmlformats.org/drawingml/2006/main">
              <a:ext uri="{FF2B5EF4-FFF2-40B4-BE49-F238E27FC236}">
                <a16:creationId xmlns:a16="http://schemas.microsoft.com/office/drawing/2014/main" id="{30D5C4C2-5A25-42BE-9B1D-D59C960ECFE6}"/>
              </a:ext>
            </a:extLst>
          </p:cNvPr>
          <p:cNvSpPr>
            <a:spLocks xmlns:a="http://schemas.openxmlformats.org/drawingml/2006/main" noGrp="1"/>
          </p:cNvSpPr>
          <p:nvPr/>
        </p:nvSpPr>
        <p:spPr>
          <a:xfrm xmlns:a="http://schemas.openxmlformats.org/drawingml/2006/main">
            <a:off x="571500" y="4848225"/>
            <a:ext cx="11049000" cy="1171575"/>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39" name="diagram-box-994">
            <a:extLst xmlns:a="http://schemas.openxmlformats.org/drawingml/2006/main">
              <a:ext uri="{FF2B5EF4-FFF2-40B4-BE49-F238E27FC236}">
                <a16:creationId xmlns:a16="http://schemas.microsoft.com/office/drawing/2014/main" id="{6CF64DB5-A76C-42D4-BDE7-259616F82274}"/>
              </a:ext>
            </a:extLst>
          </p:cNvPr>
          <p:cNvSpPr>
            <a:spLocks xmlns:a="http://schemas.openxmlformats.org/drawingml/2006/main" noGrp="1"/>
          </p:cNvSpPr>
          <p:nvPr/>
        </p:nvSpPr>
        <p:spPr>
          <a:xfrm xmlns:a="http://schemas.openxmlformats.org/drawingml/2006/main">
            <a:off x="571500" y="484822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40" name="revision-text-995">
            <a:extLst xmlns:a="http://schemas.openxmlformats.org/drawingml/2006/main">
              <a:ext uri="{FF2B5EF4-FFF2-40B4-BE49-F238E27FC236}">
                <a16:creationId xmlns:a16="http://schemas.microsoft.com/office/drawing/2014/main" id="{A084F21A-589F-488B-8CF3-D1EC1061F7ED}"/>
              </a:ext>
            </a:extLst>
          </p:cNvPr>
          <p:cNvSpPr>
            <a:spLocks xmlns:a="http://schemas.openxmlformats.org/drawingml/2006/main" noGrp="1"/>
          </p:cNvSpPr>
          <p:nvPr/>
        </p:nvSpPr>
        <p:spPr>
          <a:xfrm xmlns:a="http://schemas.openxmlformats.org/drawingml/2006/main">
            <a:off x="600075" y="4857750"/>
            <a:ext cx="390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alt</a:t>
            </a:r>
          </a:p>
        </p:txBody>
      </p:sp>
      <p:sp>
        <p:nvSpPr>
          <p:cNvPr id="241" name="revision-text-996">
            <a:extLst xmlns:a="http://schemas.openxmlformats.org/drawingml/2006/main">
              <a:ext uri="{FF2B5EF4-FFF2-40B4-BE49-F238E27FC236}">
                <a16:creationId xmlns:a16="http://schemas.microsoft.com/office/drawing/2014/main" id="{78B8A96C-E014-4E66-A988-89C5EBFC7CF5}"/>
              </a:ext>
            </a:extLst>
          </p:cNvPr>
          <p:cNvSpPr>
            <a:spLocks xmlns:a="http://schemas.openxmlformats.org/drawingml/2006/main" noGrp="1"/>
          </p:cNvSpPr>
          <p:nvPr/>
        </p:nvSpPr>
        <p:spPr>
          <a:xfrm xmlns:a="http://schemas.openxmlformats.org/drawingml/2006/main">
            <a:off x="1171575" y="4857750"/>
            <a:ext cx="103060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152C40"/>
                </a:solidFill>
                <a:latin typeface="微软雅黑"/>
                <a:ea typeface="微软雅黑"/>
                <a:cs typeface="微软雅黑"/>
              </a:defRPr>
            </a:pPr>
            <a:r>
              <a:rPr sz="1275" b="0">
                <a:solidFill>
                  <a:srgbClr val="152C40"/>
                </a:solidFill>
                <a:latin typeface="微软雅黑"/>
                <a:ea typeface="微软雅黑"/>
                <a:cs typeface="微软雅黑"/>
              </a:rPr>
              <a:t>[Normal] Completion conditions hold and progression is allowed</a:t>
            </a:r>
          </a:p>
        </p:txBody>
      </p:sp>
      <p:sp>
        <p:nvSpPr>
          <p:cNvPr id="242" name="diagram-line-997">
            <a:extLst xmlns:a="http://schemas.openxmlformats.org/drawingml/2006/main">
              <a:ext uri="{FF2B5EF4-FFF2-40B4-BE49-F238E27FC236}">
                <a16:creationId xmlns:a16="http://schemas.microsoft.com/office/drawing/2014/main" id="{4269AF79-E7EC-4128-B0E5-5D59D34B37E9}"/>
              </a:ext>
            </a:extLst>
          </p:cNvPr>
          <p:cNvSpPr>
            <a:spLocks xmlns:a="http://schemas.openxmlformats.org/drawingml/2006/main" noGrp="1"/>
          </p:cNvSpPr>
          <p:nvPr/>
        </p:nvSpPr>
        <p:spPr>
          <a:xfrm xmlns:a="http://schemas.openxmlformats.org/drawingml/2006/main">
            <a:off x="1447800" y="5114925"/>
            <a:ext cx="838200" cy="191"/>
          </a:xfrm>
          <a:custGeom xmlns:a="http://schemas.openxmlformats.org/drawingml/2006/main">
            <a:pathLst>
              <a:path w="838200" h="191">
                <a:moveTo>
                  <a:pt x="0" y="0"/>
                </a:moveTo>
                <a:lnTo>
                  <a:pt x="838200" y="0"/>
                </a:lnTo>
              </a:path>
            </a:pathLst>
          </a:custGeom>
          <a:noFill xmlns:a="http://schemas.openxmlformats.org/drawingml/2006/main"/>
          <a:ln xmlns:a="http://schemas.openxmlformats.org/drawingml/2006/main" w="14288">
            <a:solidFill>
              <a:srgbClr val="28849C"/>
            </a:solidFill>
          </a:ln>
        </p:spPr>
      </p:sp>
      <p:sp>
        <p:nvSpPr>
          <p:cNvPr id="243" name="diagram-line-998">
            <a:extLst xmlns:a="http://schemas.openxmlformats.org/drawingml/2006/main">
              <a:ext uri="{FF2B5EF4-FFF2-40B4-BE49-F238E27FC236}">
                <a16:creationId xmlns:a16="http://schemas.microsoft.com/office/drawing/2014/main" id="{C14E1064-DFAC-4E62-AB2B-EEB98EECC6A8}"/>
              </a:ext>
            </a:extLst>
          </p:cNvPr>
          <p:cNvSpPr>
            <a:spLocks xmlns:a="http://schemas.openxmlformats.org/drawingml/2006/main" noGrp="1"/>
          </p:cNvSpPr>
          <p:nvPr/>
        </p:nvSpPr>
        <p:spPr>
          <a:xfrm xmlns:a="http://schemas.openxmlformats.org/drawingml/2006/main">
            <a:off x="2286000" y="5114925"/>
            <a:ext cx="191" cy="209550"/>
          </a:xfrm>
          <a:custGeom xmlns:a="http://schemas.openxmlformats.org/drawingml/2006/main">
            <a:pathLst>
              <a:path w="191" h="209550">
                <a:moveTo>
                  <a:pt x="0" y="0"/>
                </a:moveTo>
                <a:lnTo>
                  <a:pt x="0" y="209550"/>
                </a:lnTo>
              </a:path>
            </a:pathLst>
          </a:custGeom>
          <a:noFill xmlns:a="http://schemas.openxmlformats.org/drawingml/2006/main"/>
          <a:ln xmlns:a="http://schemas.openxmlformats.org/drawingml/2006/main" w="14288">
            <a:solidFill>
              <a:srgbClr val="28849C"/>
            </a:solidFill>
          </a:ln>
        </p:spPr>
      </p:sp>
      <p:sp>
        <p:nvSpPr>
          <p:cNvPr id="244" name="diagram-line-999">
            <a:extLst xmlns:a="http://schemas.openxmlformats.org/drawingml/2006/main">
              <a:ext uri="{FF2B5EF4-FFF2-40B4-BE49-F238E27FC236}">
                <a16:creationId xmlns:a16="http://schemas.microsoft.com/office/drawing/2014/main" id="{93BF14A2-2614-4077-84EB-AB0034A37103}"/>
              </a:ext>
            </a:extLst>
          </p:cNvPr>
          <p:cNvSpPr>
            <a:spLocks xmlns:a="http://schemas.openxmlformats.org/drawingml/2006/main" noGrp="1"/>
          </p:cNvSpPr>
          <p:nvPr/>
        </p:nvSpPr>
        <p:spPr>
          <a:xfrm xmlns:a="http://schemas.openxmlformats.org/drawingml/2006/main">
            <a:off x="1447800" y="5324475"/>
            <a:ext cx="838200" cy="191"/>
          </a:xfrm>
          <a:custGeom xmlns:a="http://schemas.openxmlformats.org/drawingml/2006/main">
            <a:pathLst>
              <a:path w="838200" h="191">
                <a:moveTo>
                  <a:pt x="838200" y="0"/>
                </a:moveTo>
                <a:lnTo>
                  <a:pt x="0" y="0"/>
                </a:lnTo>
              </a:path>
            </a:pathLst>
          </a:custGeom>
          <a:noFill xmlns:a="http://schemas.openxmlformats.org/drawingml/2006/main"/>
          <a:ln xmlns:a="http://schemas.openxmlformats.org/drawingml/2006/main" w="14288">
            <a:solidFill>
              <a:srgbClr val="28849C"/>
            </a:solidFill>
          </a:ln>
        </p:spPr>
      </p:sp>
      <p:sp>
        <p:nvSpPr>
          <p:cNvPr id="245" name="diagram-poly-1000">
            <a:extLst xmlns:a="http://schemas.openxmlformats.org/drawingml/2006/main">
              <a:ext uri="{FF2B5EF4-FFF2-40B4-BE49-F238E27FC236}">
                <a16:creationId xmlns:a16="http://schemas.microsoft.com/office/drawing/2014/main" id="{1028B915-D865-442E-9953-0906F9EF8323}"/>
              </a:ext>
            </a:extLst>
          </p:cNvPr>
          <p:cNvSpPr>
            <a:spLocks xmlns:a="http://schemas.openxmlformats.org/drawingml/2006/main" noGrp="1"/>
          </p:cNvSpPr>
          <p:nvPr/>
        </p:nvSpPr>
        <p:spPr>
          <a:xfrm xmlns:a="http://schemas.openxmlformats.org/drawingml/2006/main">
            <a:off x="1447800" y="52949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46" name="revision-text-1001">
            <a:extLst xmlns:a="http://schemas.openxmlformats.org/drawingml/2006/main">
              <a:ext uri="{FF2B5EF4-FFF2-40B4-BE49-F238E27FC236}">
                <a16:creationId xmlns:a16="http://schemas.microsoft.com/office/drawing/2014/main" id="{32BBA3E5-5A62-4D4E-9D16-32DE63C9BD41}"/>
              </a:ext>
            </a:extLst>
          </p:cNvPr>
          <p:cNvSpPr>
            <a:spLocks xmlns:a="http://schemas.openxmlformats.org/drawingml/2006/main" noGrp="1"/>
          </p:cNvSpPr>
          <p:nvPr/>
        </p:nvSpPr>
        <p:spPr>
          <a:xfrm xmlns:a="http://schemas.openxmlformats.org/drawingml/2006/main">
            <a:off x="2486025" y="5124450"/>
            <a:ext cx="73533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350" b="0">
                <a:solidFill>
                  <a:srgbClr val="152C40"/>
                </a:solidFill>
                <a:latin typeface="微软雅黑"/>
                <a:ea typeface="微软雅黑"/>
                <a:cs typeface="微软雅黑"/>
              </a:defRPr>
            </a:pPr>
            <a:r>
              <a:rPr sz="1350" b="0">
                <a:solidFill>
                  <a:srgbClr val="152C40"/>
                </a:solidFill>
                <a:latin typeface="微软雅黑"/>
                <a:ea typeface="微软雅黑"/>
                <a:cs typeface="微软雅黑"/>
              </a:rPr>
              <a:t>Complete node → Emit activation signal → Next step</a:t>
            </a:r>
          </a:p>
        </p:txBody>
      </p:sp>
      <p:sp>
        <p:nvSpPr>
          <p:cNvPr id="247" name="diagram-line-1002">
            <a:extLst xmlns:a="http://schemas.openxmlformats.org/drawingml/2006/main">
              <a:ext uri="{FF2B5EF4-FFF2-40B4-BE49-F238E27FC236}">
                <a16:creationId xmlns:a16="http://schemas.microsoft.com/office/drawing/2014/main" id="{47EBEAF4-7061-4205-8E8F-86BF664AA5AB}"/>
              </a:ext>
            </a:extLst>
          </p:cNvPr>
          <p:cNvSpPr>
            <a:spLocks xmlns:a="http://schemas.openxmlformats.org/drawingml/2006/main" noGrp="1"/>
          </p:cNvSpPr>
          <p:nvPr/>
        </p:nvSpPr>
        <p:spPr>
          <a:xfrm xmlns:a="http://schemas.openxmlformats.org/drawingml/2006/main">
            <a:off x="571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8" name="diagram-line-1003">
            <a:extLst xmlns:a="http://schemas.openxmlformats.org/drawingml/2006/main">
              <a:ext uri="{FF2B5EF4-FFF2-40B4-BE49-F238E27FC236}">
                <a16:creationId xmlns:a16="http://schemas.microsoft.com/office/drawing/2014/main" id="{61ED0115-B410-4CE2-A7DE-1582A3A96F0B}"/>
              </a:ext>
            </a:extLst>
          </p:cNvPr>
          <p:cNvSpPr>
            <a:spLocks xmlns:a="http://schemas.openxmlformats.org/drawingml/2006/main" noGrp="1"/>
          </p:cNvSpPr>
          <p:nvPr/>
        </p:nvSpPr>
        <p:spPr>
          <a:xfrm xmlns:a="http://schemas.openxmlformats.org/drawingml/2006/main">
            <a:off x="685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9" name="diagram-line-1004">
            <a:extLst xmlns:a="http://schemas.openxmlformats.org/drawingml/2006/main">
              <a:ext uri="{FF2B5EF4-FFF2-40B4-BE49-F238E27FC236}">
                <a16:creationId xmlns:a16="http://schemas.microsoft.com/office/drawing/2014/main" id="{415D3C76-34B4-4E87-A65D-A6CF835166D0}"/>
              </a:ext>
            </a:extLst>
          </p:cNvPr>
          <p:cNvSpPr>
            <a:spLocks xmlns:a="http://schemas.openxmlformats.org/drawingml/2006/main" noGrp="1"/>
          </p:cNvSpPr>
          <p:nvPr/>
        </p:nvSpPr>
        <p:spPr>
          <a:xfrm xmlns:a="http://schemas.openxmlformats.org/drawingml/2006/main">
            <a:off x="800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0" name="diagram-line-1005">
            <a:extLst xmlns:a="http://schemas.openxmlformats.org/drawingml/2006/main">
              <a:ext uri="{FF2B5EF4-FFF2-40B4-BE49-F238E27FC236}">
                <a16:creationId xmlns:a16="http://schemas.microsoft.com/office/drawing/2014/main" id="{68606763-C339-4D59-9258-6A73586E3EF9}"/>
              </a:ext>
            </a:extLst>
          </p:cNvPr>
          <p:cNvSpPr>
            <a:spLocks xmlns:a="http://schemas.openxmlformats.org/drawingml/2006/main" noGrp="1"/>
          </p:cNvSpPr>
          <p:nvPr/>
        </p:nvSpPr>
        <p:spPr>
          <a:xfrm xmlns:a="http://schemas.openxmlformats.org/drawingml/2006/main">
            <a:off x="914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1" name="diagram-line-1006">
            <a:extLst xmlns:a="http://schemas.openxmlformats.org/drawingml/2006/main">
              <a:ext uri="{FF2B5EF4-FFF2-40B4-BE49-F238E27FC236}">
                <a16:creationId xmlns:a16="http://schemas.microsoft.com/office/drawing/2014/main" id="{9B1B87DA-0D40-4813-811F-AA9F2D11470D}"/>
              </a:ext>
            </a:extLst>
          </p:cNvPr>
          <p:cNvSpPr>
            <a:spLocks xmlns:a="http://schemas.openxmlformats.org/drawingml/2006/main" noGrp="1"/>
          </p:cNvSpPr>
          <p:nvPr/>
        </p:nvSpPr>
        <p:spPr>
          <a:xfrm xmlns:a="http://schemas.openxmlformats.org/drawingml/2006/main">
            <a:off x="1028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2" name="diagram-line-1007">
            <a:extLst xmlns:a="http://schemas.openxmlformats.org/drawingml/2006/main">
              <a:ext uri="{FF2B5EF4-FFF2-40B4-BE49-F238E27FC236}">
                <a16:creationId xmlns:a16="http://schemas.microsoft.com/office/drawing/2014/main" id="{B8240F22-A43E-44D6-86CE-E85EB9D7F4C5}"/>
              </a:ext>
            </a:extLst>
          </p:cNvPr>
          <p:cNvSpPr>
            <a:spLocks xmlns:a="http://schemas.openxmlformats.org/drawingml/2006/main" noGrp="1"/>
          </p:cNvSpPr>
          <p:nvPr/>
        </p:nvSpPr>
        <p:spPr>
          <a:xfrm xmlns:a="http://schemas.openxmlformats.org/drawingml/2006/main">
            <a:off x="1143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3" name="diagram-line-1008">
            <a:extLst xmlns:a="http://schemas.openxmlformats.org/drawingml/2006/main">
              <a:ext uri="{FF2B5EF4-FFF2-40B4-BE49-F238E27FC236}">
                <a16:creationId xmlns:a16="http://schemas.microsoft.com/office/drawing/2014/main" id="{F8732F10-8099-4486-9737-448B451BE318}"/>
              </a:ext>
            </a:extLst>
          </p:cNvPr>
          <p:cNvSpPr>
            <a:spLocks xmlns:a="http://schemas.openxmlformats.org/drawingml/2006/main" noGrp="1"/>
          </p:cNvSpPr>
          <p:nvPr/>
        </p:nvSpPr>
        <p:spPr>
          <a:xfrm xmlns:a="http://schemas.openxmlformats.org/drawingml/2006/main">
            <a:off x="1257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4" name="diagram-line-1009">
            <a:extLst xmlns:a="http://schemas.openxmlformats.org/drawingml/2006/main">
              <a:ext uri="{FF2B5EF4-FFF2-40B4-BE49-F238E27FC236}">
                <a16:creationId xmlns:a16="http://schemas.microsoft.com/office/drawing/2014/main" id="{98B20F8B-71A9-4213-90C3-C02959EA7E2B}"/>
              </a:ext>
            </a:extLst>
          </p:cNvPr>
          <p:cNvSpPr>
            <a:spLocks xmlns:a="http://schemas.openxmlformats.org/drawingml/2006/main" noGrp="1"/>
          </p:cNvSpPr>
          <p:nvPr/>
        </p:nvSpPr>
        <p:spPr>
          <a:xfrm xmlns:a="http://schemas.openxmlformats.org/drawingml/2006/main">
            <a:off x="1371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5" name="diagram-line-1010">
            <a:extLst xmlns:a="http://schemas.openxmlformats.org/drawingml/2006/main">
              <a:ext uri="{FF2B5EF4-FFF2-40B4-BE49-F238E27FC236}">
                <a16:creationId xmlns:a16="http://schemas.microsoft.com/office/drawing/2014/main" id="{A5BC5032-15CB-43C1-A500-BBE1BE476B29}"/>
              </a:ext>
            </a:extLst>
          </p:cNvPr>
          <p:cNvSpPr>
            <a:spLocks xmlns:a="http://schemas.openxmlformats.org/drawingml/2006/main" noGrp="1"/>
          </p:cNvSpPr>
          <p:nvPr/>
        </p:nvSpPr>
        <p:spPr>
          <a:xfrm xmlns:a="http://schemas.openxmlformats.org/drawingml/2006/main">
            <a:off x="1485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6" name="diagram-line-1011">
            <a:extLst xmlns:a="http://schemas.openxmlformats.org/drawingml/2006/main">
              <a:ext uri="{FF2B5EF4-FFF2-40B4-BE49-F238E27FC236}">
                <a16:creationId xmlns:a16="http://schemas.microsoft.com/office/drawing/2014/main" id="{3E943AA1-2C76-4609-9576-EC89C7A6CDFF}"/>
              </a:ext>
            </a:extLst>
          </p:cNvPr>
          <p:cNvSpPr>
            <a:spLocks xmlns:a="http://schemas.openxmlformats.org/drawingml/2006/main" noGrp="1"/>
          </p:cNvSpPr>
          <p:nvPr/>
        </p:nvSpPr>
        <p:spPr>
          <a:xfrm xmlns:a="http://schemas.openxmlformats.org/drawingml/2006/main">
            <a:off x="1600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7" name="diagram-line-1012">
            <a:extLst xmlns:a="http://schemas.openxmlformats.org/drawingml/2006/main">
              <a:ext uri="{FF2B5EF4-FFF2-40B4-BE49-F238E27FC236}">
                <a16:creationId xmlns:a16="http://schemas.microsoft.com/office/drawing/2014/main" id="{213D0E80-9226-42BE-8E8A-15282393B64A}"/>
              </a:ext>
            </a:extLst>
          </p:cNvPr>
          <p:cNvSpPr>
            <a:spLocks xmlns:a="http://schemas.openxmlformats.org/drawingml/2006/main" noGrp="1"/>
          </p:cNvSpPr>
          <p:nvPr/>
        </p:nvSpPr>
        <p:spPr>
          <a:xfrm xmlns:a="http://schemas.openxmlformats.org/drawingml/2006/main">
            <a:off x="1714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8" name="diagram-line-1013">
            <a:extLst xmlns:a="http://schemas.openxmlformats.org/drawingml/2006/main">
              <a:ext uri="{FF2B5EF4-FFF2-40B4-BE49-F238E27FC236}">
                <a16:creationId xmlns:a16="http://schemas.microsoft.com/office/drawing/2014/main" id="{0D625C36-937F-4C2D-ABE6-C0A639CFFA5C}"/>
              </a:ext>
            </a:extLst>
          </p:cNvPr>
          <p:cNvSpPr>
            <a:spLocks xmlns:a="http://schemas.openxmlformats.org/drawingml/2006/main" noGrp="1"/>
          </p:cNvSpPr>
          <p:nvPr/>
        </p:nvSpPr>
        <p:spPr>
          <a:xfrm xmlns:a="http://schemas.openxmlformats.org/drawingml/2006/main">
            <a:off x="1828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9" name="diagram-line-1014">
            <a:extLst xmlns:a="http://schemas.openxmlformats.org/drawingml/2006/main">
              <a:ext uri="{FF2B5EF4-FFF2-40B4-BE49-F238E27FC236}">
                <a16:creationId xmlns:a16="http://schemas.microsoft.com/office/drawing/2014/main" id="{62EF6EE1-475E-48EE-8FD0-1447D163D315}"/>
              </a:ext>
            </a:extLst>
          </p:cNvPr>
          <p:cNvSpPr>
            <a:spLocks xmlns:a="http://schemas.openxmlformats.org/drawingml/2006/main" noGrp="1"/>
          </p:cNvSpPr>
          <p:nvPr/>
        </p:nvSpPr>
        <p:spPr>
          <a:xfrm xmlns:a="http://schemas.openxmlformats.org/drawingml/2006/main">
            <a:off x="1943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0" name="diagram-line-1015">
            <a:extLst xmlns:a="http://schemas.openxmlformats.org/drawingml/2006/main">
              <a:ext uri="{FF2B5EF4-FFF2-40B4-BE49-F238E27FC236}">
                <a16:creationId xmlns:a16="http://schemas.microsoft.com/office/drawing/2014/main" id="{35CAA0BD-4CF2-4492-9A66-809C00263A84}"/>
              </a:ext>
            </a:extLst>
          </p:cNvPr>
          <p:cNvSpPr>
            <a:spLocks xmlns:a="http://schemas.openxmlformats.org/drawingml/2006/main" noGrp="1"/>
          </p:cNvSpPr>
          <p:nvPr/>
        </p:nvSpPr>
        <p:spPr>
          <a:xfrm xmlns:a="http://schemas.openxmlformats.org/drawingml/2006/main">
            <a:off x="2057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1" name="diagram-line-1016">
            <a:extLst xmlns:a="http://schemas.openxmlformats.org/drawingml/2006/main">
              <a:ext uri="{FF2B5EF4-FFF2-40B4-BE49-F238E27FC236}">
                <a16:creationId xmlns:a16="http://schemas.microsoft.com/office/drawing/2014/main" id="{724DA755-FA3B-4B6B-9E02-459CC4D088E1}"/>
              </a:ext>
            </a:extLst>
          </p:cNvPr>
          <p:cNvSpPr>
            <a:spLocks xmlns:a="http://schemas.openxmlformats.org/drawingml/2006/main" noGrp="1"/>
          </p:cNvSpPr>
          <p:nvPr/>
        </p:nvSpPr>
        <p:spPr>
          <a:xfrm xmlns:a="http://schemas.openxmlformats.org/drawingml/2006/main">
            <a:off x="2171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2" name="diagram-line-1017">
            <a:extLst xmlns:a="http://schemas.openxmlformats.org/drawingml/2006/main">
              <a:ext uri="{FF2B5EF4-FFF2-40B4-BE49-F238E27FC236}">
                <a16:creationId xmlns:a16="http://schemas.microsoft.com/office/drawing/2014/main" id="{9C71B315-03F7-4648-B198-3C6A1469BEC8}"/>
              </a:ext>
            </a:extLst>
          </p:cNvPr>
          <p:cNvSpPr>
            <a:spLocks xmlns:a="http://schemas.openxmlformats.org/drawingml/2006/main" noGrp="1"/>
          </p:cNvSpPr>
          <p:nvPr/>
        </p:nvSpPr>
        <p:spPr>
          <a:xfrm xmlns:a="http://schemas.openxmlformats.org/drawingml/2006/main">
            <a:off x="2286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3" name="diagram-line-1018">
            <a:extLst xmlns:a="http://schemas.openxmlformats.org/drawingml/2006/main">
              <a:ext uri="{FF2B5EF4-FFF2-40B4-BE49-F238E27FC236}">
                <a16:creationId xmlns:a16="http://schemas.microsoft.com/office/drawing/2014/main" id="{E49641D3-B3A6-48EC-9438-F91166AA70AD}"/>
              </a:ext>
            </a:extLst>
          </p:cNvPr>
          <p:cNvSpPr>
            <a:spLocks xmlns:a="http://schemas.openxmlformats.org/drawingml/2006/main" noGrp="1"/>
          </p:cNvSpPr>
          <p:nvPr/>
        </p:nvSpPr>
        <p:spPr>
          <a:xfrm xmlns:a="http://schemas.openxmlformats.org/drawingml/2006/main">
            <a:off x="2400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4" name="diagram-line-1019">
            <a:extLst xmlns:a="http://schemas.openxmlformats.org/drawingml/2006/main">
              <a:ext uri="{FF2B5EF4-FFF2-40B4-BE49-F238E27FC236}">
                <a16:creationId xmlns:a16="http://schemas.microsoft.com/office/drawing/2014/main" id="{78201CDD-91B4-44C9-B942-F149F8D392C0}"/>
              </a:ext>
            </a:extLst>
          </p:cNvPr>
          <p:cNvSpPr>
            <a:spLocks xmlns:a="http://schemas.openxmlformats.org/drawingml/2006/main" noGrp="1"/>
          </p:cNvSpPr>
          <p:nvPr/>
        </p:nvSpPr>
        <p:spPr>
          <a:xfrm xmlns:a="http://schemas.openxmlformats.org/drawingml/2006/main">
            <a:off x="2514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5" name="diagram-line-1020">
            <a:extLst xmlns:a="http://schemas.openxmlformats.org/drawingml/2006/main">
              <a:ext uri="{FF2B5EF4-FFF2-40B4-BE49-F238E27FC236}">
                <a16:creationId xmlns:a16="http://schemas.microsoft.com/office/drawing/2014/main" id="{94EC61B9-34EF-4775-A82E-8F79ECF98109}"/>
              </a:ext>
            </a:extLst>
          </p:cNvPr>
          <p:cNvSpPr>
            <a:spLocks xmlns:a="http://schemas.openxmlformats.org/drawingml/2006/main" noGrp="1"/>
          </p:cNvSpPr>
          <p:nvPr/>
        </p:nvSpPr>
        <p:spPr>
          <a:xfrm xmlns:a="http://schemas.openxmlformats.org/drawingml/2006/main">
            <a:off x="2628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6" name="diagram-line-1021">
            <a:extLst xmlns:a="http://schemas.openxmlformats.org/drawingml/2006/main">
              <a:ext uri="{FF2B5EF4-FFF2-40B4-BE49-F238E27FC236}">
                <a16:creationId xmlns:a16="http://schemas.microsoft.com/office/drawing/2014/main" id="{0FE62F4F-58F4-41F7-A9B2-B1B7008E5EE2}"/>
              </a:ext>
            </a:extLst>
          </p:cNvPr>
          <p:cNvSpPr>
            <a:spLocks xmlns:a="http://schemas.openxmlformats.org/drawingml/2006/main" noGrp="1"/>
          </p:cNvSpPr>
          <p:nvPr/>
        </p:nvSpPr>
        <p:spPr>
          <a:xfrm xmlns:a="http://schemas.openxmlformats.org/drawingml/2006/main">
            <a:off x="2743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7" name="diagram-line-1022">
            <a:extLst xmlns:a="http://schemas.openxmlformats.org/drawingml/2006/main">
              <a:ext uri="{FF2B5EF4-FFF2-40B4-BE49-F238E27FC236}">
                <a16:creationId xmlns:a16="http://schemas.microsoft.com/office/drawing/2014/main" id="{C0FB37EE-30C8-45D4-BE2F-6726DB7E18D2}"/>
              </a:ext>
            </a:extLst>
          </p:cNvPr>
          <p:cNvSpPr>
            <a:spLocks xmlns:a="http://schemas.openxmlformats.org/drawingml/2006/main" noGrp="1"/>
          </p:cNvSpPr>
          <p:nvPr/>
        </p:nvSpPr>
        <p:spPr>
          <a:xfrm xmlns:a="http://schemas.openxmlformats.org/drawingml/2006/main">
            <a:off x="2857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8" name="diagram-line-1023">
            <a:extLst xmlns:a="http://schemas.openxmlformats.org/drawingml/2006/main">
              <a:ext uri="{FF2B5EF4-FFF2-40B4-BE49-F238E27FC236}">
                <a16:creationId xmlns:a16="http://schemas.microsoft.com/office/drawing/2014/main" id="{E45DA3E2-1D9D-4A3B-BDF8-37182B17521D}"/>
              </a:ext>
            </a:extLst>
          </p:cNvPr>
          <p:cNvSpPr>
            <a:spLocks xmlns:a="http://schemas.openxmlformats.org/drawingml/2006/main" noGrp="1"/>
          </p:cNvSpPr>
          <p:nvPr/>
        </p:nvSpPr>
        <p:spPr>
          <a:xfrm xmlns:a="http://schemas.openxmlformats.org/drawingml/2006/main">
            <a:off x="2971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9" name="diagram-line-1024">
            <a:extLst xmlns:a="http://schemas.openxmlformats.org/drawingml/2006/main">
              <a:ext uri="{FF2B5EF4-FFF2-40B4-BE49-F238E27FC236}">
                <a16:creationId xmlns:a16="http://schemas.microsoft.com/office/drawing/2014/main" id="{D9288EDA-2BCB-455B-AFE2-0F00E04DFAB4}"/>
              </a:ext>
            </a:extLst>
          </p:cNvPr>
          <p:cNvSpPr>
            <a:spLocks xmlns:a="http://schemas.openxmlformats.org/drawingml/2006/main" noGrp="1"/>
          </p:cNvSpPr>
          <p:nvPr/>
        </p:nvSpPr>
        <p:spPr>
          <a:xfrm xmlns:a="http://schemas.openxmlformats.org/drawingml/2006/main">
            <a:off x="3086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0" name="diagram-line-1025">
            <a:extLst xmlns:a="http://schemas.openxmlformats.org/drawingml/2006/main">
              <a:ext uri="{FF2B5EF4-FFF2-40B4-BE49-F238E27FC236}">
                <a16:creationId xmlns:a16="http://schemas.microsoft.com/office/drawing/2014/main" id="{808CE0BE-4863-4E4C-832C-1433C5040C02}"/>
              </a:ext>
            </a:extLst>
          </p:cNvPr>
          <p:cNvSpPr>
            <a:spLocks xmlns:a="http://schemas.openxmlformats.org/drawingml/2006/main" noGrp="1"/>
          </p:cNvSpPr>
          <p:nvPr/>
        </p:nvSpPr>
        <p:spPr>
          <a:xfrm xmlns:a="http://schemas.openxmlformats.org/drawingml/2006/main">
            <a:off x="3200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1" name="diagram-line-1026">
            <a:extLst xmlns:a="http://schemas.openxmlformats.org/drawingml/2006/main">
              <a:ext uri="{FF2B5EF4-FFF2-40B4-BE49-F238E27FC236}">
                <a16:creationId xmlns:a16="http://schemas.microsoft.com/office/drawing/2014/main" id="{2CDB3791-F6A2-426C-98F1-8916FFC54199}"/>
              </a:ext>
            </a:extLst>
          </p:cNvPr>
          <p:cNvSpPr>
            <a:spLocks xmlns:a="http://schemas.openxmlformats.org/drawingml/2006/main" noGrp="1"/>
          </p:cNvSpPr>
          <p:nvPr/>
        </p:nvSpPr>
        <p:spPr>
          <a:xfrm xmlns:a="http://schemas.openxmlformats.org/drawingml/2006/main">
            <a:off x="3314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2" name="diagram-line-1027">
            <a:extLst xmlns:a="http://schemas.openxmlformats.org/drawingml/2006/main">
              <a:ext uri="{FF2B5EF4-FFF2-40B4-BE49-F238E27FC236}">
                <a16:creationId xmlns:a16="http://schemas.microsoft.com/office/drawing/2014/main" id="{33F16058-8A5F-4518-86DD-BD6456D2CA70}"/>
              </a:ext>
            </a:extLst>
          </p:cNvPr>
          <p:cNvSpPr>
            <a:spLocks xmlns:a="http://schemas.openxmlformats.org/drawingml/2006/main" noGrp="1"/>
          </p:cNvSpPr>
          <p:nvPr/>
        </p:nvSpPr>
        <p:spPr>
          <a:xfrm xmlns:a="http://schemas.openxmlformats.org/drawingml/2006/main">
            <a:off x="3429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3" name="diagram-line-1028">
            <a:extLst xmlns:a="http://schemas.openxmlformats.org/drawingml/2006/main">
              <a:ext uri="{FF2B5EF4-FFF2-40B4-BE49-F238E27FC236}">
                <a16:creationId xmlns:a16="http://schemas.microsoft.com/office/drawing/2014/main" id="{10EA0532-59DD-42AB-86F6-3E3D891CCEC1}"/>
              </a:ext>
            </a:extLst>
          </p:cNvPr>
          <p:cNvSpPr>
            <a:spLocks xmlns:a="http://schemas.openxmlformats.org/drawingml/2006/main" noGrp="1"/>
          </p:cNvSpPr>
          <p:nvPr/>
        </p:nvSpPr>
        <p:spPr>
          <a:xfrm xmlns:a="http://schemas.openxmlformats.org/drawingml/2006/main">
            <a:off x="3543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4" name="diagram-line-1029">
            <a:extLst xmlns:a="http://schemas.openxmlformats.org/drawingml/2006/main">
              <a:ext uri="{FF2B5EF4-FFF2-40B4-BE49-F238E27FC236}">
                <a16:creationId xmlns:a16="http://schemas.microsoft.com/office/drawing/2014/main" id="{297DAD97-40E1-4784-8D46-977B21D8CE71}"/>
              </a:ext>
            </a:extLst>
          </p:cNvPr>
          <p:cNvSpPr>
            <a:spLocks xmlns:a="http://schemas.openxmlformats.org/drawingml/2006/main" noGrp="1"/>
          </p:cNvSpPr>
          <p:nvPr/>
        </p:nvSpPr>
        <p:spPr>
          <a:xfrm xmlns:a="http://schemas.openxmlformats.org/drawingml/2006/main">
            <a:off x="3657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5" name="diagram-line-1030">
            <a:extLst xmlns:a="http://schemas.openxmlformats.org/drawingml/2006/main">
              <a:ext uri="{FF2B5EF4-FFF2-40B4-BE49-F238E27FC236}">
                <a16:creationId xmlns:a16="http://schemas.microsoft.com/office/drawing/2014/main" id="{11F74381-B09F-4674-B06F-419A9251A6F2}"/>
              </a:ext>
            </a:extLst>
          </p:cNvPr>
          <p:cNvSpPr>
            <a:spLocks xmlns:a="http://schemas.openxmlformats.org/drawingml/2006/main" noGrp="1"/>
          </p:cNvSpPr>
          <p:nvPr/>
        </p:nvSpPr>
        <p:spPr>
          <a:xfrm xmlns:a="http://schemas.openxmlformats.org/drawingml/2006/main">
            <a:off x="3771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6" name="diagram-line-1031">
            <a:extLst xmlns:a="http://schemas.openxmlformats.org/drawingml/2006/main">
              <a:ext uri="{FF2B5EF4-FFF2-40B4-BE49-F238E27FC236}">
                <a16:creationId xmlns:a16="http://schemas.microsoft.com/office/drawing/2014/main" id="{E67D54F0-6369-47C2-8E43-1922FD00668E}"/>
              </a:ext>
            </a:extLst>
          </p:cNvPr>
          <p:cNvSpPr>
            <a:spLocks xmlns:a="http://schemas.openxmlformats.org/drawingml/2006/main" noGrp="1"/>
          </p:cNvSpPr>
          <p:nvPr/>
        </p:nvSpPr>
        <p:spPr>
          <a:xfrm xmlns:a="http://schemas.openxmlformats.org/drawingml/2006/main">
            <a:off x="3886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7" name="diagram-line-1032">
            <a:extLst xmlns:a="http://schemas.openxmlformats.org/drawingml/2006/main">
              <a:ext uri="{FF2B5EF4-FFF2-40B4-BE49-F238E27FC236}">
                <a16:creationId xmlns:a16="http://schemas.microsoft.com/office/drawing/2014/main" id="{621ABCFD-C025-4538-89B3-C85DFA76EAE6}"/>
              </a:ext>
            </a:extLst>
          </p:cNvPr>
          <p:cNvSpPr>
            <a:spLocks xmlns:a="http://schemas.openxmlformats.org/drawingml/2006/main" noGrp="1"/>
          </p:cNvSpPr>
          <p:nvPr/>
        </p:nvSpPr>
        <p:spPr>
          <a:xfrm xmlns:a="http://schemas.openxmlformats.org/drawingml/2006/main">
            <a:off x="4000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8" name="diagram-line-1033">
            <a:extLst xmlns:a="http://schemas.openxmlformats.org/drawingml/2006/main">
              <a:ext uri="{FF2B5EF4-FFF2-40B4-BE49-F238E27FC236}">
                <a16:creationId xmlns:a16="http://schemas.microsoft.com/office/drawing/2014/main" id="{3E066334-A8A3-46CF-9D1F-1C5886493D31}"/>
              </a:ext>
            </a:extLst>
          </p:cNvPr>
          <p:cNvSpPr>
            <a:spLocks xmlns:a="http://schemas.openxmlformats.org/drawingml/2006/main" noGrp="1"/>
          </p:cNvSpPr>
          <p:nvPr/>
        </p:nvSpPr>
        <p:spPr>
          <a:xfrm xmlns:a="http://schemas.openxmlformats.org/drawingml/2006/main">
            <a:off x="4114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9" name="diagram-line-1034">
            <a:extLst xmlns:a="http://schemas.openxmlformats.org/drawingml/2006/main">
              <a:ext uri="{FF2B5EF4-FFF2-40B4-BE49-F238E27FC236}">
                <a16:creationId xmlns:a16="http://schemas.microsoft.com/office/drawing/2014/main" id="{25DA5254-625E-481C-AB80-CD2AC2A71FE9}"/>
              </a:ext>
            </a:extLst>
          </p:cNvPr>
          <p:cNvSpPr>
            <a:spLocks xmlns:a="http://schemas.openxmlformats.org/drawingml/2006/main" noGrp="1"/>
          </p:cNvSpPr>
          <p:nvPr/>
        </p:nvSpPr>
        <p:spPr>
          <a:xfrm xmlns:a="http://schemas.openxmlformats.org/drawingml/2006/main">
            <a:off x="4229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0" name="diagram-line-1035">
            <a:extLst xmlns:a="http://schemas.openxmlformats.org/drawingml/2006/main">
              <a:ext uri="{FF2B5EF4-FFF2-40B4-BE49-F238E27FC236}">
                <a16:creationId xmlns:a16="http://schemas.microsoft.com/office/drawing/2014/main" id="{1A5E17CE-DDA5-4E80-BDC5-461978631DBB}"/>
              </a:ext>
            </a:extLst>
          </p:cNvPr>
          <p:cNvSpPr>
            <a:spLocks xmlns:a="http://schemas.openxmlformats.org/drawingml/2006/main" noGrp="1"/>
          </p:cNvSpPr>
          <p:nvPr/>
        </p:nvSpPr>
        <p:spPr>
          <a:xfrm xmlns:a="http://schemas.openxmlformats.org/drawingml/2006/main">
            <a:off x="4343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1" name="diagram-line-1036">
            <a:extLst xmlns:a="http://schemas.openxmlformats.org/drawingml/2006/main">
              <a:ext uri="{FF2B5EF4-FFF2-40B4-BE49-F238E27FC236}">
                <a16:creationId xmlns:a16="http://schemas.microsoft.com/office/drawing/2014/main" id="{EB4191C9-E222-42AF-B867-F7931D3EF2CD}"/>
              </a:ext>
            </a:extLst>
          </p:cNvPr>
          <p:cNvSpPr>
            <a:spLocks xmlns:a="http://schemas.openxmlformats.org/drawingml/2006/main" noGrp="1"/>
          </p:cNvSpPr>
          <p:nvPr/>
        </p:nvSpPr>
        <p:spPr>
          <a:xfrm xmlns:a="http://schemas.openxmlformats.org/drawingml/2006/main">
            <a:off x="4457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2" name="diagram-line-1037">
            <a:extLst xmlns:a="http://schemas.openxmlformats.org/drawingml/2006/main">
              <a:ext uri="{FF2B5EF4-FFF2-40B4-BE49-F238E27FC236}">
                <a16:creationId xmlns:a16="http://schemas.microsoft.com/office/drawing/2014/main" id="{E5E6DC89-A0F7-4414-8C5A-39063248A69D}"/>
              </a:ext>
            </a:extLst>
          </p:cNvPr>
          <p:cNvSpPr>
            <a:spLocks xmlns:a="http://schemas.openxmlformats.org/drawingml/2006/main" noGrp="1"/>
          </p:cNvSpPr>
          <p:nvPr/>
        </p:nvSpPr>
        <p:spPr>
          <a:xfrm xmlns:a="http://schemas.openxmlformats.org/drawingml/2006/main">
            <a:off x="4572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3" name="diagram-line-1038">
            <a:extLst xmlns:a="http://schemas.openxmlformats.org/drawingml/2006/main">
              <a:ext uri="{FF2B5EF4-FFF2-40B4-BE49-F238E27FC236}">
                <a16:creationId xmlns:a16="http://schemas.microsoft.com/office/drawing/2014/main" id="{838A599E-0504-49A2-BF3B-6A7EFB1DB025}"/>
              </a:ext>
            </a:extLst>
          </p:cNvPr>
          <p:cNvSpPr>
            <a:spLocks xmlns:a="http://schemas.openxmlformats.org/drawingml/2006/main" noGrp="1"/>
          </p:cNvSpPr>
          <p:nvPr/>
        </p:nvSpPr>
        <p:spPr>
          <a:xfrm xmlns:a="http://schemas.openxmlformats.org/drawingml/2006/main">
            <a:off x="4686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4" name="diagram-line-1039">
            <a:extLst xmlns:a="http://schemas.openxmlformats.org/drawingml/2006/main">
              <a:ext uri="{FF2B5EF4-FFF2-40B4-BE49-F238E27FC236}">
                <a16:creationId xmlns:a16="http://schemas.microsoft.com/office/drawing/2014/main" id="{0E548558-996F-4E88-B5D1-C92EF0D7FD19}"/>
              </a:ext>
            </a:extLst>
          </p:cNvPr>
          <p:cNvSpPr>
            <a:spLocks xmlns:a="http://schemas.openxmlformats.org/drawingml/2006/main" noGrp="1"/>
          </p:cNvSpPr>
          <p:nvPr/>
        </p:nvSpPr>
        <p:spPr>
          <a:xfrm xmlns:a="http://schemas.openxmlformats.org/drawingml/2006/main">
            <a:off x="4800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5" name="diagram-line-1040">
            <a:extLst xmlns:a="http://schemas.openxmlformats.org/drawingml/2006/main">
              <a:ext uri="{FF2B5EF4-FFF2-40B4-BE49-F238E27FC236}">
                <a16:creationId xmlns:a16="http://schemas.microsoft.com/office/drawing/2014/main" id="{F9C417D0-4CB8-49AE-8536-D78A9C50FB46}"/>
              </a:ext>
            </a:extLst>
          </p:cNvPr>
          <p:cNvSpPr>
            <a:spLocks xmlns:a="http://schemas.openxmlformats.org/drawingml/2006/main" noGrp="1"/>
          </p:cNvSpPr>
          <p:nvPr/>
        </p:nvSpPr>
        <p:spPr>
          <a:xfrm xmlns:a="http://schemas.openxmlformats.org/drawingml/2006/main">
            <a:off x="4914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6" name="diagram-line-1041">
            <a:extLst xmlns:a="http://schemas.openxmlformats.org/drawingml/2006/main">
              <a:ext uri="{FF2B5EF4-FFF2-40B4-BE49-F238E27FC236}">
                <a16:creationId xmlns:a16="http://schemas.microsoft.com/office/drawing/2014/main" id="{BFD39521-3DC0-495F-940C-82E4113A9C31}"/>
              </a:ext>
            </a:extLst>
          </p:cNvPr>
          <p:cNvSpPr>
            <a:spLocks xmlns:a="http://schemas.openxmlformats.org/drawingml/2006/main" noGrp="1"/>
          </p:cNvSpPr>
          <p:nvPr/>
        </p:nvSpPr>
        <p:spPr>
          <a:xfrm xmlns:a="http://schemas.openxmlformats.org/drawingml/2006/main">
            <a:off x="5029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7" name="diagram-line-1042">
            <a:extLst xmlns:a="http://schemas.openxmlformats.org/drawingml/2006/main">
              <a:ext uri="{FF2B5EF4-FFF2-40B4-BE49-F238E27FC236}">
                <a16:creationId xmlns:a16="http://schemas.microsoft.com/office/drawing/2014/main" id="{31257B47-0BC9-4669-801A-07B892DE5E92}"/>
              </a:ext>
            </a:extLst>
          </p:cNvPr>
          <p:cNvSpPr>
            <a:spLocks xmlns:a="http://schemas.openxmlformats.org/drawingml/2006/main" noGrp="1"/>
          </p:cNvSpPr>
          <p:nvPr/>
        </p:nvSpPr>
        <p:spPr>
          <a:xfrm xmlns:a="http://schemas.openxmlformats.org/drawingml/2006/main">
            <a:off x="5143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8" name="diagram-line-1043">
            <a:extLst xmlns:a="http://schemas.openxmlformats.org/drawingml/2006/main">
              <a:ext uri="{FF2B5EF4-FFF2-40B4-BE49-F238E27FC236}">
                <a16:creationId xmlns:a16="http://schemas.microsoft.com/office/drawing/2014/main" id="{9043E793-13D8-4A3A-BA21-6C13A31779B9}"/>
              </a:ext>
            </a:extLst>
          </p:cNvPr>
          <p:cNvSpPr>
            <a:spLocks xmlns:a="http://schemas.openxmlformats.org/drawingml/2006/main" noGrp="1"/>
          </p:cNvSpPr>
          <p:nvPr/>
        </p:nvSpPr>
        <p:spPr>
          <a:xfrm xmlns:a="http://schemas.openxmlformats.org/drawingml/2006/main">
            <a:off x="5257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9" name="diagram-line-1044">
            <a:extLst xmlns:a="http://schemas.openxmlformats.org/drawingml/2006/main">
              <a:ext uri="{FF2B5EF4-FFF2-40B4-BE49-F238E27FC236}">
                <a16:creationId xmlns:a16="http://schemas.microsoft.com/office/drawing/2014/main" id="{94E9AB38-9AFF-44F3-96E2-6FA7890BAC55}"/>
              </a:ext>
            </a:extLst>
          </p:cNvPr>
          <p:cNvSpPr>
            <a:spLocks xmlns:a="http://schemas.openxmlformats.org/drawingml/2006/main" noGrp="1"/>
          </p:cNvSpPr>
          <p:nvPr/>
        </p:nvSpPr>
        <p:spPr>
          <a:xfrm xmlns:a="http://schemas.openxmlformats.org/drawingml/2006/main">
            <a:off x="5372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0" name="diagram-line-1045">
            <a:extLst xmlns:a="http://schemas.openxmlformats.org/drawingml/2006/main">
              <a:ext uri="{FF2B5EF4-FFF2-40B4-BE49-F238E27FC236}">
                <a16:creationId xmlns:a16="http://schemas.microsoft.com/office/drawing/2014/main" id="{2B9457C0-149F-4D6A-815D-32A4B79C8138}"/>
              </a:ext>
            </a:extLst>
          </p:cNvPr>
          <p:cNvSpPr>
            <a:spLocks xmlns:a="http://schemas.openxmlformats.org/drawingml/2006/main" noGrp="1"/>
          </p:cNvSpPr>
          <p:nvPr/>
        </p:nvSpPr>
        <p:spPr>
          <a:xfrm xmlns:a="http://schemas.openxmlformats.org/drawingml/2006/main">
            <a:off x="5486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1" name="diagram-line-1046">
            <a:extLst xmlns:a="http://schemas.openxmlformats.org/drawingml/2006/main">
              <a:ext uri="{FF2B5EF4-FFF2-40B4-BE49-F238E27FC236}">
                <a16:creationId xmlns:a16="http://schemas.microsoft.com/office/drawing/2014/main" id="{FF655ED8-52CD-4785-BDB6-281AB5587EAF}"/>
              </a:ext>
            </a:extLst>
          </p:cNvPr>
          <p:cNvSpPr>
            <a:spLocks xmlns:a="http://schemas.openxmlformats.org/drawingml/2006/main" noGrp="1"/>
          </p:cNvSpPr>
          <p:nvPr/>
        </p:nvSpPr>
        <p:spPr>
          <a:xfrm xmlns:a="http://schemas.openxmlformats.org/drawingml/2006/main">
            <a:off x="5600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2" name="diagram-line-1047">
            <a:extLst xmlns:a="http://schemas.openxmlformats.org/drawingml/2006/main">
              <a:ext uri="{FF2B5EF4-FFF2-40B4-BE49-F238E27FC236}">
                <a16:creationId xmlns:a16="http://schemas.microsoft.com/office/drawing/2014/main" id="{CBD83574-FFA8-44E9-A7AB-FE519FC4AB02}"/>
              </a:ext>
            </a:extLst>
          </p:cNvPr>
          <p:cNvSpPr>
            <a:spLocks xmlns:a="http://schemas.openxmlformats.org/drawingml/2006/main" noGrp="1"/>
          </p:cNvSpPr>
          <p:nvPr/>
        </p:nvSpPr>
        <p:spPr>
          <a:xfrm xmlns:a="http://schemas.openxmlformats.org/drawingml/2006/main">
            <a:off x="5715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3" name="diagram-line-1048">
            <a:extLst xmlns:a="http://schemas.openxmlformats.org/drawingml/2006/main">
              <a:ext uri="{FF2B5EF4-FFF2-40B4-BE49-F238E27FC236}">
                <a16:creationId xmlns:a16="http://schemas.microsoft.com/office/drawing/2014/main" id="{2521FFB8-ED82-4144-B125-BB73AE76B61B}"/>
              </a:ext>
            </a:extLst>
          </p:cNvPr>
          <p:cNvSpPr>
            <a:spLocks xmlns:a="http://schemas.openxmlformats.org/drawingml/2006/main" noGrp="1"/>
          </p:cNvSpPr>
          <p:nvPr/>
        </p:nvSpPr>
        <p:spPr>
          <a:xfrm xmlns:a="http://schemas.openxmlformats.org/drawingml/2006/main">
            <a:off x="5829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4" name="diagram-line-1049">
            <a:extLst xmlns:a="http://schemas.openxmlformats.org/drawingml/2006/main">
              <a:ext uri="{FF2B5EF4-FFF2-40B4-BE49-F238E27FC236}">
                <a16:creationId xmlns:a16="http://schemas.microsoft.com/office/drawing/2014/main" id="{6288A74B-A622-45CB-B735-DA6F186258A4}"/>
              </a:ext>
            </a:extLst>
          </p:cNvPr>
          <p:cNvSpPr>
            <a:spLocks xmlns:a="http://schemas.openxmlformats.org/drawingml/2006/main" noGrp="1"/>
          </p:cNvSpPr>
          <p:nvPr/>
        </p:nvSpPr>
        <p:spPr>
          <a:xfrm xmlns:a="http://schemas.openxmlformats.org/drawingml/2006/main">
            <a:off x="5943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5" name="diagram-line-1050">
            <a:extLst xmlns:a="http://schemas.openxmlformats.org/drawingml/2006/main">
              <a:ext uri="{FF2B5EF4-FFF2-40B4-BE49-F238E27FC236}">
                <a16:creationId xmlns:a16="http://schemas.microsoft.com/office/drawing/2014/main" id="{8AB416F1-55E7-4315-A4CE-AE53A050C7B1}"/>
              </a:ext>
            </a:extLst>
          </p:cNvPr>
          <p:cNvSpPr>
            <a:spLocks xmlns:a="http://schemas.openxmlformats.org/drawingml/2006/main" noGrp="1"/>
          </p:cNvSpPr>
          <p:nvPr/>
        </p:nvSpPr>
        <p:spPr>
          <a:xfrm xmlns:a="http://schemas.openxmlformats.org/drawingml/2006/main">
            <a:off x="6057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6" name="diagram-line-1051">
            <a:extLst xmlns:a="http://schemas.openxmlformats.org/drawingml/2006/main">
              <a:ext uri="{FF2B5EF4-FFF2-40B4-BE49-F238E27FC236}">
                <a16:creationId xmlns:a16="http://schemas.microsoft.com/office/drawing/2014/main" id="{17E25427-3BDD-4DCB-9C37-13D422314282}"/>
              </a:ext>
            </a:extLst>
          </p:cNvPr>
          <p:cNvSpPr>
            <a:spLocks xmlns:a="http://schemas.openxmlformats.org/drawingml/2006/main" noGrp="1"/>
          </p:cNvSpPr>
          <p:nvPr/>
        </p:nvSpPr>
        <p:spPr>
          <a:xfrm xmlns:a="http://schemas.openxmlformats.org/drawingml/2006/main">
            <a:off x="6172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7" name="diagram-line-1052">
            <a:extLst xmlns:a="http://schemas.openxmlformats.org/drawingml/2006/main">
              <a:ext uri="{FF2B5EF4-FFF2-40B4-BE49-F238E27FC236}">
                <a16:creationId xmlns:a16="http://schemas.microsoft.com/office/drawing/2014/main" id="{82B25E75-F52F-42E9-AF08-FB618CC70B74}"/>
              </a:ext>
            </a:extLst>
          </p:cNvPr>
          <p:cNvSpPr>
            <a:spLocks xmlns:a="http://schemas.openxmlformats.org/drawingml/2006/main" noGrp="1"/>
          </p:cNvSpPr>
          <p:nvPr/>
        </p:nvSpPr>
        <p:spPr>
          <a:xfrm xmlns:a="http://schemas.openxmlformats.org/drawingml/2006/main">
            <a:off x="6286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8" name="diagram-line-1053">
            <a:extLst xmlns:a="http://schemas.openxmlformats.org/drawingml/2006/main">
              <a:ext uri="{FF2B5EF4-FFF2-40B4-BE49-F238E27FC236}">
                <a16:creationId xmlns:a16="http://schemas.microsoft.com/office/drawing/2014/main" id="{B7FC9E65-A03A-4E22-ACA1-0B50FE931020}"/>
              </a:ext>
            </a:extLst>
          </p:cNvPr>
          <p:cNvSpPr>
            <a:spLocks xmlns:a="http://schemas.openxmlformats.org/drawingml/2006/main" noGrp="1"/>
          </p:cNvSpPr>
          <p:nvPr/>
        </p:nvSpPr>
        <p:spPr>
          <a:xfrm xmlns:a="http://schemas.openxmlformats.org/drawingml/2006/main">
            <a:off x="6400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9" name="diagram-line-1054">
            <a:extLst xmlns:a="http://schemas.openxmlformats.org/drawingml/2006/main">
              <a:ext uri="{FF2B5EF4-FFF2-40B4-BE49-F238E27FC236}">
                <a16:creationId xmlns:a16="http://schemas.microsoft.com/office/drawing/2014/main" id="{6D784199-7982-4A95-AE4F-D60877FAB0BC}"/>
              </a:ext>
            </a:extLst>
          </p:cNvPr>
          <p:cNvSpPr>
            <a:spLocks xmlns:a="http://schemas.openxmlformats.org/drawingml/2006/main" noGrp="1"/>
          </p:cNvSpPr>
          <p:nvPr/>
        </p:nvSpPr>
        <p:spPr>
          <a:xfrm xmlns:a="http://schemas.openxmlformats.org/drawingml/2006/main">
            <a:off x="6515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0" name="diagram-line-1055">
            <a:extLst xmlns:a="http://schemas.openxmlformats.org/drawingml/2006/main">
              <a:ext uri="{FF2B5EF4-FFF2-40B4-BE49-F238E27FC236}">
                <a16:creationId xmlns:a16="http://schemas.microsoft.com/office/drawing/2014/main" id="{FC6A5769-169A-4309-B6C6-1664FECF3DB9}"/>
              </a:ext>
            </a:extLst>
          </p:cNvPr>
          <p:cNvSpPr>
            <a:spLocks xmlns:a="http://schemas.openxmlformats.org/drawingml/2006/main" noGrp="1"/>
          </p:cNvSpPr>
          <p:nvPr/>
        </p:nvSpPr>
        <p:spPr>
          <a:xfrm xmlns:a="http://schemas.openxmlformats.org/drawingml/2006/main">
            <a:off x="6629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1" name="diagram-line-1056">
            <a:extLst xmlns:a="http://schemas.openxmlformats.org/drawingml/2006/main">
              <a:ext uri="{FF2B5EF4-FFF2-40B4-BE49-F238E27FC236}">
                <a16:creationId xmlns:a16="http://schemas.microsoft.com/office/drawing/2014/main" id="{4A5AD86B-45B4-48D2-9ED0-F2046D5551C6}"/>
              </a:ext>
            </a:extLst>
          </p:cNvPr>
          <p:cNvSpPr>
            <a:spLocks xmlns:a="http://schemas.openxmlformats.org/drawingml/2006/main" noGrp="1"/>
          </p:cNvSpPr>
          <p:nvPr/>
        </p:nvSpPr>
        <p:spPr>
          <a:xfrm xmlns:a="http://schemas.openxmlformats.org/drawingml/2006/main">
            <a:off x="6743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2" name="diagram-line-1057">
            <a:extLst xmlns:a="http://schemas.openxmlformats.org/drawingml/2006/main">
              <a:ext uri="{FF2B5EF4-FFF2-40B4-BE49-F238E27FC236}">
                <a16:creationId xmlns:a16="http://schemas.microsoft.com/office/drawing/2014/main" id="{3B64F215-6BCF-4974-90DC-117DFF2502E2}"/>
              </a:ext>
            </a:extLst>
          </p:cNvPr>
          <p:cNvSpPr>
            <a:spLocks xmlns:a="http://schemas.openxmlformats.org/drawingml/2006/main" noGrp="1"/>
          </p:cNvSpPr>
          <p:nvPr/>
        </p:nvSpPr>
        <p:spPr>
          <a:xfrm xmlns:a="http://schemas.openxmlformats.org/drawingml/2006/main">
            <a:off x="6858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3" name="diagram-line-1058">
            <a:extLst xmlns:a="http://schemas.openxmlformats.org/drawingml/2006/main">
              <a:ext uri="{FF2B5EF4-FFF2-40B4-BE49-F238E27FC236}">
                <a16:creationId xmlns:a16="http://schemas.microsoft.com/office/drawing/2014/main" id="{9914D30B-43A0-4C7C-8D10-17E93A9370EF}"/>
              </a:ext>
            </a:extLst>
          </p:cNvPr>
          <p:cNvSpPr>
            <a:spLocks xmlns:a="http://schemas.openxmlformats.org/drawingml/2006/main" noGrp="1"/>
          </p:cNvSpPr>
          <p:nvPr/>
        </p:nvSpPr>
        <p:spPr>
          <a:xfrm xmlns:a="http://schemas.openxmlformats.org/drawingml/2006/main">
            <a:off x="6972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4" name="diagram-line-1059">
            <a:extLst xmlns:a="http://schemas.openxmlformats.org/drawingml/2006/main">
              <a:ext uri="{FF2B5EF4-FFF2-40B4-BE49-F238E27FC236}">
                <a16:creationId xmlns:a16="http://schemas.microsoft.com/office/drawing/2014/main" id="{27987281-FA96-4AD9-90E0-7A8BC078387E}"/>
              </a:ext>
            </a:extLst>
          </p:cNvPr>
          <p:cNvSpPr>
            <a:spLocks xmlns:a="http://schemas.openxmlformats.org/drawingml/2006/main" noGrp="1"/>
          </p:cNvSpPr>
          <p:nvPr/>
        </p:nvSpPr>
        <p:spPr>
          <a:xfrm xmlns:a="http://schemas.openxmlformats.org/drawingml/2006/main">
            <a:off x="7086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5" name="diagram-line-1060">
            <a:extLst xmlns:a="http://schemas.openxmlformats.org/drawingml/2006/main">
              <a:ext uri="{FF2B5EF4-FFF2-40B4-BE49-F238E27FC236}">
                <a16:creationId xmlns:a16="http://schemas.microsoft.com/office/drawing/2014/main" id="{5DDC42E1-5972-4F37-8CF5-0BB668091D2C}"/>
              </a:ext>
            </a:extLst>
          </p:cNvPr>
          <p:cNvSpPr>
            <a:spLocks xmlns:a="http://schemas.openxmlformats.org/drawingml/2006/main" noGrp="1"/>
          </p:cNvSpPr>
          <p:nvPr/>
        </p:nvSpPr>
        <p:spPr>
          <a:xfrm xmlns:a="http://schemas.openxmlformats.org/drawingml/2006/main">
            <a:off x="7200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6" name="diagram-line-1061">
            <a:extLst xmlns:a="http://schemas.openxmlformats.org/drawingml/2006/main">
              <a:ext uri="{FF2B5EF4-FFF2-40B4-BE49-F238E27FC236}">
                <a16:creationId xmlns:a16="http://schemas.microsoft.com/office/drawing/2014/main" id="{5663FE6E-F1BC-4C75-BF4B-1829FF991DE0}"/>
              </a:ext>
            </a:extLst>
          </p:cNvPr>
          <p:cNvSpPr>
            <a:spLocks xmlns:a="http://schemas.openxmlformats.org/drawingml/2006/main" noGrp="1"/>
          </p:cNvSpPr>
          <p:nvPr/>
        </p:nvSpPr>
        <p:spPr>
          <a:xfrm xmlns:a="http://schemas.openxmlformats.org/drawingml/2006/main">
            <a:off x="7315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7" name="diagram-line-1062">
            <a:extLst xmlns:a="http://schemas.openxmlformats.org/drawingml/2006/main">
              <a:ext uri="{FF2B5EF4-FFF2-40B4-BE49-F238E27FC236}">
                <a16:creationId xmlns:a16="http://schemas.microsoft.com/office/drawing/2014/main" id="{22A738FE-E5CB-41BB-B6E7-A5771C33C148}"/>
              </a:ext>
            </a:extLst>
          </p:cNvPr>
          <p:cNvSpPr>
            <a:spLocks xmlns:a="http://schemas.openxmlformats.org/drawingml/2006/main" noGrp="1"/>
          </p:cNvSpPr>
          <p:nvPr/>
        </p:nvSpPr>
        <p:spPr>
          <a:xfrm xmlns:a="http://schemas.openxmlformats.org/drawingml/2006/main">
            <a:off x="7429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8" name="diagram-line-1063">
            <a:extLst xmlns:a="http://schemas.openxmlformats.org/drawingml/2006/main">
              <a:ext uri="{FF2B5EF4-FFF2-40B4-BE49-F238E27FC236}">
                <a16:creationId xmlns:a16="http://schemas.microsoft.com/office/drawing/2014/main" id="{45779D33-3F90-45DD-9A99-1341B82861E7}"/>
              </a:ext>
            </a:extLst>
          </p:cNvPr>
          <p:cNvSpPr>
            <a:spLocks xmlns:a="http://schemas.openxmlformats.org/drawingml/2006/main" noGrp="1"/>
          </p:cNvSpPr>
          <p:nvPr/>
        </p:nvSpPr>
        <p:spPr>
          <a:xfrm xmlns:a="http://schemas.openxmlformats.org/drawingml/2006/main">
            <a:off x="7543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9" name="diagram-line-1064">
            <a:extLst xmlns:a="http://schemas.openxmlformats.org/drawingml/2006/main">
              <a:ext uri="{FF2B5EF4-FFF2-40B4-BE49-F238E27FC236}">
                <a16:creationId xmlns:a16="http://schemas.microsoft.com/office/drawing/2014/main" id="{DDFB23DE-7D93-49D5-B392-2847FB0A6FD9}"/>
              </a:ext>
            </a:extLst>
          </p:cNvPr>
          <p:cNvSpPr>
            <a:spLocks xmlns:a="http://schemas.openxmlformats.org/drawingml/2006/main" noGrp="1"/>
          </p:cNvSpPr>
          <p:nvPr/>
        </p:nvSpPr>
        <p:spPr>
          <a:xfrm xmlns:a="http://schemas.openxmlformats.org/drawingml/2006/main">
            <a:off x="7658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0" name="diagram-line-1065">
            <a:extLst xmlns:a="http://schemas.openxmlformats.org/drawingml/2006/main">
              <a:ext uri="{FF2B5EF4-FFF2-40B4-BE49-F238E27FC236}">
                <a16:creationId xmlns:a16="http://schemas.microsoft.com/office/drawing/2014/main" id="{BAF266B7-1B59-4F6A-ACCA-FDF6E2AE13E3}"/>
              </a:ext>
            </a:extLst>
          </p:cNvPr>
          <p:cNvSpPr>
            <a:spLocks xmlns:a="http://schemas.openxmlformats.org/drawingml/2006/main" noGrp="1"/>
          </p:cNvSpPr>
          <p:nvPr/>
        </p:nvSpPr>
        <p:spPr>
          <a:xfrm xmlns:a="http://schemas.openxmlformats.org/drawingml/2006/main">
            <a:off x="7772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1" name="diagram-line-1066">
            <a:extLst xmlns:a="http://schemas.openxmlformats.org/drawingml/2006/main">
              <a:ext uri="{FF2B5EF4-FFF2-40B4-BE49-F238E27FC236}">
                <a16:creationId xmlns:a16="http://schemas.microsoft.com/office/drawing/2014/main" id="{DDBC8449-C024-45E0-AC3E-B1BBB82EB248}"/>
              </a:ext>
            </a:extLst>
          </p:cNvPr>
          <p:cNvSpPr>
            <a:spLocks xmlns:a="http://schemas.openxmlformats.org/drawingml/2006/main" noGrp="1"/>
          </p:cNvSpPr>
          <p:nvPr/>
        </p:nvSpPr>
        <p:spPr>
          <a:xfrm xmlns:a="http://schemas.openxmlformats.org/drawingml/2006/main">
            <a:off x="7886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2" name="diagram-line-1067">
            <a:extLst xmlns:a="http://schemas.openxmlformats.org/drawingml/2006/main">
              <a:ext uri="{FF2B5EF4-FFF2-40B4-BE49-F238E27FC236}">
                <a16:creationId xmlns:a16="http://schemas.microsoft.com/office/drawing/2014/main" id="{74C24354-29D0-4236-BA0B-A304CDDCCA14}"/>
              </a:ext>
            </a:extLst>
          </p:cNvPr>
          <p:cNvSpPr>
            <a:spLocks xmlns:a="http://schemas.openxmlformats.org/drawingml/2006/main" noGrp="1"/>
          </p:cNvSpPr>
          <p:nvPr/>
        </p:nvSpPr>
        <p:spPr>
          <a:xfrm xmlns:a="http://schemas.openxmlformats.org/drawingml/2006/main">
            <a:off x="8001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3" name="diagram-line-1068">
            <a:extLst xmlns:a="http://schemas.openxmlformats.org/drawingml/2006/main">
              <a:ext uri="{FF2B5EF4-FFF2-40B4-BE49-F238E27FC236}">
                <a16:creationId xmlns:a16="http://schemas.microsoft.com/office/drawing/2014/main" id="{BB4C10A3-012D-4D9B-BEF4-F20B8DA0824A}"/>
              </a:ext>
            </a:extLst>
          </p:cNvPr>
          <p:cNvSpPr>
            <a:spLocks xmlns:a="http://schemas.openxmlformats.org/drawingml/2006/main" noGrp="1"/>
          </p:cNvSpPr>
          <p:nvPr/>
        </p:nvSpPr>
        <p:spPr>
          <a:xfrm xmlns:a="http://schemas.openxmlformats.org/drawingml/2006/main">
            <a:off x="8115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4" name="diagram-line-1069">
            <a:extLst xmlns:a="http://schemas.openxmlformats.org/drawingml/2006/main">
              <a:ext uri="{FF2B5EF4-FFF2-40B4-BE49-F238E27FC236}">
                <a16:creationId xmlns:a16="http://schemas.microsoft.com/office/drawing/2014/main" id="{27B9722E-8553-44D4-A77E-F955DF262EE3}"/>
              </a:ext>
            </a:extLst>
          </p:cNvPr>
          <p:cNvSpPr>
            <a:spLocks xmlns:a="http://schemas.openxmlformats.org/drawingml/2006/main" noGrp="1"/>
          </p:cNvSpPr>
          <p:nvPr/>
        </p:nvSpPr>
        <p:spPr>
          <a:xfrm xmlns:a="http://schemas.openxmlformats.org/drawingml/2006/main">
            <a:off x="8229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5" name="diagram-line-1070">
            <a:extLst xmlns:a="http://schemas.openxmlformats.org/drawingml/2006/main">
              <a:ext uri="{FF2B5EF4-FFF2-40B4-BE49-F238E27FC236}">
                <a16:creationId xmlns:a16="http://schemas.microsoft.com/office/drawing/2014/main" id="{B9F028B5-959F-45C1-8539-1F3C830218FB}"/>
              </a:ext>
            </a:extLst>
          </p:cNvPr>
          <p:cNvSpPr>
            <a:spLocks xmlns:a="http://schemas.openxmlformats.org/drawingml/2006/main" noGrp="1"/>
          </p:cNvSpPr>
          <p:nvPr/>
        </p:nvSpPr>
        <p:spPr>
          <a:xfrm xmlns:a="http://schemas.openxmlformats.org/drawingml/2006/main">
            <a:off x="8343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6" name="diagram-line-1071">
            <a:extLst xmlns:a="http://schemas.openxmlformats.org/drawingml/2006/main">
              <a:ext uri="{FF2B5EF4-FFF2-40B4-BE49-F238E27FC236}">
                <a16:creationId xmlns:a16="http://schemas.microsoft.com/office/drawing/2014/main" id="{FE67CEF8-7F98-4CA5-B251-91FD812C5B2E}"/>
              </a:ext>
            </a:extLst>
          </p:cNvPr>
          <p:cNvSpPr>
            <a:spLocks xmlns:a="http://schemas.openxmlformats.org/drawingml/2006/main" noGrp="1"/>
          </p:cNvSpPr>
          <p:nvPr/>
        </p:nvSpPr>
        <p:spPr>
          <a:xfrm xmlns:a="http://schemas.openxmlformats.org/drawingml/2006/main">
            <a:off x="8458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7" name="diagram-line-1072">
            <a:extLst xmlns:a="http://schemas.openxmlformats.org/drawingml/2006/main">
              <a:ext uri="{FF2B5EF4-FFF2-40B4-BE49-F238E27FC236}">
                <a16:creationId xmlns:a16="http://schemas.microsoft.com/office/drawing/2014/main" id="{479F122F-C591-4E42-8790-306894186EFE}"/>
              </a:ext>
            </a:extLst>
          </p:cNvPr>
          <p:cNvSpPr>
            <a:spLocks xmlns:a="http://schemas.openxmlformats.org/drawingml/2006/main" noGrp="1"/>
          </p:cNvSpPr>
          <p:nvPr/>
        </p:nvSpPr>
        <p:spPr>
          <a:xfrm xmlns:a="http://schemas.openxmlformats.org/drawingml/2006/main">
            <a:off x="8572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8" name="diagram-line-1073">
            <a:extLst xmlns:a="http://schemas.openxmlformats.org/drawingml/2006/main">
              <a:ext uri="{FF2B5EF4-FFF2-40B4-BE49-F238E27FC236}">
                <a16:creationId xmlns:a16="http://schemas.microsoft.com/office/drawing/2014/main" id="{B72D6BE6-190F-4E76-AA65-DAFF4D0EAF06}"/>
              </a:ext>
            </a:extLst>
          </p:cNvPr>
          <p:cNvSpPr>
            <a:spLocks xmlns:a="http://schemas.openxmlformats.org/drawingml/2006/main" noGrp="1"/>
          </p:cNvSpPr>
          <p:nvPr/>
        </p:nvSpPr>
        <p:spPr>
          <a:xfrm xmlns:a="http://schemas.openxmlformats.org/drawingml/2006/main">
            <a:off x="8686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9" name="diagram-line-1074">
            <a:extLst xmlns:a="http://schemas.openxmlformats.org/drawingml/2006/main">
              <a:ext uri="{FF2B5EF4-FFF2-40B4-BE49-F238E27FC236}">
                <a16:creationId xmlns:a16="http://schemas.microsoft.com/office/drawing/2014/main" id="{779CA7E3-FC84-47F5-9925-4C21313BAD4F}"/>
              </a:ext>
            </a:extLst>
          </p:cNvPr>
          <p:cNvSpPr>
            <a:spLocks xmlns:a="http://schemas.openxmlformats.org/drawingml/2006/main" noGrp="1"/>
          </p:cNvSpPr>
          <p:nvPr/>
        </p:nvSpPr>
        <p:spPr>
          <a:xfrm xmlns:a="http://schemas.openxmlformats.org/drawingml/2006/main">
            <a:off x="8801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0" name="diagram-line-1075">
            <a:extLst xmlns:a="http://schemas.openxmlformats.org/drawingml/2006/main">
              <a:ext uri="{FF2B5EF4-FFF2-40B4-BE49-F238E27FC236}">
                <a16:creationId xmlns:a16="http://schemas.microsoft.com/office/drawing/2014/main" id="{C07BFCF7-AE35-4F01-9A14-A25FEB7E5552}"/>
              </a:ext>
            </a:extLst>
          </p:cNvPr>
          <p:cNvSpPr>
            <a:spLocks xmlns:a="http://schemas.openxmlformats.org/drawingml/2006/main" noGrp="1"/>
          </p:cNvSpPr>
          <p:nvPr/>
        </p:nvSpPr>
        <p:spPr>
          <a:xfrm xmlns:a="http://schemas.openxmlformats.org/drawingml/2006/main">
            <a:off x="8915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1" name="diagram-line-1076">
            <a:extLst xmlns:a="http://schemas.openxmlformats.org/drawingml/2006/main">
              <a:ext uri="{FF2B5EF4-FFF2-40B4-BE49-F238E27FC236}">
                <a16:creationId xmlns:a16="http://schemas.microsoft.com/office/drawing/2014/main" id="{048D338A-D7BA-4B38-AA1E-C4DD6A6ADC68}"/>
              </a:ext>
            </a:extLst>
          </p:cNvPr>
          <p:cNvSpPr>
            <a:spLocks xmlns:a="http://schemas.openxmlformats.org/drawingml/2006/main" noGrp="1"/>
          </p:cNvSpPr>
          <p:nvPr/>
        </p:nvSpPr>
        <p:spPr>
          <a:xfrm xmlns:a="http://schemas.openxmlformats.org/drawingml/2006/main">
            <a:off x="9029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2" name="diagram-line-1077">
            <a:extLst xmlns:a="http://schemas.openxmlformats.org/drawingml/2006/main">
              <a:ext uri="{FF2B5EF4-FFF2-40B4-BE49-F238E27FC236}">
                <a16:creationId xmlns:a16="http://schemas.microsoft.com/office/drawing/2014/main" id="{DFB6EBAB-84C6-47D1-B743-AC300E84D04F}"/>
              </a:ext>
            </a:extLst>
          </p:cNvPr>
          <p:cNvSpPr>
            <a:spLocks xmlns:a="http://schemas.openxmlformats.org/drawingml/2006/main" noGrp="1"/>
          </p:cNvSpPr>
          <p:nvPr/>
        </p:nvSpPr>
        <p:spPr>
          <a:xfrm xmlns:a="http://schemas.openxmlformats.org/drawingml/2006/main">
            <a:off x="9144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3" name="diagram-line-1078">
            <a:extLst xmlns:a="http://schemas.openxmlformats.org/drawingml/2006/main">
              <a:ext uri="{FF2B5EF4-FFF2-40B4-BE49-F238E27FC236}">
                <a16:creationId xmlns:a16="http://schemas.microsoft.com/office/drawing/2014/main" id="{291701A4-E3D1-4F35-AC79-073117083315}"/>
              </a:ext>
            </a:extLst>
          </p:cNvPr>
          <p:cNvSpPr>
            <a:spLocks xmlns:a="http://schemas.openxmlformats.org/drawingml/2006/main" noGrp="1"/>
          </p:cNvSpPr>
          <p:nvPr/>
        </p:nvSpPr>
        <p:spPr>
          <a:xfrm xmlns:a="http://schemas.openxmlformats.org/drawingml/2006/main">
            <a:off x="9258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4" name="diagram-line-1079">
            <a:extLst xmlns:a="http://schemas.openxmlformats.org/drawingml/2006/main">
              <a:ext uri="{FF2B5EF4-FFF2-40B4-BE49-F238E27FC236}">
                <a16:creationId xmlns:a16="http://schemas.microsoft.com/office/drawing/2014/main" id="{1C549F63-1DCB-4414-8C05-BB16AEC16EA3}"/>
              </a:ext>
            </a:extLst>
          </p:cNvPr>
          <p:cNvSpPr>
            <a:spLocks xmlns:a="http://schemas.openxmlformats.org/drawingml/2006/main" noGrp="1"/>
          </p:cNvSpPr>
          <p:nvPr/>
        </p:nvSpPr>
        <p:spPr>
          <a:xfrm xmlns:a="http://schemas.openxmlformats.org/drawingml/2006/main">
            <a:off x="9372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5" name="diagram-line-1080">
            <a:extLst xmlns:a="http://schemas.openxmlformats.org/drawingml/2006/main">
              <a:ext uri="{FF2B5EF4-FFF2-40B4-BE49-F238E27FC236}">
                <a16:creationId xmlns:a16="http://schemas.microsoft.com/office/drawing/2014/main" id="{089A3FE6-0EE1-4737-BDD6-CBDFDDC8B10E}"/>
              </a:ext>
            </a:extLst>
          </p:cNvPr>
          <p:cNvSpPr>
            <a:spLocks xmlns:a="http://schemas.openxmlformats.org/drawingml/2006/main" noGrp="1"/>
          </p:cNvSpPr>
          <p:nvPr/>
        </p:nvSpPr>
        <p:spPr>
          <a:xfrm xmlns:a="http://schemas.openxmlformats.org/drawingml/2006/main">
            <a:off x="9486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6" name="diagram-line-1081">
            <a:extLst xmlns:a="http://schemas.openxmlformats.org/drawingml/2006/main">
              <a:ext uri="{FF2B5EF4-FFF2-40B4-BE49-F238E27FC236}">
                <a16:creationId xmlns:a16="http://schemas.microsoft.com/office/drawing/2014/main" id="{CF5412EE-9405-4A06-8346-8F8FD3F1E57F}"/>
              </a:ext>
            </a:extLst>
          </p:cNvPr>
          <p:cNvSpPr>
            <a:spLocks xmlns:a="http://schemas.openxmlformats.org/drawingml/2006/main" noGrp="1"/>
          </p:cNvSpPr>
          <p:nvPr/>
        </p:nvSpPr>
        <p:spPr>
          <a:xfrm xmlns:a="http://schemas.openxmlformats.org/drawingml/2006/main">
            <a:off x="9601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7" name="diagram-line-1082">
            <a:extLst xmlns:a="http://schemas.openxmlformats.org/drawingml/2006/main">
              <a:ext uri="{FF2B5EF4-FFF2-40B4-BE49-F238E27FC236}">
                <a16:creationId xmlns:a16="http://schemas.microsoft.com/office/drawing/2014/main" id="{A38FB187-06A9-44F6-8726-3DC250E10595}"/>
              </a:ext>
            </a:extLst>
          </p:cNvPr>
          <p:cNvSpPr>
            <a:spLocks xmlns:a="http://schemas.openxmlformats.org/drawingml/2006/main" noGrp="1"/>
          </p:cNvSpPr>
          <p:nvPr/>
        </p:nvSpPr>
        <p:spPr>
          <a:xfrm xmlns:a="http://schemas.openxmlformats.org/drawingml/2006/main">
            <a:off x="9715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8" name="diagram-line-1083">
            <a:extLst xmlns:a="http://schemas.openxmlformats.org/drawingml/2006/main">
              <a:ext uri="{FF2B5EF4-FFF2-40B4-BE49-F238E27FC236}">
                <a16:creationId xmlns:a16="http://schemas.microsoft.com/office/drawing/2014/main" id="{D9BE0FF7-BD1C-4B15-8222-DC2AE666C70C}"/>
              </a:ext>
            </a:extLst>
          </p:cNvPr>
          <p:cNvSpPr>
            <a:spLocks xmlns:a="http://schemas.openxmlformats.org/drawingml/2006/main" noGrp="1"/>
          </p:cNvSpPr>
          <p:nvPr/>
        </p:nvSpPr>
        <p:spPr>
          <a:xfrm xmlns:a="http://schemas.openxmlformats.org/drawingml/2006/main">
            <a:off x="9829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9" name="diagram-line-1084">
            <a:extLst xmlns:a="http://schemas.openxmlformats.org/drawingml/2006/main">
              <a:ext uri="{FF2B5EF4-FFF2-40B4-BE49-F238E27FC236}">
                <a16:creationId xmlns:a16="http://schemas.microsoft.com/office/drawing/2014/main" id="{8FC9419C-A519-4DEF-8D10-5E6383B8AC7E}"/>
              </a:ext>
            </a:extLst>
          </p:cNvPr>
          <p:cNvSpPr>
            <a:spLocks xmlns:a="http://schemas.openxmlformats.org/drawingml/2006/main" noGrp="1"/>
          </p:cNvSpPr>
          <p:nvPr/>
        </p:nvSpPr>
        <p:spPr>
          <a:xfrm xmlns:a="http://schemas.openxmlformats.org/drawingml/2006/main">
            <a:off x="9944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0" name="diagram-line-1085">
            <a:extLst xmlns:a="http://schemas.openxmlformats.org/drawingml/2006/main">
              <a:ext uri="{FF2B5EF4-FFF2-40B4-BE49-F238E27FC236}">
                <a16:creationId xmlns:a16="http://schemas.microsoft.com/office/drawing/2014/main" id="{A757B196-1D9B-41EF-A0E0-165311B8FB03}"/>
              </a:ext>
            </a:extLst>
          </p:cNvPr>
          <p:cNvSpPr>
            <a:spLocks xmlns:a="http://schemas.openxmlformats.org/drawingml/2006/main" noGrp="1"/>
          </p:cNvSpPr>
          <p:nvPr/>
        </p:nvSpPr>
        <p:spPr>
          <a:xfrm xmlns:a="http://schemas.openxmlformats.org/drawingml/2006/main">
            <a:off x="10058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1" name="diagram-line-1086">
            <a:extLst xmlns:a="http://schemas.openxmlformats.org/drawingml/2006/main">
              <a:ext uri="{FF2B5EF4-FFF2-40B4-BE49-F238E27FC236}">
                <a16:creationId xmlns:a16="http://schemas.microsoft.com/office/drawing/2014/main" id="{FD37CA28-4104-4795-89D1-4E1602FD6ABF}"/>
              </a:ext>
            </a:extLst>
          </p:cNvPr>
          <p:cNvSpPr>
            <a:spLocks xmlns:a="http://schemas.openxmlformats.org/drawingml/2006/main" noGrp="1"/>
          </p:cNvSpPr>
          <p:nvPr/>
        </p:nvSpPr>
        <p:spPr>
          <a:xfrm xmlns:a="http://schemas.openxmlformats.org/drawingml/2006/main">
            <a:off x="10172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2" name="diagram-line-1087">
            <a:extLst xmlns:a="http://schemas.openxmlformats.org/drawingml/2006/main">
              <a:ext uri="{FF2B5EF4-FFF2-40B4-BE49-F238E27FC236}">
                <a16:creationId xmlns:a16="http://schemas.microsoft.com/office/drawing/2014/main" id="{3B33BFF6-8D19-405E-9749-7FD74A7F9F4A}"/>
              </a:ext>
            </a:extLst>
          </p:cNvPr>
          <p:cNvSpPr>
            <a:spLocks xmlns:a="http://schemas.openxmlformats.org/drawingml/2006/main" noGrp="1"/>
          </p:cNvSpPr>
          <p:nvPr/>
        </p:nvSpPr>
        <p:spPr>
          <a:xfrm xmlns:a="http://schemas.openxmlformats.org/drawingml/2006/main">
            <a:off x="10287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3" name="diagram-line-1088">
            <a:extLst xmlns:a="http://schemas.openxmlformats.org/drawingml/2006/main">
              <a:ext uri="{FF2B5EF4-FFF2-40B4-BE49-F238E27FC236}">
                <a16:creationId xmlns:a16="http://schemas.microsoft.com/office/drawing/2014/main" id="{792BC007-4D99-46AD-A686-F583767A08A3}"/>
              </a:ext>
            </a:extLst>
          </p:cNvPr>
          <p:cNvSpPr>
            <a:spLocks xmlns:a="http://schemas.openxmlformats.org/drawingml/2006/main" noGrp="1"/>
          </p:cNvSpPr>
          <p:nvPr/>
        </p:nvSpPr>
        <p:spPr>
          <a:xfrm xmlns:a="http://schemas.openxmlformats.org/drawingml/2006/main">
            <a:off x="10401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4" name="diagram-line-1089">
            <a:extLst xmlns:a="http://schemas.openxmlformats.org/drawingml/2006/main">
              <a:ext uri="{FF2B5EF4-FFF2-40B4-BE49-F238E27FC236}">
                <a16:creationId xmlns:a16="http://schemas.microsoft.com/office/drawing/2014/main" id="{B17FBC77-4B79-4451-99F1-92A3572DA4DA}"/>
              </a:ext>
            </a:extLst>
          </p:cNvPr>
          <p:cNvSpPr>
            <a:spLocks xmlns:a="http://schemas.openxmlformats.org/drawingml/2006/main" noGrp="1"/>
          </p:cNvSpPr>
          <p:nvPr/>
        </p:nvSpPr>
        <p:spPr>
          <a:xfrm xmlns:a="http://schemas.openxmlformats.org/drawingml/2006/main">
            <a:off x="10515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5" name="diagram-line-1090">
            <a:extLst xmlns:a="http://schemas.openxmlformats.org/drawingml/2006/main">
              <a:ext uri="{FF2B5EF4-FFF2-40B4-BE49-F238E27FC236}">
                <a16:creationId xmlns:a16="http://schemas.microsoft.com/office/drawing/2014/main" id="{CB6AC9A3-DA43-445D-9B11-64D895AB1EF7}"/>
              </a:ext>
            </a:extLst>
          </p:cNvPr>
          <p:cNvSpPr>
            <a:spLocks xmlns:a="http://schemas.openxmlformats.org/drawingml/2006/main" noGrp="1"/>
          </p:cNvSpPr>
          <p:nvPr/>
        </p:nvSpPr>
        <p:spPr>
          <a:xfrm xmlns:a="http://schemas.openxmlformats.org/drawingml/2006/main">
            <a:off x="10629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6" name="diagram-line-1091">
            <a:extLst xmlns:a="http://schemas.openxmlformats.org/drawingml/2006/main">
              <a:ext uri="{FF2B5EF4-FFF2-40B4-BE49-F238E27FC236}">
                <a16:creationId xmlns:a16="http://schemas.microsoft.com/office/drawing/2014/main" id="{86CA02FD-E524-49D7-8D84-94B752B9BF6A}"/>
              </a:ext>
            </a:extLst>
          </p:cNvPr>
          <p:cNvSpPr>
            <a:spLocks xmlns:a="http://schemas.openxmlformats.org/drawingml/2006/main" noGrp="1"/>
          </p:cNvSpPr>
          <p:nvPr/>
        </p:nvSpPr>
        <p:spPr>
          <a:xfrm xmlns:a="http://schemas.openxmlformats.org/drawingml/2006/main">
            <a:off x="10744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7" name="diagram-line-1092">
            <a:extLst xmlns:a="http://schemas.openxmlformats.org/drawingml/2006/main">
              <a:ext uri="{FF2B5EF4-FFF2-40B4-BE49-F238E27FC236}">
                <a16:creationId xmlns:a16="http://schemas.microsoft.com/office/drawing/2014/main" id="{B5F505AF-C35A-4AC5-9A5E-150675F13B85}"/>
              </a:ext>
            </a:extLst>
          </p:cNvPr>
          <p:cNvSpPr>
            <a:spLocks xmlns:a="http://schemas.openxmlformats.org/drawingml/2006/main" noGrp="1"/>
          </p:cNvSpPr>
          <p:nvPr/>
        </p:nvSpPr>
        <p:spPr>
          <a:xfrm xmlns:a="http://schemas.openxmlformats.org/drawingml/2006/main">
            <a:off x="10858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8" name="diagram-line-1093">
            <a:extLst xmlns:a="http://schemas.openxmlformats.org/drawingml/2006/main">
              <a:ext uri="{FF2B5EF4-FFF2-40B4-BE49-F238E27FC236}">
                <a16:creationId xmlns:a16="http://schemas.microsoft.com/office/drawing/2014/main" id="{27CA9132-8EA9-4BC3-ABBD-BAC1EF658B3F}"/>
              </a:ext>
            </a:extLst>
          </p:cNvPr>
          <p:cNvSpPr>
            <a:spLocks xmlns:a="http://schemas.openxmlformats.org/drawingml/2006/main" noGrp="1"/>
          </p:cNvSpPr>
          <p:nvPr/>
        </p:nvSpPr>
        <p:spPr>
          <a:xfrm xmlns:a="http://schemas.openxmlformats.org/drawingml/2006/main">
            <a:off x="10972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9" name="diagram-line-1094">
            <a:extLst xmlns:a="http://schemas.openxmlformats.org/drawingml/2006/main">
              <a:ext uri="{FF2B5EF4-FFF2-40B4-BE49-F238E27FC236}">
                <a16:creationId xmlns:a16="http://schemas.microsoft.com/office/drawing/2014/main" id="{1353C060-F4E3-4CDE-B679-CA98703497DD}"/>
              </a:ext>
            </a:extLst>
          </p:cNvPr>
          <p:cNvSpPr>
            <a:spLocks xmlns:a="http://schemas.openxmlformats.org/drawingml/2006/main" noGrp="1"/>
          </p:cNvSpPr>
          <p:nvPr/>
        </p:nvSpPr>
        <p:spPr>
          <a:xfrm xmlns:a="http://schemas.openxmlformats.org/drawingml/2006/main">
            <a:off x="11087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0" name="diagram-line-1095">
            <a:extLst xmlns:a="http://schemas.openxmlformats.org/drawingml/2006/main">
              <a:ext uri="{FF2B5EF4-FFF2-40B4-BE49-F238E27FC236}">
                <a16:creationId xmlns:a16="http://schemas.microsoft.com/office/drawing/2014/main" id="{180A30F5-6F3C-4A83-A97F-878325C18E53}"/>
              </a:ext>
            </a:extLst>
          </p:cNvPr>
          <p:cNvSpPr>
            <a:spLocks xmlns:a="http://schemas.openxmlformats.org/drawingml/2006/main" noGrp="1"/>
          </p:cNvSpPr>
          <p:nvPr/>
        </p:nvSpPr>
        <p:spPr>
          <a:xfrm xmlns:a="http://schemas.openxmlformats.org/drawingml/2006/main">
            <a:off x="11201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1" name="diagram-line-1096">
            <a:extLst xmlns:a="http://schemas.openxmlformats.org/drawingml/2006/main">
              <a:ext uri="{FF2B5EF4-FFF2-40B4-BE49-F238E27FC236}">
                <a16:creationId xmlns:a16="http://schemas.microsoft.com/office/drawing/2014/main" id="{14C45F2E-928E-4D9C-B5A9-47E7201074AA}"/>
              </a:ext>
            </a:extLst>
          </p:cNvPr>
          <p:cNvSpPr>
            <a:spLocks xmlns:a="http://schemas.openxmlformats.org/drawingml/2006/main" noGrp="1"/>
          </p:cNvSpPr>
          <p:nvPr/>
        </p:nvSpPr>
        <p:spPr>
          <a:xfrm xmlns:a="http://schemas.openxmlformats.org/drawingml/2006/main">
            <a:off x="11315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2" name="diagram-line-1097">
            <a:extLst xmlns:a="http://schemas.openxmlformats.org/drawingml/2006/main">
              <a:ext uri="{FF2B5EF4-FFF2-40B4-BE49-F238E27FC236}">
                <a16:creationId xmlns:a16="http://schemas.microsoft.com/office/drawing/2014/main" id="{016615B1-864B-4C66-96D6-D0838293B425}"/>
              </a:ext>
            </a:extLst>
          </p:cNvPr>
          <p:cNvSpPr>
            <a:spLocks xmlns:a="http://schemas.openxmlformats.org/drawingml/2006/main" noGrp="1"/>
          </p:cNvSpPr>
          <p:nvPr/>
        </p:nvSpPr>
        <p:spPr>
          <a:xfrm xmlns:a="http://schemas.openxmlformats.org/drawingml/2006/main">
            <a:off x="11430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3" name="diagram-line-1098">
            <a:extLst xmlns:a="http://schemas.openxmlformats.org/drawingml/2006/main">
              <a:ext uri="{FF2B5EF4-FFF2-40B4-BE49-F238E27FC236}">
                <a16:creationId xmlns:a16="http://schemas.microsoft.com/office/drawing/2014/main" id="{C9FAD0DA-161D-400E-9B4A-1AC0CF54A0C9}"/>
              </a:ext>
            </a:extLst>
          </p:cNvPr>
          <p:cNvSpPr>
            <a:spLocks xmlns:a="http://schemas.openxmlformats.org/drawingml/2006/main" noGrp="1"/>
          </p:cNvSpPr>
          <p:nvPr/>
        </p:nvSpPr>
        <p:spPr>
          <a:xfrm xmlns:a="http://schemas.openxmlformats.org/drawingml/2006/main">
            <a:off x="11544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4" name="revision-text-1099">
            <a:extLst xmlns:a="http://schemas.openxmlformats.org/drawingml/2006/main">
              <a:ext uri="{FF2B5EF4-FFF2-40B4-BE49-F238E27FC236}">
                <a16:creationId xmlns:a16="http://schemas.microsoft.com/office/drawing/2014/main" id="{13B31E2F-305E-4A83-9851-8DDC2719C855}"/>
              </a:ext>
            </a:extLst>
          </p:cNvPr>
          <p:cNvSpPr>
            <a:spLocks xmlns:a="http://schemas.openxmlformats.org/drawingml/2006/main" noGrp="1"/>
          </p:cNvSpPr>
          <p:nvPr/>
        </p:nvSpPr>
        <p:spPr>
          <a:xfrm xmlns:a="http://schemas.openxmlformats.org/drawingml/2006/main">
            <a:off x="1171575" y="5467350"/>
            <a:ext cx="1004887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B15F20"/>
                </a:solidFill>
                <a:latin typeface="微软雅黑"/>
                <a:ea typeface="微软雅黑"/>
                <a:cs typeface="微软雅黑"/>
              </a:defRPr>
            </a:pPr>
            <a:r>
              <a:rPr sz="1275" b="0">
                <a:solidFill>
                  <a:srgbClr val="B15F20"/>
                </a:solidFill>
                <a:latin typeface="微软雅黑"/>
                <a:ea typeface="微软雅黑"/>
                <a:cs typeface="微软雅黑"/>
              </a:rPr>
              <a:t>[Exception example] A stop or abort rule is triggered</a:t>
            </a:r>
          </a:p>
        </p:txBody>
      </p:sp>
      <p:sp>
        <p:nvSpPr>
          <p:cNvPr id="345" name="diagram-line-1100">
            <a:extLst xmlns:a="http://schemas.openxmlformats.org/drawingml/2006/main">
              <a:ext uri="{FF2B5EF4-FFF2-40B4-BE49-F238E27FC236}">
                <a16:creationId xmlns:a16="http://schemas.microsoft.com/office/drawing/2014/main" id="{D1591972-AB66-4DEB-AEB5-8954740E4F1A}"/>
              </a:ext>
            </a:extLst>
          </p:cNvPr>
          <p:cNvSpPr>
            <a:spLocks xmlns:a="http://schemas.openxmlformats.org/drawingml/2006/main" noGrp="1"/>
          </p:cNvSpPr>
          <p:nvPr/>
        </p:nvSpPr>
        <p:spPr>
          <a:xfrm xmlns:a="http://schemas.openxmlformats.org/drawingml/2006/main">
            <a:off x="3752850" y="5772150"/>
            <a:ext cx="6962775" cy="191"/>
          </a:xfrm>
          <a:custGeom xmlns:a="http://schemas.openxmlformats.org/drawingml/2006/main">
            <a:pathLst>
              <a:path w="6962775" h="191">
                <a:moveTo>
                  <a:pt x="6962775" y="0"/>
                </a:moveTo>
                <a:lnTo>
                  <a:pt x="0" y="0"/>
                </a:lnTo>
              </a:path>
            </a:pathLst>
          </a:custGeom>
          <a:noFill xmlns:a="http://schemas.openxmlformats.org/drawingml/2006/main"/>
          <a:ln xmlns:a="http://schemas.openxmlformats.org/drawingml/2006/main" w="14288">
            <a:solidFill>
              <a:srgbClr val="B15F20"/>
            </a:solidFill>
          </a:ln>
        </p:spPr>
      </p:sp>
      <p:sp>
        <p:nvSpPr>
          <p:cNvPr id="346" name="diagram-poly-1101">
            <a:extLst xmlns:a="http://schemas.openxmlformats.org/drawingml/2006/main">
              <a:ext uri="{FF2B5EF4-FFF2-40B4-BE49-F238E27FC236}">
                <a16:creationId xmlns:a16="http://schemas.microsoft.com/office/drawing/2014/main" id="{5671B40C-F56B-4E82-AB37-1F45232FE857}"/>
              </a:ext>
            </a:extLst>
          </p:cNvPr>
          <p:cNvSpPr>
            <a:spLocks xmlns:a="http://schemas.openxmlformats.org/drawingml/2006/main" noGrp="1"/>
          </p:cNvSpPr>
          <p:nvPr/>
        </p:nvSpPr>
        <p:spPr>
          <a:xfrm xmlns:a="http://schemas.openxmlformats.org/drawingml/2006/main">
            <a:off x="3752850" y="574262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47" name="revision-text-1102">
            <a:extLst xmlns:a="http://schemas.openxmlformats.org/drawingml/2006/main">
              <a:ext uri="{FF2B5EF4-FFF2-40B4-BE49-F238E27FC236}">
                <a16:creationId xmlns:a16="http://schemas.microsoft.com/office/drawing/2014/main" id="{59232379-DBF9-44ED-90A2-E97E6CF9B488}"/>
              </a:ext>
            </a:extLst>
          </p:cNvPr>
          <p:cNvSpPr>
            <a:spLocks xmlns:a="http://schemas.openxmlformats.org/drawingml/2006/main" noGrp="1"/>
          </p:cNvSpPr>
          <p:nvPr/>
        </p:nvSpPr>
        <p:spPr>
          <a:xfrm xmlns:a="http://schemas.openxmlformats.org/drawingml/2006/main">
            <a:off x="5172075" y="5591175"/>
            <a:ext cx="4619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a:solidFill>
                  <a:srgbClr val="B15F20"/>
                </a:solidFill>
                <a:latin typeface="微软雅黑"/>
                <a:ea typeface="微软雅黑"/>
                <a:cs typeface="微软雅黑"/>
              </a:rPr>
              <a:t>Device action: stop / abort request to the state machine</a:t>
            </a:r>
          </a:p>
        </p:txBody>
      </p:sp>
      <p:sp>
        <p:nvSpPr>
          <p:cNvPr id="348" name="diagram-line-1103">
            <a:extLst xmlns:a="http://schemas.openxmlformats.org/drawingml/2006/main">
              <a:ext uri="{FF2B5EF4-FFF2-40B4-BE49-F238E27FC236}">
                <a16:creationId xmlns:a16="http://schemas.microsoft.com/office/drawing/2014/main" id="{67306471-F45A-4AEE-B31E-AB6838E7463F}"/>
              </a:ext>
            </a:extLst>
          </p:cNvPr>
          <p:cNvSpPr>
            <a:spLocks xmlns:a="http://schemas.openxmlformats.org/drawingml/2006/main" noGrp="1"/>
          </p:cNvSpPr>
          <p:nvPr/>
        </p:nvSpPr>
        <p:spPr>
          <a:xfrm xmlns:a="http://schemas.openxmlformats.org/drawingml/2006/main">
            <a:off x="1447800" y="5991225"/>
            <a:ext cx="9267825" cy="191"/>
          </a:xfrm>
          <a:custGeom xmlns:a="http://schemas.openxmlformats.org/drawingml/2006/main">
            <a:pathLst>
              <a:path w="9267825" h="191">
                <a:moveTo>
                  <a:pt x="9267825" y="0"/>
                </a:moveTo>
                <a:lnTo>
                  <a:pt x="0" y="0"/>
                </a:lnTo>
              </a:path>
            </a:pathLst>
          </a:custGeom>
          <a:noFill xmlns:a="http://schemas.openxmlformats.org/drawingml/2006/main"/>
          <a:ln xmlns:a="http://schemas.openxmlformats.org/drawingml/2006/main" w="14288">
            <a:solidFill>
              <a:srgbClr val="B15F20"/>
            </a:solidFill>
          </a:ln>
        </p:spPr>
      </p:sp>
      <p:sp>
        <p:nvSpPr>
          <p:cNvPr id="349" name="diagram-poly-1104">
            <a:extLst xmlns:a="http://schemas.openxmlformats.org/drawingml/2006/main">
              <a:ext uri="{FF2B5EF4-FFF2-40B4-BE49-F238E27FC236}">
                <a16:creationId xmlns:a16="http://schemas.microsoft.com/office/drawing/2014/main" id="{9BD33971-D597-46BB-83EB-D6D15BD25154}"/>
              </a:ext>
            </a:extLst>
          </p:cNvPr>
          <p:cNvSpPr>
            <a:spLocks xmlns:a="http://schemas.openxmlformats.org/drawingml/2006/main" noGrp="1"/>
          </p:cNvSpPr>
          <p:nvPr/>
        </p:nvSpPr>
        <p:spPr>
          <a:xfrm xmlns:a="http://schemas.openxmlformats.org/drawingml/2006/main">
            <a:off x="1447800" y="59616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50" name="revision-text-1105">
            <a:extLst xmlns:a="http://schemas.openxmlformats.org/drawingml/2006/main">
              <a:ext uri="{FF2B5EF4-FFF2-40B4-BE49-F238E27FC236}">
                <a16:creationId xmlns:a16="http://schemas.microsoft.com/office/drawing/2014/main" id="{6775D2B6-B2CA-494D-96E1-D17133936BEB}"/>
              </a:ext>
            </a:extLst>
          </p:cNvPr>
          <p:cNvSpPr>
            <a:spLocks xmlns:a="http://schemas.openxmlformats.org/drawingml/2006/main" noGrp="1"/>
          </p:cNvSpPr>
          <p:nvPr/>
        </p:nvSpPr>
        <p:spPr>
          <a:xfrm xmlns:a="http://schemas.openxmlformats.org/drawingml/2006/main">
            <a:off x="4048125" y="5810250"/>
            <a:ext cx="4781550"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a:solidFill>
                  <a:srgbClr val="B15F20"/>
                </a:solidFill>
                <a:latin typeface="微软雅黑"/>
                <a:ea typeface="微软雅黑"/>
                <a:cs typeface="微软雅黑"/>
              </a:rPr>
              <a:t>Task action: abort through the node interface</a:t>
            </a:r>
          </a:p>
        </p:txBody>
      </p:sp>
      <p:sp>
        <p:nvSpPr>
          <p:cNvPr id="351" name="revision-text-1106">
            <a:extLst xmlns:a="http://schemas.openxmlformats.org/drawingml/2006/main">
              <a:ext uri="{FF2B5EF4-FFF2-40B4-BE49-F238E27FC236}">
                <a16:creationId xmlns:a16="http://schemas.microsoft.com/office/drawing/2014/main" id="{6F1C87E7-2CE8-4840-AB4F-45DAB8A72BCA}"/>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52" b="1">
                <a:solidFill>
                  <a:srgbClr val="1C3C5C"/>
                </a:solidFill>
                <a:latin typeface="微软雅黑"/>
                <a:ea typeface="微软雅黑"/>
                <a:cs typeface="微软雅黑"/>
              </a:defRPr>
            </a:pPr>
            <a:r>
              <a:rPr sz="1552" b="1">
                <a:solidFill>
                  <a:srgbClr val="1C3C5C"/>
                </a:solidFill>
                <a:latin typeface="微软雅黑"/>
                <a:ea typeface="微软雅黑"/>
                <a:cs typeface="微软雅黑"/>
              </a:rPr>
              <a:t>Completion conditions govern progression; temperature violations or device faults trigger constraint handling.</a:t>
            </a:r>
          </a:p>
        </p:txBody>
      </p:sp>
    </p:spTree>
    <p:extLst>
      <p:ext uri="{BB962C8B-B14F-4D97-AF65-F5344CB8AC3E}">
        <p14:creationId xmlns:p14="http://schemas.microsoft.com/office/powerpoint/2010/main" val="1199202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124E5A-E1E9-4BDB-AD6A-7A85F5EB288D}"/>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228375A-AFA3-4308-8A72-B44F483378BE}"/>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9  Extension: simulation feedback loop</a:t>
            </a:r>
          </a:p>
        </p:txBody>
      </p:sp>
      <p:sp>
        <p:nvSpPr>
          <p:cNvPr id="10" name="TextBox 9">
            <a:extLst xmlns:a="http://schemas.openxmlformats.org/drawingml/2006/main">
              <a:ext uri="{FF2B5EF4-FFF2-40B4-BE49-F238E27FC236}">
                <a16:creationId xmlns:a16="http://schemas.microsoft.com/office/drawing/2014/main" id="{6814C537-51FE-466D-9ABF-E96416416CF9}"/>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F19B2418-5098-4973-9A0F-6D9FC907120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9/10</a:t>
            </a:r>
          </a:p>
        </p:txBody>
      </p:sp>
      <p:sp>
        <p:nvSpPr>
          <p:cNvPr id="12" name="revision-text-1107">
            <a:extLst xmlns:a="http://schemas.openxmlformats.org/drawingml/2006/main">
              <a:ext uri="{FF2B5EF4-FFF2-40B4-BE49-F238E27FC236}">
                <a16:creationId xmlns:a16="http://schemas.microsoft.com/office/drawing/2014/main" id="{93140CEF-CA74-48D4-BF8D-160C00A7DA7C}"/>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73" b="0">
                <a:solidFill>
                  <a:srgbClr val="152C40"/>
                </a:solidFill>
                <a:latin typeface="微软雅黑"/>
                <a:ea typeface="微软雅黑"/>
                <a:cs typeface="微软雅黑"/>
              </a:defRPr>
            </a:pPr>
            <a:r>
              <a:rPr sz="1673" b="0">
                <a:solidFill>
                  <a:srgbClr val="152C40"/>
                </a:solidFill>
                <a:latin typeface="微软雅黑"/>
                <a:ea typeface="微软雅黑"/>
                <a:cs typeface="微软雅黑"/>
              </a:rPr>
              <a:t>A virtual device instance inside the Adapter runs the simulation; upper-level models and rules stay the same.</a:t>
            </a:r>
          </a:p>
        </p:txBody>
      </p:sp>
      <p:sp>
        <p:nvSpPr>
          <p:cNvPr id="13" name="diagram-box-1108">
            <a:extLst xmlns:a="http://schemas.openxmlformats.org/drawingml/2006/main">
              <a:ext uri="{FF2B5EF4-FFF2-40B4-BE49-F238E27FC236}">
                <a16:creationId xmlns:a16="http://schemas.microsoft.com/office/drawing/2014/main" id="{46CFFD44-B2AB-4DEC-BF07-6F74BD0B04E4}"/>
              </a:ext>
            </a:extLst>
          </p:cNvPr>
          <p:cNvSpPr>
            <a:spLocks xmlns:a="http://schemas.openxmlformats.org/drawingml/2006/main" noGrp="1"/>
          </p:cNvSpPr>
          <p:nvPr/>
        </p:nvSpPr>
        <p:spPr>
          <a:xfrm xmlns:a="http://schemas.openxmlformats.org/drawingml/2006/main">
            <a:off x="581025" y="2809875"/>
            <a:ext cx="2105025" cy="2190750"/>
          </a:xfrm>
          <a:prstGeom xmlns:a="http://schemas.openxmlformats.org/drawingml/2006/main" prst="rect">
            <a:avLst/>
          </a:prstGeom>
          <a:solidFill xmlns:a="http://schemas.openxmlformats.org/drawingml/2006/main">
            <a:srgbClr val="E7F3F7"/>
          </a:solidFill>
          <a:ln xmlns:a="http://schemas.openxmlformats.org/drawingml/2006/main" w="9525">
            <a:solidFill>
              <a:srgbClr val="6F7B83"/>
            </a:solidFill>
          </a:ln>
        </p:spPr>
      </p:sp>
      <p:sp>
        <p:nvSpPr>
          <p:cNvPr id="14" name="diagram-box-1109">
            <a:extLst xmlns:a="http://schemas.openxmlformats.org/drawingml/2006/main">
              <a:ext uri="{FF2B5EF4-FFF2-40B4-BE49-F238E27FC236}">
                <a16:creationId xmlns:a16="http://schemas.microsoft.com/office/drawing/2014/main" id="{34939978-71F7-433E-90A6-0CA58551DCA5}"/>
              </a:ext>
            </a:extLst>
          </p:cNvPr>
          <p:cNvSpPr>
            <a:spLocks xmlns:a="http://schemas.openxmlformats.org/drawingml/2006/main" noGrp="1"/>
          </p:cNvSpPr>
          <p:nvPr/>
        </p:nvSpPr>
        <p:spPr>
          <a:xfrm xmlns:a="http://schemas.openxmlformats.org/drawingml/2006/main">
            <a:off x="581025" y="2809875"/>
            <a:ext cx="2105025" cy="304800"/>
          </a:xfrm>
          <a:prstGeom xmlns:a="http://schemas.openxmlformats.org/drawingml/2006/main" prst="rect">
            <a:avLst/>
          </a:prstGeom>
          <a:solidFill xmlns:a="http://schemas.openxmlformats.org/drawingml/2006/main">
            <a:srgbClr val="D9EDF2"/>
          </a:solidFill>
          <a:ln xmlns:a="http://schemas.openxmlformats.org/drawingml/2006/main" w="9525">
            <a:solidFill>
              <a:srgbClr val="6F7B83"/>
            </a:solidFill>
          </a:ln>
        </p:spPr>
      </p:sp>
      <p:sp>
        <p:nvSpPr>
          <p:cNvPr id="15" name="revision-text-1110">
            <a:extLst xmlns:a="http://schemas.openxmlformats.org/drawingml/2006/main">
              <a:ext uri="{FF2B5EF4-FFF2-40B4-BE49-F238E27FC236}">
                <a16:creationId xmlns:a16="http://schemas.microsoft.com/office/drawing/2014/main" id="{84CD2081-6272-47F9-B327-DD879D85D883}"/>
              </a:ext>
            </a:extLst>
          </p:cNvPr>
          <p:cNvSpPr>
            <a:spLocks xmlns:a="http://schemas.openxmlformats.org/drawingml/2006/main" noGrp="1"/>
          </p:cNvSpPr>
          <p:nvPr/>
        </p:nvSpPr>
        <p:spPr>
          <a:xfrm xmlns:a="http://schemas.openxmlformats.org/drawingml/2006/main">
            <a:off x="657225" y="2838450"/>
            <a:ext cx="19526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LLM</a:t>
            </a:r>
          </a:p>
        </p:txBody>
      </p:sp>
      <p:sp>
        <p:nvSpPr>
          <p:cNvPr id="16" name="diagram-box-1111">
            <a:extLst xmlns:a="http://schemas.openxmlformats.org/drawingml/2006/main">
              <a:ext uri="{FF2B5EF4-FFF2-40B4-BE49-F238E27FC236}">
                <a16:creationId xmlns:a16="http://schemas.microsoft.com/office/drawing/2014/main" id="{579EC347-6B46-488D-8B83-3B65D748FF21}"/>
              </a:ext>
            </a:extLst>
          </p:cNvPr>
          <p:cNvSpPr>
            <a:spLocks xmlns:a="http://schemas.openxmlformats.org/drawingml/2006/main" noGrp="1"/>
          </p:cNvSpPr>
          <p:nvPr/>
        </p:nvSpPr>
        <p:spPr>
          <a:xfrm xmlns:a="http://schemas.openxmlformats.org/drawingml/2006/main">
            <a:off x="704850" y="32480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7" name="revision-text-1112">
            <a:extLst xmlns:a="http://schemas.openxmlformats.org/drawingml/2006/main">
              <a:ext uri="{FF2B5EF4-FFF2-40B4-BE49-F238E27FC236}">
                <a16:creationId xmlns:a16="http://schemas.microsoft.com/office/drawing/2014/main" id="{A50A0718-0BDB-4FCC-938D-592250A2C977}"/>
              </a:ext>
            </a:extLst>
          </p:cNvPr>
          <p:cNvSpPr>
            <a:spLocks xmlns:a="http://schemas.openxmlformats.org/drawingml/2006/main" noGrp="1"/>
          </p:cNvSpPr>
          <p:nvPr/>
        </p:nvSpPr>
        <p:spPr>
          <a:xfrm xmlns:a="http://schemas.openxmlformats.org/drawingml/2006/main">
            <a:off x="752475" y="3276600"/>
            <a:ext cx="1762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52" b="1">
                <a:solidFill>
                  <a:srgbClr val="111111"/>
                </a:solidFill>
                <a:latin typeface="微软雅黑"/>
                <a:ea typeface="微软雅黑"/>
                <a:cs typeface="微软雅黑"/>
              </a:defRPr>
            </a:pPr>
            <a:r>
              <a:rPr sz="1252" b="1">
                <a:solidFill>
                  <a:srgbClr val="111111"/>
                </a:solidFill>
                <a:latin typeface="微软雅黑"/>
                <a:ea typeface="微软雅黑"/>
                <a:cs typeface="微软雅黑"/>
              </a:rPr>
              <a:t>Propose / Revise plan</a:t>
            </a:r>
          </a:p>
        </p:txBody>
      </p:sp>
      <p:sp>
        <p:nvSpPr>
          <p:cNvPr id="18" name="revision-text-1113">
            <a:extLst xmlns:a="http://schemas.openxmlformats.org/drawingml/2006/main">
              <a:ext uri="{FF2B5EF4-FFF2-40B4-BE49-F238E27FC236}">
                <a16:creationId xmlns:a16="http://schemas.microsoft.com/office/drawing/2014/main" id="{9ADF5BEA-157B-49AC-87FF-0A8131E47DA2}"/>
              </a:ext>
            </a:extLst>
          </p:cNvPr>
          <p:cNvSpPr>
            <a:spLocks xmlns:a="http://schemas.openxmlformats.org/drawingml/2006/main" noGrp="1"/>
          </p:cNvSpPr>
          <p:nvPr/>
        </p:nvSpPr>
        <p:spPr>
          <a:xfrm xmlns:a="http://schemas.openxmlformats.org/drawingml/2006/main">
            <a:off x="762000" y="3457575"/>
            <a:ext cx="174307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8" b="0">
                <a:solidFill>
                  <a:srgbClr val="111111"/>
                </a:solidFill>
                <a:latin typeface="微软雅黑"/>
                <a:ea typeface="微软雅黑"/>
                <a:cs typeface="微软雅黑"/>
              </a:defRPr>
            </a:pPr>
            <a:r>
              <a:rPr sz="1058" b="0">
                <a:solidFill>
                  <a:srgbClr val="111111"/>
                </a:solidFill>
                <a:latin typeface="微软雅黑"/>
                <a:ea typeface="微软雅黑"/>
                <a:cs typeface="微软雅黑"/>
              </a:rPr>
              <a:t>Workflow / Device request</a:t>
            </a:r>
          </a:p>
        </p:txBody>
      </p:sp>
      <p:sp>
        <p:nvSpPr>
          <p:cNvPr id="19" name="diagram-box-1114">
            <a:extLst xmlns:a="http://schemas.openxmlformats.org/drawingml/2006/main">
              <a:ext uri="{FF2B5EF4-FFF2-40B4-BE49-F238E27FC236}">
                <a16:creationId xmlns:a16="http://schemas.microsoft.com/office/drawing/2014/main" id="{5B1BB6E1-E44C-4657-8D2A-943769D0C857}"/>
              </a:ext>
            </a:extLst>
          </p:cNvPr>
          <p:cNvSpPr>
            <a:spLocks xmlns:a="http://schemas.openxmlformats.org/drawingml/2006/main" noGrp="1"/>
          </p:cNvSpPr>
          <p:nvPr/>
        </p:nvSpPr>
        <p:spPr>
          <a:xfrm xmlns:a="http://schemas.openxmlformats.org/drawingml/2006/main">
            <a:off x="704850" y="42005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0" name="revision-text-1115">
            <a:extLst xmlns:a="http://schemas.openxmlformats.org/drawingml/2006/main">
              <a:ext uri="{FF2B5EF4-FFF2-40B4-BE49-F238E27FC236}">
                <a16:creationId xmlns:a16="http://schemas.microsoft.com/office/drawing/2014/main" id="{D52AF0C0-E053-4E70-94EF-F3D1B2FD99BC}"/>
              </a:ext>
            </a:extLst>
          </p:cNvPr>
          <p:cNvSpPr>
            <a:spLocks xmlns:a="http://schemas.openxmlformats.org/drawingml/2006/main" noGrp="1"/>
          </p:cNvSpPr>
          <p:nvPr/>
        </p:nvSpPr>
        <p:spPr>
          <a:xfrm xmlns:a="http://schemas.openxmlformats.org/drawingml/2006/main">
            <a:off x="752475" y="4229100"/>
            <a:ext cx="1762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Analyze feedback</a:t>
            </a:r>
          </a:p>
        </p:txBody>
      </p:sp>
      <p:sp>
        <p:nvSpPr>
          <p:cNvPr id="21" name="revision-text-1116">
            <a:extLst xmlns:a="http://schemas.openxmlformats.org/drawingml/2006/main">
              <a:ext uri="{FF2B5EF4-FFF2-40B4-BE49-F238E27FC236}">
                <a16:creationId xmlns:a16="http://schemas.microsoft.com/office/drawing/2014/main" id="{E7B6A6D1-FC7C-4395-9926-ED996BFDD87A}"/>
              </a:ext>
            </a:extLst>
          </p:cNvPr>
          <p:cNvSpPr>
            <a:spLocks xmlns:a="http://schemas.openxmlformats.org/drawingml/2006/main" noGrp="1"/>
          </p:cNvSpPr>
          <p:nvPr/>
        </p:nvSpPr>
        <p:spPr>
          <a:xfrm xmlns:a="http://schemas.openxmlformats.org/drawingml/2006/main">
            <a:off x="762000" y="4410075"/>
            <a:ext cx="174307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25" b="0">
                <a:solidFill>
                  <a:srgbClr val="111111"/>
                </a:solidFill>
                <a:latin typeface="微软雅黑"/>
                <a:ea typeface="微软雅黑"/>
                <a:cs typeface="微软雅黑"/>
              </a:defRPr>
            </a:pPr>
            <a:r>
              <a:rPr sz="825" b="0">
                <a:solidFill>
                  <a:srgbClr val="111111"/>
                </a:solidFill>
                <a:latin typeface="微软雅黑"/>
                <a:ea typeface="微软雅黑"/>
                <a:cs typeface="微软雅黑"/>
              </a:rPr>
              <a:t>Revise steps, parameters, requests</a:t>
            </a:r>
          </a:p>
        </p:txBody>
      </p:sp>
      <p:sp>
        <p:nvSpPr>
          <p:cNvPr id="22" name="diagram-line-1117">
            <a:extLst xmlns:a="http://schemas.openxmlformats.org/drawingml/2006/main">
              <a:ext uri="{FF2B5EF4-FFF2-40B4-BE49-F238E27FC236}">
                <a16:creationId xmlns:a16="http://schemas.microsoft.com/office/drawing/2014/main" id="{1A26DF42-13E4-4734-A276-54BAE81BCFE7}"/>
              </a:ext>
            </a:extLst>
          </p:cNvPr>
          <p:cNvSpPr>
            <a:spLocks xmlns:a="http://schemas.openxmlformats.org/drawingml/2006/main" noGrp="1"/>
          </p:cNvSpPr>
          <p:nvPr/>
        </p:nvSpPr>
        <p:spPr>
          <a:xfrm xmlns:a="http://schemas.openxmlformats.org/drawingml/2006/main">
            <a:off x="352425" y="4524375"/>
            <a:ext cx="352425" cy="191"/>
          </a:xfrm>
          <a:custGeom xmlns:a="http://schemas.openxmlformats.org/drawingml/2006/main">
            <a:pathLst>
              <a:path w="352425" h="191">
                <a:moveTo>
                  <a:pt x="352425" y="0"/>
                </a:moveTo>
                <a:lnTo>
                  <a:pt x="0" y="0"/>
                </a:lnTo>
              </a:path>
            </a:pathLst>
          </a:custGeom>
          <a:noFill xmlns:a="http://schemas.openxmlformats.org/drawingml/2006/main"/>
          <a:ln xmlns:a="http://schemas.openxmlformats.org/drawingml/2006/main" w="14288">
            <a:solidFill>
              <a:srgbClr val="799A39"/>
            </a:solidFill>
          </a:ln>
        </p:spPr>
      </p:sp>
      <p:sp>
        <p:nvSpPr>
          <p:cNvPr id="23" name="diagram-line-1118">
            <a:extLst xmlns:a="http://schemas.openxmlformats.org/drawingml/2006/main">
              <a:ext uri="{FF2B5EF4-FFF2-40B4-BE49-F238E27FC236}">
                <a16:creationId xmlns:a16="http://schemas.microsoft.com/office/drawing/2014/main" id="{79A692C7-0B4B-4DD2-87CA-8AA586D35624}"/>
              </a:ext>
            </a:extLst>
          </p:cNvPr>
          <p:cNvSpPr>
            <a:spLocks xmlns:a="http://schemas.openxmlformats.org/drawingml/2006/main" noGrp="1"/>
          </p:cNvSpPr>
          <p:nvPr/>
        </p:nvSpPr>
        <p:spPr>
          <a:xfrm xmlns:a="http://schemas.openxmlformats.org/drawingml/2006/main">
            <a:off x="352425" y="3552825"/>
            <a:ext cx="191" cy="971550"/>
          </a:xfrm>
          <a:custGeom xmlns:a="http://schemas.openxmlformats.org/drawingml/2006/main">
            <a:pathLst>
              <a:path w="191" h="971550">
                <a:moveTo>
                  <a:pt x="0" y="971550"/>
                </a:moveTo>
                <a:lnTo>
                  <a:pt x="0" y="0"/>
                </a:lnTo>
              </a:path>
            </a:pathLst>
          </a:custGeom>
          <a:noFill xmlns:a="http://schemas.openxmlformats.org/drawingml/2006/main"/>
          <a:ln xmlns:a="http://schemas.openxmlformats.org/drawingml/2006/main" w="14288">
            <a:solidFill>
              <a:srgbClr val="799A39"/>
            </a:solidFill>
          </a:ln>
        </p:spPr>
      </p:sp>
      <p:sp>
        <p:nvSpPr>
          <p:cNvPr id="24" name="diagram-line-1119">
            <a:extLst xmlns:a="http://schemas.openxmlformats.org/drawingml/2006/main">
              <a:ext uri="{FF2B5EF4-FFF2-40B4-BE49-F238E27FC236}">
                <a16:creationId xmlns:a16="http://schemas.microsoft.com/office/drawing/2014/main" id="{808276D3-27BD-4AB5-AC8E-A7D0E7F5B77D}"/>
              </a:ext>
            </a:extLst>
          </p:cNvPr>
          <p:cNvSpPr>
            <a:spLocks xmlns:a="http://schemas.openxmlformats.org/drawingml/2006/main" noGrp="1"/>
          </p:cNvSpPr>
          <p:nvPr/>
        </p:nvSpPr>
        <p:spPr>
          <a:xfrm xmlns:a="http://schemas.openxmlformats.org/drawingml/2006/main">
            <a:off x="352425" y="3552825"/>
            <a:ext cx="352425" cy="191"/>
          </a:xfrm>
          <a:custGeom xmlns:a="http://schemas.openxmlformats.org/drawingml/2006/main">
            <a:pathLst>
              <a:path w="352425" h="191">
                <a:moveTo>
                  <a:pt x="0" y="0"/>
                </a:moveTo>
                <a:lnTo>
                  <a:pt x="352425" y="0"/>
                </a:lnTo>
              </a:path>
            </a:pathLst>
          </a:custGeom>
          <a:noFill xmlns:a="http://schemas.openxmlformats.org/drawingml/2006/main"/>
          <a:ln xmlns:a="http://schemas.openxmlformats.org/drawingml/2006/main" w="14288">
            <a:solidFill>
              <a:srgbClr val="799A39"/>
            </a:solidFill>
          </a:ln>
        </p:spPr>
      </p:sp>
      <p:sp>
        <p:nvSpPr>
          <p:cNvPr id="25" name="diagram-poly-1120">
            <a:extLst xmlns:a="http://schemas.openxmlformats.org/drawingml/2006/main">
              <a:ext uri="{FF2B5EF4-FFF2-40B4-BE49-F238E27FC236}">
                <a16:creationId xmlns:a16="http://schemas.microsoft.com/office/drawing/2014/main" id="{BC290A9C-394E-4C5C-A3EE-3E8B47E7AA06}"/>
              </a:ext>
            </a:extLst>
          </p:cNvPr>
          <p:cNvSpPr>
            <a:spLocks xmlns:a="http://schemas.openxmlformats.org/drawingml/2006/main" noGrp="1"/>
          </p:cNvSpPr>
          <p:nvPr/>
        </p:nvSpPr>
        <p:spPr>
          <a:xfrm xmlns:a="http://schemas.openxmlformats.org/drawingml/2006/main">
            <a:off x="638175" y="352329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6" name="revision-text-1121">
            <a:extLst xmlns:a="http://schemas.openxmlformats.org/drawingml/2006/main">
              <a:ext uri="{FF2B5EF4-FFF2-40B4-BE49-F238E27FC236}">
                <a16:creationId xmlns:a16="http://schemas.microsoft.com/office/drawing/2014/main" id="{1D6F4031-4A1C-4FC8-BAB2-9EC62389E07E}"/>
              </a:ext>
            </a:extLst>
          </p:cNvPr>
          <p:cNvSpPr>
            <a:spLocks xmlns:a="http://schemas.openxmlformats.org/drawingml/2006/main" noGrp="1"/>
          </p:cNvSpPr>
          <p:nvPr/>
        </p:nvSpPr>
        <p:spPr>
          <a:xfrm xmlns:a="http://schemas.openxmlformats.org/drawingml/2006/main">
            <a:off x="742950" y="3943350"/>
            <a:ext cx="18002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33" b="0">
                <a:solidFill>
                  <a:srgbClr val="799A39"/>
                </a:solidFill>
                <a:latin typeface="微软雅黑"/>
                <a:ea typeface="微软雅黑"/>
                <a:cs typeface="微软雅黑"/>
              </a:defRPr>
            </a:pPr>
            <a:r>
              <a:rPr sz="1133" b="0">
                <a:solidFill>
                  <a:srgbClr val="799A39"/>
                </a:solidFill>
                <a:latin typeface="微软雅黑"/>
                <a:ea typeface="微软雅黑"/>
                <a:cs typeface="微软雅黑"/>
              </a:rPr>
              <a:t>Feedback refines the plan</a:t>
            </a:r>
          </a:p>
        </p:txBody>
      </p:sp>
      <p:sp>
        <p:nvSpPr>
          <p:cNvPr id="27" name="diagram-box-1122">
            <a:extLst xmlns:a="http://schemas.openxmlformats.org/drawingml/2006/main">
              <a:ext uri="{FF2B5EF4-FFF2-40B4-BE49-F238E27FC236}">
                <a16:creationId xmlns:a16="http://schemas.microsoft.com/office/drawing/2014/main" id="{0D17D104-32A9-4A42-9A27-9D418B288408}"/>
              </a:ext>
            </a:extLst>
          </p:cNvPr>
          <p:cNvSpPr>
            <a:spLocks xmlns:a="http://schemas.openxmlformats.org/drawingml/2006/main" noGrp="1"/>
          </p:cNvSpPr>
          <p:nvPr/>
        </p:nvSpPr>
        <p:spPr>
          <a:xfrm xmlns:a="http://schemas.openxmlformats.org/drawingml/2006/main">
            <a:off x="3505200" y="1657350"/>
            <a:ext cx="2447925" cy="1076325"/>
          </a:xfrm>
          <a:prstGeom xmlns:a="http://schemas.openxmlformats.org/drawingml/2006/main" prst="rect">
            <a:avLst/>
          </a:prstGeom>
          <a:solidFill xmlns:a="http://schemas.openxmlformats.org/drawingml/2006/main">
            <a:srgbClr val="FAF8FC"/>
          </a:solidFill>
          <a:ln xmlns:a="http://schemas.openxmlformats.org/drawingml/2006/main" w="9525">
            <a:solidFill>
              <a:srgbClr val="6F7B83"/>
            </a:solidFill>
          </a:ln>
        </p:spPr>
      </p:sp>
      <p:sp>
        <p:nvSpPr>
          <p:cNvPr id="28" name="diagram-box-1123">
            <a:extLst xmlns:a="http://schemas.openxmlformats.org/drawingml/2006/main">
              <a:ext uri="{FF2B5EF4-FFF2-40B4-BE49-F238E27FC236}">
                <a16:creationId xmlns:a16="http://schemas.microsoft.com/office/drawing/2014/main" id="{63E5E201-C2E5-4539-A42B-8D7D5596FF9E}"/>
              </a:ext>
            </a:extLst>
          </p:cNvPr>
          <p:cNvSpPr>
            <a:spLocks xmlns:a="http://schemas.openxmlformats.org/drawingml/2006/main" noGrp="1"/>
          </p:cNvSpPr>
          <p:nvPr/>
        </p:nvSpPr>
        <p:spPr>
          <a:xfrm xmlns:a="http://schemas.openxmlformats.org/drawingml/2006/main">
            <a:off x="3505200" y="1657350"/>
            <a:ext cx="24479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29" name="revision-text-1124">
            <a:extLst xmlns:a="http://schemas.openxmlformats.org/drawingml/2006/main">
              <a:ext uri="{FF2B5EF4-FFF2-40B4-BE49-F238E27FC236}">
                <a16:creationId xmlns:a16="http://schemas.microsoft.com/office/drawing/2014/main" id="{8C0673CF-9092-4D9C-9B94-DFE37CF5BE6A}"/>
              </a:ext>
            </a:extLst>
          </p:cNvPr>
          <p:cNvSpPr>
            <a:spLocks xmlns:a="http://schemas.openxmlformats.org/drawingml/2006/main" noGrp="1"/>
          </p:cNvSpPr>
          <p:nvPr/>
        </p:nvSpPr>
        <p:spPr>
          <a:xfrm xmlns:a="http://schemas.openxmlformats.org/drawingml/2006/main">
            <a:off x="3581400" y="1685925"/>
            <a:ext cx="22955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Workflow model (optional)</a:t>
            </a:r>
          </a:p>
        </p:txBody>
      </p:sp>
      <p:sp>
        <p:nvSpPr>
          <p:cNvPr id="30" name="revision-text-1125">
            <a:extLst xmlns:a="http://schemas.openxmlformats.org/drawingml/2006/main">
              <a:ext uri="{FF2B5EF4-FFF2-40B4-BE49-F238E27FC236}">
                <a16:creationId xmlns:a16="http://schemas.microsoft.com/office/drawing/2014/main" id="{4FFBF03C-7969-4194-BDF2-6B248E086626}"/>
              </a:ext>
            </a:extLst>
          </p:cNvPr>
          <p:cNvSpPr>
            <a:spLocks xmlns:a="http://schemas.openxmlformats.org/drawingml/2006/main" noGrp="1"/>
          </p:cNvSpPr>
          <p:nvPr/>
        </p:nvSpPr>
        <p:spPr>
          <a:xfrm xmlns:a="http://schemas.openxmlformats.org/drawingml/2006/main">
            <a:off x="3609975" y="2124075"/>
            <a:ext cx="2238375" cy="439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83" b="0">
                <a:solidFill>
                  <a:srgbClr val="111111"/>
                </a:solidFill>
                <a:latin typeface="微软雅黑"/>
                <a:ea typeface="微软雅黑"/>
                <a:cs typeface="微软雅黑"/>
              </a:defRPr>
            </a:pPr>
            <a:r>
              <a:rPr sz="1283" b="0">
                <a:solidFill>
                  <a:srgbClr val="111111"/>
                </a:solidFill>
                <a:latin typeface="微软雅黑"/>
                <a:ea typeface="微软雅黑"/>
                <a:cs typeface="微软雅黑"/>
              </a:rPr>
              <a:t>Organize steps and data</a:t>
            </a:r>
          </a:p>
          <a:p xmlns:a="http://schemas.openxmlformats.org/drawingml/2006/main">
            <a:pPr algn="ctr">
              <a:lnSpc>
                <a:spcPct val="104000"/>
              </a:lnSpc>
              <a:spcBef>
                <a:spcPts val="0"/>
              </a:spcBef>
              <a:spcAft>
                <a:spcPts val="0"/>
              </a:spcAft>
              <a:buNone/>
              <a:defRPr sz="1283" b="0">
                <a:solidFill>
                  <a:srgbClr val="111111"/>
                </a:solidFill>
                <a:latin typeface="微软雅黑"/>
                <a:ea typeface="微软雅黑"/>
                <a:cs typeface="微软雅黑"/>
              </a:defRPr>
            </a:pPr>
            <a:r>
              <a:rPr sz="1283" b="0">
                <a:solidFill>
                  <a:srgbClr val="111111"/>
                </a:solidFill>
                <a:latin typeface="微软雅黑"/>
                <a:ea typeface="微软雅黑"/>
                <a:cs typeface="微软雅黑"/>
              </a:rPr>
              <a:t>Nodes issue device requests</a:t>
            </a:r>
          </a:p>
        </p:txBody>
      </p:sp>
      <p:sp>
        <p:nvSpPr>
          <p:cNvPr id="31" name="diagram-box-1126">
            <a:extLst xmlns:a="http://schemas.openxmlformats.org/drawingml/2006/main">
              <a:ext uri="{FF2B5EF4-FFF2-40B4-BE49-F238E27FC236}">
                <a16:creationId xmlns:a16="http://schemas.microsoft.com/office/drawing/2014/main" id="{479B1E48-5C2A-474F-9443-63DF78384BC4}"/>
              </a:ext>
            </a:extLst>
          </p:cNvPr>
          <p:cNvSpPr>
            <a:spLocks xmlns:a="http://schemas.openxmlformats.org/drawingml/2006/main" noGrp="1"/>
          </p:cNvSpPr>
          <p:nvPr/>
        </p:nvSpPr>
        <p:spPr>
          <a:xfrm xmlns:a="http://schemas.openxmlformats.org/drawingml/2006/main">
            <a:off x="6057900" y="3152775"/>
            <a:ext cx="2371725" cy="188595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32" name="diagram-box-1127">
            <a:extLst xmlns:a="http://schemas.openxmlformats.org/drawingml/2006/main">
              <a:ext uri="{FF2B5EF4-FFF2-40B4-BE49-F238E27FC236}">
                <a16:creationId xmlns:a16="http://schemas.microsoft.com/office/drawing/2014/main" id="{285A3C40-6822-4174-9D35-120FE9A3CFDC}"/>
              </a:ext>
            </a:extLst>
          </p:cNvPr>
          <p:cNvSpPr>
            <a:spLocks xmlns:a="http://schemas.openxmlformats.org/drawingml/2006/main" noGrp="1"/>
          </p:cNvSpPr>
          <p:nvPr/>
        </p:nvSpPr>
        <p:spPr>
          <a:xfrm xmlns:a="http://schemas.openxmlformats.org/drawingml/2006/main">
            <a:off x="6057900" y="3152775"/>
            <a:ext cx="23717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33" name="revision-text-1128">
            <a:extLst xmlns:a="http://schemas.openxmlformats.org/drawingml/2006/main">
              <a:ext uri="{FF2B5EF4-FFF2-40B4-BE49-F238E27FC236}">
                <a16:creationId xmlns:a16="http://schemas.microsoft.com/office/drawing/2014/main" id="{D006A8D0-A249-44CB-9189-1E50F84E508C}"/>
              </a:ext>
            </a:extLst>
          </p:cNvPr>
          <p:cNvSpPr>
            <a:spLocks xmlns:a="http://schemas.openxmlformats.org/drawingml/2006/main" noGrp="1"/>
          </p:cNvSpPr>
          <p:nvPr/>
        </p:nvSpPr>
        <p:spPr>
          <a:xfrm xmlns:a="http://schemas.openxmlformats.org/drawingml/2006/main">
            <a:off x="6134100" y="3181350"/>
            <a:ext cx="2219325" cy="272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75" b="1">
                <a:solidFill>
                  <a:srgbClr val="111111"/>
                </a:solidFill>
                <a:latin typeface="微软雅黑"/>
                <a:ea typeface="微软雅黑"/>
                <a:cs typeface="微软雅黑"/>
              </a:defRPr>
            </a:pPr>
            <a:r>
              <a:rPr sz="1575" b="1">
                <a:solidFill>
                  <a:srgbClr val="111111"/>
                </a:solidFill>
                <a:latin typeface="微软雅黑"/>
                <a:ea typeface="微软雅黑"/>
                <a:cs typeface="微软雅黑"/>
              </a:rPr>
              <a:t>Device model</a:t>
            </a:r>
          </a:p>
        </p:txBody>
      </p:sp>
      <p:sp>
        <p:nvSpPr>
          <p:cNvPr id="34" name="revision-text-1129">
            <a:extLst xmlns:a="http://schemas.openxmlformats.org/drawingml/2006/main">
              <a:ext uri="{FF2B5EF4-FFF2-40B4-BE49-F238E27FC236}">
                <a16:creationId xmlns:a16="http://schemas.microsoft.com/office/drawing/2014/main" id="{7680A2C4-BA7D-450C-A3A8-050E92BA7CD1}"/>
              </a:ext>
            </a:extLst>
          </p:cNvPr>
          <p:cNvSpPr>
            <a:spLocks xmlns:a="http://schemas.openxmlformats.org/drawingml/2006/main" noGrp="1"/>
          </p:cNvSpPr>
          <p:nvPr/>
        </p:nvSpPr>
        <p:spPr>
          <a:xfrm xmlns:a="http://schemas.openxmlformats.org/drawingml/2006/main">
            <a:off x="6115050" y="3514725"/>
            <a:ext cx="22574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Capability + State machine</a:t>
            </a:r>
          </a:p>
        </p:txBody>
      </p:sp>
      <p:sp>
        <p:nvSpPr>
          <p:cNvPr id="35" name="diagram-box-1130">
            <a:extLst xmlns:a="http://schemas.openxmlformats.org/drawingml/2006/main">
              <a:ext uri="{FF2B5EF4-FFF2-40B4-BE49-F238E27FC236}">
                <a16:creationId xmlns:a16="http://schemas.microsoft.com/office/drawing/2014/main" id="{FC4F5083-1423-4872-ABAF-C160B0E725DD}"/>
              </a:ext>
            </a:extLst>
          </p:cNvPr>
          <p:cNvSpPr>
            <a:spLocks xmlns:a="http://schemas.openxmlformats.org/drawingml/2006/main" noGrp="1"/>
          </p:cNvSpPr>
          <p:nvPr/>
        </p:nvSpPr>
        <p:spPr>
          <a:xfrm xmlns:a="http://schemas.openxmlformats.org/drawingml/2006/main">
            <a:off x="6210300" y="384810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6" name="revision-text-1131">
            <a:extLst xmlns:a="http://schemas.openxmlformats.org/drawingml/2006/main">
              <a:ext uri="{FF2B5EF4-FFF2-40B4-BE49-F238E27FC236}">
                <a16:creationId xmlns:a16="http://schemas.microsoft.com/office/drawing/2014/main" id="{52C2E38A-456A-436F-BBA5-B969E22C922C}"/>
              </a:ext>
            </a:extLst>
          </p:cNvPr>
          <p:cNvSpPr>
            <a:spLocks xmlns:a="http://schemas.openxmlformats.org/drawingml/2006/main" noGrp="1"/>
          </p:cNvSpPr>
          <p:nvPr/>
        </p:nvSpPr>
        <p:spPr>
          <a:xfrm xmlns:a="http://schemas.openxmlformats.org/drawingml/2006/main">
            <a:off x="6257925" y="3876675"/>
            <a:ext cx="1971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15" b="1">
                <a:solidFill>
                  <a:srgbClr val="111111"/>
                </a:solidFill>
                <a:latin typeface="微软雅黑"/>
                <a:ea typeface="微软雅黑"/>
                <a:cs typeface="微软雅黑"/>
              </a:defRPr>
            </a:pPr>
            <a:r>
              <a:rPr sz="915" b="1">
                <a:solidFill>
                  <a:srgbClr val="111111"/>
                </a:solidFill>
                <a:latin typeface="微软雅黑"/>
                <a:ea typeface="微软雅黑"/>
                <a:cs typeface="微软雅黑"/>
              </a:rPr>
              <a:t>Handle request / Issue command</a:t>
            </a:r>
          </a:p>
        </p:txBody>
      </p:sp>
      <p:sp>
        <p:nvSpPr>
          <p:cNvPr id="37" name="revision-text-1132">
            <a:extLst xmlns:a="http://schemas.openxmlformats.org/drawingml/2006/main">
              <a:ext uri="{FF2B5EF4-FFF2-40B4-BE49-F238E27FC236}">
                <a16:creationId xmlns:a16="http://schemas.microsoft.com/office/drawing/2014/main" id="{F199F2A3-9361-454B-A5FF-87EBC5AF3C48}"/>
              </a:ext>
            </a:extLst>
          </p:cNvPr>
          <p:cNvSpPr>
            <a:spLocks xmlns:a="http://schemas.openxmlformats.org/drawingml/2006/main" noGrp="1"/>
          </p:cNvSpPr>
          <p:nvPr/>
        </p:nvSpPr>
        <p:spPr>
          <a:xfrm xmlns:a="http://schemas.openxmlformats.org/drawingml/2006/main">
            <a:off x="6267450" y="4057650"/>
            <a:ext cx="1952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90" b="0">
                <a:solidFill>
                  <a:srgbClr val="111111"/>
                </a:solidFill>
                <a:latin typeface="微软雅黑"/>
                <a:ea typeface="微软雅黑"/>
                <a:cs typeface="微软雅黑"/>
              </a:defRPr>
            </a:pPr>
            <a:r>
              <a:rPr sz="990" b="0">
                <a:solidFill>
                  <a:srgbClr val="111111"/>
                </a:solidFill>
                <a:latin typeface="微软雅黑"/>
                <a:ea typeface="微软雅黑"/>
                <a:cs typeface="微软雅黑"/>
              </a:rPr>
              <a:t>State checks / Transition actions</a:t>
            </a:r>
          </a:p>
        </p:txBody>
      </p:sp>
      <p:sp>
        <p:nvSpPr>
          <p:cNvPr id="38" name="diagram-box-1133">
            <a:extLst xmlns:a="http://schemas.openxmlformats.org/drawingml/2006/main">
              <a:ext uri="{FF2B5EF4-FFF2-40B4-BE49-F238E27FC236}">
                <a16:creationId xmlns:a16="http://schemas.microsoft.com/office/drawing/2014/main" id="{56080E88-433F-494E-91A8-35320B589DAB}"/>
              </a:ext>
            </a:extLst>
          </p:cNvPr>
          <p:cNvSpPr>
            <a:spLocks xmlns:a="http://schemas.openxmlformats.org/drawingml/2006/main" noGrp="1"/>
          </p:cNvSpPr>
          <p:nvPr/>
        </p:nvSpPr>
        <p:spPr>
          <a:xfrm xmlns:a="http://schemas.openxmlformats.org/drawingml/2006/main">
            <a:off x="6210300" y="447675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9" name="revision-text-1134">
            <a:extLst xmlns:a="http://schemas.openxmlformats.org/drawingml/2006/main">
              <a:ext uri="{FF2B5EF4-FFF2-40B4-BE49-F238E27FC236}">
                <a16:creationId xmlns:a16="http://schemas.microsoft.com/office/drawing/2014/main" id="{BA06C577-1D48-46F2-A7FA-C932053160D4}"/>
              </a:ext>
            </a:extLst>
          </p:cNvPr>
          <p:cNvSpPr>
            <a:spLocks xmlns:a="http://schemas.openxmlformats.org/drawingml/2006/main" noGrp="1"/>
          </p:cNvSpPr>
          <p:nvPr/>
        </p:nvSpPr>
        <p:spPr>
          <a:xfrm xmlns:a="http://schemas.openxmlformats.org/drawingml/2006/main">
            <a:off x="6257925" y="4505325"/>
            <a:ext cx="1971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Process feedback</a:t>
            </a:r>
          </a:p>
        </p:txBody>
      </p:sp>
      <p:sp>
        <p:nvSpPr>
          <p:cNvPr id="40" name="revision-text-1135">
            <a:extLst xmlns:a="http://schemas.openxmlformats.org/drawingml/2006/main">
              <a:ext uri="{FF2B5EF4-FFF2-40B4-BE49-F238E27FC236}">
                <a16:creationId xmlns:a16="http://schemas.microsoft.com/office/drawing/2014/main" id="{B9ED94F0-1104-437D-8D44-915C5879941A}"/>
              </a:ext>
            </a:extLst>
          </p:cNvPr>
          <p:cNvSpPr>
            <a:spLocks xmlns:a="http://schemas.openxmlformats.org/drawingml/2006/main" noGrp="1"/>
          </p:cNvSpPr>
          <p:nvPr/>
        </p:nvSpPr>
        <p:spPr>
          <a:xfrm xmlns:a="http://schemas.openxmlformats.org/drawingml/2006/main">
            <a:off x="6267450" y="4686300"/>
            <a:ext cx="1952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15" b="0">
                <a:solidFill>
                  <a:srgbClr val="111111"/>
                </a:solidFill>
                <a:latin typeface="微软雅黑"/>
                <a:ea typeface="微软雅黑"/>
                <a:cs typeface="微软雅黑"/>
              </a:defRPr>
            </a:pPr>
            <a:r>
              <a:rPr sz="915" b="0">
                <a:solidFill>
                  <a:srgbClr val="111111"/>
                </a:solidFill>
                <a:latin typeface="微软雅黑"/>
                <a:ea typeface="微软雅黑"/>
                <a:cs typeface="微软雅黑"/>
              </a:rPr>
              <a:t>Update device state and attributes</a:t>
            </a:r>
          </a:p>
        </p:txBody>
      </p:sp>
      <p:sp>
        <p:nvSpPr>
          <p:cNvPr id="41" name="diagram-line-1136">
            <a:extLst xmlns:a="http://schemas.openxmlformats.org/drawingml/2006/main">
              <a:ext uri="{FF2B5EF4-FFF2-40B4-BE49-F238E27FC236}">
                <a16:creationId xmlns:a16="http://schemas.microsoft.com/office/drawing/2014/main" id="{B4AF1A03-2A33-4E64-87A6-6D1D77C267BE}"/>
              </a:ext>
            </a:extLst>
          </p:cNvPr>
          <p:cNvSpPr>
            <a:spLocks xmlns:a="http://schemas.openxmlformats.org/drawingml/2006/main" noGrp="1"/>
          </p:cNvSpPr>
          <p:nvPr/>
        </p:nvSpPr>
        <p:spPr>
          <a:xfrm xmlns:a="http://schemas.openxmlformats.org/drawingml/2006/main">
            <a:off x="2686050" y="3629025"/>
            <a:ext cx="381000" cy="191"/>
          </a:xfrm>
          <a:custGeom xmlns:a="http://schemas.openxmlformats.org/drawingml/2006/main">
            <a:pathLst>
              <a:path w="381000" h="191">
                <a:moveTo>
                  <a:pt x="0" y="0"/>
                </a:moveTo>
                <a:lnTo>
                  <a:pt x="381000" y="0"/>
                </a:lnTo>
              </a:path>
            </a:pathLst>
          </a:custGeom>
          <a:noFill xmlns:a="http://schemas.openxmlformats.org/drawingml/2006/main"/>
          <a:ln xmlns:a="http://schemas.openxmlformats.org/drawingml/2006/main" w="14288">
            <a:solidFill>
              <a:srgbClr val="28849C"/>
            </a:solidFill>
          </a:ln>
        </p:spPr>
      </p:sp>
      <p:sp>
        <p:nvSpPr>
          <p:cNvPr id="42" name="diagram-line-1137">
            <a:extLst xmlns:a="http://schemas.openxmlformats.org/drawingml/2006/main">
              <a:ext uri="{FF2B5EF4-FFF2-40B4-BE49-F238E27FC236}">
                <a16:creationId xmlns:a16="http://schemas.microsoft.com/office/drawing/2014/main" id="{783A78A1-BC08-4AA0-8A3C-4B287FAA3CDB}"/>
              </a:ext>
            </a:extLst>
          </p:cNvPr>
          <p:cNvSpPr>
            <a:spLocks xmlns:a="http://schemas.openxmlformats.org/drawingml/2006/main" noGrp="1"/>
          </p:cNvSpPr>
          <p:nvPr/>
        </p:nvSpPr>
        <p:spPr>
          <a:xfrm xmlns:a="http://schemas.openxmlformats.org/drawingml/2006/main">
            <a:off x="3067050" y="2209800"/>
            <a:ext cx="191" cy="1419225"/>
          </a:xfrm>
          <a:custGeom xmlns:a="http://schemas.openxmlformats.org/drawingml/2006/main">
            <a:pathLst>
              <a:path w="191" h="1419225">
                <a:moveTo>
                  <a:pt x="0" y="1419225"/>
                </a:moveTo>
                <a:lnTo>
                  <a:pt x="0" y="0"/>
                </a:lnTo>
              </a:path>
            </a:pathLst>
          </a:custGeom>
          <a:noFill xmlns:a="http://schemas.openxmlformats.org/drawingml/2006/main"/>
          <a:ln xmlns:a="http://schemas.openxmlformats.org/drawingml/2006/main" w="14288">
            <a:solidFill>
              <a:srgbClr val="28849C"/>
            </a:solidFill>
          </a:ln>
        </p:spPr>
      </p:sp>
      <p:sp>
        <p:nvSpPr>
          <p:cNvPr id="43" name="diagram-line-1138">
            <a:extLst xmlns:a="http://schemas.openxmlformats.org/drawingml/2006/main">
              <a:ext uri="{FF2B5EF4-FFF2-40B4-BE49-F238E27FC236}">
                <a16:creationId xmlns:a16="http://schemas.microsoft.com/office/drawing/2014/main" id="{F7FC093A-C83C-4118-B6A2-BF48812B1E15}"/>
              </a:ext>
            </a:extLst>
          </p:cNvPr>
          <p:cNvSpPr>
            <a:spLocks xmlns:a="http://schemas.openxmlformats.org/drawingml/2006/main" noGrp="1"/>
          </p:cNvSpPr>
          <p:nvPr/>
        </p:nvSpPr>
        <p:spPr>
          <a:xfrm xmlns:a="http://schemas.openxmlformats.org/drawingml/2006/main">
            <a:off x="3067050" y="2209800"/>
            <a:ext cx="438150" cy="191"/>
          </a:xfrm>
          <a:custGeom xmlns:a="http://schemas.openxmlformats.org/drawingml/2006/main">
            <a:pathLst>
              <a:path w="438150" h="191">
                <a:moveTo>
                  <a:pt x="0" y="0"/>
                </a:moveTo>
                <a:lnTo>
                  <a:pt x="438150" y="0"/>
                </a:lnTo>
              </a:path>
            </a:pathLst>
          </a:custGeom>
          <a:noFill xmlns:a="http://schemas.openxmlformats.org/drawingml/2006/main"/>
          <a:ln xmlns:a="http://schemas.openxmlformats.org/drawingml/2006/main" w="14288">
            <a:solidFill>
              <a:srgbClr val="28849C"/>
            </a:solidFill>
          </a:ln>
        </p:spPr>
      </p:sp>
      <p:sp>
        <p:nvSpPr>
          <p:cNvPr id="44" name="diagram-poly-1139">
            <a:extLst xmlns:a="http://schemas.openxmlformats.org/drawingml/2006/main">
              <a:ext uri="{FF2B5EF4-FFF2-40B4-BE49-F238E27FC236}">
                <a16:creationId xmlns:a16="http://schemas.microsoft.com/office/drawing/2014/main" id="{E6B77CEE-117D-41AB-91C5-B7AC72DF6B9F}"/>
              </a:ext>
            </a:extLst>
          </p:cNvPr>
          <p:cNvSpPr>
            <a:spLocks xmlns:a="http://schemas.openxmlformats.org/drawingml/2006/main" noGrp="1"/>
          </p:cNvSpPr>
          <p:nvPr/>
        </p:nvSpPr>
        <p:spPr>
          <a:xfrm xmlns:a="http://schemas.openxmlformats.org/drawingml/2006/main">
            <a:off x="3438525" y="21802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45" name="revision-text-1140">
            <a:extLst xmlns:a="http://schemas.openxmlformats.org/drawingml/2006/main">
              <a:ext uri="{FF2B5EF4-FFF2-40B4-BE49-F238E27FC236}">
                <a16:creationId xmlns:a16="http://schemas.microsoft.com/office/drawing/2014/main" id="{062566BA-30D2-4066-9877-6E6DA63371AF}"/>
              </a:ext>
            </a:extLst>
          </p:cNvPr>
          <p:cNvSpPr>
            <a:spLocks xmlns:a="http://schemas.openxmlformats.org/drawingml/2006/main" noGrp="1"/>
          </p:cNvSpPr>
          <p:nvPr/>
        </p:nvSpPr>
        <p:spPr>
          <a:xfrm xmlns:a="http://schemas.openxmlformats.org/drawingml/2006/main">
            <a:off x="3019425" y="1895475"/>
            <a:ext cx="457200" cy="194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pPr>
            <a:r>
              <a:t/>
            </a:r>
          </a:p>
        </p:txBody>
      </p:sp>
      <p:sp>
        <p:nvSpPr>
          <p:cNvPr id="46" name="revision-text-1141">
            <a:extLst xmlns:a="http://schemas.openxmlformats.org/drawingml/2006/main">
              <a:ext uri="{FF2B5EF4-FFF2-40B4-BE49-F238E27FC236}">
                <a16:creationId xmlns:a16="http://schemas.microsoft.com/office/drawing/2014/main" id="{47EEE43F-A00A-4EA6-A71A-99F3B1B8D2AF}"/>
              </a:ext>
            </a:extLst>
          </p:cNvPr>
          <p:cNvSpPr>
            <a:spLocks xmlns:a="http://schemas.openxmlformats.org/drawingml/2006/main" noGrp="1"/>
          </p:cNvSpPr>
          <p:nvPr/>
        </p:nvSpPr>
        <p:spPr>
          <a:xfrm xmlns:a="http://schemas.openxmlformats.org/drawingml/2006/main">
            <a:off x="1590675" y="2371725"/>
            <a:ext cx="1819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Generate workflow</a:t>
            </a:r>
          </a:p>
        </p:txBody>
      </p:sp>
      <p:sp>
        <p:nvSpPr>
          <p:cNvPr id="47" name="diagram-line-1142">
            <a:extLst xmlns:a="http://schemas.openxmlformats.org/drawingml/2006/main">
              <a:ext uri="{FF2B5EF4-FFF2-40B4-BE49-F238E27FC236}">
                <a16:creationId xmlns:a16="http://schemas.microsoft.com/office/drawing/2014/main" id="{281E55F9-D533-4EE0-A632-4781284981EC}"/>
              </a:ext>
            </a:extLst>
          </p:cNvPr>
          <p:cNvSpPr>
            <a:spLocks xmlns:a="http://schemas.openxmlformats.org/drawingml/2006/main" noGrp="1"/>
          </p:cNvSpPr>
          <p:nvPr/>
        </p:nvSpPr>
        <p:spPr>
          <a:xfrm xmlns:a="http://schemas.openxmlformats.org/drawingml/2006/main">
            <a:off x="5953125" y="2209800"/>
            <a:ext cx="1304925" cy="191"/>
          </a:xfrm>
          <a:custGeom xmlns:a="http://schemas.openxmlformats.org/drawingml/2006/main">
            <a:pathLst>
              <a:path w="1304925" h="191">
                <a:moveTo>
                  <a:pt x="0" y="0"/>
                </a:moveTo>
                <a:lnTo>
                  <a:pt x="1304925" y="0"/>
                </a:lnTo>
              </a:path>
            </a:pathLst>
          </a:custGeom>
          <a:noFill xmlns:a="http://schemas.openxmlformats.org/drawingml/2006/main"/>
          <a:ln xmlns:a="http://schemas.openxmlformats.org/drawingml/2006/main" w="14288">
            <a:solidFill>
              <a:srgbClr val="28849C"/>
            </a:solidFill>
          </a:ln>
        </p:spPr>
      </p:sp>
      <p:sp>
        <p:nvSpPr>
          <p:cNvPr id="48" name="diagram-line-1143">
            <a:extLst xmlns:a="http://schemas.openxmlformats.org/drawingml/2006/main">
              <a:ext uri="{FF2B5EF4-FFF2-40B4-BE49-F238E27FC236}">
                <a16:creationId xmlns:a16="http://schemas.microsoft.com/office/drawing/2014/main" id="{4EF1D9F6-767E-4B53-934B-9D1C43889A93}"/>
              </a:ext>
            </a:extLst>
          </p:cNvPr>
          <p:cNvSpPr>
            <a:spLocks xmlns:a="http://schemas.openxmlformats.org/drawingml/2006/main" noGrp="1"/>
          </p:cNvSpPr>
          <p:nvPr/>
        </p:nvSpPr>
        <p:spPr>
          <a:xfrm xmlns:a="http://schemas.openxmlformats.org/drawingml/2006/main">
            <a:off x="7258050" y="2209800"/>
            <a:ext cx="191" cy="942975"/>
          </a:xfrm>
          <a:custGeom xmlns:a="http://schemas.openxmlformats.org/drawingml/2006/main">
            <a:pathLst>
              <a:path w="191" h="942975">
                <a:moveTo>
                  <a:pt x="0" y="0"/>
                </a:moveTo>
                <a:lnTo>
                  <a:pt x="0" y="942975"/>
                </a:lnTo>
              </a:path>
            </a:pathLst>
          </a:custGeom>
          <a:noFill xmlns:a="http://schemas.openxmlformats.org/drawingml/2006/main"/>
          <a:ln xmlns:a="http://schemas.openxmlformats.org/drawingml/2006/main" w="14288">
            <a:solidFill>
              <a:srgbClr val="28849C"/>
            </a:solidFill>
          </a:ln>
        </p:spPr>
      </p:sp>
      <p:sp>
        <p:nvSpPr>
          <p:cNvPr id="49" name="diagram-poly-1144">
            <a:extLst xmlns:a="http://schemas.openxmlformats.org/drawingml/2006/main">
              <a:ext uri="{FF2B5EF4-FFF2-40B4-BE49-F238E27FC236}">
                <a16:creationId xmlns:a16="http://schemas.microsoft.com/office/drawing/2014/main" id="{CFFE71CB-4A55-4232-9C7F-093757EE02D1}"/>
              </a:ext>
            </a:extLst>
          </p:cNvPr>
          <p:cNvSpPr>
            <a:spLocks xmlns:a="http://schemas.openxmlformats.org/drawingml/2006/main" noGrp="1"/>
          </p:cNvSpPr>
          <p:nvPr/>
        </p:nvSpPr>
        <p:spPr>
          <a:xfrm xmlns:a="http://schemas.openxmlformats.org/drawingml/2006/main">
            <a:off x="7228523" y="3086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50" name="revision-text-1145">
            <a:extLst xmlns:a="http://schemas.openxmlformats.org/drawingml/2006/main">
              <a:ext uri="{FF2B5EF4-FFF2-40B4-BE49-F238E27FC236}">
                <a16:creationId xmlns:a16="http://schemas.microsoft.com/office/drawing/2014/main" id="{CD4C81DA-BFE4-4E90-BEED-8B28B1EC708E}"/>
              </a:ext>
            </a:extLst>
          </p:cNvPr>
          <p:cNvSpPr>
            <a:spLocks xmlns:a="http://schemas.openxmlformats.org/drawingml/2006/main" noGrp="1"/>
          </p:cNvSpPr>
          <p:nvPr/>
        </p:nvSpPr>
        <p:spPr>
          <a:xfrm xmlns:a="http://schemas.openxmlformats.org/drawingml/2006/main">
            <a:off x="5953125" y="1952625"/>
            <a:ext cx="17907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28849C"/>
                </a:solidFill>
                <a:latin typeface="微软雅黑"/>
                <a:ea typeface="微软雅黑"/>
                <a:cs typeface="微软雅黑"/>
              </a:defRPr>
            </a:pPr>
            <a:r>
              <a:rPr sz="1275" b="0">
                <a:solidFill>
                  <a:srgbClr val="28849C"/>
                </a:solidFill>
                <a:latin typeface="微软雅黑"/>
                <a:ea typeface="微软雅黑"/>
                <a:cs typeface="微软雅黑"/>
              </a:rPr>
              <a:t>Invoke capability</a:t>
            </a:r>
          </a:p>
        </p:txBody>
      </p:sp>
      <p:sp>
        <p:nvSpPr>
          <p:cNvPr id="51" name="diagram-line-1146">
            <a:extLst xmlns:a="http://schemas.openxmlformats.org/drawingml/2006/main">
              <a:ext uri="{FF2B5EF4-FFF2-40B4-BE49-F238E27FC236}">
                <a16:creationId xmlns:a16="http://schemas.microsoft.com/office/drawing/2014/main" id="{F8A9382C-1220-4002-84B4-FA3A7CF90AE9}"/>
              </a:ext>
            </a:extLst>
          </p:cNvPr>
          <p:cNvSpPr>
            <a:spLocks xmlns:a="http://schemas.openxmlformats.org/drawingml/2006/main" noGrp="1"/>
          </p:cNvSpPr>
          <p:nvPr/>
        </p:nvSpPr>
        <p:spPr>
          <a:xfrm xmlns:a="http://schemas.openxmlformats.org/drawingml/2006/main">
            <a:off x="2686050" y="4038600"/>
            <a:ext cx="3371850" cy="191"/>
          </a:xfrm>
          <a:custGeom xmlns:a="http://schemas.openxmlformats.org/drawingml/2006/main">
            <a:pathLst>
              <a:path w="3371850" h="191">
                <a:moveTo>
                  <a:pt x="0" y="0"/>
                </a:moveTo>
                <a:lnTo>
                  <a:pt x="3371850" y="0"/>
                </a:lnTo>
              </a:path>
            </a:pathLst>
          </a:custGeom>
          <a:noFill xmlns:a="http://schemas.openxmlformats.org/drawingml/2006/main"/>
          <a:ln xmlns:a="http://schemas.openxmlformats.org/drawingml/2006/main" w="14288">
            <a:solidFill>
              <a:srgbClr val="28849C"/>
            </a:solidFill>
          </a:ln>
        </p:spPr>
      </p:sp>
      <p:sp>
        <p:nvSpPr>
          <p:cNvPr id="52" name="diagram-poly-1147">
            <a:extLst xmlns:a="http://schemas.openxmlformats.org/drawingml/2006/main">
              <a:ext uri="{FF2B5EF4-FFF2-40B4-BE49-F238E27FC236}">
                <a16:creationId xmlns:a16="http://schemas.microsoft.com/office/drawing/2014/main" id="{BDEEABF3-5EB7-48E7-8186-7084EB9F6994}"/>
              </a:ext>
            </a:extLst>
          </p:cNvPr>
          <p:cNvSpPr>
            <a:spLocks xmlns:a="http://schemas.openxmlformats.org/drawingml/2006/main" noGrp="1"/>
          </p:cNvSpPr>
          <p:nvPr/>
        </p:nvSpPr>
        <p:spPr>
          <a:xfrm xmlns:a="http://schemas.openxmlformats.org/drawingml/2006/main">
            <a:off x="5991225" y="40090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53" name="revision-text-1148">
            <a:extLst xmlns:a="http://schemas.openxmlformats.org/drawingml/2006/main">
              <a:ext uri="{FF2B5EF4-FFF2-40B4-BE49-F238E27FC236}">
                <a16:creationId xmlns:a16="http://schemas.microsoft.com/office/drawing/2014/main" id="{8483AAF5-827E-456A-8A1D-FA3FE84BB59B}"/>
              </a:ext>
            </a:extLst>
          </p:cNvPr>
          <p:cNvSpPr>
            <a:spLocks xmlns:a="http://schemas.openxmlformats.org/drawingml/2006/main" noGrp="1"/>
          </p:cNvSpPr>
          <p:nvPr/>
        </p:nvSpPr>
        <p:spPr>
          <a:xfrm xmlns:a="http://schemas.openxmlformats.org/drawingml/2006/main">
            <a:off x="3038475" y="3743325"/>
            <a:ext cx="2733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Direct device request</a:t>
            </a:r>
          </a:p>
        </p:txBody>
      </p:sp>
      <p:sp>
        <p:nvSpPr>
          <p:cNvPr id="54" name="diagram-line-1149">
            <a:extLst xmlns:a="http://schemas.openxmlformats.org/drawingml/2006/main">
              <a:ext uri="{FF2B5EF4-FFF2-40B4-BE49-F238E27FC236}">
                <a16:creationId xmlns:a16="http://schemas.microsoft.com/office/drawing/2014/main" id="{27F0B9A1-7CE4-4399-8A9C-E472B2B22157}"/>
              </a:ext>
            </a:extLst>
          </p:cNvPr>
          <p:cNvSpPr>
            <a:spLocks xmlns:a="http://schemas.openxmlformats.org/drawingml/2006/main" noGrp="1"/>
          </p:cNvSpPr>
          <p:nvPr/>
        </p:nvSpPr>
        <p:spPr>
          <a:xfrm xmlns:a="http://schemas.openxmlformats.org/drawingml/2006/main">
            <a:off x="7905750" y="3086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5" name="diagram-line-1150">
            <a:extLst xmlns:a="http://schemas.openxmlformats.org/drawingml/2006/main">
              <a:ext uri="{FF2B5EF4-FFF2-40B4-BE49-F238E27FC236}">
                <a16:creationId xmlns:a16="http://schemas.microsoft.com/office/drawing/2014/main" id="{FE38BCB7-844A-44DD-BC7E-D40CB0B99E70}"/>
              </a:ext>
            </a:extLst>
          </p:cNvPr>
          <p:cNvSpPr>
            <a:spLocks xmlns:a="http://schemas.openxmlformats.org/drawingml/2006/main" noGrp="1"/>
          </p:cNvSpPr>
          <p:nvPr/>
        </p:nvSpPr>
        <p:spPr>
          <a:xfrm xmlns:a="http://schemas.openxmlformats.org/drawingml/2006/main">
            <a:off x="7905750" y="2971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6" name="diagram-line-1151">
            <a:extLst xmlns:a="http://schemas.openxmlformats.org/drawingml/2006/main">
              <a:ext uri="{FF2B5EF4-FFF2-40B4-BE49-F238E27FC236}">
                <a16:creationId xmlns:a16="http://schemas.microsoft.com/office/drawing/2014/main" id="{E11DD318-A79F-4637-8252-08847334A9D1}"/>
              </a:ext>
            </a:extLst>
          </p:cNvPr>
          <p:cNvSpPr>
            <a:spLocks xmlns:a="http://schemas.openxmlformats.org/drawingml/2006/main" noGrp="1"/>
          </p:cNvSpPr>
          <p:nvPr/>
        </p:nvSpPr>
        <p:spPr>
          <a:xfrm xmlns:a="http://schemas.openxmlformats.org/drawingml/2006/main">
            <a:off x="7905750" y="28860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57" name="diagram-line-1152">
            <a:extLst xmlns:a="http://schemas.openxmlformats.org/drawingml/2006/main">
              <a:ext uri="{FF2B5EF4-FFF2-40B4-BE49-F238E27FC236}">
                <a16:creationId xmlns:a16="http://schemas.microsoft.com/office/drawing/2014/main" id="{630D9475-F35C-444B-8E08-820CA2F35DA1}"/>
              </a:ext>
            </a:extLst>
          </p:cNvPr>
          <p:cNvSpPr>
            <a:spLocks xmlns:a="http://schemas.openxmlformats.org/drawingml/2006/main" noGrp="1"/>
          </p:cNvSpPr>
          <p:nvPr/>
        </p:nvSpPr>
        <p:spPr>
          <a:xfrm xmlns:a="http://schemas.openxmlformats.org/drawingml/2006/main">
            <a:off x="7839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1153">
            <a:extLst xmlns:a="http://schemas.openxmlformats.org/drawingml/2006/main">
              <a:ext uri="{FF2B5EF4-FFF2-40B4-BE49-F238E27FC236}">
                <a16:creationId xmlns:a16="http://schemas.microsoft.com/office/drawing/2014/main" id="{A9DCA544-2E12-4898-B25E-58F960C2AF38}"/>
              </a:ext>
            </a:extLst>
          </p:cNvPr>
          <p:cNvSpPr>
            <a:spLocks xmlns:a="http://schemas.openxmlformats.org/drawingml/2006/main" noGrp="1"/>
          </p:cNvSpPr>
          <p:nvPr/>
        </p:nvSpPr>
        <p:spPr>
          <a:xfrm xmlns:a="http://schemas.openxmlformats.org/drawingml/2006/main">
            <a:off x="7724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1154">
            <a:extLst xmlns:a="http://schemas.openxmlformats.org/drawingml/2006/main">
              <a:ext uri="{FF2B5EF4-FFF2-40B4-BE49-F238E27FC236}">
                <a16:creationId xmlns:a16="http://schemas.microsoft.com/office/drawing/2014/main" id="{5C66D3FD-C2BB-4D20-B618-424FAD00F2FE}"/>
              </a:ext>
            </a:extLst>
          </p:cNvPr>
          <p:cNvSpPr>
            <a:spLocks xmlns:a="http://schemas.openxmlformats.org/drawingml/2006/main" noGrp="1"/>
          </p:cNvSpPr>
          <p:nvPr/>
        </p:nvSpPr>
        <p:spPr>
          <a:xfrm xmlns:a="http://schemas.openxmlformats.org/drawingml/2006/main">
            <a:off x="7610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1155">
            <a:extLst xmlns:a="http://schemas.openxmlformats.org/drawingml/2006/main">
              <a:ext uri="{FF2B5EF4-FFF2-40B4-BE49-F238E27FC236}">
                <a16:creationId xmlns:a16="http://schemas.microsoft.com/office/drawing/2014/main" id="{D29348CD-3DE8-465A-90C2-2C2823F976BA}"/>
              </a:ext>
            </a:extLst>
          </p:cNvPr>
          <p:cNvSpPr>
            <a:spLocks xmlns:a="http://schemas.openxmlformats.org/drawingml/2006/main" noGrp="1"/>
          </p:cNvSpPr>
          <p:nvPr/>
        </p:nvSpPr>
        <p:spPr>
          <a:xfrm xmlns:a="http://schemas.openxmlformats.org/drawingml/2006/main">
            <a:off x="7496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1156">
            <a:extLst xmlns:a="http://schemas.openxmlformats.org/drawingml/2006/main">
              <a:ext uri="{FF2B5EF4-FFF2-40B4-BE49-F238E27FC236}">
                <a16:creationId xmlns:a16="http://schemas.microsoft.com/office/drawing/2014/main" id="{B7225A43-489F-48F9-8E4C-452986E33B9A}"/>
              </a:ext>
            </a:extLst>
          </p:cNvPr>
          <p:cNvSpPr>
            <a:spLocks xmlns:a="http://schemas.openxmlformats.org/drawingml/2006/main" noGrp="1"/>
          </p:cNvSpPr>
          <p:nvPr/>
        </p:nvSpPr>
        <p:spPr>
          <a:xfrm xmlns:a="http://schemas.openxmlformats.org/drawingml/2006/main">
            <a:off x="7381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1157">
            <a:extLst xmlns:a="http://schemas.openxmlformats.org/drawingml/2006/main">
              <a:ext uri="{FF2B5EF4-FFF2-40B4-BE49-F238E27FC236}">
                <a16:creationId xmlns:a16="http://schemas.microsoft.com/office/drawing/2014/main" id="{CD86AE08-A71E-48FB-BFED-C84390091E3C}"/>
              </a:ext>
            </a:extLst>
          </p:cNvPr>
          <p:cNvSpPr>
            <a:spLocks xmlns:a="http://schemas.openxmlformats.org/drawingml/2006/main" noGrp="1"/>
          </p:cNvSpPr>
          <p:nvPr/>
        </p:nvSpPr>
        <p:spPr>
          <a:xfrm xmlns:a="http://schemas.openxmlformats.org/drawingml/2006/main">
            <a:off x="7267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1158">
            <a:extLst xmlns:a="http://schemas.openxmlformats.org/drawingml/2006/main">
              <a:ext uri="{FF2B5EF4-FFF2-40B4-BE49-F238E27FC236}">
                <a16:creationId xmlns:a16="http://schemas.microsoft.com/office/drawing/2014/main" id="{3A624DA3-20E4-4AD5-95CF-85E7A9E109B5}"/>
              </a:ext>
            </a:extLst>
          </p:cNvPr>
          <p:cNvSpPr>
            <a:spLocks xmlns:a="http://schemas.openxmlformats.org/drawingml/2006/main" noGrp="1"/>
          </p:cNvSpPr>
          <p:nvPr/>
        </p:nvSpPr>
        <p:spPr>
          <a:xfrm xmlns:a="http://schemas.openxmlformats.org/drawingml/2006/main">
            <a:off x="7153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1159">
            <a:extLst xmlns:a="http://schemas.openxmlformats.org/drawingml/2006/main">
              <a:ext uri="{FF2B5EF4-FFF2-40B4-BE49-F238E27FC236}">
                <a16:creationId xmlns:a16="http://schemas.microsoft.com/office/drawing/2014/main" id="{3C30B646-AC91-4817-B191-062EBF886C01}"/>
              </a:ext>
            </a:extLst>
          </p:cNvPr>
          <p:cNvSpPr>
            <a:spLocks xmlns:a="http://schemas.openxmlformats.org/drawingml/2006/main" noGrp="1"/>
          </p:cNvSpPr>
          <p:nvPr/>
        </p:nvSpPr>
        <p:spPr>
          <a:xfrm xmlns:a="http://schemas.openxmlformats.org/drawingml/2006/main">
            <a:off x="7038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1160">
            <a:extLst xmlns:a="http://schemas.openxmlformats.org/drawingml/2006/main">
              <a:ext uri="{FF2B5EF4-FFF2-40B4-BE49-F238E27FC236}">
                <a16:creationId xmlns:a16="http://schemas.microsoft.com/office/drawing/2014/main" id="{4B02AB0E-B203-4A55-B745-2A58286C411B}"/>
              </a:ext>
            </a:extLst>
          </p:cNvPr>
          <p:cNvSpPr>
            <a:spLocks xmlns:a="http://schemas.openxmlformats.org/drawingml/2006/main" noGrp="1"/>
          </p:cNvSpPr>
          <p:nvPr/>
        </p:nvSpPr>
        <p:spPr>
          <a:xfrm xmlns:a="http://schemas.openxmlformats.org/drawingml/2006/main">
            <a:off x="6924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1161">
            <a:extLst xmlns:a="http://schemas.openxmlformats.org/drawingml/2006/main">
              <a:ext uri="{FF2B5EF4-FFF2-40B4-BE49-F238E27FC236}">
                <a16:creationId xmlns:a16="http://schemas.microsoft.com/office/drawing/2014/main" id="{B97C8902-9A08-480E-AD5A-40FD4C805517}"/>
              </a:ext>
            </a:extLst>
          </p:cNvPr>
          <p:cNvSpPr>
            <a:spLocks xmlns:a="http://schemas.openxmlformats.org/drawingml/2006/main" noGrp="1"/>
          </p:cNvSpPr>
          <p:nvPr/>
        </p:nvSpPr>
        <p:spPr>
          <a:xfrm xmlns:a="http://schemas.openxmlformats.org/drawingml/2006/main">
            <a:off x="6810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1162">
            <a:extLst xmlns:a="http://schemas.openxmlformats.org/drawingml/2006/main">
              <a:ext uri="{FF2B5EF4-FFF2-40B4-BE49-F238E27FC236}">
                <a16:creationId xmlns:a16="http://schemas.microsoft.com/office/drawing/2014/main" id="{8CE17E61-C015-4E0F-BDA3-AE3A580D9C00}"/>
              </a:ext>
            </a:extLst>
          </p:cNvPr>
          <p:cNvSpPr>
            <a:spLocks xmlns:a="http://schemas.openxmlformats.org/drawingml/2006/main" noGrp="1"/>
          </p:cNvSpPr>
          <p:nvPr/>
        </p:nvSpPr>
        <p:spPr>
          <a:xfrm xmlns:a="http://schemas.openxmlformats.org/drawingml/2006/main">
            <a:off x="6696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1163">
            <a:extLst xmlns:a="http://schemas.openxmlformats.org/drawingml/2006/main">
              <a:ext uri="{FF2B5EF4-FFF2-40B4-BE49-F238E27FC236}">
                <a16:creationId xmlns:a16="http://schemas.microsoft.com/office/drawing/2014/main" id="{EF679506-C17A-47FD-93E4-C9BD1D6E72E8}"/>
              </a:ext>
            </a:extLst>
          </p:cNvPr>
          <p:cNvSpPr>
            <a:spLocks xmlns:a="http://schemas.openxmlformats.org/drawingml/2006/main" noGrp="1"/>
          </p:cNvSpPr>
          <p:nvPr/>
        </p:nvSpPr>
        <p:spPr>
          <a:xfrm xmlns:a="http://schemas.openxmlformats.org/drawingml/2006/main">
            <a:off x="6581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1164">
            <a:extLst xmlns:a="http://schemas.openxmlformats.org/drawingml/2006/main">
              <a:ext uri="{FF2B5EF4-FFF2-40B4-BE49-F238E27FC236}">
                <a16:creationId xmlns:a16="http://schemas.microsoft.com/office/drawing/2014/main" id="{97C925BB-42B5-4F83-B6E2-78122C65D8D6}"/>
              </a:ext>
            </a:extLst>
          </p:cNvPr>
          <p:cNvSpPr>
            <a:spLocks xmlns:a="http://schemas.openxmlformats.org/drawingml/2006/main" noGrp="1"/>
          </p:cNvSpPr>
          <p:nvPr/>
        </p:nvSpPr>
        <p:spPr>
          <a:xfrm xmlns:a="http://schemas.openxmlformats.org/drawingml/2006/main">
            <a:off x="6467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1165">
            <a:extLst xmlns:a="http://schemas.openxmlformats.org/drawingml/2006/main">
              <a:ext uri="{FF2B5EF4-FFF2-40B4-BE49-F238E27FC236}">
                <a16:creationId xmlns:a16="http://schemas.microsoft.com/office/drawing/2014/main" id="{E2DD387F-8204-40C5-9304-0D09F5AE9B2C}"/>
              </a:ext>
            </a:extLst>
          </p:cNvPr>
          <p:cNvSpPr>
            <a:spLocks xmlns:a="http://schemas.openxmlformats.org/drawingml/2006/main" noGrp="1"/>
          </p:cNvSpPr>
          <p:nvPr/>
        </p:nvSpPr>
        <p:spPr>
          <a:xfrm xmlns:a="http://schemas.openxmlformats.org/drawingml/2006/main">
            <a:off x="6353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1166">
            <a:extLst xmlns:a="http://schemas.openxmlformats.org/drawingml/2006/main">
              <a:ext uri="{FF2B5EF4-FFF2-40B4-BE49-F238E27FC236}">
                <a16:creationId xmlns:a16="http://schemas.microsoft.com/office/drawing/2014/main" id="{B8B9800F-45B2-4E58-BED2-7886BB547108}"/>
              </a:ext>
            </a:extLst>
          </p:cNvPr>
          <p:cNvSpPr>
            <a:spLocks xmlns:a="http://schemas.openxmlformats.org/drawingml/2006/main" noGrp="1"/>
          </p:cNvSpPr>
          <p:nvPr/>
        </p:nvSpPr>
        <p:spPr>
          <a:xfrm xmlns:a="http://schemas.openxmlformats.org/drawingml/2006/main">
            <a:off x="6238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1167">
            <a:extLst xmlns:a="http://schemas.openxmlformats.org/drawingml/2006/main">
              <a:ext uri="{FF2B5EF4-FFF2-40B4-BE49-F238E27FC236}">
                <a16:creationId xmlns:a16="http://schemas.microsoft.com/office/drawing/2014/main" id="{B42CB6FB-4A0B-415A-9F4A-935C0AC30467}"/>
              </a:ext>
            </a:extLst>
          </p:cNvPr>
          <p:cNvSpPr>
            <a:spLocks xmlns:a="http://schemas.openxmlformats.org/drawingml/2006/main" noGrp="1"/>
          </p:cNvSpPr>
          <p:nvPr/>
        </p:nvSpPr>
        <p:spPr>
          <a:xfrm xmlns:a="http://schemas.openxmlformats.org/drawingml/2006/main">
            <a:off x="6124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1168">
            <a:extLst xmlns:a="http://schemas.openxmlformats.org/drawingml/2006/main">
              <a:ext uri="{FF2B5EF4-FFF2-40B4-BE49-F238E27FC236}">
                <a16:creationId xmlns:a16="http://schemas.microsoft.com/office/drawing/2014/main" id="{7DEE335A-6B82-452B-A181-F1CCCDBEDA5C}"/>
              </a:ext>
            </a:extLst>
          </p:cNvPr>
          <p:cNvSpPr>
            <a:spLocks xmlns:a="http://schemas.openxmlformats.org/drawingml/2006/main" noGrp="1"/>
          </p:cNvSpPr>
          <p:nvPr/>
        </p:nvSpPr>
        <p:spPr>
          <a:xfrm xmlns:a="http://schemas.openxmlformats.org/drawingml/2006/main">
            <a:off x="6010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1169">
            <a:extLst xmlns:a="http://schemas.openxmlformats.org/drawingml/2006/main">
              <a:ext uri="{FF2B5EF4-FFF2-40B4-BE49-F238E27FC236}">
                <a16:creationId xmlns:a16="http://schemas.microsoft.com/office/drawing/2014/main" id="{27139F64-767A-4430-AC4D-92C39C01ACC9}"/>
              </a:ext>
            </a:extLst>
          </p:cNvPr>
          <p:cNvSpPr>
            <a:spLocks xmlns:a="http://schemas.openxmlformats.org/drawingml/2006/main" noGrp="1"/>
          </p:cNvSpPr>
          <p:nvPr/>
        </p:nvSpPr>
        <p:spPr>
          <a:xfrm xmlns:a="http://schemas.openxmlformats.org/drawingml/2006/main">
            <a:off x="5895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1170">
            <a:extLst xmlns:a="http://schemas.openxmlformats.org/drawingml/2006/main">
              <a:ext uri="{FF2B5EF4-FFF2-40B4-BE49-F238E27FC236}">
                <a16:creationId xmlns:a16="http://schemas.microsoft.com/office/drawing/2014/main" id="{3F45ACE2-A627-4885-824D-E0CA10B49D77}"/>
              </a:ext>
            </a:extLst>
          </p:cNvPr>
          <p:cNvSpPr>
            <a:spLocks xmlns:a="http://schemas.openxmlformats.org/drawingml/2006/main" noGrp="1"/>
          </p:cNvSpPr>
          <p:nvPr/>
        </p:nvSpPr>
        <p:spPr>
          <a:xfrm xmlns:a="http://schemas.openxmlformats.org/drawingml/2006/main">
            <a:off x="5781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1171">
            <a:extLst xmlns:a="http://schemas.openxmlformats.org/drawingml/2006/main">
              <a:ext uri="{FF2B5EF4-FFF2-40B4-BE49-F238E27FC236}">
                <a16:creationId xmlns:a16="http://schemas.microsoft.com/office/drawing/2014/main" id="{CF6D8569-CB03-430B-907F-B967983DC056}"/>
              </a:ext>
            </a:extLst>
          </p:cNvPr>
          <p:cNvSpPr>
            <a:spLocks xmlns:a="http://schemas.openxmlformats.org/drawingml/2006/main" noGrp="1"/>
          </p:cNvSpPr>
          <p:nvPr/>
        </p:nvSpPr>
        <p:spPr>
          <a:xfrm xmlns:a="http://schemas.openxmlformats.org/drawingml/2006/main">
            <a:off x="5667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1172">
            <a:extLst xmlns:a="http://schemas.openxmlformats.org/drawingml/2006/main">
              <a:ext uri="{FF2B5EF4-FFF2-40B4-BE49-F238E27FC236}">
                <a16:creationId xmlns:a16="http://schemas.microsoft.com/office/drawing/2014/main" id="{0F50FB49-030F-4306-A95D-992BB4CA0822}"/>
              </a:ext>
            </a:extLst>
          </p:cNvPr>
          <p:cNvSpPr>
            <a:spLocks xmlns:a="http://schemas.openxmlformats.org/drawingml/2006/main" noGrp="1"/>
          </p:cNvSpPr>
          <p:nvPr/>
        </p:nvSpPr>
        <p:spPr>
          <a:xfrm xmlns:a="http://schemas.openxmlformats.org/drawingml/2006/main">
            <a:off x="5667375" y="28194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78" name="diagram-line-1173">
            <a:extLst xmlns:a="http://schemas.openxmlformats.org/drawingml/2006/main">
              <a:ext uri="{FF2B5EF4-FFF2-40B4-BE49-F238E27FC236}">
                <a16:creationId xmlns:a16="http://schemas.microsoft.com/office/drawing/2014/main" id="{33DE5A6D-7D11-44B9-9BB9-F48CAAF8095A}"/>
              </a:ext>
            </a:extLst>
          </p:cNvPr>
          <p:cNvSpPr>
            <a:spLocks xmlns:a="http://schemas.openxmlformats.org/drawingml/2006/main" noGrp="1"/>
          </p:cNvSpPr>
          <p:nvPr/>
        </p:nvSpPr>
        <p:spPr>
          <a:xfrm xmlns:a="http://schemas.openxmlformats.org/drawingml/2006/main">
            <a:off x="5667375" y="27336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79" name="diagram-poly-1174">
            <a:extLst xmlns:a="http://schemas.openxmlformats.org/drawingml/2006/main">
              <a:ext uri="{FF2B5EF4-FFF2-40B4-BE49-F238E27FC236}">
                <a16:creationId xmlns:a16="http://schemas.microsoft.com/office/drawing/2014/main" id="{291056B3-0139-4546-9496-37C8689042ED}"/>
              </a:ext>
            </a:extLst>
          </p:cNvPr>
          <p:cNvSpPr>
            <a:spLocks xmlns:a="http://schemas.openxmlformats.org/drawingml/2006/main" noGrp="1"/>
          </p:cNvSpPr>
          <p:nvPr/>
        </p:nvSpPr>
        <p:spPr>
          <a:xfrm xmlns:a="http://schemas.openxmlformats.org/drawingml/2006/main">
            <a:off x="5637848" y="27336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80" name="revision-text-1175">
            <a:extLst xmlns:a="http://schemas.openxmlformats.org/drawingml/2006/main">
              <a:ext uri="{FF2B5EF4-FFF2-40B4-BE49-F238E27FC236}">
                <a16:creationId xmlns:a16="http://schemas.microsoft.com/office/drawing/2014/main" id="{7818643B-6DB9-4EA6-AA2A-28F75AA8CBC8}"/>
              </a:ext>
            </a:extLst>
          </p:cNvPr>
          <p:cNvSpPr>
            <a:spLocks xmlns:a="http://schemas.openxmlformats.org/drawingml/2006/main" noGrp="1"/>
          </p:cNvSpPr>
          <p:nvPr/>
        </p:nvSpPr>
        <p:spPr>
          <a:xfrm xmlns:a="http://schemas.openxmlformats.org/drawingml/2006/main">
            <a:off x="5991225" y="2571750"/>
            <a:ext cx="22002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State / Data feedback</a:t>
            </a:r>
          </a:p>
        </p:txBody>
      </p:sp>
      <p:sp>
        <p:nvSpPr>
          <p:cNvPr id="81" name="diagram-line-1176">
            <a:extLst xmlns:a="http://schemas.openxmlformats.org/drawingml/2006/main">
              <a:ext uri="{FF2B5EF4-FFF2-40B4-BE49-F238E27FC236}">
                <a16:creationId xmlns:a16="http://schemas.microsoft.com/office/drawing/2014/main" id="{1175A409-1730-462D-A021-A80EF79544DA}"/>
              </a:ext>
            </a:extLst>
          </p:cNvPr>
          <p:cNvSpPr>
            <a:spLocks xmlns:a="http://schemas.openxmlformats.org/drawingml/2006/main" noGrp="1"/>
          </p:cNvSpPr>
          <p:nvPr/>
        </p:nvSpPr>
        <p:spPr>
          <a:xfrm xmlns:a="http://schemas.openxmlformats.org/drawingml/2006/main">
            <a:off x="2686050" y="4714875"/>
            <a:ext cx="3371850" cy="191"/>
          </a:xfrm>
          <a:custGeom xmlns:a="http://schemas.openxmlformats.org/drawingml/2006/main">
            <a:pathLst>
              <a:path w="3371850" h="191">
                <a:moveTo>
                  <a:pt x="3371850" y="0"/>
                </a:moveTo>
                <a:lnTo>
                  <a:pt x="0" y="0"/>
                </a:lnTo>
              </a:path>
            </a:pathLst>
          </a:custGeom>
          <a:noFill xmlns:a="http://schemas.openxmlformats.org/drawingml/2006/main"/>
          <a:ln xmlns:a="http://schemas.openxmlformats.org/drawingml/2006/main" w="14288">
            <a:solidFill>
              <a:srgbClr val="799A39"/>
            </a:solidFill>
          </a:ln>
        </p:spPr>
      </p:sp>
      <p:sp>
        <p:nvSpPr>
          <p:cNvPr id="82" name="diagram-poly-1177">
            <a:extLst xmlns:a="http://schemas.openxmlformats.org/drawingml/2006/main">
              <a:ext uri="{FF2B5EF4-FFF2-40B4-BE49-F238E27FC236}">
                <a16:creationId xmlns:a16="http://schemas.microsoft.com/office/drawing/2014/main" id="{496A73B4-45FF-4215-A09E-9F2CD0139EF9}"/>
              </a:ext>
            </a:extLst>
          </p:cNvPr>
          <p:cNvSpPr>
            <a:spLocks xmlns:a="http://schemas.openxmlformats.org/drawingml/2006/main" noGrp="1"/>
          </p:cNvSpPr>
          <p:nvPr/>
        </p:nvSpPr>
        <p:spPr>
          <a:xfrm xmlns:a="http://schemas.openxmlformats.org/drawingml/2006/main">
            <a:off x="2686050" y="46853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83" name="revision-text-1178">
            <a:extLst xmlns:a="http://schemas.openxmlformats.org/drawingml/2006/main">
              <a:ext uri="{FF2B5EF4-FFF2-40B4-BE49-F238E27FC236}">
                <a16:creationId xmlns:a16="http://schemas.microsoft.com/office/drawing/2014/main" id="{4B87DD72-95EC-48FF-A371-4B5E2BECC8C7}"/>
              </a:ext>
            </a:extLst>
          </p:cNvPr>
          <p:cNvSpPr>
            <a:spLocks xmlns:a="http://schemas.openxmlformats.org/drawingml/2006/main" noGrp="1"/>
          </p:cNvSpPr>
          <p:nvPr/>
        </p:nvSpPr>
        <p:spPr>
          <a:xfrm xmlns:a="http://schemas.openxmlformats.org/drawingml/2006/main">
            <a:off x="3190875" y="4362450"/>
            <a:ext cx="2524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Simulation feedback</a:t>
            </a:r>
          </a:p>
        </p:txBody>
      </p:sp>
      <p:sp>
        <p:nvSpPr>
          <p:cNvPr id="84" name="revision-text-1179">
            <a:extLst xmlns:a="http://schemas.openxmlformats.org/drawingml/2006/main">
              <a:ext uri="{FF2B5EF4-FFF2-40B4-BE49-F238E27FC236}">
                <a16:creationId xmlns:a16="http://schemas.microsoft.com/office/drawing/2014/main" id="{6A165CC4-0BD8-44A5-A6AA-746597BFB522}"/>
              </a:ext>
            </a:extLst>
          </p:cNvPr>
          <p:cNvSpPr>
            <a:spLocks xmlns:a="http://schemas.openxmlformats.org/drawingml/2006/main" noGrp="1"/>
          </p:cNvSpPr>
          <p:nvPr/>
        </p:nvSpPr>
        <p:spPr>
          <a:xfrm xmlns:a="http://schemas.openxmlformats.org/drawingml/2006/main">
            <a:off x="2838450" y="4800600"/>
            <a:ext cx="311467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799A39"/>
                </a:solidFill>
                <a:latin typeface="微软雅黑"/>
                <a:ea typeface="微软雅黑"/>
                <a:cs typeface="微软雅黑"/>
              </a:defRPr>
            </a:pPr>
            <a:r>
              <a:rPr sz="1275" b="0">
                <a:solidFill>
                  <a:srgbClr val="799A39"/>
                </a:solidFill>
                <a:latin typeface="微软雅黑"/>
                <a:ea typeface="微软雅黑"/>
                <a:cs typeface="微软雅黑"/>
              </a:rPr>
              <a:t>State, data, constraint results</a:t>
            </a:r>
          </a:p>
        </p:txBody>
      </p:sp>
      <p:sp>
        <p:nvSpPr>
          <p:cNvPr id="85" name="diagram-box-1180">
            <a:extLst xmlns:a="http://schemas.openxmlformats.org/drawingml/2006/main">
              <a:ext uri="{FF2B5EF4-FFF2-40B4-BE49-F238E27FC236}">
                <a16:creationId xmlns:a16="http://schemas.microsoft.com/office/drawing/2014/main" id="{74974307-ADB0-4245-A0C0-F8D470C385C3}"/>
              </a:ext>
            </a:extLst>
          </p:cNvPr>
          <p:cNvSpPr>
            <a:spLocks xmlns:a="http://schemas.openxmlformats.org/drawingml/2006/main" noGrp="1"/>
          </p:cNvSpPr>
          <p:nvPr/>
        </p:nvSpPr>
        <p:spPr>
          <a:xfrm xmlns:a="http://schemas.openxmlformats.org/drawingml/2006/main">
            <a:off x="9229725" y="1466850"/>
            <a:ext cx="2628900" cy="3581400"/>
          </a:xfrm>
          <a:prstGeom xmlns:a="http://schemas.openxmlformats.org/drawingml/2006/main" prst="rect">
            <a:avLst/>
          </a:prstGeom>
          <a:solidFill xmlns:a="http://schemas.openxmlformats.org/drawingml/2006/main">
            <a:srgbClr val="FFF8E2"/>
          </a:solidFill>
          <a:ln xmlns:a="http://schemas.openxmlformats.org/drawingml/2006/main" w="9525">
            <a:solidFill>
              <a:srgbClr val="6F7B83"/>
            </a:solidFill>
          </a:ln>
        </p:spPr>
      </p:sp>
      <p:sp>
        <p:nvSpPr>
          <p:cNvPr id="86" name="diagram-box-1181">
            <a:extLst xmlns:a="http://schemas.openxmlformats.org/drawingml/2006/main">
              <a:ext uri="{FF2B5EF4-FFF2-40B4-BE49-F238E27FC236}">
                <a16:creationId xmlns:a16="http://schemas.microsoft.com/office/drawing/2014/main" id="{C2F78B49-A67A-48E0-B38B-877D2719209C}"/>
              </a:ext>
            </a:extLst>
          </p:cNvPr>
          <p:cNvSpPr>
            <a:spLocks xmlns:a="http://schemas.openxmlformats.org/drawingml/2006/main" noGrp="1"/>
          </p:cNvSpPr>
          <p:nvPr/>
        </p:nvSpPr>
        <p:spPr>
          <a:xfrm xmlns:a="http://schemas.openxmlformats.org/drawingml/2006/main">
            <a:off x="9229725" y="1466850"/>
            <a:ext cx="2628900"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7" name="revision-text-1182">
            <a:extLst xmlns:a="http://schemas.openxmlformats.org/drawingml/2006/main">
              <a:ext uri="{FF2B5EF4-FFF2-40B4-BE49-F238E27FC236}">
                <a16:creationId xmlns:a16="http://schemas.microsoft.com/office/drawing/2014/main" id="{BC05BB6F-7085-42F0-BEDE-40BC0DF89BC1}"/>
              </a:ext>
            </a:extLst>
          </p:cNvPr>
          <p:cNvSpPr>
            <a:spLocks xmlns:a="http://schemas.openxmlformats.org/drawingml/2006/main" noGrp="1"/>
          </p:cNvSpPr>
          <p:nvPr/>
        </p:nvSpPr>
        <p:spPr>
          <a:xfrm xmlns:a="http://schemas.openxmlformats.org/drawingml/2006/main">
            <a:off x="9305925" y="1495425"/>
            <a:ext cx="2476500" cy="2832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11111"/>
                </a:solidFill>
                <a:latin typeface="微软雅黑"/>
                <a:ea typeface="微软雅黑"/>
                <a:cs typeface="微软雅黑"/>
              </a:defRPr>
            </a:pPr>
            <a:r>
              <a:rPr sz="1650" b="1">
                <a:solidFill>
                  <a:srgbClr val="111111"/>
                </a:solidFill>
                <a:latin typeface="微软雅黑"/>
                <a:ea typeface="微软雅黑"/>
                <a:cs typeface="微软雅黑"/>
              </a:rPr>
              <a:t>Adapter</a:t>
            </a:r>
          </a:p>
        </p:txBody>
      </p:sp>
      <p:sp>
        <p:nvSpPr>
          <p:cNvPr id="88" name="revision-text-1183">
            <a:extLst xmlns:a="http://schemas.openxmlformats.org/drawingml/2006/main">
              <a:ext uri="{FF2B5EF4-FFF2-40B4-BE49-F238E27FC236}">
                <a16:creationId xmlns:a16="http://schemas.microsoft.com/office/drawing/2014/main" id="{98C60D38-CC8E-44E6-8D74-60271CE43CC5}"/>
              </a:ext>
            </a:extLst>
          </p:cNvPr>
          <p:cNvSpPr>
            <a:spLocks xmlns:a="http://schemas.openxmlformats.org/drawingml/2006/main" noGrp="1"/>
          </p:cNvSpPr>
          <p:nvPr/>
        </p:nvSpPr>
        <p:spPr>
          <a:xfrm xmlns:a="http://schemas.openxmlformats.org/drawingml/2006/main">
            <a:off x="9296400" y="1809750"/>
            <a:ext cx="24955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Execute in the selected mode</a:t>
            </a:r>
          </a:p>
        </p:txBody>
      </p:sp>
      <p:sp>
        <p:nvSpPr>
          <p:cNvPr id="89" name="diagram-box-1184">
            <a:extLst xmlns:a="http://schemas.openxmlformats.org/drawingml/2006/main">
              <a:ext uri="{FF2B5EF4-FFF2-40B4-BE49-F238E27FC236}">
                <a16:creationId xmlns:a16="http://schemas.microsoft.com/office/drawing/2014/main" id="{E2B3E44A-403D-4FF5-980B-20393D59CA98}"/>
              </a:ext>
            </a:extLst>
          </p:cNvPr>
          <p:cNvSpPr>
            <a:spLocks xmlns:a="http://schemas.openxmlformats.org/drawingml/2006/main" noGrp="1"/>
          </p:cNvSpPr>
          <p:nvPr/>
        </p:nvSpPr>
        <p:spPr>
          <a:xfrm xmlns:a="http://schemas.openxmlformats.org/drawingml/2006/main">
            <a:off x="9496425" y="2095500"/>
            <a:ext cx="2200275" cy="184785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0" name="diagram-box-1185">
            <a:extLst xmlns:a="http://schemas.openxmlformats.org/drawingml/2006/main">
              <a:ext uri="{FF2B5EF4-FFF2-40B4-BE49-F238E27FC236}">
                <a16:creationId xmlns:a16="http://schemas.microsoft.com/office/drawing/2014/main" id="{01E50A05-CDEF-486D-B5AA-DFC8EF0BA924}"/>
              </a:ext>
            </a:extLst>
          </p:cNvPr>
          <p:cNvSpPr>
            <a:spLocks xmlns:a="http://schemas.openxmlformats.org/drawingml/2006/main" noGrp="1"/>
          </p:cNvSpPr>
          <p:nvPr/>
        </p:nvSpPr>
        <p:spPr>
          <a:xfrm xmlns:a="http://schemas.openxmlformats.org/drawingml/2006/main">
            <a:off x="9496425" y="2095500"/>
            <a:ext cx="2200275"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91" name="revision-text-1186">
            <a:extLst xmlns:a="http://schemas.openxmlformats.org/drawingml/2006/main">
              <a:ext uri="{FF2B5EF4-FFF2-40B4-BE49-F238E27FC236}">
                <a16:creationId xmlns:a16="http://schemas.microsoft.com/office/drawing/2014/main" id="{27883366-4D6B-441E-9C04-4F113A4F4CC6}"/>
              </a:ext>
            </a:extLst>
          </p:cNvPr>
          <p:cNvSpPr>
            <a:spLocks xmlns:a="http://schemas.openxmlformats.org/drawingml/2006/main" noGrp="1"/>
          </p:cNvSpPr>
          <p:nvPr/>
        </p:nvSpPr>
        <p:spPr>
          <a:xfrm xmlns:a="http://schemas.openxmlformats.org/drawingml/2006/main">
            <a:off x="9572625" y="212407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Simulation mode</a:t>
            </a:r>
          </a:p>
        </p:txBody>
      </p:sp>
      <p:sp>
        <p:nvSpPr>
          <p:cNvPr id="92" name="revision-text-1187">
            <a:extLst xmlns:a="http://schemas.openxmlformats.org/drawingml/2006/main">
              <a:ext uri="{FF2B5EF4-FFF2-40B4-BE49-F238E27FC236}">
                <a16:creationId xmlns:a16="http://schemas.microsoft.com/office/drawing/2014/main" id="{021F2BD6-3B18-486B-B75F-DC6A2A9C9C1E}"/>
              </a:ext>
            </a:extLst>
          </p:cNvPr>
          <p:cNvSpPr>
            <a:spLocks xmlns:a="http://schemas.openxmlformats.org/drawingml/2006/main" noGrp="1"/>
          </p:cNvSpPr>
          <p:nvPr/>
        </p:nvSpPr>
        <p:spPr>
          <a:xfrm xmlns:a="http://schemas.openxmlformats.org/drawingml/2006/main">
            <a:off x="9553575" y="2457450"/>
            <a:ext cx="2085975" cy="199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88" b="0">
                <a:solidFill>
                  <a:srgbClr val="111111"/>
                </a:solidFill>
                <a:latin typeface="微软雅黑"/>
                <a:ea typeface="微软雅黑"/>
                <a:cs typeface="微软雅黑"/>
              </a:defRPr>
            </a:pPr>
            <a:r>
              <a:rPr sz="1088" b="0">
                <a:solidFill>
                  <a:srgbClr val="111111"/>
                </a:solidFill>
                <a:latin typeface="微软雅黑"/>
                <a:ea typeface="微软雅黑"/>
                <a:cs typeface="微软雅黑"/>
              </a:rPr>
              <a:t>Create once at simulation start</a:t>
            </a:r>
          </a:p>
        </p:txBody>
      </p:sp>
      <p:sp>
        <p:nvSpPr>
          <p:cNvPr id="93" name="diagram-box-1188">
            <a:extLst xmlns:a="http://schemas.openxmlformats.org/drawingml/2006/main">
              <a:ext uri="{FF2B5EF4-FFF2-40B4-BE49-F238E27FC236}">
                <a16:creationId xmlns:a16="http://schemas.microsoft.com/office/drawing/2014/main" id="{26A8D4B1-6DFF-4F52-A78E-C48509653E63}"/>
              </a:ext>
            </a:extLst>
          </p:cNvPr>
          <p:cNvSpPr>
            <a:spLocks xmlns:a="http://schemas.openxmlformats.org/drawingml/2006/main" noGrp="1"/>
          </p:cNvSpPr>
          <p:nvPr/>
        </p:nvSpPr>
        <p:spPr>
          <a:xfrm xmlns:a="http://schemas.openxmlformats.org/drawingml/2006/main">
            <a:off x="9629775" y="2733675"/>
            <a:ext cx="1933575" cy="106680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94" name="revision-text-1189">
            <a:extLst xmlns:a="http://schemas.openxmlformats.org/drawingml/2006/main">
              <a:ext uri="{FF2B5EF4-FFF2-40B4-BE49-F238E27FC236}">
                <a16:creationId xmlns:a16="http://schemas.microsoft.com/office/drawing/2014/main" id="{67411847-34B5-4F92-8B8F-341158822F7C}"/>
              </a:ext>
            </a:extLst>
          </p:cNvPr>
          <p:cNvSpPr>
            <a:spLocks xmlns:a="http://schemas.openxmlformats.org/drawingml/2006/main" noGrp="1"/>
          </p:cNvSpPr>
          <p:nvPr/>
        </p:nvSpPr>
        <p:spPr>
          <a:xfrm xmlns:a="http://schemas.openxmlformats.org/drawingml/2006/main">
            <a:off x="9677400" y="2762250"/>
            <a:ext cx="18383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45" b="1">
                <a:solidFill>
                  <a:srgbClr val="111111"/>
                </a:solidFill>
                <a:latin typeface="微软雅黑"/>
                <a:ea typeface="微软雅黑"/>
                <a:cs typeface="微软雅黑"/>
              </a:defRPr>
            </a:pPr>
            <a:r>
              <a:rPr sz="1245" b="1">
                <a:solidFill>
                  <a:srgbClr val="111111"/>
                </a:solidFill>
                <a:latin typeface="微软雅黑"/>
                <a:ea typeface="微软雅黑"/>
                <a:cs typeface="微软雅黑"/>
              </a:rPr>
              <a:t>Virtual device instance</a:t>
            </a:r>
          </a:p>
        </p:txBody>
      </p:sp>
      <p:sp>
        <p:nvSpPr>
          <p:cNvPr id="95" name="revision-text-1190">
            <a:extLst xmlns:a="http://schemas.openxmlformats.org/drawingml/2006/main">
              <a:ext uri="{FF2B5EF4-FFF2-40B4-BE49-F238E27FC236}">
                <a16:creationId xmlns:a16="http://schemas.microsoft.com/office/drawing/2014/main" id="{ABDD384A-A32B-4DB2-8979-B3DD1F9C7D8A}"/>
              </a:ext>
            </a:extLst>
          </p:cNvPr>
          <p:cNvSpPr>
            <a:spLocks xmlns:a="http://schemas.openxmlformats.org/drawingml/2006/main" noGrp="1"/>
          </p:cNvSpPr>
          <p:nvPr/>
        </p:nvSpPr>
        <p:spPr>
          <a:xfrm xmlns:a="http://schemas.openxmlformats.org/drawingml/2006/main">
            <a:off x="9686925" y="3009900"/>
            <a:ext cx="1819275" cy="539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One instance for the full run</a:t>
            </a:r>
          </a:p>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Respond and evolve state</a:t>
            </a:r>
          </a:p>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Return simulated data / status</a:t>
            </a:r>
          </a:p>
        </p:txBody>
      </p:sp>
      <p:sp>
        <p:nvSpPr>
          <p:cNvPr id="96" name="diagram-box-1191">
            <a:extLst xmlns:a="http://schemas.openxmlformats.org/drawingml/2006/main">
              <a:ext uri="{FF2B5EF4-FFF2-40B4-BE49-F238E27FC236}">
                <a16:creationId xmlns:a16="http://schemas.microsoft.com/office/drawing/2014/main" id="{864A08C9-5DBB-44A0-9C6F-DD2238508D30}"/>
              </a:ext>
            </a:extLst>
          </p:cNvPr>
          <p:cNvSpPr>
            <a:spLocks xmlns:a="http://schemas.openxmlformats.org/drawingml/2006/main" noGrp="1"/>
          </p:cNvSpPr>
          <p:nvPr/>
        </p:nvSpPr>
        <p:spPr>
          <a:xfrm xmlns:a="http://schemas.openxmlformats.org/drawingml/2006/main">
            <a:off x="9496425" y="4248150"/>
            <a:ext cx="220027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diagram-box-1192">
            <a:extLst xmlns:a="http://schemas.openxmlformats.org/drawingml/2006/main">
              <a:ext uri="{FF2B5EF4-FFF2-40B4-BE49-F238E27FC236}">
                <a16:creationId xmlns:a16="http://schemas.microsoft.com/office/drawing/2014/main" id="{4AA72C16-D3AF-40A6-B398-765B64FC2D95}"/>
              </a:ext>
            </a:extLst>
          </p:cNvPr>
          <p:cNvSpPr>
            <a:spLocks xmlns:a="http://schemas.openxmlformats.org/drawingml/2006/main" noGrp="1"/>
          </p:cNvSpPr>
          <p:nvPr/>
        </p:nvSpPr>
        <p:spPr>
          <a:xfrm xmlns:a="http://schemas.openxmlformats.org/drawingml/2006/main">
            <a:off x="9496425" y="4248150"/>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8" name="revision-text-1193">
            <a:extLst xmlns:a="http://schemas.openxmlformats.org/drawingml/2006/main">
              <a:ext uri="{FF2B5EF4-FFF2-40B4-BE49-F238E27FC236}">
                <a16:creationId xmlns:a16="http://schemas.microsoft.com/office/drawing/2014/main" id="{5215BDB6-E3C1-4D6D-8D8F-89E5E1425848}"/>
              </a:ext>
            </a:extLst>
          </p:cNvPr>
          <p:cNvSpPr>
            <a:spLocks xmlns:a="http://schemas.openxmlformats.org/drawingml/2006/main" noGrp="1"/>
          </p:cNvSpPr>
          <p:nvPr/>
        </p:nvSpPr>
        <p:spPr>
          <a:xfrm xmlns:a="http://schemas.openxmlformats.org/drawingml/2006/main">
            <a:off x="9572625" y="427672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Hardware mode</a:t>
            </a:r>
          </a:p>
        </p:txBody>
      </p:sp>
      <p:sp>
        <p:nvSpPr>
          <p:cNvPr id="99" name="revision-text-1194">
            <a:extLst xmlns:a="http://schemas.openxmlformats.org/drawingml/2006/main">
              <a:ext uri="{FF2B5EF4-FFF2-40B4-BE49-F238E27FC236}">
                <a16:creationId xmlns:a16="http://schemas.microsoft.com/office/drawing/2014/main" id="{0ACA82FD-85FB-4B2D-858D-5D557ADD0280}"/>
              </a:ext>
            </a:extLst>
          </p:cNvPr>
          <p:cNvSpPr>
            <a:spLocks xmlns:a="http://schemas.openxmlformats.org/drawingml/2006/main" noGrp="1"/>
          </p:cNvSpPr>
          <p:nvPr/>
        </p:nvSpPr>
        <p:spPr>
          <a:xfrm xmlns:a="http://schemas.openxmlformats.org/drawingml/2006/main">
            <a:off x="9544050" y="4591050"/>
            <a:ext cx="21050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45" b="0">
                <a:solidFill>
                  <a:srgbClr val="111111"/>
                </a:solidFill>
                <a:latin typeface="微软雅黑"/>
                <a:ea typeface="微软雅黑"/>
                <a:cs typeface="微软雅黑"/>
              </a:defRPr>
            </a:pPr>
            <a:r>
              <a:rPr sz="945" b="0">
                <a:solidFill>
                  <a:srgbClr val="111111"/>
                </a:solidFill>
                <a:latin typeface="微软雅黑"/>
                <a:ea typeface="微软雅黑"/>
                <a:cs typeface="微软雅黑"/>
              </a:rPr>
              <a:t>Map commands / Convert feedback</a:t>
            </a:r>
          </a:p>
        </p:txBody>
      </p:sp>
      <p:sp>
        <p:nvSpPr>
          <p:cNvPr id="100" name="diagram-line-1195">
            <a:extLst xmlns:a="http://schemas.openxmlformats.org/drawingml/2006/main">
              <a:ext uri="{FF2B5EF4-FFF2-40B4-BE49-F238E27FC236}">
                <a16:creationId xmlns:a16="http://schemas.microsoft.com/office/drawing/2014/main" id="{03989A3A-3EB4-4E0D-80BC-0A5B3C35D3D6}"/>
              </a:ext>
            </a:extLst>
          </p:cNvPr>
          <p:cNvSpPr>
            <a:spLocks xmlns:a="http://schemas.openxmlformats.org/drawingml/2006/main" noGrp="1"/>
          </p:cNvSpPr>
          <p:nvPr/>
        </p:nvSpPr>
        <p:spPr>
          <a:xfrm xmlns:a="http://schemas.openxmlformats.org/drawingml/2006/main">
            <a:off x="8429625" y="3924300"/>
            <a:ext cx="923925" cy="191"/>
          </a:xfrm>
          <a:custGeom xmlns:a="http://schemas.openxmlformats.org/drawingml/2006/main">
            <a:pathLst>
              <a:path w="923925" h="191">
                <a:moveTo>
                  <a:pt x="0" y="0"/>
                </a:moveTo>
                <a:lnTo>
                  <a:pt x="923925" y="0"/>
                </a:lnTo>
              </a:path>
            </a:pathLst>
          </a:custGeom>
          <a:noFill xmlns:a="http://schemas.openxmlformats.org/drawingml/2006/main"/>
          <a:ln xmlns:a="http://schemas.openxmlformats.org/drawingml/2006/main" w="14288">
            <a:solidFill>
              <a:srgbClr val="28849C"/>
            </a:solidFill>
          </a:ln>
        </p:spPr>
      </p:sp>
      <p:sp>
        <p:nvSpPr>
          <p:cNvPr id="101" name="diagram-line-1196">
            <a:extLst xmlns:a="http://schemas.openxmlformats.org/drawingml/2006/main">
              <a:ext uri="{FF2B5EF4-FFF2-40B4-BE49-F238E27FC236}">
                <a16:creationId xmlns:a16="http://schemas.microsoft.com/office/drawing/2014/main" id="{5C9A5EF3-10BD-4C3C-8649-5DF34498B2AD}"/>
              </a:ext>
            </a:extLst>
          </p:cNvPr>
          <p:cNvSpPr>
            <a:spLocks xmlns:a="http://schemas.openxmlformats.org/drawingml/2006/main" noGrp="1"/>
          </p:cNvSpPr>
          <p:nvPr/>
        </p:nvSpPr>
        <p:spPr>
          <a:xfrm xmlns:a="http://schemas.openxmlformats.org/drawingml/2006/main">
            <a:off x="9353550" y="3276600"/>
            <a:ext cx="191" cy="647700"/>
          </a:xfrm>
          <a:custGeom xmlns:a="http://schemas.openxmlformats.org/drawingml/2006/main">
            <a:pathLst>
              <a:path w="191" h="647700">
                <a:moveTo>
                  <a:pt x="0" y="647700"/>
                </a:moveTo>
                <a:lnTo>
                  <a:pt x="0" y="0"/>
                </a:lnTo>
              </a:path>
            </a:pathLst>
          </a:custGeom>
          <a:noFill xmlns:a="http://schemas.openxmlformats.org/drawingml/2006/main"/>
          <a:ln xmlns:a="http://schemas.openxmlformats.org/drawingml/2006/main" w="14288">
            <a:solidFill>
              <a:srgbClr val="28849C"/>
            </a:solidFill>
          </a:ln>
        </p:spPr>
      </p:sp>
      <p:sp>
        <p:nvSpPr>
          <p:cNvPr id="102" name="diagram-line-1197">
            <a:extLst xmlns:a="http://schemas.openxmlformats.org/drawingml/2006/main">
              <a:ext uri="{FF2B5EF4-FFF2-40B4-BE49-F238E27FC236}">
                <a16:creationId xmlns:a16="http://schemas.microsoft.com/office/drawing/2014/main" id="{AFDC6102-7EE8-4FB6-B2E6-D977F96C2DC3}"/>
              </a:ext>
            </a:extLst>
          </p:cNvPr>
          <p:cNvSpPr>
            <a:spLocks xmlns:a="http://schemas.openxmlformats.org/drawingml/2006/main" noGrp="1"/>
          </p:cNvSpPr>
          <p:nvPr/>
        </p:nvSpPr>
        <p:spPr>
          <a:xfrm xmlns:a="http://schemas.openxmlformats.org/drawingml/2006/main">
            <a:off x="9353550" y="3276600"/>
            <a:ext cx="276225" cy="191"/>
          </a:xfrm>
          <a:custGeom xmlns:a="http://schemas.openxmlformats.org/drawingml/2006/main">
            <a:pathLst>
              <a:path w="276225" h="191">
                <a:moveTo>
                  <a:pt x="0" y="0"/>
                </a:moveTo>
                <a:lnTo>
                  <a:pt x="276225" y="0"/>
                </a:lnTo>
              </a:path>
            </a:pathLst>
          </a:custGeom>
          <a:noFill xmlns:a="http://schemas.openxmlformats.org/drawingml/2006/main"/>
          <a:ln xmlns:a="http://schemas.openxmlformats.org/drawingml/2006/main" w="14288">
            <a:solidFill>
              <a:srgbClr val="28849C"/>
            </a:solidFill>
          </a:ln>
        </p:spPr>
      </p:sp>
      <p:sp>
        <p:nvSpPr>
          <p:cNvPr id="103" name="diagram-poly-1198">
            <a:extLst xmlns:a="http://schemas.openxmlformats.org/drawingml/2006/main">
              <a:ext uri="{FF2B5EF4-FFF2-40B4-BE49-F238E27FC236}">
                <a16:creationId xmlns:a16="http://schemas.microsoft.com/office/drawing/2014/main" id="{5B2ACE21-CD05-4C8F-9C3D-A965B6B83300}"/>
              </a:ext>
            </a:extLst>
          </p:cNvPr>
          <p:cNvSpPr>
            <a:spLocks xmlns:a="http://schemas.openxmlformats.org/drawingml/2006/main" noGrp="1"/>
          </p:cNvSpPr>
          <p:nvPr/>
        </p:nvSpPr>
        <p:spPr>
          <a:xfrm xmlns:a="http://schemas.openxmlformats.org/drawingml/2006/main">
            <a:off x="9563100" y="32470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4" name="diagram-line-1199">
            <a:extLst xmlns:a="http://schemas.openxmlformats.org/drawingml/2006/main">
              <a:ext uri="{FF2B5EF4-FFF2-40B4-BE49-F238E27FC236}">
                <a16:creationId xmlns:a16="http://schemas.microsoft.com/office/drawing/2014/main" id="{0B26036C-5305-4309-B912-A56F1D21E752}"/>
              </a:ext>
            </a:extLst>
          </p:cNvPr>
          <p:cNvSpPr>
            <a:spLocks xmlns:a="http://schemas.openxmlformats.org/drawingml/2006/main" noGrp="1"/>
          </p:cNvSpPr>
          <p:nvPr/>
        </p:nvSpPr>
        <p:spPr>
          <a:xfrm xmlns:a="http://schemas.openxmlformats.org/drawingml/2006/main">
            <a:off x="9353550" y="3924300"/>
            <a:ext cx="191" cy="647700"/>
          </a:xfrm>
          <a:custGeom xmlns:a="http://schemas.openxmlformats.org/drawingml/2006/main">
            <a:pathLst>
              <a:path w="191" h="647700">
                <a:moveTo>
                  <a:pt x="0" y="0"/>
                </a:moveTo>
                <a:lnTo>
                  <a:pt x="0" y="647700"/>
                </a:lnTo>
              </a:path>
            </a:pathLst>
          </a:custGeom>
          <a:noFill xmlns:a="http://schemas.openxmlformats.org/drawingml/2006/main"/>
          <a:ln xmlns:a="http://schemas.openxmlformats.org/drawingml/2006/main" w="14288">
            <a:solidFill>
              <a:srgbClr val="28849C"/>
            </a:solidFill>
          </a:ln>
        </p:spPr>
      </p:sp>
      <p:sp>
        <p:nvSpPr>
          <p:cNvPr id="105" name="diagram-line-1200">
            <a:extLst xmlns:a="http://schemas.openxmlformats.org/drawingml/2006/main">
              <a:ext uri="{FF2B5EF4-FFF2-40B4-BE49-F238E27FC236}">
                <a16:creationId xmlns:a16="http://schemas.microsoft.com/office/drawing/2014/main" id="{14ED4B13-E108-46F5-B227-C4B833EEBA5D}"/>
              </a:ext>
            </a:extLst>
          </p:cNvPr>
          <p:cNvSpPr>
            <a:spLocks xmlns:a="http://schemas.openxmlformats.org/drawingml/2006/main" noGrp="1"/>
          </p:cNvSpPr>
          <p:nvPr/>
        </p:nvSpPr>
        <p:spPr>
          <a:xfrm xmlns:a="http://schemas.openxmlformats.org/drawingml/2006/main">
            <a:off x="9353550" y="4572000"/>
            <a:ext cx="142875" cy="191"/>
          </a:xfrm>
          <a:custGeom xmlns:a="http://schemas.openxmlformats.org/drawingml/2006/main">
            <a:pathLst>
              <a:path w="142875" h="191">
                <a:moveTo>
                  <a:pt x="0" y="0"/>
                </a:moveTo>
                <a:lnTo>
                  <a:pt x="142875" y="0"/>
                </a:lnTo>
              </a:path>
            </a:pathLst>
          </a:custGeom>
          <a:noFill xmlns:a="http://schemas.openxmlformats.org/drawingml/2006/main"/>
          <a:ln xmlns:a="http://schemas.openxmlformats.org/drawingml/2006/main" w="14288">
            <a:solidFill>
              <a:srgbClr val="28849C"/>
            </a:solidFill>
          </a:ln>
        </p:spPr>
      </p:sp>
      <p:sp>
        <p:nvSpPr>
          <p:cNvPr id="106" name="diagram-poly-1201">
            <a:extLst xmlns:a="http://schemas.openxmlformats.org/drawingml/2006/main">
              <a:ext uri="{FF2B5EF4-FFF2-40B4-BE49-F238E27FC236}">
                <a16:creationId xmlns:a16="http://schemas.microsoft.com/office/drawing/2014/main" id="{981F28E2-FEB7-4D6F-B8C5-87BFBA4BB12B}"/>
              </a:ext>
            </a:extLst>
          </p:cNvPr>
          <p:cNvSpPr>
            <a:spLocks xmlns:a="http://schemas.openxmlformats.org/drawingml/2006/main" noGrp="1"/>
          </p:cNvSpPr>
          <p:nvPr/>
        </p:nvSpPr>
        <p:spPr>
          <a:xfrm xmlns:a="http://schemas.openxmlformats.org/drawingml/2006/main">
            <a:off x="9429750" y="45424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7" name="revision-text-1202">
            <a:extLst xmlns:a="http://schemas.openxmlformats.org/drawingml/2006/main">
              <a:ext uri="{FF2B5EF4-FFF2-40B4-BE49-F238E27FC236}">
                <a16:creationId xmlns:a16="http://schemas.microsoft.com/office/drawing/2014/main" id="{545A9487-68D4-46E7-94D6-668503637D35}"/>
              </a:ext>
            </a:extLst>
          </p:cNvPr>
          <p:cNvSpPr>
            <a:spLocks xmlns:a="http://schemas.openxmlformats.org/drawingml/2006/main" noGrp="1"/>
          </p:cNvSpPr>
          <p:nvPr/>
        </p:nvSpPr>
        <p:spPr>
          <a:xfrm xmlns:a="http://schemas.openxmlformats.org/drawingml/2006/main">
            <a:off x="8448675" y="3676650"/>
            <a:ext cx="771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28849C"/>
                </a:solidFill>
                <a:latin typeface="微软雅黑"/>
                <a:ea typeface="微软雅黑"/>
                <a:cs typeface="微软雅黑"/>
              </a:defRPr>
            </a:pPr>
            <a:r>
              <a:rPr sz="1170" b="0">
                <a:solidFill>
                  <a:srgbClr val="28849C"/>
                </a:solidFill>
                <a:latin typeface="微软雅黑"/>
                <a:ea typeface="微软雅黑"/>
                <a:cs typeface="微软雅黑"/>
              </a:rPr>
              <a:t>Command</a:t>
            </a:r>
          </a:p>
        </p:txBody>
      </p:sp>
      <p:sp>
        <p:nvSpPr>
          <p:cNvPr id="108" name="diagram-line-1203">
            <a:extLst xmlns:a="http://schemas.openxmlformats.org/drawingml/2006/main">
              <a:ext uri="{FF2B5EF4-FFF2-40B4-BE49-F238E27FC236}">
                <a16:creationId xmlns:a16="http://schemas.microsoft.com/office/drawing/2014/main" id="{33CA0E99-125D-48B3-995F-DEDFD2AD3A35}"/>
              </a:ext>
            </a:extLst>
          </p:cNvPr>
          <p:cNvSpPr>
            <a:spLocks xmlns:a="http://schemas.openxmlformats.org/drawingml/2006/main" noGrp="1"/>
          </p:cNvSpPr>
          <p:nvPr/>
        </p:nvSpPr>
        <p:spPr>
          <a:xfrm xmlns:a="http://schemas.openxmlformats.org/drawingml/2006/main">
            <a:off x="9172575" y="3619500"/>
            <a:ext cx="457200" cy="191"/>
          </a:xfrm>
          <a:custGeom xmlns:a="http://schemas.openxmlformats.org/drawingml/2006/main">
            <a:pathLst>
              <a:path w="457200" h="191">
                <a:moveTo>
                  <a:pt x="457200" y="0"/>
                </a:moveTo>
                <a:lnTo>
                  <a:pt x="0" y="0"/>
                </a:lnTo>
              </a:path>
            </a:pathLst>
          </a:custGeom>
          <a:noFill xmlns:a="http://schemas.openxmlformats.org/drawingml/2006/main"/>
          <a:ln xmlns:a="http://schemas.openxmlformats.org/drawingml/2006/main" w="14288">
            <a:solidFill>
              <a:srgbClr val="799A39"/>
            </a:solidFill>
          </a:ln>
        </p:spPr>
      </p:sp>
      <p:sp>
        <p:nvSpPr>
          <p:cNvPr id="109" name="diagram-line-1204">
            <a:extLst xmlns:a="http://schemas.openxmlformats.org/drawingml/2006/main">
              <a:ext uri="{FF2B5EF4-FFF2-40B4-BE49-F238E27FC236}">
                <a16:creationId xmlns:a16="http://schemas.microsoft.com/office/drawing/2014/main" id="{496656EE-AE06-485D-B938-DEADDE1D500E}"/>
              </a:ext>
            </a:extLst>
          </p:cNvPr>
          <p:cNvSpPr>
            <a:spLocks xmlns:a="http://schemas.openxmlformats.org/drawingml/2006/main" noGrp="1"/>
          </p:cNvSpPr>
          <p:nvPr/>
        </p:nvSpPr>
        <p:spPr>
          <a:xfrm xmlns:a="http://schemas.openxmlformats.org/drawingml/2006/main">
            <a:off x="9172575" y="3619500"/>
            <a:ext cx="191" cy="247650"/>
          </a:xfrm>
          <a:custGeom xmlns:a="http://schemas.openxmlformats.org/drawingml/2006/main">
            <a:pathLst>
              <a:path w="191" h="247650">
                <a:moveTo>
                  <a:pt x="0" y="0"/>
                </a:moveTo>
                <a:lnTo>
                  <a:pt x="0" y="247650"/>
                </a:lnTo>
              </a:path>
            </a:pathLst>
          </a:custGeom>
          <a:noFill xmlns:a="http://schemas.openxmlformats.org/drawingml/2006/main"/>
          <a:ln xmlns:a="http://schemas.openxmlformats.org/drawingml/2006/main" w="14288">
            <a:solidFill>
              <a:srgbClr val="799A39"/>
            </a:solidFill>
          </a:ln>
        </p:spPr>
      </p:sp>
      <p:sp>
        <p:nvSpPr>
          <p:cNvPr id="110" name="diagram-line-1205">
            <a:extLst xmlns:a="http://schemas.openxmlformats.org/drawingml/2006/main">
              <a:ext uri="{FF2B5EF4-FFF2-40B4-BE49-F238E27FC236}">
                <a16:creationId xmlns:a16="http://schemas.microsoft.com/office/drawing/2014/main" id="{5619C277-A81E-4798-B0AE-58BB3A54C3EF}"/>
              </a:ext>
            </a:extLst>
          </p:cNvPr>
          <p:cNvSpPr>
            <a:spLocks xmlns:a="http://schemas.openxmlformats.org/drawingml/2006/main" noGrp="1"/>
          </p:cNvSpPr>
          <p:nvPr/>
        </p:nvSpPr>
        <p:spPr>
          <a:xfrm xmlns:a="http://schemas.openxmlformats.org/drawingml/2006/main">
            <a:off x="9172575" y="3981450"/>
            <a:ext cx="191" cy="390525"/>
          </a:xfrm>
          <a:custGeom xmlns:a="http://schemas.openxmlformats.org/drawingml/2006/main">
            <a:pathLst>
              <a:path w="191" h="390525">
                <a:moveTo>
                  <a:pt x="0" y="0"/>
                </a:moveTo>
                <a:lnTo>
                  <a:pt x="0" y="390525"/>
                </a:lnTo>
              </a:path>
            </a:pathLst>
          </a:custGeom>
          <a:noFill xmlns:a="http://schemas.openxmlformats.org/drawingml/2006/main"/>
          <a:ln xmlns:a="http://schemas.openxmlformats.org/drawingml/2006/main" w="14288">
            <a:solidFill>
              <a:srgbClr val="799A39"/>
            </a:solidFill>
          </a:ln>
        </p:spPr>
      </p:sp>
      <p:sp>
        <p:nvSpPr>
          <p:cNvPr id="111" name="diagram-line-1206">
            <a:extLst xmlns:a="http://schemas.openxmlformats.org/drawingml/2006/main">
              <a:ext uri="{FF2B5EF4-FFF2-40B4-BE49-F238E27FC236}">
                <a16:creationId xmlns:a16="http://schemas.microsoft.com/office/drawing/2014/main" id="{E0764F5F-6C62-4A10-B3B8-2278484B1D38}"/>
              </a:ext>
            </a:extLst>
          </p:cNvPr>
          <p:cNvSpPr>
            <a:spLocks xmlns:a="http://schemas.openxmlformats.org/drawingml/2006/main" noGrp="1"/>
          </p:cNvSpPr>
          <p:nvPr/>
        </p:nvSpPr>
        <p:spPr>
          <a:xfrm xmlns:a="http://schemas.openxmlformats.org/drawingml/2006/main">
            <a:off x="8429625" y="4371975"/>
            <a:ext cx="742950" cy="191"/>
          </a:xfrm>
          <a:custGeom xmlns:a="http://schemas.openxmlformats.org/drawingml/2006/main">
            <a:pathLst>
              <a:path w="742950" h="191">
                <a:moveTo>
                  <a:pt x="742950" y="0"/>
                </a:moveTo>
                <a:lnTo>
                  <a:pt x="0" y="0"/>
                </a:lnTo>
              </a:path>
            </a:pathLst>
          </a:custGeom>
          <a:noFill xmlns:a="http://schemas.openxmlformats.org/drawingml/2006/main"/>
          <a:ln xmlns:a="http://schemas.openxmlformats.org/drawingml/2006/main" w="14288">
            <a:solidFill>
              <a:srgbClr val="799A39"/>
            </a:solidFill>
          </a:ln>
        </p:spPr>
      </p:sp>
      <p:sp>
        <p:nvSpPr>
          <p:cNvPr id="112" name="diagram-poly-1207">
            <a:extLst xmlns:a="http://schemas.openxmlformats.org/drawingml/2006/main">
              <a:ext uri="{FF2B5EF4-FFF2-40B4-BE49-F238E27FC236}">
                <a16:creationId xmlns:a16="http://schemas.microsoft.com/office/drawing/2014/main" id="{064D7EF2-9EB2-4E0C-AF13-34B019DD10F3}"/>
              </a:ext>
            </a:extLst>
          </p:cNvPr>
          <p:cNvSpPr>
            <a:spLocks xmlns:a="http://schemas.openxmlformats.org/drawingml/2006/main" noGrp="1"/>
          </p:cNvSpPr>
          <p:nvPr/>
        </p:nvSpPr>
        <p:spPr>
          <a:xfrm xmlns:a="http://schemas.openxmlformats.org/drawingml/2006/main">
            <a:off x="8429625"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diagram-line-1208">
            <a:extLst xmlns:a="http://schemas.openxmlformats.org/drawingml/2006/main">
              <a:ext uri="{FF2B5EF4-FFF2-40B4-BE49-F238E27FC236}">
                <a16:creationId xmlns:a16="http://schemas.microsoft.com/office/drawing/2014/main" id="{BD020F7E-29FB-466C-93D6-383492D3D471}"/>
              </a:ext>
            </a:extLst>
          </p:cNvPr>
          <p:cNvSpPr>
            <a:spLocks xmlns:a="http://schemas.openxmlformats.org/drawingml/2006/main" noGrp="1"/>
          </p:cNvSpPr>
          <p:nvPr/>
        </p:nvSpPr>
        <p:spPr>
          <a:xfrm xmlns:a="http://schemas.openxmlformats.org/drawingml/2006/main">
            <a:off x="9172575" y="4781550"/>
            <a:ext cx="323850" cy="191"/>
          </a:xfrm>
          <a:custGeom xmlns:a="http://schemas.openxmlformats.org/drawingml/2006/main">
            <a:pathLst>
              <a:path w="323850" h="191">
                <a:moveTo>
                  <a:pt x="323850" y="0"/>
                </a:moveTo>
                <a:lnTo>
                  <a:pt x="0" y="0"/>
                </a:lnTo>
              </a:path>
            </a:pathLst>
          </a:custGeom>
          <a:noFill xmlns:a="http://schemas.openxmlformats.org/drawingml/2006/main"/>
          <a:ln xmlns:a="http://schemas.openxmlformats.org/drawingml/2006/main" w="14288">
            <a:solidFill>
              <a:srgbClr val="799A39"/>
            </a:solidFill>
          </a:ln>
        </p:spPr>
      </p:sp>
      <p:sp>
        <p:nvSpPr>
          <p:cNvPr id="114" name="diagram-line-1209">
            <a:extLst xmlns:a="http://schemas.openxmlformats.org/drawingml/2006/main">
              <a:ext uri="{FF2B5EF4-FFF2-40B4-BE49-F238E27FC236}">
                <a16:creationId xmlns:a16="http://schemas.microsoft.com/office/drawing/2014/main" id="{CE067DDA-DF2D-4C46-B48B-8613F37FA63E}"/>
              </a:ext>
            </a:extLst>
          </p:cNvPr>
          <p:cNvSpPr>
            <a:spLocks xmlns:a="http://schemas.openxmlformats.org/drawingml/2006/main" noGrp="1"/>
          </p:cNvSpPr>
          <p:nvPr/>
        </p:nvSpPr>
        <p:spPr>
          <a:xfrm xmlns:a="http://schemas.openxmlformats.org/drawingml/2006/main">
            <a:off x="9172575" y="4371975"/>
            <a:ext cx="191" cy="409575"/>
          </a:xfrm>
          <a:custGeom xmlns:a="http://schemas.openxmlformats.org/drawingml/2006/main">
            <a:pathLst>
              <a:path w="191" h="409575">
                <a:moveTo>
                  <a:pt x="0" y="409575"/>
                </a:moveTo>
                <a:lnTo>
                  <a:pt x="0" y="0"/>
                </a:lnTo>
              </a:path>
            </a:pathLst>
          </a:custGeom>
          <a:noFill xmlns:a="http://schemas.openxmlformats.org/drawingml/2006/main"/>
          <a:ln xmlns:a="http://schemas.openxmlformats.org/drawingml/2006/main" w="14288">
            <a:solidFill>
              <a:srgbClr val="799A39"/>
            </a:solidFill>
          </a:ln>
        </p:spPr>
      </p:sp>
      <p:sp>
        <p:nvSpPr>
          <p:cNvPr id="115" name="revision-text-1210">
            <a:extLst xmlns:a="http://schemas.openxmlformats.org/drawingml/2006/main">
              <a:ext uri="{FF2B5EF4-FFF2-40B4-BE49-F238E27FC236}">
                <a16:creationId xmlns:a16="http://schemas.microsoft.com/office/drawing/2014/main" id="{864964C4-8184-4D3C-BBE9-B8A91F8AC88E}"/>
              </a:ext>
            </a:extLst>
          </p:cNvPr>
          <p:cNvSpPr>
            <a:spLocks xmlns:a="http://schemas.openxmlformats.org/drawingml/2006/main" noGrp="1"/>
          </p:cNvSpPr>
          <p:nvPr/>
        </p:nvSpPr>
        <p:spPr>
          <a:xfrm xmlns:a="http://schemas.openxmlformats.org/drawingml/2006/main">
            <a:off x="8458200" y="4019550"/>
            <a:ext cx="676275" cy="3724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State /</a:t>
            </a:r>
          </a:p>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Data</a:t>
            </a:r>
          </a:p>
        </p:txBody>
      </p:sp>
      <p:sp>
        <p:nvSpPr>
          <p:cNvPr id="116" name="diagram-box-1211">
            <a:extLst xmlns:a="http://schemas.openxmlformats.org/drawingml/2006/main">
              <a:ext uri="{FF2B5EF4-FFF2-40B4-BE49-F238E27FC236}">
                <a16:creationId xmlns:a16="http://schemas.microsoft.com/office/drawing/2014/main" id="{0D527E01-358B-48F3-9C16-E90CD12CEBCD}"/>
              </a:ext>
            </a:extLst>
          </p:cNvPr>
          <p:cNvSpPr>
            <a:spLocks xmlns:a="http://schemas.openxmlformats.org/drawingml/2006/main" noGrp="1"/>
          </p:cNvSpPr>
          <p:nvPr/>
        </p:nvSpPr>
        <p:spPr>
          <a:xfrm xmlns:a="http://schemas.openxmlformats.org/drawingml/2006/main">
            <a:off x="9496425" y="5457825"/>
            <a:ext cx="2200275" cy="523875"/>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17" name="diagram-box-1212">
            <a:extLst xmlns:a="http://schemas.openxmlformats.org/drawingml/2006/main">
              <a:ext uri="{FF2B5EF4-FFF2-40B4-BE49-F238E27FC236}">
                <a16:creationId xmlns:a16="http://schemas.microsoft.com/office/drawing/2014/main" id="{6615ACEA-1797-4F6A-AE38-69F57544581D}"/>
              </a:ext>
            </a:extLst>
          </p:cNvPr>
          <p:cNvSpPr>
            <a:spLocks xmlns:a="http://schemas.openxmlformats.org/drawingml/2006/main" noGrp="1"/>
          </p:cNvSpPr>
          <p:nvPr/>
        </p:nvSpPr>
        <p:spPr>
          <a:xfrm xmlns:a="http://schemas.openxmlformats.org/drawingml/2006/main">
            <a:off x="9496425" y="5457825"/>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18" name="revision-text-1213">
            <a:extLst xmlns:a="http://schemas.openxmlformats.org/drawingml/2006/main">
              <a:ext uri="{FF2B5EF4-FFF2-40B4-BE49-F238E27FC236}">
                <a16:creationId xmlns:a16="http://schemas.microsoft.com/office/drawing/2014/main" id="{BECA69F1-F02C-46F1-A759-A69A5DFE8381}"/>
              </a:ext>
            </a:extLst>
          </p:cNvPr>
          <p:cNvSpPr>
            <a:spLocks xmlns:a="http://schemas.openxmlformats.org/drawingml/2006/main" noGrp="1"/>
          </p:cNvSpPr>
          <p:nvPr/>
        </p:nvSpPr>
        <p:spPr>
          <a:xfrm xmlns:a="http://schemas.openxmlformats.org/drawingml/2006/main">
            <a:off x="9572625" y="5486400"/>
            <a:ext cx="204787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Physical device</a:t>
            </a:r>
          </a:p>
        </p:txBody>
      </p:sp>
      <p:sp>
        <p:nvSpPr>
          <p:cNvPr id="119" name="revision-text-1214">
            <a:extLst xmlns:a="http://schemas.openxmlformats.org/drawingml/2006/main">
              <a:ext uri="{FF2B5EF4-FFF2-40B4-BE49-F238E27FC236}">
                <a16:creationId xmlns:a16="http://schemas.microsoft.com/office/drawing/2014/main" id="{C93C4A5D-B3D9-4228-A99B-130BEB47248C}"/>
              </a:ext>
            </a:extLst>
          </p:cNvPr>
          <p:cNvSpPr>
            <a:spLocks xmlns:a="http://schemas.openxmlformats.org/drawingml/2006/main" noGrp="1"/>
          </p:cNvSpPr>
          <p:nvPr/>
        </p:nvSpPr>
        <p:spPr>
          <a:xfrm xmlns:a="http://schemas.openxmlformats.org/drawingml/2006/main">
            <a:off x="9563100" y="5762625"/>
            <a:ext cx="206692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02" b="0">
                <a:solidFill>
                  <a:srgbClr val="111111"/>
                </a:solidFill>
                <a:latin typeface="微软雅黑"/>
                <a:ea typeface="微软雅黑"/>
                <a:cs typeface="微软雅黑"/>
              </a:defRPr>
            </a:pPr>
            <a:r>
              <a:rPr sz="1102" b="0">
                <a:solidFill>
                  <a:srgbClr val="111111"/>
                </a:solidFill>
                <a:latin typeface="微软雅黑"/>
                <a:ea typeface="微软雅黑"/>
                <a:cs typeface="微软雅黑"/>
              </a:rPr>
              <a:t>Execute and return actual data</a:t>
            </a:r>
          </a:p>
        </p:txBody>
      </p:sp>
      <p:sp>
        <p:nvSpPr>
          <p:cNvPr id="120" name="diagram-line-1215">
            <a:extLst xmlns:a="http://schemas.openxmlformats.org/drawingml/2006/main">
              <a:ext uri="{FF2B5EF4-FFF2-40B4-BE49-F238E27FC236}">
                <a16:creationId xmlns:a16="http://schemas.microsoft.com/office/drawing/2014/main" id="{AAA0B45C-6EE8-4BC6-8639-E0B4312C290E}"/>
              </a:ext>
            </a:extLst>
          </p:cNvPr>
          <p:cNvSpPr>
            <a:spLocks xmlns:a="http://schemas.openxmlformats.org/drawingml/2006/main" noGrp="1"/>
          </p:cNvSpPr>
          <p:nvPr/>
        </p:nvSpPr>
        <p:spPr>
          <a:xfrm xmlns:a="http://schemas.openxmlformats.org/drawingml/2006/main">
            <a:off x="9782175" y="4895850"/>
            <a:ext cx="191" cy="561975"/>
          </a:xfrm>
          <a:custGeom xmlns:a="http://schemas.openxmlformats.org/drawingml/2006/main">
            <a:pathLst>
              <a:path w="191" h="561975">
                <a:moveTo>
                  <a:pt x="0" y="0"/>
                </a:moveTo>
                <a:lnTo>
                  <a:pt x="0" y="561975"/>
                </a:lnTo>
              </a:path>
            </a:pathLst>
          </a:custGeom>
          <a:noFill xmlns:a="http://schemas.openxmlformats.org/drawingml/2006/main"/>
          <a:ln xmlns:a="http://schemas.openxmlformats.org/drawingml/2006/main" w="14288">
            <a:solidFill>
              <a:srgbClr val="28849C"/>
            </a:solidFill>
          </a:ln>
        </p:spPr>
      </p:sp>
      <p:sp>
        <p:nvSpPr>
          <p:cNvPr id="121" name="diagram-poly-1216">
            <a:extLst xmlns:a="http://schemas.openxmlformats.org/drawingml/2006/main">
              <a:ext uri="{FF2B5EF4-FFF2-40B4-BE49-F238E27FC236}">
                <a16:creationId xmlns:a16="http://schemas.microsoft.com/office/drawing/2014/main" id="{AF73977E-3588-4A31-8D29-BE0D405CAFEC}"/>
              </a:ext>
            </a:extLst>
          </p:cNvPr>
          <p:cNvSpPr>
            <a:spLocks xmlns:a="http://schemas.openxmlformats.org/drawingml/2006/main" noGrp="1"/>
          </p:cNvSpPr>
          <p:nvPr/>
        </p:nvSpPr>
        <p:spPr>
          <a:xfrm xmlns:a="http://schemas.openxmlformats.org/drawingml/2006/main">
            <a:off x="9752648" y="539115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122" name="revision-text-1217">
            <a:extLst xmlns:a="http://schemas.openxmlformats.org/drawingml/2006/main">
              <a:ext uri="{FF2B5EF4-FFF2-40B4-BE49-F238E27FC236}">
                <a16:creationId xmlns:a16="http://schemas.microsoft.com/office/drawing/2014/main" id="{698E70F5-897C-4A94-9BF9-8B4C5F437859}"/>
              </a:ext>
            </a:extLst>
          </p:cNvPr>
          <p:cNvSpPr>
            <a:spLocks xmlns:a="http://schemas.openxmlformats.org/drawingml/2006/main" noGrp="1"/>
          </p:cNvSpPr>
          <p:nvPr/>
        </p:nvSpPr>
        <p:spPr>
          <a:xfrm xmlns:a="http://schemas.openxmlformats.org/drawingml/2006/main">
            <a:off x="9248775" y="5105400"/>
            <a:ext cx="9144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32" b="0">
                <a:solidFill>
                  <a:srgbClr val="28849C"/>
                </a:solidFill>
                <a:latin typeface="微软雅黑"/>
                <a:ea typeface="微软雅黑"/>
                <a:cs typeface="微软雅黑"/>
              </a:defRPr>
            </a:pPr>
            <a:r>
              <a:rPr sz="832" b="0">
                <a:solidFill>
                  <a:srgbClr val="28849C"/>
                </a:solidFill>
                <a:latin typeface="微软雅黑"/>
                <a:ea typeface="微软雅黑"/>
                <a:cs typeface="微软雅黑"/>
              </a:rPr>
              <a:t>Device command</a:t>
            </a:r>
          </a:p>
        </p:txBody>
      </p:sp>
      <p:sp>
        <p:nvSpPr>
          <p:cNvPr id="123" name="diagram-line-1218">
            <a:extLst xmlns:a="http://schemas.openxmlformats.org/drawingml/2006/main">
              <a:ext uri="{FF2B5EF4-FFF2-40B4-BE49-F238E27FC236}">
                <a16:creationId xmlns:a16="http://schemas.microsoft.com/office/drawing/2014/main" id="{2F0F0603-9C2C-493B-89E5-F8E58D4565CB}"/>
              </a:ext>
            </a:extLst>
          </p:cNvPr>
          <p:cNvSpPr>
            <a:spLocks xmlns:a="http://schemas.openxmlformats.org/drawingml/2006/main" noGrp="1"/>
          </p:cNvSpPr>
          <p:nvPr/>
        </p:nvSpPr>
        <p:spPr>
          <a:xfrm xmlns:a="http://schemas.openxmlformats.org/drawingml/2006/main">
            <a:off x="11449050" y="4895850"/>
            <a:ext cx="191" cy="561975"/>
          </a:xfrm>
          <a:custGeom xmlns:a="http://schemas.openxmlformats.org/drawingml/2006/main">
            <a:pathLst>
              <a:path w="191" h="561975">
                <a:moveTo>
                  <a:pt x="0" y="561975"/>
                </a:moveTo>
                <a:lnTo>
                  <a:pt x="0" y="0"/>
                </a:lnTo>
              </a:path>
            </a:pathLst>
          </a:custGeom>
          <a:noFill xmlns:a="http://schemas.openxmlformats.org/drawingml/2006/main"/>
          <a:ln xmlns:a="http://schemas.openxmlformats.org/drawingml/2006/main" w="14288">
            <a:solidFill>
              <a:srgbClr val="799A39"/>
            </a:solidFill>
          </a:ln>
        </p:spPr>
      </p:sp>
      <p:sp>
        <p:nvSpPr>
          <p:cNvPr id="124" name="diagram-poly-1219">
            <a:extLst xmlns:a="http://schemas.openxmlformats.org/drawingml/2006/main">
              <a:ext uri="{FF2B5EF4-FFF2-40B4-BE49-F238E27FC236}">
                <a16:creationId xmlns:a16="http://schemas.microsoft.com/office/drawing/2014/main" id="{CFC6D614-E1DB-4269-A320-8AC12B6391E5}"/>
              </a:ext>
            </a:extLst>
          </p:cNvPr>
          <p:cNvSpPr>
            <a:spLocks xmlns:a="http://schemas.openxmlformats.org/drawingml/2006/main" noGrp="1"/>
          </p:cNvSpPr>
          <p:nvPr/>
        </p:nvSpPr>
        <p:spPr>
          <a:xfrm xmlns:a="http://schemas.openxmlformats.org/drawingml/2006/main">
            <a:off x="11419523" y="4895850"/>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125" name="revision-text-1220">
            <a:extLst xmlns:a="http://schemas.openxmlformats.org/drawingml/2006/main">
              <a:ext uri="{FF2B5EF4-FFF2-40B4-BE49-F238E27FC236}">
                <a16:creationId xmlns:a16="http://schemas.microsoft.com/office/drawing/2014/main" id="{510CA3C4-4D1E-4023-BD1A-F2ADE2573DB3}"/>
              </a:ext>
            </a:extLst>
          </p:cNvPr>
          <p:cNvSpPr>
            <a:spLocks xmlns:a="http://schemas.openxmlformats.org/drawingml/2006/main" noGrp="1"/>
          </p:cNvSpPr>
          <p:nvPr/>
        </p:nvSpPr>
        <p:spPr>
          <a:xfrm xmlns:a="http://schemas.openxmlformats.org/drawingml/2006/main">
            <a:off x="10620375" y="5105400"/>
            <a:ext cx="11430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799A39"/>
                </a:solidFill>
                <a:latin typeface="微软雅黑"/>
                <a:ea typeface="微软雅黑"/>
                <a:cs typeface="微软雅黑"/>
              </a:defRPr>
            </a:pPr>
            <a:r>
              <a:rPr sz="1125" b="0">
                <a:solidFill>
                  <a:srgbClr val="799A39"/>
                </a:solidFill>
                <a:latin typeface="微软雅黑"/>
                <a:ea typeface="微软雅黑"/>
                <a:cs typeface="微软雅黑"/>
              </a:rPr>
              <a:t>Data / Status</a:t>
            </a:r>
          </a:p>
        </p:txBody>
      </p:sp>
      <p:sp>
        <p:nvSpPr>
          <p:cNvPr id="126" name="revision-text-1221">
            <a:extLst xmlns:a="http://schemas.openxmlformats.org/drawingml/2006/main">
              <a:ext uri="{FF2B5EF4-FFF2-40B4-BE49-F238E27FC236}">
                <a16:creationId xmlns:a16="http://schemas.microsoft.com/office/drawing/2014/main" id="{52BDD474-465D-44F5-95DF-257504C667EB}"/>
              </a:ext>
            </a:extLst>
          </p:cNvPr>
          <p:cNvSpPr>
            <a:spLocks xmlns:a="http://schemas.openxmlformats.org/drawingml/2006/main" noGrp="1"/>
          </p:cNvSpPr>
          <p:nvPr/>
        </p:nvSpPr>
        <p:spPr>
          <a:xfrm xmlns:a="http://schemas.openxmlformats.org/drawingml/2006/main">
            <a:off x="3276600" y="5353050"/>
            <a:ext cx="5676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0" b="0">
                <a:solidFill>
                  <a:srgbClr val="152C40"/>
                </a:solidFill>
                <a:latin typeface="微软雅黑"/>
                <a:ea typeface="微软雅黑"/>
                <a:cs typeface="微软雅黑"/>
              </a:defRPr>
            </a:pPr>
            <a:r>
              <a:rPr sz="1260" b="0">
                <a:solidFill>
                  <a:srgbClr val="152C40"/>
                </a:solidFill>
                <a:latin typeface="微软雅黑"/>
                <a:ea typeface="微软雅黑"/>
                <a:cs typeface="微软雅黑"/>
              </a:rPr>
              <a:t>Simulation feedback uses the same model updates and constraint checks.</a:t>
            </a:r>
          </a:p>
        </p:txBody>
      </p:sp>
      <p:sp>
        <p:nvSpPr>
          <p:cNvPr id="127" name="revision-text-1222">
            <a:extLst xmlns:a="http://schemas.openxmlformats.org/drawingml/2006/main">
              <a:ext uri="{FF2B5EF4-FFF2-40B4-BE49-F238E27FC236}">
                <a16:creationId xmlns:a16="http://schemas.microsoft.com/office/drawing/2014/main" id="{9D87EABB-BCE8-4F22-8017-FD60F002799E}"/>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Refine the plan through simulation; the host then initiates hardware execution after acceptance.</a:t>
            </a:r>
          </a:p>
        </p:txBody>
      </p:sp>
    </p:spTree>
    <p:extLst>
      <p:ext uri="{BB962C8B-B14F-4D97-AF65-F5344CB8AC3E}">
        <p14:creationId xmlns:p14="http://schemas.microsoft.com/office/powerpoint/2010/main" val="79976395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78B76CB-97FC-4E2C-A149-6EF9F147A2D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81A1D7E-E0D2-4E2D-955F-DF18ECEFAFE3}"/>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10  Conclusions</a:t>
            </a:r>
          </a:p>
        </p:txBody>
      </p:sp>
      <p:sp>
        <p:nvSpPr>
          <p:cNvPr id="4" name="Rounded Rectangle 3">
            <a:extLst xmlns:a="http://schemas.openxmlformats.org/drawingml/2006/main">
              <a:ext uri="{FF2B5EF4-FFF2-40B4-BE49-F238E27FC236}">
                <a16:creationId xmlns:a16="http://schemas.microsoft.com/office/drawing/2014/main" id="{166E572B-038D-4E01-A818-46FD87866073}"/>
              </a:ext>
            </a:extLst>
          </p:cNvPr>
          <p:cNvSpPr>
            <a:spLocks xmlns:a="http://schemas.openxmlformats.org/drawingml/2006/main" noGrp="1"/>
          </p:cNvSpPr>
          <p:nvPr/>
        </p:nvSpPr>
        <p:spPr>
          <a:xfrm xmlns:a="http://schemas.openxmlformats.org/drawingml/2006/main">
            <a:off x="914400" y="1645920"/>
            <a:ext cx="10332720" cy="320040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78421C4-7D50-4698-BAF6-2524F47F0532}"/>
              </a:ext>
            </a:extLst>
          </p:cNvPr>
          <p:cNvSpPr>
            <a:spLocks xmlns:a="http://schemas.openxmlformats.org/drawingml/2006/main" noGrp="1"/>
          </p:cNvSpPr>
          <p:nvPr/>
        </p:nvSpPr>
        <p:spPr>
          <a:xfrm xmlns:a="http://schemas.openxmlformats.org/drawingml/2006/main">
            <a:off x="914400" y="5120640"/>
            <a:ext cx="10332720" cy="4572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200" b="1">
                <a:solidFill>
                  <a:srgbClr val="1A3A5C"/>
                </a:solidFill>
                <a:latin typeface="微软雅黑"/>
                <a:ea typeface="微软雅黑"/>
                <a:cs typeface="微软雅黑"/>
              </a:defRPr>
            </a:pPr>
            <a:r>
              <a:rPr sz="2200" b="1">
                <a:solidFill>
                  <a:srgbClr val="1A3A5C"/>
                </a:solidFill>
                <a:latin typeface="微软雅黑"/>
                <a:ea typeface="微软雅黑"/>
                <a:cs typeface="微软雅黑"/>
              </a:rPr>
              <a:t>Thank you. Questions are welcome.</a:t>
            </a:r>
          </a:p>
        </p:txBody>
      </p:sp>
      <p:sp>
        <p:nvSpPr>
          <p:cNvPr id="7" name="TextBox 6">
            <a:extLst xmlns:a="http://schemas.openxmlformats.org/drawingml/2006/main">
              <a:ext uri="{FF2B5EF4-FFF2-40B4-BE49-F238E27FC236}">
                <a16:creationId xmlns:a16="http://schemas.microsoft.com/office/drawing/2014/main" id="{6422D9E2-31A5-4581-B846-D84940581EE4}"/>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059E32F3-F265-472A-AD23-C593FB15F105}"/>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10/10</a:t>
            </a:r>
          </a:p>
        </p:txBody>
      </p:sp>
      <p:sp>
        <p:nvSpPr>
          <p:cNvPr id="9" name="edited-text-30">
            <a:extLst xmlns:a="http://schemas.openxmlformats.org/drawingml/2006/main">
              <a:ext uri="{FF2B5EF4-FFF2-40B4-BE49-F238E27FC236}">
                <a16:creationId xmlns:a16="http://schemas.microsoft.com/office/drawing/2014/main" id="{373307DD-588F-4733-AD09-F96B00FF5728}"/>
              </a:ext>
            </a:extLst>
          </p:cNvPr>
          <p:cNvSpPr>
            <a:spLocks xmlns:a="http://schemas.openxmlformats.org/drawingml/2006/main" noGrp="1"/>
          </p:cNvSpPr>
          <p:nvPr/>
        </p:nvSpPr>
        <p:spPr>
          <a:xfrm xmlns:a="http://schemas.openxmlformats.org/drawingml/2006/main">
            <a:off x="1238250" y="196215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Unified modeling</a:t>
            </a:r>
          </a:p>
        </p:txBody>
      </p:sp>
      <p:sp>
        <p:nvSpPr>
          <p:cNvPr id="10" name="edited-text-31">
            <a:extLst xmlns:a="http://schemas.openxmlformats.org/drawingml/2006/main">
              <a:ext uri="{FF2B5EF4-FFF2-40B4-BE49-F238E27FC236}">
                <a16:creationId xmlns:a16="http://schemas.microsoft.com/office/drawing/2014/main" id="{B21B31D9-48EA-475D-881D-7684F45CDE2D}"/>
              </a:ext>
            </a:extLst>
          </p:cNvPr>
          <p:cNvSpPr>
            <a:spLocks xmlns:a="http://schemas.openxmlformats.org/drawingml/2006/main" noGrp="1"/>
          </p:cNvSpPr>
          <p:nvPr/>
        </p:nvSpPr>
        <p:spPr>
          <a:xfrm xmlns:a="http://schemas.openxmlformats.org/drawingml/2006/main">
            <a:off x="3838575" y="1971675"/>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83" b="0">
                <a:solidFill>
                  <a:srgbClr val="243746"/>
                </a:solidFill>
                <a:latin typeface="微软雅黑"/>
                <a:ea typeface="微软雅黑"/>
                <a:cs typeface="微软雅黑"/>
              </a:defRPr>
            </a:pPr>
            <a:r>
              <a:rPr sz="1583" b="0">
                <a:solidFill>
                  <a:srgbClr val="243746"/>
                </a:solidFill>
                <a:latin typeface="微软雅黑"/>
                <a:ea typeface="微软雅黑"/>
                <a:cs typeface="微软雅黑"/>
              </a:rPr>
              <a:t>Resources, workflows, and constraints describe laboratory task execution.</a:t>
            </a:r>
          </a:p>
        </p:txBody>
      </p:sp>
      <p:sp>
        <p:nvSpPr>
          <p:cNvPr id="11" name="edited-text-32">
            <a:extLst xmlns:a="http://schemas.openxmlformats.org/drawingml/2006/main">
              <a:ext uri="{FF2B5EF4-FFF2-40B4-BE49-F238E27FC236}">
                <a16:creationId xmlns:a16="http://schemas.microsoft.com/office/drawing/2014/main" id="{A963D036-8E1D-4CCA-8223-C6691988D477}"/>
              </a:ext>
            </a:extLst>
          </p:cNvPr>
          <p:cNvSpPr>
            <a:spLocks xmlns:a="http://schemas.openxmlformats.org/drawingml/2006/main" noGrp="1"/>
          </p:cNvSpPr>
          <p:nvPr/>
        </p:nvSpPr>
        <p:spPr>
          <a:xfrm xmlns:a="http://schemas.openxmlformats.org/drawingml/2006/main">
            <a:off x="1238250" y="282892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Explicit semantics</a:t>
            </a:r>
          </a:p>
        </p:txBody>
      </p:sp>
      <p:sp>
        <p:nvSpPr>
          <p:cNvPr id="12" name="edited-text-33">
            <a:extLst xmlns:a="http://schemas.openxmlformats.org/drawingml/2006/main">
              <a:ext uri="{FF2B5EF4-FFF2-40B4-BE49-F238E27FC236}">
                <a16:creationId xmlns:a16="http://schemas.microsoft.com/office/drawing/2014/main" id="{6326D345-AA6B-4F89-92DF-7F73D02DF2EB}"/>
              </a:ext>
            </a:extLst>
          </p:cNvPr>
          <p:cNvSpPr>
            <a:spLocks xmlns:a="http://schemas.openxmlformats.org/drawingml/2006/main" noGrp="1"/>
          </p:cNvSpPr>
          <p:nvPr/>
        </p:nvSpPr>
        <p:spPr>
          <a:xfrm xmlns:a="http://schemas.openxmlformats.org/drawingml/2006/main">
            <a:off x="3838575" y="2838450"/>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90" b="0">
                <a:solidFill>
                  <a:srgbClr val="243746"/>
                </a:solidFill>
                <a:latin typeface="微软雅黑"/>
                <a:ea typeface="微软雅黑"/>
                <a:cs typeface="微软雅黑"/>
              </a:defRPr>
            </a:pPr>
            <a:r>
              <a:rPr sz="1590" b="0">
                <a:solidFill>
                  <a:srgbClr val="243746"/>
                </a:solidFill>
                <a:latin typeface="微软雅黑"/>
                <a:ea typeface="微软雅黑"/>
                <a:cs typeface="微软雅黑"/>
              </a:rPr>
              <a:t>Variable spaces, interfaces, triggers, and state machines define execution.</a:t>
            </a:r>
          </a:p>
        </p:txBody>
      </p:sp>
      <p:sp>
        <p:nvSpPr>
          <p:cNvPr id="13" name="edited-text-34">
            <a:extLst xmlns:a="http://schemas.openxmlformats.org/drawingml/2006/main">
              <a:ext uri="{FF2B5EF4-FFF2-40B4-BE49-F238E27FC236}">
                <a16:creationId xmlns:a16="http://schemas.microsoft.com/office/drawing/2014/main" id="{3628EBED-8AB3-4677-B98A-2EA25F80BAC3}"/>
              </a:ext>
            </a:extLst>
          </p:cNvPr>
          <p:cNvSpPr>
            <a:spLocks xmlns:a="http://schemas.openxmlformats.org/drawingml/2006/main" noGrp="1"/>
          </p:cNvSpPr>
          <p:nvPr/>
        </p:nvSpPr>
        <p:spPr>
          <a:xfrm xmlns:a="http://schemas.openxmlformats.org/drawingml/2006/main">
            <a:off x="1238250" y="369570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Shared execution</a:t>
            </a:r>
          </a:p>
        </p:txBody>
      </p:sp>
      <p:sp>
        <p:nvSpPr>
          <p:cNvPr id="14" name="edited-text-35">
            <a:extLst xmlns:a="http://schemas.openxmlformats.org/drawingml/2006/main">
              <a:ext uri="{FF2B5EF4-FFF2-40B4-BE49-F238E27FC236}">
                <a16:creationId xmlns:a16="http://schemas.microsoft.com/office/drawing/2014/main" id="{AE041547-F4D5-40C4-9A99-F7C580170051}"/>
              </a:ext>
            </a:extLst>
          </p:cNvPr>
          <p:cNvSpPr>
            <a:spLocks xmlns:a="http://schemas.openxmlformats.org/drawingml/2006/main" noGrp="1"/>
          </p:cNvSpPr>
          <p:nvPr/>
        </p:nvSpPr>
        <p:spPr>
          <a:xfrm xmlns:a="http://schemas.openxmlformats.org/drawingml/2006/main">
            <a:off x="3838575" y="3705225"/>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15" b="0">
                <a:solidFill>
                  <a:srgbClr val="243746"/>
                </a:solidFill>
                <a:latin typeface="微软雅黑"/>
                <a:ea typeface="微软雅黑"/>
                <a:cs typeface="微软雅黑"/>
              </a:defRPr>
            </a:pPr>
            <a:r>
              <a:rPr sz="1515" b="0">
                <a:solidFill>
                  <a:srgbClr val="243746"/>
                </a:solidFill>
                <a:latin typeface="微软雅黑"/>
                <a:ea typeface="微软雅黑"/>
                <a:cs typeface="微软雅黑"/>
              </a:rPr>
              <a:t>People, workflows, and LLMs use the same path, with a simulation extension.</a:t>
            </a:r>
          </a:p>
        </p:txBody>
      </p:sp>
      <p:sp>
        <p:nvSpPr>
          <p:cNvPr id="15" name="edited-text-36">
            <a:extLst xmlns:a="http://schemas.openxmlformats.org/drawingml/2006/main">
              <a:ext uri="{FF2B5EF4-FFF2-40B4-BE49-F238E27FC236}">
                <a16:creationId xmlns:a16="http://schemas.microsoft.com/office/drawing/2014/main" id="{0CBA8F36-AB35-474D-8E76-4856F0D05D3F}"/>
              </a:ext>
            </a:extLst>
          </p:cNvPr>
          <p:cNvSpPr>
            <a:spLocks xmlns:a="http://schemas.openxmlformats.org/drawingml/2006/main" noGrp="1"/>
          </p:cNvSpPr>
          <p:nvPr/>
        </p:nvSpPr>
        <p:spPr>
          <a:xfrm xmlns:a="http://schemas.openxmlformats.org/drawingml/2006/main">
            <a:off x="1276350" y="4381500"/>
            <a:ext cx="952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Models describe the laboratory and its tasks; shared semantics drive execution.</a:t>
            </a:r>
          </a:p>
        </p:txBody>
      </p:sp>
    </p:spTree>
    <p:extLst>
      <p:ext uri="{BB962C8B-B14F-4D97-AF65-F5344CB8AC3E}">
        <p14:creationId xmlns:p14="http://schemas.microsoft.com/office/powerpoint/2010/main" val="111353672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2026-09-11T02:15:44.0580000Z</dcterms:created>
  <dcterms:modified xsi:type="dcterms:W3CDTF">2026-09-11T02:15:44.0580000Z</dcterms:modified>
</coreProperties>
</file>