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feae6c3c2a147fd" /><Relationship Type="http://schemas.openxmlformats.org/officeDocument/2006/relationships/extended-properties" Target="/docProps/app.xml" Id="R99dea28edad14190" /><Relationship Type="http://schemas.openxmlformats.org/officeDocument/2006/relationships/officeDocument" Target="/ppt/presentation.xml" Id="R6961454f33cd495b" /></Relationships>
</file>

<file path=ppt/presentation.xml><?xml version="1.0" encoding="utf-8"?>
<p:presentation xmlns:p="http://schemas.openxmlformats.org/presentationml/2006/main">
  <p:sldMasterIdLst>
    <p:sldMasterId xmlns:r="http://schemas.openxmlformats.org/officeDocument/2006/relationships" id="2147483648" r:id="Rab153d02878545fb"/>
  </p:sldMasterIdLst>
  <p:notesMasterIdLst>
    <p:notesMasterId xmlns:r="http://schemas.openxmlformats.org/officeDocument/2006/relationships" r:id="R59837b7678734b2c"/>
  </p:notesMasterIdLst>
  <p:sldIdLst>
    <p:sldId xmlns:r="http://schemas.openxmlformats.org/officeDocument/2006/relationships" id="256" r:id="Rbceaaf1c40fd4bd8"/>
    <p:sldId xmlns:r="http://schemas.openxmlformats.org/officeDocument/2006/relationships" id="257" r:id="Rf7c4da4c6dd1401f"/>
    <p:sldId xmlns:r="http://schemas.openxmlformats.org/officeDocument/2006/relationships" id="258" r:id="R2df07b88fd4d4c1d"/>
    <p:sldId xmlns:r="http://schemas.openxmlformats.org/officeDocument/2006/relationships" id="259" r:id="R3186b422f28b4cb8"/>
    <p:sldId xmlns:r="http://schemas.openxmlformats.org/officeDocument/2006/relationships" id="260" r:id="Rb786c89ebf574e34"/>
    <p:sldId xmlns:r="http://schemas.openxmlformats.org/officeDocument/2006/relationships" id="261" r:id="R2a188e469f3a4beb"/>
    <p:sldId xmlns:r="http://schemas.openxmlformats.org/officeDocument/2006/relationships" id="262" r:id="Red50433009fd4497"/>
    <p:sldId xmlns:r="http://schemas.openxmlformats.org/officeDocument/2006/relationships" id="263" r:id="R228abc071c914cbf"/>
    <p:sldId xmlns:r="http://schemas.openxmlformats.org/officeDocument/2006/relationships" id="264" r:id="Rfc291b53c82d4f2a"/>
    <p:sldId xmlns:r="http://schemas.openxmlformats.org/officeDocument/2006/relationships" id="265" r:id="R127dd7aea0964d1c"/>
    <p:sldId xmlns:r="http://schemas.openxmlformats.org/officeDocument/2006/relationships" id="266" r:id="R4542019b286f4d4c"/>
  </p:sldIdLst>
  <p:sldSz cx="1219136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455615e2de54dc4" /><Relationship Type="http://schemas.openxmlformats.org/officeDocument/2006/relationships/slideMaster" Target="/ppt/slideMasters/slideMaster1.xml" Id="Rab153d02878545fb" /><Relationship Type="http://schemas.openxmlformats.org/officeDocument/2006/relationships/notesMaster" Target="/ppt/notesMasters/notesMaster1.xml" Id="R59837b7678734b2c" /><Relationship Type="http://schemas.openxmlformats.org/officeDocument/2006/relationships/presProps" Target="/ppt/presProps.xml" Id="R51dfe0e1a82f490c" /><Relationship Type="http://schemas.openxmlformats.org/officeDocument/2006/relationships/viewProps" Target="/ppt/viewProps.xml" Id="Ra82328d21d654c24" /><Relationship Type="http://schemas.openxmlformats.org/officeDocument/2006/relationships/tableStyles" Target="/ppt/tableStyles.xml" Id="R4c0238c14de14326" /><Relationship Type="http://schemas.openxmlformats.org/officeDocument/2006/relationships/slide" Target="/ppt/slides/slide1.xml" Id="Rbceaaf1c40fd4bd8" /><Relationship Type="http://schemas.openxmlformats.org/officeDocument/2006/relationships/slide" Target="/ppt/slides/slide2.xml" Id="Rf7c4da4c6dd1401f" /><Relationship Type="http://schemas.openxmlformats.org/officeDocument/2006/relationships/slide" Target="/ppt/slides/slide3.xml" Id="R2df07b88fd4d4c1d" /><Relationship Type="http://schemas.openxmlformats.org/officeDocument/2006/relationships/slide" Target="/ppt/slides/slide4.xml" Id="R3186b422f28b4cb8" /><Relationship Type="http://schemas.openxmlformats.org/officeDocument/2006/relationships/slide" Target="/ppt/slides/slide5.xml" Id="Rb786c89ebf574e34" /><Relationship Type="http://schemas.openxmlformats.org/officeDocument/2006/relationships/slide" Target="/ppt/slides/slide6.xml" Id="R2a188e469f3a4beb" /><Relationship Type="http://schemas.openxmlformats.org/officeDocument/2006/relationships/slide" Target="/ppt/slides/slide7.xml" Id="Red50433009fd4497" /><Relationship Type="http://schemas.openxmlformats.org/officeDocument/2006/relationships/slide" Target="/ppt/slides/slide8.xml" Id="R228abc071c914cbf" /><Relationship Type="http://schemas.openxmlformats.org/officeDocument/2006/relationships/slide" Target="/ppt/slides/slide9.xml" Id="Rfc291b53c82d4f2a" /><Relationship Type="http://schemas.openxmlformats.org/officeDocument/2006/relationships/slide" Target="/ppt/slides/slide10.xml" Id="R127dd7aea0964d1c" /><Relationship Type="http://schemas.openxmlformats.org/officeDocument/2006/relationships/slide" Target="/ppt/slides/slide11.xml" Id="R4542019b286f4d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574785ee7643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2ffde1468da4753" /><Relationship Type="http://schemas.openxmlformats.org/officeDocument/2006/relationships/notesMaster" Target="/ppt/notesMasters/notesMaster1.xml" Id="Ra8ebcccbb4f74a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493cf62af94c44" /><Relationship Type="http://schemas.openxmlformats.org/officeDocument/2006/relationships/notesMaster" Target="/ppt/notesMasters/notesMaster1.xml" Id="Rc9080e5a967d41ad" /></Relationships>
</file>

<file path=ppt/notesSlides/_rels/notesSlide3.xml.rels>&#65279;<?xml version="1.0" encoding="utf-8"?><Relationships xmlns="http://schemas.openxmlformats.org/package/2006/relationships"><Relationship Type="http://schemas.openxmlformats.org/officeDocument/2006/relationships/slide" Target="/ppt/slides/slide3.xml" Id="Rfade102b59bb466a" /><Relationship Type="http://schemas.openxmlformats.org/officeDocument/2006/relationships/notesMaster" Target="/ppt/notesMasters/notesMaster1.xml" Id="Raddee842a1a34350" /></Relationships>
</file>

<file path=ppt/notesSlides/_rels/notesSlide4.xml.rels>&#65279;<?xml version="1.0" encoding="utf-8"?><Relationships xmlns="http://schemas.openxmlformats.org/package/2006/relationships"><Relationship Type="http://schemas.openxmlformats.org/officeDocument/2006/relationships/slide" Target="/ppt/slides/slide4.xml" Id="R5e5e2866d4054809" /><Relationship Type="http://schemas.openxmlformats.org/officeDocument/2006/relationships/notesMaster" Target="/ppt/notesMasters/notesMaster1.xml" Id="R831b35d49bf4491a" /></Relationships>
</file>

<file path=ppt/notesSlides/_rels/notesSlide5.xml.rels>&#65279;<?xml version="1.0" encoding="utf-8"?><Relationships xmlns="http://schemas.openxmlformats.org/package/2006/relationships"><Relationship Type="http://schemas.openxmlformats.org/officeDocument/2006/relationships/slide" Target="/ppt/slides/slide5.xml" Id="R41e2172c26544af8" /><Relationship Type="http://schemas.openxmlformats.org/officeDocument/2006/relationships/notesMaster" Target="/ppt/notesMasters/notesMaster1.xml" Id="Rbe55a32d74844a22" /></Relationships>
</file>

<file path=ppt/notesSlides/_rels/notesSlide6.xml.rels>&#65279;<?xml version="1.0" encoding="utf-8"?><Relationships xmlns="http://schemas.openxmlformats.org/package/2006/relationships"><Relationship Type="http://schemas.openxmlformats.org/officeDocument/2006/relationships/slide" Target="/ppt/slides/slide6.xml" Id="R06e53724280649d7" /><Relationship Type="http://schemas.openxmlformats.org/officeDocument/2006/relationships/notesMaster" Target="/ppt/notesMasters/notesMaster1.xml" Id="Rdd7dfaef1ab7423d" /></Relationships>
</file>

<file path=ppt/notesSlides/_rels/notesSlide7.xml.rels>&#65279;<?xml version="1.0" encoding="utf-8"?><Relationships xmlns="http://schemas.openxmlformats.org/package/2006/relationships"><Relationship Type="http://schemas.openxmlformats.org/officeDocument/2006/relationships/slide" Target="/ppt/slides/slide7.xml" Id="Rda9eebf937214b24" /><Relationship Type="http://schemas.openxmlformats.org/officeDocument/2006/relationships/notesMaster" Target="/ppt/notesMasters/notesMaster1.xml" Id="Ra335234f25fc4e93" /></Relationships>
</file>

<file path=ppt/notesSlides/_rels/notesSlide8.xml.rels>&#65279;<?xml version="1.0" encoding="utf-8"?><Relationships xmlns="http://schemas.openxmlformats.org/package/2006/relationships"><Relationship Type="http://schemas.openxmlformats.org/officeDocument/2006/relationships/slide" Target="/ppt/slides/slide8.xml" Id="R19d3054ae0d64b06" /><Relationship Type="http://schemas.openxmlformats.org/officeDocument/2006/relationships/notesMaster" Target="/ppt/notesMasters/notesMaster1.xml" Id="R2bb6a24b86df4a67" /></Relationships>
</file>

<file path=ppt/notesSlides/_rels/notesSlide9.xml.rels>&#65279;<?xml version="1.0" encoding="utf-8"?><Relationships xmlns="http://schemas.openxmlformats.org/package/2006/relationships"><Relationship Type="http://schemas.openxmlformats.org/officeDocument/2006/relationships/slide" Target="/ppt/slides/slide9.xml" Id="Ra3a12e68afbf44cd" /><Relationship Type="http://schemas.openxmlformats.org/officeDocument/2006/relationships/notesMaster" Target="/ppt/notesMasters/notesMaster1.xml" Id="R55ed49f417ac4f9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ae3977ae4fe428a" /><Relationship Type="http://schemas.openxmlformats.org/officeDocument/2006/relationships/notesMaster" Target="/ppt/notesMasters/notesMaster1.xml" Id="Rfce0435b9cf14f0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26d4e583fbc4e66" /><Relationship Type="http://schemas.openxmlformats.org/officeDocument/2006/relationships/notesMaster" Target="/ppt/notesMasters/notesMaster1.xml" Id="R50614e9f96cb4b3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everyone. My name is Tao Yu, from Beijing Information Science and Technology University. Today I will present our work, A Task-Oriented Executable Modeling Framework for Smart Chemical Laboratories.</a:t>
            </a:r>
          </a:p>
          <a:p xmlns:a="http://schemas.openxmlformats.org/drawingml/2006/main">
            <a:r>
              <a:t/>
            </a:r>
          </a:p>
          <a:p xmlns:a="http://schemas.openxmlformats.org/drawingml/2006/main">
            <a:r>
              <a:t>We focus on how a laboratory task moves from an intention to device execution. Our aim is to describe devices, task logic, and operating rules through models, and to make their execution semantics explicit. This becomes especially relevant when large language models participate in laboratory decision-making and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will begin with the background and the execution-boundary problem. I will then introduce the overall modeling framework and explain its resource, workflow, and constraint layers.</a:t>
            </a:r>
          </a:p>
          <a:p xmlns:a="http://schemas.openxmlformats.org/drawingml/2006/main">
            <a:r>
              <a:t/>
            </a:r>
          </a:p>
          <a:p xmlns:a="http://schemas.openxmlformats.org/drawingml/2006/main">
            <a:r>
              <a:t>Next, I will show how these models cooperate along a shared device execution path. A reactor-heating case in SmartLab 2.0 illustrates the mechanism. Finally, I will discuss a simulation feedback loop as an extension and summarize the main contribution.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Laboratory automation is expanding from predefined workflows toward decision-making and control involving large language models, or LLMs.</a:t>
            </a:r>
          </a:p>
          <a:p xmlns:a="http://schemas.openxmlformats.org/drawingml/2006/main">
            <a:r>
              <a:t/>
            </a:r>
          </a:p>
          <a:p xmlns:a="http://schemas.openxmlformats.org/drawingml/2006/main">
            <a:r>
              <a:t>Regardless of whether an intention comes from a person, a workflow, or an LLM, every task requires four aspects to be made explicit. How are resources organized and used? How do device states evolve? How are data generated and passed between steps? And does execution remain within the allowed boundaries?</a:t>
            </a:r>
          </a:p>
          <a:p xmlns:a="http://schemas.openxmlformats.org/drawingml/2006/main">
            <a:r>
              <a:t/>
            </a:r>
          </a:p>
          <a:p xmlns:a="http://schemas.openxmlformats.org/drawingml/2006/main">
            <a:r>
              <a:t>LLMs make the boundary question more pressing. What requests may an LLM make, and under what conditions may those requests execute? Our principle is that an LLM must not have a privileged path directly to a device. Its requests must enter the same execution mechanism as other requests.</a:t>
            </a:r>
          </a:p>
          <a:p xmlns:a="http://schemas.openxmlformats.org/drawingml/2006/main">
            <a:r>
              <a:t/>
            </a:r>
          </a:p>
          <a:p xmlns:a="http://schemas.openxmlformats.org/drawingml/2006/main">
            <a:r>
              <a:t>This motivates an executable framework that brings resource organization, state evolution, data flow, and boundary checks together. The next question is how to organize these modeling responsibilities.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organize the framework by examining what a laboratory task needs to express. The objects used to perform the task become resource models. The order of operations, data dependencies, and progression conditions become a workflow model. The rules that define allowed execution become constraint models.</a:t>
            </a:r>
          </a:p>
          <a:p xmlns:a="http://schemas.openxmlformats.org/drawingml/2006/main">
            <a:r>
              <a:t/>
            </a:r>
          </a:p>
          <a:p xmlns:a="http://schemas.openxmlformats.org/drawingml/2006/main">
            <a:r>
              <a:t>The diagram therefore has three modeling layers. The workflow layer is on the left, the resource layer is on the right, and the constraint layer observes both from below. The cross-layer protocol, Pi, defines their control signals, data types, port relations, and execution feedback.</a:t>
            </a:r>
          </a:p>
          <a:p xmlns:a="http://schemas.openxmlformats.org/drawingml/2006/main">
            <a:r>
              <a:t/>
            </a:r>
          </a:p>
          <a:p xmlns:a="http://schemas.openxmlformats.org/drawingml/2006/main">
            <a:r>
              <a:t>The four execution concerns do not map mechanically to four separate layers. Resources represent device capabilities and states. Workflows organize steps, node lifecycles, and data relationships. Constraints define execution boundaries. State and data are shared concerns across these layers.</a:t>
            </a:r>
          </a:p>
          <a:p xmlns:a="http://schemas.openxmlformats.org/drawingml/2006/main">
            <a:r>
              <a:t/>
            </a:r>
          </a:p>
          <a:p xmlns:a="http://schemas.openxmlformats.org/drawingml/2006/main">
            <a:r>
              <a:t>Notice the distinction between capability binding and runtime interaction. A node is bound to a device capability. During execution, it sends a request and receives state and data feedback. Constraints observe the relevant model values and return handling actions through model interfaces.</a:t>
            </a:r>
          </a:p>
          <a:p xmlns:a="http://schemas.openxmlformats.org/drawingml/2006/main">
            <a:r>
              <a:t/>
            </a:r>
          </a:p>
          <a:p xmlns:a="http://schemas.openxmlformats.org/drawingml/2006/main">
            <a:r>
              <a:t>This gives the system both an explicit modeling structure and a common basis for execution. Let us first look at the resource layer.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resource layer represents each device as a device object model. The stacked outlines indicate multiple device objects, while the front object shows the common internal structure: a capability model and a state machine.</a:t>
            </a:r>
          </a:p>
          <a:p xmlns:a="http://schemas.openxmlformats.org/drawingml/2006/main">
            <a:r>
              <a:t/>
            </a:r>
          </a:p>
          <a:p xmlns:a="http://schemas.openxmlformats.org/drawingml/2006/main">
            <a:r>
              <a:t>The capability model describes what the device can do. It defines attributes, available operations, parameters, interfaces, the Adapter mapping contract, and intrinsic constraints. For a reactor, heating is a capability, temperature is an attribute, and a heating request includes a target temperature. The contract links a model-level operation to the Adapter interface.</a:t>
            </a:r>
          </a:p>
          <a:p xmlns:a="http://schemas.openxmlformats.org/drawingml/2006/main">
            <a:r>
              <a:t/>
            </a:r>
          </a:p>
          <a:p xmlns:a="http://schemas.openxmlformats.org/drawingml/2006/main">
            <a:r>
              <a:t>The state machine describes how a request is executed. It checks the request against the current state and the capability definition, applies the relevant transition actions, and issues commands through its output interface. Returned events and measurements update the device model.</a:t>
            </a:r>
          </a:p>
          <a:p xmlns:a="http://schemas.openxmlformats.org/drawingml/2006/main">
            <a:r>
              <a:t/>
            </a:r>
          </a:p>
          <a:p xmlns:a="http://schemas.openxmlformats.org/drawingml/2006/main">
            <a:r>
              <a:t>People, workflows, and LLMs all enter through this device model and follow the same rules. We now need to organize individual operations into a complete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workflow layer organizes task steps and their data dependencies. At the top, a previous node, an execution node, and a next node are connected through their progression relationships. The execution node can bind to a device capability and request an operation.</a:t>
            </a:r>
          </a:p>
          <a:p xmlns:a="http://schemas.openxmlformats.org/drawingml/2006/main">
            <a:r>
              <a:t/>
            </a:r>
          </a:p>
          <a:p xmlns:a="http://schemas.openxmlformats.org/drawingml/2006/main">
            <a:r>
              <a:t>The lower part expands that node. Its variable space holds task values and links to relevant device attributes. Its lifecycle represents the execution phase and outcome. Control interfaces carry signals, while data ports describe inputs and outputs.</a:t>
            </a:r>
          </a:p>
          <a:p xmlns:a="http://schemas.openxmlformats.org/drawingml/2006/main">
            <a:r>
              <a:t/>
            </a:r>
          </a:p>
          <a:p xmlns:a="http://schemas.openxmlformats.org/drawingml/2006/main">
            <a:r>
              <a:t>The trigger connects these parts. It reads variables, interface signals, and lifecycle information. When a condition holds, it performs the defined action, such as updating a variable or state, issuing a request, or activating a subsequent node.</a:t>
            </a:r>
          </a:p>
          <a:p xmlns:a="http://schemas.openxmlformats.org/drawingml/2006/main">
            <a:r>
              <a:t/>
            </a:r>
          </a:p>
          <a:p xmlns:a="http://schemas.openxmlformats.org/drawingml/2006/main">
            <a:r>
              <a:t>For example, a heating node receives an activation signal and requests heating when its preconditions hold. Temperature feedback updates the node's variables. The trigger then evaluates the completion condition. Receiving feedback alone does not mean the task is complete.</a:t>
            </a:r>
          </a:p>
          <a:p xmlns:a="http://schemas.openxmlformats.org/drawingml/2006/main">
            <a:r>
              <a:t/>
            </a:r>
          </a:p>
          <a:p xmlns:a="http://schemas.openxmlformats.org/drawingml/2006/main">
            <a:r>
              <a:t>These elements form one semantic unit. The task logic is expressed in the model, and the execution mechanism follows that logic.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constraint layer observes execution and responds when a rule is triggered. The workflow provides node lifecycle information, task variables, and execution context. The resource layer provides device state, attributes, and measurements.</a:t>
            </a:r>
          </a:p>
          <a:p xmlns:a="http://schemas.openxmlformats.org/drawingml/2006/main">
            <a:r>
              <a:t/>
            </a:r>
          </a:p>
          <a:p xmlns:a="http://schemas.openxmlformats.org/drawingml/2006/main">
            <a:r>
              <a:t>These values form the observation space. Constraint rules evaluate the observed values in context and produce handling actions. Depending on the rule, an action may operate on a device, issue a warning or alarm, or abort a task. Actions return through node or state-machine interfaces. Device actions therefore continue through the normal Adapter path.</a:t>
            </a:r>
          </a:p>
          <a:p xmlns:a="http://schemas.openxmlformats.org/drawingml/2006/main">
            <a:r>
              <a:t/>
            </a:r>
          </a:p>
          <a:p xmlns:a="http://schemas.openxmlformats.org/drawingml/2006/main">
            <a:r>
              <a:t>We distinguish three kinds of constraints. Intrinsic constraints belong to the device capability and state rules and are handled locally by the device state machine. Laboratory baseline constraints continuously supervise laboratory operation. Task constraints apply during the associated task.</a:t>
            </a:r>
          </a:p>
          <a:p xmlns:a="http://schemas.openxmlformats.org/drawingml/2006/main">
            <a:r>
              <a:t/>
            </a:r>
          </a:p>
          <a:p xmlns:a="http://schemas.openxmlformats.org/drawingml/2006/main">
            <a:r>
              <a:t>The constraint layer is not a serial forwarding stage through which every command must pass. It observes execution across layers and returns actions when required. Having defined the objects, task process, and rules, we can now connect them through the execution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shows how the models cooperate during a device operation. On the left, the workflow organizes steps horizontally. An individual operation proceeds through the device model, the Adapter, and the physical device. Requests and commands move downward; state and data feedback move upward.</a:t>
            </a:r>
          </a:p>
          <a:p xmlns:a="http://schemas.openxmlformats.org/drawingml/2006/main">
            <a:r>
              <a:t/>
            </a:r>
          </a:p>
          <a:p xmlns:a="http://schemas.openxmlformats.org/drawingml/2006/main">
            <a:r>
              <a:t>On the right, the workflow trigger issues a request with operation parameters. The capability model supplies the operation definition and the Adapter mapping contract to the device state machine. The state machine checks the request against the current state, applies the transition actions, and generates the agreed upper-layer command according to that contract. The Adapter then maps the command sent by the upper layer into the device protocol or device instruction.</a:t>
            </a:r>
          </a:p>
          <a:p xmlns:a="http://schemas.openxmlformats.org/drawingml/2006/main">
            <a:r>
              <a:t/>
            </a:r>
          </a:p>
          <a:p xmlns:a="http://schemas.openxmlformats.org/drawingml/2006/main">
            <a:r>
              <a:t>Feedback returns through the corresponding interfaces. The Adapter converts device data into events and telemetry. The device model updates its state and attributes, and the workflow node receives the relevant execution state and data. Node conditions determine whether execution is complete and whether the next step can begin. Constraints continue to observe and act through the model interfaces.</a:t>
            </a:r>
          </a:p>
          <a:p xmlns:a="http://schemas.openxmlformats.org/drawingml/2006/main">
            <a:r>
              <a:t/>
            </a:r>
          </a:p>
          <a:p xmlns:a="http://schemas.openxmlformats.org/drawingml/2006/main">
            <a:r>
              <a:t>The workflow route shown here is one example. A person or an LLM may also request a device operation directly, without first using a workflow node. However, the request must still pass through the device model and state machine before reaching the Adapter. This is the shared execution boundary introduced at the beginning.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illustrate the mechanism with a reactor-heating task in SmartLab 2.0. Workflow and state-machine engines execute the models, and an MQTT Adapter handles device communication. The heating node is bound to the reactor's heating capability and contains its task parameters and completion conditions.</a:t>
            </a:r>
          </a:p>
          <a:p xmlns:a="http://schemas.openxmlformats.org/drawingml/2006/main">
            <a:r>
              <a:t/>
            </a:r>
          </a:p>
          <a:p xmlns:a="http://schemas.openxmlformats.org/drawingml/2006/main">
            <a:r>
              <a:t>Read the sequence from top to bottom. First, the node sends a heating request with parameters. The state machine checks the request and current state, then sends a standard heating command to the Adapter. The Adapter sends the device command to the reactor.</a:t>
            </a:r>
          </a:p>
          <a:p xmlns:a="http://schemas.openxmlformats.org/drawingml/2006/main">
            <a:r>
              <a:t/>
            </a:r>
          </a:p>
          <a:p xmlns:a="http://schemas.openxmlformats.org/drawingml/2006/main">
            <a:r>
              <a:t>The loop represents continuous feedback. Temperature and operating status return through the Adapter, update the device model, and become available to the node. Resource state and node context are also observed by the constraint layer.</a:t>
            </a:r>
          </a:p>
          <a:p xmlns:a="http://schemas.openxmlformats.org/drawingml/2006/main">
            <a:r>
              <a:t/>
            </a:r>
          </a:p>
          <a:p xmlns:a="http://schemas.openxmlformats.org/drawingml/2006/main">
            <a:r>
              <a:t>The lower part separates normal progression from an exception example. When completion conditions hold and progression is allowed, the node completes and activates the next step. If a stop or abort rule is triggered, the constraint mechanism acts through the state-machine and node interfaces. This connects request handling, feedback, completion, and exception handling in one modeled execution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extension uses simulation feedback to refine an experimental plan while preserving the same device execution path.</a:t>
            </a:r>
          </a:p>
          <a:p xmlns:a="http://schemas.openxmlformats.org/drawingml/2006/main">
            <a:r>
              <a:t/>
            </a:r>
          </a:p>
          <a:p xmlns:a="http://schemas.openxmlformats.org/drawingml/2006/main">
            <a:r>
              <a:t>On the left, an LLM may generate a workflow model or issue a direct device request. Both routes enter the device model and reach the Adapter through its state machine. The workflow is optional; the device model is the common entry point.</a:t>
            </a:r>
          </a:p>
          <a:p xmlns:a="http://schemas.openxmlformats.org/drawingml/2006/main">
            <a:r>
              <a:t/>
            </a:r>
          </a:p>
          <a:p xmlns:a="http://schemas.openxmlformats.org/drawingml/2006/main">
            <a:r>
              <a:t>At the start of a simulation, the Adapter creates a virtual device instance corresponding to the physical device instance. The same virtual instance is used throughout that simulation run. It responds to commands, evolves its state, and returns simulated measurements and operating status.</a:t>
            </a:r>
          </a:p>
          <a:p xmlns:a="http://schemas.openxmlformats.org/drawingml/2006/main">
            <a:r>
              <a:t/>
            </a:r>
          </a:p>
          <a:p xmlns:a="http://schemas.openxmlformats.org/drawingml/2006/main">
            <a:r>
              <a:t>The upper layers process this feedback as device data. The device model updates normally. If a workflow is involved, its nodes evaluate triggers and advance normally. Constraint rules also continue to observe the resource state and task context.</a:t>
            </a:r>
          </a:p>
          <a:p xmlns:a="http://schemas.openxmlformats.org/drawingml/2006/main">
            <a:r>
              <a:t/>
            </a:r>
          </a:p>
          <a:p xmlns:a="http://schemas.openxmlformats.org/drawingml/2006/main">
            <a:r>
              <a:t>The resulting state, data, and constraint outcomes return to the LLM. It can revise the steps, parameters, or device requests and simulate the revised plan again. This is the feedback loop used to improve the experimental plan.</a:t>
            </a:r>
          </a:p>
          <a:p xmlns:a="http://schemas.openxmlformats.org/drawingml/2006/main">
            <a:r>
              <a:t/>
            </a:r>
          </a:p>
          <a:p xmlns:a="http://schemas.openxmlformats.org/drawingml/2006/main">
            <a:r>
              <a:t>After the host system accepts the simulation result, it initiates hardware execution and selects the Adapter's hardware mode. The Adapter does not decide whether the simulation has passed, and it does not switch to hardware execution on its own. Only hardware mode is connected to the physical device. The upper-level models, interfaces, and execution rules remain the same.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conclude, the framework provides a unified way to model laboratory task execution. Resources describe device capabilities and states, workflows describe task steps and data relationships, and constraints describe operating boundaries.</a:t>
            </a:r>
          </a:p>
          <a:p xmlns:a="http://schemas.openxmlformats.org/drawingml/2006/main">
            <a:r>
              <a:t/>
            </a:r>
          </a:p>
          <a:p xmlns:a="http://schemas.openxmlformats.org/drawingml/2006/main">
            <a:r>
              <a:t>The system also makes execution semantics explicit through variable spaces, interfaces, triggers, lifecycles, and state machines. Specific laboratory resources and task logic are expressed in models, while a common mechanism executes those models. This gives the framework a clear structure and makes the execution process explainable at the model level.</a:t>
            </a:r>
          </a:p>
          <a:p xmlns:a="http://schemas.openxmlformats.org/drawingml/2006/main">
            <a:r>
              <a:t/>
            </a:r>
          </a:p>
          <a:p xmlns:a="http://schemas.openxmlformats.org/drawingml/2006/main">
            <a:r>
              <a:t>Finally, people, workflows, and LLMs share the same device execution path. The simulation extension uses this path to obtain feedback and revise a plan before hardware execution. This brings us back to the original question: an LLM may propose what to do, while the shared model and constraint mechanisms govern how the request executes.</a:t>
            </a:r>
          </a:p>
          <a:p xmlns:a="http://schemas.openxmlformats.org/drawingml/2006/main">
            <a:r>
              <a:t/>
            </a:r>
          </a:p>
          <a:p xmlns:a="http://schemas.openxmlformats.org/drawingml/2006/main">
            <a:r>
              <a:t>Thank you for your attention. I welcome your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cdea2dea9894fc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5d08cf7a555424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bdb7d24fa6442b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4c8035d3224407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ae70307754d4ea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a0a110c0dff48f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87256e1e9b44c6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b76e7c123ae4b2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fa82fb3979e4cc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90eed3a86bb44f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13600757d41d4e39"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E2142A7-5F84-4862-B277-3DEC37063240}"/>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8C89FCA4-E027-4A4D-AB6E-A9118AB6070A}"/>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AA5D13F1-D4EC-47FB-B750-A85CDE5C9C3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1CA7D6CC-BF3E-4421-A508-C7131BF9C43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4CD8E456-27C4-4BE2-B670-28B73F9EA9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8794914-4DFC-4C3F-8B6D-D3E49E096C8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DDC590AE-1910-4C30-8DFC-7A2D979980D9}"/>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54A607F8-7806-43CB-8145-793DC2B2928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F4EDF4F0-2926-42B6-AD2A-965F803D00E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7BC22AC8-B416-4BBC-8264-A0B9504E5E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79F2719-2181-4391-BB41-8C745B32204F}"/>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BE65AD8-AE07-4933-B126-3F64732C467E}"/>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77422BBA-7F99-4DE1-A703-019E600EB90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6E27E9BA-95EB-4BB6-B0A8-1B8B9A4BF2B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7B92EDAF-74AC-47BC-A17C-FC5C22992D5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47DD261-6377-4822-9264-DA70A4DC137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724EF40-F8F7-47CE-AF7E-E062EA053CA7}"/>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DA82B276-1A73-44BC-86F6-5F15B7E44843}"/>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1F57C6E9-DE1D-4C9B-B0E6-72716EEC527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6" name="Footer Placeholder 5">
            <a:extLst xmlns:a="http://schemas.openxmlformats.org/drawingml/2006/main">
              <a:ext uri="{FF2B5EF4-FFF2-40B4-BE49-F238E27FC236}">
                <a16:creationId xmlns:a16="http://schemas.microsoft.com/office/drawing/2014/main" id="{17B66CFE-1FF7-4434-B08E-9E4313FE56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8CE49325-0FCE-406F-9120-A8DDA454560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2B607AD-6807-4FA7-A6F6-D5DFCAB4950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E8654C6F-7B2D-4BFA-ABB4-B8CCA104A256}"/>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73BB0BF7-1360-40E4-A1A4-A1C5B1AE8B93}"/>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2229D0BC-3143-45B5-A257-BBD6303BA31C}"/>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92A6B88B-15FE-483C-92A5-C757B558CAC5}"/>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4EE2E7DC-EB32-4415-A251-6D08A2CA68B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8" name="Footer Placeholder 7">
            <a:extLst xmlns:a="http://schemas.openxmlformats.org/drawingml/2006/main">
              <a:ext uri="{FF2B5EF4-FFF2-40B4-BE49-F238E27FC236}">
                <a16:creationId xmlns:a16="http://schemas.microsoft.com/office/drawing/2014/main" id="{F3F8E3A4-9467-4ABD-B084-1637287816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9" name="Slide Number Placeholder 8">
            <a:extLst xmlns:a="http://schemas.openxmlformats.org/drawingml/2006/main">
              <a:ext uri="{FF2B5EF4-FFF2-40B4-BE49-F238E27FC236}">
                <a16:creationId xmlns:a16="http://schemas.microsoft.com/office/drawing/2014/main" id="{E3D21DF7-2964-4C0C-94BE-95B54BCCE9E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6CC30B3-13AA-4ED2-87BC-89CD915B566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0A0A9B4B-EF90-4B91-B46B-C0F68011A76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3">
            <a:extLst xmlns:a="http://schemas.openxmlformats.org/drawingml/2006/main">
              <a:ext uri="{FF2B5EF4-FFF2-40B4-BE49-F238E27FC236}">
                <a16:creationId xmlns:a16="http://schemas.microsoft.com/office/drawing/2014/main" id="{61F4B927-286D-4149-9C35-CFE2C097339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ADC26339-A3BE-4369-A799-10550A46759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FC525CD-D021-4583-B967-624DD280CE7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3" name="Footer Placeholder 2">
            <a:extLst xmlns:a="http://schemas.openxmlformats.org/drawingml/2006/main">
              <a:ext uri="{FF2B5EF4-FFF2-40B4-BE49-F238E27FC236}">
                <a16:creationId xmlns:a16="http://schemas.microsoft.com/office/drawing/2014/main" id="{C2A8DF7B-735A-4F5A-8FEE-CF3FDAA33A2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Slide Number Placeholder 3">
            <a:extLst xmlns:a="http://schemas.openxmlformats.org/drawingml/2006/main">
              <a:ext uri="{FF2B5EF4-FFF2-40B4-BE49-F238E27FC236}">
                <a16:creationId xmlns:a16="http://schemas.microsoft.com/office/drawing/2014/main" id="{2A4B8E07-B916-4A4F-8433-2D8F3237FB7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42263CA-5555-4617-8127-AC9944B51F39}"/>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0AF3EE63-2471-4918-AC84-FA171229B348}"/>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CC7DB03B-2F6C-4D43-89EF-86EA548D77D0}"/>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89682DC5-3B16-4F10-8078-11B2D1D14C6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6" name="Footer Placeholder 5">
            <a:extLst xmlns:a="http://schemas.openxmlformats.org/drawingml/2006/main">
              <a:ext uri="{FF2B5EF4-FFF2-40B4-BE49-F238E27FC236}">
                <a16:creationId xmlns:a16="http://schemas.microsoft.com/office/drawing/2014/main" id="{B2D3B9B2-0F3F-4D97-BE53-106651098BC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F546E0BA-0A37-4253-B96D-6A2F3BEA68B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0AB3B70-FB2D-482E-8591-F37B0BFCD8E6}"/>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D45A7933-A8B5-4B0C-AA17-B684A4C37B11}"/>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4FBB7A50-0CB4-437B-8FB6-317F17C84AC0}"/>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6AF6104-F8AF-42C2-8F61-326EBF90CF4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6" name="Footer Placeholder 5">
            <a:extLst xmlns:a="http://schemas.openxmlformats.org/drawingml/2006/main">
              <a:ext uri="{FF2B5EF4-FFF2-40B4-BE49-F238E27FC236}">
                <a16:creationId xmlns:a16="http://schemas.microsoft.com/office/drawing/2014/main" id="{C271AB00-41DB-4785-947E-A40948D95D6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624C1B58-9AE0-4949-AF91-527EA2BD1A8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FA6647E-7959-4D74-9042-A3D82E84E49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E187F3B4-E59B-4EE5-8A64-1DDCB78EB21D}"/>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799857DB-81ED-4EDE-8321-48AF502FB82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5A05CABE-FDA7-4F2F-934E-37B502BB240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332367C2-BF96-4856-8B5D-6C1D4A2BD7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86301357-13F5-4611-B368-149F6A59D6D1}"/>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2B06F334-5DC8-4A1A-B680-34AE8C718A6B}"/>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D6F9847-16BE-44EF-B234-5F95BB514BE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B99FC7F5-5131-4CB3-92F6-9BD7DAAF07D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1C34443C-F02C-42A6-BE8A-14B9C6D4432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f37c2da3b34ca7" /><Relationship Type="http://schemas.openxmlformats.org/officeDocument/2006/relationships/slideLayout" Target="/ppt/slideLayouts/slideLayout1.xml" Id="R3ff17fe9bb71456d" /><Relationship Type="http://schemas.openxmlformats.org/officeDocument/2006/relationships/slideLayout" Target="/ppt/slideLayouts/slideLayout2.xml" Id="R577f6cd2814e4880" /><Relationship Type="http://schemas.openxmlformats.org/officeDocument/2006/relationships/slideLayout" Target="/ppt/slideLayouts/slideLayout3.xml" Id="Ra8221e62de48458b" /><Relationship Type="http://schemas.openxmlformats.org/officeDocument/2006/relationships/slideLayout" Target="/ppt/slideLayouts/slideLayout4.xml" Id="Re84da1c5b459478a" /><Relationship Type="http://schemas.openxmlformats.org/officeDocument/2006/relationships/slideLayout" Target="/ppt/slideLayouts/slideLayout5.xml" Id="Rba7bedad5109495d" /><Relationship Type="http://schemas.openxmlformats.org/officeDocument/2006/relationships/slideLayout" Target="/ppt/slideLayouts/slideLayout6.xml" Id="R84866b8cafdb456d" /><Relationship Type="http://schemas.openxmlformats.org/officeDocument/2006/relationships/slideLayout" Target="/ppt/slideLayouts/slideLayout7.xml" Id="R6a25e5db896248e0" /><Relationship Type="http://schemas.openxmlformats.org/officeDocument/2006/relationships/slideLayout" Target="/ppt/slideLayouts/slideLayout8.xml" Id="R1341cd0ceb614797" /><Relationship Type="http://schemas.openxmlformats.org/officeDocument/2006/relationships/slideLayout" Target="/ppt/slideLayouts/slideLayout9.xml" Id="R6a522d70dbf742a5" /><Relationship Type="http://schemas.openxmlformats.org/officeDocument/2006/relationships/slideLayout" Target="/ppt/slideLayouts/slideLayout10.xml" Id="R8d586dccc939416d" /><Relationship Type="http://schemas.openxmlformats.org/officeDocument/2006/relationships/slideLayout" Target="/ppt/slideLayouts/slideLayout11.xml" Id="Ra7f4af8ec72649b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44E93813-9FCD-4F97-BA18-C5AAE6B8BBD2}"/>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4B9D70CD-6A3F-4A2A-A693-484DB88342A5}"/>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D010621A-ECF9-4D5D-82E2-F3B892C2ECD6}"/>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7ABCD272-ED74-4E8B-89D3-35F041918DCA}"/>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29A3C692-281D-4D4E-818F-1E592C23A349}"/>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ff17fe9bb71456d"/>
    <p:sldLayoutId xmlns:r="http://schemas.openxmlformats.org/officeDocument/2006/relationships" id="2147483650" r:id="R577f6cd2814e4880"/>
    <p:sldLayoutId xmlns:r="http://schemas.openxmlformats.org/officeDocument/2006/relationships" id="2147483651" r:id="Ra8221e62de48458b"/>
    <p:sldLayoutId xmlns:r="http://schemas.openxmlformats.org/officeDocument/2006/relationships" id="2147483652" r:id="Re84da1c5b459478a"/>
    <p:sldLayoutId xmlns:r="http://schemas.openxmlformats.org/officeDocument/2006/relationships" id="2147483653" r:id="Rba7bedad5109495d"/>
    <p:sldLayoutId xmlns:r="http://schemas.openxmlformats.org/officeDocument/2006/relationships" id="2147483654" r:id="R84866b8cafdb456d"/>
    <p:sldLayoutId xmlns:r="http://schemas.openxmlformats.org/officeDocument/2006/relationships" id="2147483655" r:id="R6a25e5db896248e0"/>
    <p:sldLayoutId xmlns:r="http://schemas.openxmlformats.org/officeDocument/2006/relationships" id="2147483656" r:id="R1341cd0ceb614797"/>
    <p:sldLayoutId xmlns:r="http://schemas.openxmlformats.org/officeDocument/2006/relationships" id="2147483657" r:id="R6a522d70dbf742a5"/>
    <p:sldLayoutId xmlns:r="http://schemas.openxmlformats.org/officeDocument/2006/relationships" id="2147483658" r:id="R8d586dccc939416d"/>
    <p:sldLayoutId xmlns:r="http://schemas.openxmlformats.org/officeDocument/2006/relationships" id="2147483659" r:id="Ra7f4af8ec72649bd"/>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5a706a8ef8674e16" /><Relationship Type="http://schemas.openxmlformats.org/officeDocument/2006/relationships/notesSlide" Target="/ppt/notesSlides/notesSlide1.xml" Id="R3c14654c507247d3"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9041aedbbdcd46c9" /><Relationship Type="http://schemas.openxmlformats.org/officeDocument/2006/relationships/notesSlide" Target="/ppt/notesSlides/notesSlide2.xml" Id="R4ab103df88854b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b161f2f65e904a9b" /><Relationship Type="http://schemas.openxmlformats.org/officeDocument/2006/relationships/notesSlide" Target="/ppt/notesSlides/notesSlide3.xml" Id="R41e4ed5b30c3496c"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748c85f6e11c4b2a" /><Relationship Type="http://schemas.openxmlformats.org/officeDocument/2006/relationships/notesSlide" Target="/ppt/notesSlides/notesSlide4.xml" Id="Rfc6549ff7ef54b16"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14d28345c8d74b83" /><Relationship Type="http://schemas.openxmlformats.org/officeDocument/2006/relationships/notesSlide" Target="/ppt/notesSlides/notesSlide5.xml" Id="Rb8e30a3b8a3345d9"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fe6e837672854004" /><Relationship Type="http://schemas.openxmlformats.org/officeDocument/2006/relationships/notesSlide" Target="/ppt/notesSlides/notesSlide6.xml" Id="R03afa6c08b724b01"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c09125cc1c0d43ff" /><Relationship Type="http://schemas.openxmlformats.org/officeDocument/2006/relationships/notesSlide" Target="/ppt/notesSlides/notesSlide7.xml" Id="R0af1fa3f769b4aad"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73a70d157ea84cb3" /><Relationship Type="http://schemas.openxmlformats.org/officeDocument/2006/relationships/notesSlide" Target="/ppt/notesSlides/notesSlide8.xml" Id="R1ac6a546f81d4f9a"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527548ea5a8f407c" /><Relationship Type="http://schemas.openxmlformats.org/officeDocument/2006/relationships/notesSlide" Target="/ppt/notesSlides/notesSlide9.xml" Id="Rac02c42389d846a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3814e796f05c42b7" /><Relationship Type="http://schemas.openxmlformats.org/officeDocument/2006/relationships/notesSlide" Target="/ppt/notesSlides/notesSlide10.xml" Id="R93df62cddfb3484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cd47003fbb484e71" /><Relationship Type="http://schemas.openxmlformats.org/officeDocument/2006/relationships/notesSlide" Target="/ppt/notesSlides/notesSlide11.xml" Id="R8467e6a4ecc842e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5126B61-7F67-4F38-99FD-DEA99817825E}"/>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66044A0D-DF0D-4EAA-8111-55C67E7679E9}"/>
              </a:ext>
            </a:extLst>
          </p:cNvPr>
          <p:cNvSpPr>
            <a:spLocks xmlns:a="http://schemas.openxmlformats.org/drawingml/2006/main" noGrp="1"/>
          </p:cNvSpPr>
          <p:nvPr/>
        </p:nvSpPr>
        <p:spPr>
          <a:xfrm xmlns:a="http://schemas.openxmlformats.org/drawingml/2006/main">
            <a:off x="0" y="5303520"/>
            <a:ext cx="12191695" cy="109728"/>
          </a:xfrm>
          <a:prstGeom xmlns:a="http://schemas.openxmlformats.org/drawingml/2006/main" prst="rect">
            <a:avLst/>
          </a:prstGeom>
          <a:solidFill xmlns:a="http://schemas.openxmlformats.org/drawingml/2006/main">
            <a:srgbClr val="2E75B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36F4465B-16B1-40D1-B29C-23383576B1EA}"/>
              </a:ext>
            </a:extLst>
          </p:cNvPr>
          <p:cNvSpPr>
            <a:spLocks xmlns:a="http://schemas.openxmlformats.org/drawingml/2006/main" noGrp="1"/>
          </p:cNvSpPr>
          <p:nvPr/>
        </p:nvSpPr>
        <p:spPr>
          <a:xfrm xmlns:a="http://schemas.openxmlformats.org/drawingml/2006/main">
            <a:off x="762000" y="1743075"/>
            <a:ext cx="10668000" cy="1381125"/>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925" b="1">
                <a:solidFill>
                  <a:srgbClr val="FFFFFF"/>
                </a:solidFill>
                <a:latin typeface="微软雅黑"/>
                <a:ea typeface="微软雅黑"/>
                <a:cs typeface="微软雅黑"/>
              </a:defRPr>
            </a:pPr>
            <a:r>
              <a:rPr sz="2925" b="1">
                <a:solidFill>
                  <a:srgbClr val="FFFFFF"/>
                </a:solidFill>
                <a:latin typeface="微软雅黑"/>
                <a:ea typeface="微软雅黑"/>
                <a:cs typeface="微软雅黑"/>
              </a:rPr>
              <a:t>A Task-Oriented Executable Modeling</a:t>
            </a:r>
          </a:p>
          <a:p xmlns:a="http://schemas.openxmlformats.org/drawingml/2006/main">
            <a:pPr algn="ctr">
              <a:lnSpc>
                <a:spcPct val="104000"/>
              </a:lnSpc>
              <a:spcBef>
                <a:spcPts val="0"/>
              </a:spcBef>
              <a:spcAft>
                <a:spcPts val="0"/>
              </a:spcAft>
              <a:buNone/>
              <a:defRPr sz="2925" b="1">
                <a:solidFill>
                  <a:srgbClr val="FFFFFF"/>
                </a:solidFill>
                <a:latin typeface="微软雅黑"/>
                <a:ea typeface="微软雅黑"/>
                <a:cs typeface="微软雅黑"/>
              </a:defRPr>
            </a:pPr>
            <a:r>
              <a:rPr sz="2925" b="1">
                <a:solidFill>
                  <a:srgbClr val="FFFFFF"/>
                </a:solidFill>
                <a:latin typeface="微软雅黑"/>
                <a:ea typeface="微软雅黑"/>
                <a:cs typeface="微软雅黑"/>
              </a:rPr>
              <a:t>Framework for Smart Chemical Laboratories</a:t>
            </a:r>
          </a:p>
        </p:txBody>
      </p:sp>
      <p:sp>
        <p:nvSpPr>
          <p:cNvPr id="5" name="TextBox 4">
            <a:extLst xmlns:a="http://schemas.openxmlformats.org/drawingml/2006/main">
              <a:ext uri="{FF2B5EF4-FFF2-40B4-BE49-F238E27FC236}">
                <a16:creationId xmlns:a16="http://schemas.microsoft.com/office/drawing/2014/main" id="{12078455-79B5-479E-B9B5-F7DDCEE0A628}"/>
              </a:ext>
            </a:extLst>
          </p:cNvPr>
          <p:cNvSpPr>
            <a:spLocks xmlns:a="http://schemas.openxmlformats.org/drawingml/2006/main" noGrp="1"/>
          </p:cNvSpPr>
          <p:nvPr/>
        </p:nvSpPr>
        <p:spPr>
          <a:xfrm xmlns:a="http://schemas.openxmlformats.org/drawingml/2006/main">
            <a:off x="762000" y="3476625"/>
            <a:ext cx="10668000" cy="38100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725" b="0">
                <a:solidFill>
                  <a:srgbClr val="B4CCE4"/>
                </a:solidFill>
                <a:latin typeface="微软雅黑"/>
                <a:ea typeface="微软雅黑"/>
                <a:cs typeface="微软雅黑"/>
              </a:defRPr>
            </a:pPr>
            <a:r>
              <a:rPr sz="1725" b="0">
                <a:solidFill>
                  <a:srgbClr val="B4CCE4"/>
                </a:solidFill>
                <a:latin typeface="微软雅黑"/>
                <a:ea typeface="微软雅黑"/>
                <a:cs typeface="微软雅黑"/>
              </a:rPr>
              <a:t>Beijing Information Science and Technology University</a:t>
            </a:r>
          </a:p>
        </p:txBody>
      </p:sp>
      <p:sp>
        <p:nvSpPr>
          <p:cNvPr id="6" name="TextBox 5">
            <a:extLst xmlns:a="http://schemas.openxmlformats.org/drawingml/2006/main">
              <a:ext uri="{FF2B5EF4-FFF2-40B4-BE49-F238E27FC236}">
                <a16:creationId xmlns:a16="http://schemas.microsoft.com/office/drawing/2014/main" id="{DDBA3378-982A-4B4C-A3F4-F8FBB3FBB17E}"/>
              </a:ext>
            </a:extLst>
          </p:cNvPr>
          <p:cNvSpPr>
            <a:spLocks xmlns:a="http://schemas.openxmlformats.org/drawingml/2006/main" noGrp="1"/>
          </p:cNvSpPr>
          <p:nvPr/>
        </p:nvSpPr>
        <p:spPr>
          <a:xfrm xmlns:a="http://schemas.openxmlformats.org/drawingml/2006/main">
            <a:off x="762000" y="4238625"/>
            <a:ext cx="10668000" cy="371475"/>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725" b="0">
                <a:solidFill>
                  <a:srgbClr val="FFFFFF"/>
                </a:solidFill>
                <a:latin typeface="微软雅黑"/>
                <a:ea typeface="微软雅黑"/>
                <a:cs typeface="微软雅黑"/>
              </a:defRPr>
            </a:pPr>
            <a:r>
              <a:rPr sz="1725" b="0">
                <a:solidFill>
                  <a:srgbClr val="FFFFFF"/>
                </a:solidFill>
                <a:latin typeface="微软雅黑"/>
                <a:ea typeface="微软雅黑"/>
                <a:cs typeface="微软雅黑"/>
              </a:rPr>
              <a:t>Presenter: Tao Yu    |    Corresponding author: Chun Zhao</a:t>
            </a:r>
          </a:p>
        </p:txBody>
      </p:sp>
      <p:sp>
        <p:nvSpPr>
          <p:cNvPr id="7" name="TextBox 6">
            <a:extLst xmlns:a="http://schemas.openxmlformats.org/drawingml/2006/main">
              <a:ext uri="{FF2B5EF4-FFF2-40B4-BE49-F238E27FC236}">
                <a16:creationId xmlns:a16="http://schemas.microsoft.com/office/drawing/2014/main" id="{81B53B6C-55F0-4AD3-92A1-606B766A3258}"/>
              </a:ext>
            </a:extLst>
          </p:cNvPr>
          <p:cNvSpPr>
            <a:spLocks xmlns:a="http://schemas.openxmlformats.org/drawingml/2006/main" noGrp="1"/>
          </p:cNvSpPr>
          <p:nvPr/>
        </p:nvSpPr>
        <p:spPr>
          <a:xfrm xmlns:a="http://schemas.openxmlformats.org/drawingml/2006/main">
            <a:off x="731520" y="4663440"/>
            <a:ext cx="10515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600" b="0">
                <a:solidFill>
                  <a:srgbClr val="B8D0E8"/>
                </a:solidFill>
                <a:latin typeface="微软雅黑"/>
                <a:ea typeface="微软雅黑"/>
                <a:cs typeface="微软雅黑"/>
              </a:defRPr>
            </a:pPr>
            <a:r>
              <a:rPr sz="1600" b="0">
                <a:solidFill>
                  <a:srgbClr val="B8D0E8"/>
                </a:solidFill>
                <a:latin typeface="微软雅黑"/>
                <a:ea typeface="微软雅黑"/>
                <a:cs typeface="微软雅黑"/>
              </a:rPr>
              <a:t>EUROSIM 2026  ·  Genova, Italy</a:t>
            </a:r>
          </a:p>
        </p:txBody>
      </p:sp>
    </p:spTree>
    <p:extLst>
      <p:ext uri="{BB962C8B-B14F-4D97-AF65-F5344CB8AC3E}">
        <p14:creationId xmlns:p14="http://schemas.microsoft.com/office/powerpoint/2010/main" val="143023475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44962FA-CCCE-4529-921E-D905A1A131D4}"/>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5BB1D9B3-BB0B-4F9C-A93A-E0787A6EF48F}"/>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1  Outline</a:t>
            </a:r>
          </a:p>
        </p:txBody>
      </p:sp>
      <p:sp>
        <p:nvSpPr>
          <p:cNvPr id="4" name="TextBox 3">
            <a:extLst xmlns:a="http://schemas.openxmlformats.org/drawingml/2006/main">
              <a:ext uri="{FF2B5EF4-FFF2-40B4-BE49-F238E27FC236}">
                <a16:creationId xmlns:a16="http://schemas.microsoft.com/office/drawing/2014/main" id="{E227453A-8EF3-4DB8-8B1D-BFC99D9684FF}"/>
              </a:ext>
            </a:extLst>
          </p:cNvPr>
          <p:cNvSpPr>
            <a:spLocks xmlns:a="http://schemas.openxmlformats.org/drawingml/2006/main" noGrp="1"/>
          </p:cNvSpPr>
          <p:nvPr/>
        </p:nvSpPr>
        <p:spPr>
          <a:xfrm xmlns:a="http://schemas.openxmlformats.org/drawingml/2006/main">
            <a:off x="731520" y="1280160"/>
            <a:ext cx="10515600" cy="30200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200" b="0">
                <a:solidFill>
                  <a:srgbClr val="2D2D2D"/>
                </a:solidFill>
                <a:latin typeface="微软雅黑"/>
                <a:ea typeface="微软雅黑"/>
                <a:cs typeface="微软雅黑"/>
              </a:defRPr>
            </a:pPr>
            <a:r>
              <a:rPr sz="2200" b="0">
                <a:solidFill>
                  <a:srgbClr val="2D2D2D"/>
                </a:solidFill>
                <a:latin typeface="微软雅黑"/>
                <a:ea typeface="微软雅黑"/>
                <a:cs typeface="微软雅黑"/>
              </a:rPr>
              <a:t>• Background and problem</a:t>
            </a:r>
          </a:p>
          <a:p xmlns:a="http://schemas.openxmlformats.org/drawingml/2006/main">
            <a:pPr algn="l">
              <a:lnSpc>
                <a:spcPct val="104000"/>
              </a:lnSpc>
              <a:spcBef>
                <a:spcPts val="0"/>
              </a:spcBef>
              <a:spcAft>
                <a:spcPts val="0"/>
              </a:spcAft>
              <a:buNone/>
              <a:defRPr sz="2200" b="0">
                <a:solidFill>
                  <a:srgbClr val="2D2D2D"/>
                </a:solidFill>
                <a:latin typeface="微软雅黑"/>
                <a:ea typeface="微软雅黑"/>
                <a:cs typeface="微软雅黑"/>
              </a:defRPr>
            </a:pPr>
            <a:r>
              <a:rPr sz="2200" b="0">
                <a:solidFill>
                  <a:srgbClr val="2D2D2D"/>
                </a:solidFill>
                <a:latin typeface="微软雅黑"/>
                <a:ea typeface="微软雅黑"/>
                <a:cs typeface="微软雅黑"/>
              </a:rPr>
              <a:t>• Unified modeling framework</a:t>
            </a:r>
          </a:p>
          <a:p xmlns:a="http://schemas.openxmlformats.org/drawingml/2006/main">
            <a:pPr algn="l">
              <a:lnSpc>
                <a:spcPct val="104000"/>
              </a:lnSpc>
              <a:spcBef>
                <a:spcPts val="0"/>
              </a:spcBef>
              <a:spcAft>
                <a:spcPts val="0"/>
              </a:spcAft>
              <a:buNone/>
              <a:defRPr sz="2200" b="0">
                <a:solidFill>
                  <a:srgbClr val="2D2D2D"/>
                </a:solidFill>
                <a:latin typeface="微软雅黑"/>
                <a:ea typeface="微软雅黑"/>
                <a:cs typeface="微软雅黑"/>
              </a:defRPr>
            </a:pPr>
            <a:r>
              <a:rPr sz="2200" b="0">
                <a:solidFill>
                  <a:srgbClr val="2D2D2D"/>
                </a:solidFill>
                <a:latin typeface="微软雅黑"/>
                <a:ea typeface="微软雅黑"/>
                <a:cs typeface="微软雅黑"/>
              </a:rPr>
              <a:t>• Execution mechanism</a:t>
            </a:r>
          </a:p>
          <a:p xmlns:a="http://schemas.openxmlformats.org/drawingml/2006/main">
            <a:pPr algn="l">
              <a:lnSpc>
                <a:spcPct val="104000"/>
              </a:lnSpc>
              <a:spcBef>
                <a:spcPts val="0"/>
              </a:spcBef>
              <a:spcAft>
                <a:spcPts val="0"/>
              </a:spcAft>
              <a:buNone/>
              <a:defRPr sz="2200" b="0">
                <a:solidFill>
                  <a:srgbClr val="2D2D2D"/>
                </a:solidFill>
                <a:latin typeface="微软雅黑"/>
                <a:ea typeface="微软雅黑"/>
                <a:cs typeface="微软雅黑"/>
              </a:defRPr>
            </a:pPr>
            <a:r>
              <a:rPr sz="2200" b="0">
                <a:solidFill>
                  <a:srgbClr val="2D2D2D"/>
                </a:solidFill>
                <a:latin typeface="微软雅黑"/>
                <a:ea typeface="微软雅黑"/>
                <a:cs typeface="微软雅黑"/>
              </a:rPr>
              <a:t>• Implementation and case study</a:t>
            </a:r>
          </a:p>
          <a:p xmlns:a="http://schemas.openxmlformats.org/drawingml/2006/main">
            <a:pPr algn="l">
              <a:lnSpc>
                <a:spcPct val="104000"/>
              </a:lnSpc>
              <a:spcBef>
                <a:spcPts val="0"/>
              </a:spcBef>
              <a:spcAft>
                <a:spcPts val="0"/>
              </a:spcAft>
              <a:buNone/>
              <a:defRPr sz="2200" b="0">
                <a:solidFill>
                  <a:srgbClr val="2D2D2D"/>
                </a:solidFill>
                <a:latin typeface="微软雅黑"/>
                <a:ea typeface="微软雅黑"/>
                <a:cs typeface="微软雅黑"/>
              </a:defRPr>
            </a:pPr>
            <a:r>
              <a:rPr sz="2200" b="0">
                <a:solidFill>
                  <a:srgbClr val="2D2D2D"/>
                </a:solidFill>
                <a:latin typeface="微软雅黑"/>
                <a:ea typeface="微软雅黑"/>
                <a:cs typeface="微软雅黑"/>
              </a:rPr>
              <a:t>• Simulation extension</a:t>
            </a:r>
          </a:p>
          <a:p xmlns:a="http://schemas.openxmlformats.org/drawingml/2006/main">
            <a:pPr algn="l">
              <a:lnSpc>
                <a:spcPct val="104000"/>
              </a:lnSpc>
              <a:spcBef>
                <a:spcPts val="0"/>
              </a:spcBef>
              <a:spcAft>
                <a:spcPts val="0"/>
              </a:spcAft>
              <a:buNone/>
              <a:defRPr sz="2200" b="0">
                <a:solidFill>
                  <a:srgbClr val="2D2D2D"/>
                </a:solidFill>
                <a:latin typeface="微软雅黑"/>
                <a:ea typeface="微软雅黑"/>
                <a:cs typeface="微软雅黑"/>
              </a:defRPr>
            </a:pPr>
            <a:r>
              <a:rPr sz="2200" b="0">
                <a:solidFill>
                  <a:srgbClr val="2D2D2D"/>
                </a:solidFill>
                <a:latin typeface="微软雅黑"/>
                <a:ea typeface="微软雅黑"/>
                <a:cs typeface="微软雅黑"/>
              </a:rPr>
              <a:t>• Conclusions</a:t>
            </a:r>
          </a:p>
        </p:txBody>
      </p:sp>
      <p:sp>
        <p:nvSpPr>
          <p:cNvPr id="5" name="TextBox 4">
            <a:extLst xmlns:a="http://schemas.openxmlformats.org/drawingml/2006/main">
              <a:ext uri="{FF2B5EF4-FFF2-40B4-BE49-F238E27FC236}">
                <a16:creationId xmlns:a16="http://schemas.microsoft.com/office/drawing/2014/main" id="{CBF16ABE-79AA-4FE7-AE2D-5C35F45FD980}"/>
              </a:ext>
            </a:extLst>
          </p:cNvPr>
          <p:cNvSpPr>
            <a:spLocks xmlns:a="http://schemas.openxmlformats.org/drawingml/2006/main" noGrp="1"/>
          </p:cNvSpPr>
          <p:nvPr/>
        </p:nvSpPr>
        <p:spPr>
          <a:xfrm xmlns:a="http://schemas.openxmlformats.org/drawingml/2006/main">
            <a:off x="731520" y="5029200"/>
            <a:ext cx="10515600" cy="583565"/>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725" b="1">
                <a:solidFill>
                  <a:srgbClr val="1C3C5D"/>
                </a:solidFill>
                <a:latin typeface="微软雅黑"/>
                <a:ea typeface="微软雅黑"/>
                <a:cs typeface="微软雅黑"/>
              </a:defRPr>
            </a:pPr>
            <a:r>
              <a:rPr sz="1725" b="1">
                <a:solidFill>
                  <a:srgbClr val="1C3C5D"/>
                </a:solidFill>
                <a:latin typeface="微软雅黑"/>
                <a:ea typeface="微软雅黑"/>
                <a:cs typeface="微软雅黑"/>
              </a:rPr>
              <a:t>From modeling requirements to a shared device execution path.</a:t>
            </a:r>
          </a:p>
        </p:txBody>
      </p:sp>
      <p:sp>
        <p:nvSpPr>
          <p:cNvPr id="6" name="TextBox 5">
            <a:extLst xmlns:a="http://schemas.openxmlformats.org/drawingml/2006/main">
              <a:ext uri="{FF2B5EF4-FFF2-40B4-BE49-F238E27FC236}">
                <a16:creationId xmlns:a16="http://schemas.microsoft.com/office/drawing/2014/main" id="{7613995F-F4E4-49D1-BA3C-6003C607767D}"/>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7" name="TextBox 6">
            <a:extLst xmlns:a="http://schemas.openxmlformats.org/drawingml/2006/main">
              <a:ext uri="{FF2B5EF4-FFF2-40B4-BE49-F238E27FC236}">
                <a16:creationId xmlns:a16="http://schemas.microsoft.com/office/drawing/2014/main" id="{1AAAA85E-C96F-42D8-B680-C64A06FAB7C8}"/>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1/10</a:t>
            </a:r>
          </a:p>
        </p:txBody>
      </p:sp>
    </p:spTree>
    <p:extLst>
      <p:ext uri="{BB962C8B-B14F-4D97-AF65-F5344CB8AC3E}">
        <p14:creationId xmlns:p14="http://schemas.microsoft.com/office/powerpoint/2010/main" val="47686414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D2D7CE7-37DA-426D-9D04-EB4888EFB278}"/>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9B629209-1CA3-4A87-95E6-2EFFF62574B2}"/>
              </a:ext>
            </a:extLst>
          </p:cNvPr>
          <p:cNvSpPr>
            <a:spLocks xmlns:a="http://schemas.openxmlformats.org/drawingml/2006/main" noGrp="1"/>
          </p:cNvSpPr>
          <p:nvPr/>
        </p:nvSpPr>
        <p:spPr>
          <a:xfrm xmlns:a="http://schemas.openxmlformats.org/drawingml/2006/main">
            <a:off x="552450" y="238125"/>
            <a:ext cx="11087100" cy="57150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2  Background: execution boundaries with LLMs</a:t>
            </a:r>
          </a:p>
        </p:txBody>
      </p:sp>
      <p:sp>
        <p:nvSpPr>
          <p:cNvPr id="5" name="TextBox 4">
            <a:extLst xmlns:a="http://schemas.openxmlformats.org/drawingml/2006/main">
              <a:ext uri="{FF2B5EF4-FFF2-40B4-BE49-F238E27FC236}">
                <a16:creationId xmlns:a16="http://schemas.microsoft.com/office/drawing/2014/main" id="{AD237B42-3AD0-428A-852B-4E8501ADA86A}"/>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6" name="TextBox 5">
            <a:extLst xmlns:a="http://schemas.openxmlformats.org/drawingml/2006/main">
              <a:ext uri="{FF2B5EF4-FFF2-40B4-BE49-F238E27FC236}">
                <a16:creationId xmlns:a16="http://schemas.microsoft.com/office/drawing/2014/main" id="{EDF3467E-12E0-41A5-9475-98AA51BA3638}"/>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2/10</a:t>
            </a:r>
          </a:p>
        </p:txBody>
      </p:sp>
      <p:sp>
        <p:nvSpPr>
          <p:cNvPr id="7" name="text-27">
            <a:extLst xmlns:a="http://schemas.openxmlformats.org/drawingml/2006/main">
              <a:ext uri="{FF2B5EF4-FFF2-40B4-BE49-F238E27FC236}">
                <a16:creationId xmlns:a16="http://schemas.microsoft.com/office/drawing/2014/main" id="{D150D801-6EAD-4CA2-AA35-24B766D886FD}"/>
              </a:ext>
            </a:extLst>
          </p:cNvPr>
          <p:cNvSpPr>
            <a:spLocks xmlns:a="http://schemas.openxmlformats.org/drawingml/2006/main" noGrp="1"/>
          </p:cNvSpPr>
          <p:nvPr/>
        </p:nvSpPr>
        <p:spPr>
          <a:xfrm xmlns:a="http://schemas.openxmlformats.org/drawingml/2006/main">
            <a:off x="685800" y="1311275"/>
            <a:ext cx="10620375" cy="767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Laboratory automation is expanding from predefined workflows</a:t>
            </a:r>
          </a:p>
          <a:p xmlns:a="http://schemas.openxmlformats.org/drawingml/2006/main">
            <a:pPr algn="l">
              <a:lnSpc>
                <a:spcPct val="104000"/>
              </a:lnSpc>
              <a:spcBef>
                <a:spcPts val="0"/>
              </a:spcBef>
              <a:spcAft>
                <a:spcPts val="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to decision-making and control involving large language models (LLMs).</a:t>
            </a:r>
          </a:p>
        </p:txBody>
      </p:sp>
      <p:sp>
        <p:nvSpPr>
          <p:cNvPr id="8" name="text-28">
            <a:extLst xmlns:a="http://schemas.openxmlformats.org/drawingml/2006/main">
              <a:ext uri="{FF2B5EF4-FFF2-40B4-BE49-F238E27FC236}">
                <a16:creationId xmlns:a16="http://schemas.microsoft.com/office/drawing/2014/main" id="{D14E1904-2677-440E-A382-616244CBC9C3}"/>
              </a:ext>
            </a:extLst>
          </p:cNvPr>
          <p:cNvSpPr>
            <a:spLocks xmlns:a="http://schemas.openxmlformats.org/drawingml/2006/main" noGrp="1"/>
          </p:cNvSpPr>
          <p:nvPr/>
        </p:nvSpPr>
        <p:spPr>
          <a:xfrm xmlns:a="http://schemas.openxmlformats.org/drawingml/2006/main">
            <a:off x="685800" y="2256155"/>
            <a:ext cx="1062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025" b="1">
                <a:solidFill>
                  <a:srgbClr val="1C3C5D"/>
                </a:solidFill>
                <a:latin typeface="微软雅黑"/>
                <a:ea typeface="微软雅黑"/>
                <a:cs typeface="微软雅黑"/>
              </a:defRPr>
            </a:pPr>
            <a:r>
              <a:rPr sz="2025" b="1">
                <a:solidFill>
                  <a:srgbClr val="1C3C5D"/>
                </a:solidFill>
                <a:latin typeface="微软雅黑"/>
                <a:ea typeface="微软雅黑"/>
                <a:cs typeface="微软雅黑"/>
              </a:rPr>
              <a:t>Every task requires four aspects to be made explicit:</a:t>
            </a:r>
          </a:p>
        </p:txBody>
      </p:sp>
      <p:sp>
        <p:nvSpPr>
          <p:cNvPr id="9" name="text-29">
            <a:extLst xmlns:a="http://schemas.openxmlformats.org/drawingml/2006/main">
              <a:ext uri="{FF2B5EF4-FFF2-40B4-BE49-F238E27FC236}">
                <a16:creationId xmlns:a16="http://schemas.microsoft.com/office/drawing/2014/main" id="{FCA54B7A-E15B-4727-B00F-40ECA49DD1C4}"/>
              </a:ext>
            </a:extLst>
          </p:cNvPr>
          <p:cNvSpPr>
            <a:spLocks xmlns:a="http://schemas.openxmlformats.org/drawingml/2006/main" noGrp="1"/>
          </p:cNvSpPr>
          <p:nvPr/>
        </p:nvSpPr>
        <p:spPr>
          <a:xfrm xmlns:a="http://schemas.openxmlformats.org/drawingml/2006/main">
            <a:off x="695325" y="27114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00" b="1">
                <a:solidFill>
                  <a:srgbClr val="2774AC"/>
                </a:solidFill>
                <a:latin typeface="微软雅黑"/>
                <a:ea typeface="微软雅黑"/>
                <a:cs typeface="微软雅黑"/>
              </a:defRPr>
            </a:pPr>
            <a:r>
              <a:rPr sz="2100" b="1">
                <a:solidFill>
                  <a:srgbClr val="2774AC"/>
                </a:solidFill>
                <a:latin typeface="微软雅黑"/>
                <a:ea typeface="微软雅黑"/>
                <a:cs typeface="微软雅黑"/>
              </a:rPr>
              <a:t>Resources</a:t>
            </a:r>
          </a:p>
        </p:txBody>
      </p:sp>
      <p:sp>
        <p:nvSpPr>
          <p:cNvPr id="10" name="text-30">
            <a:extLst xmlns:a="http://schemas.openxmlformats.org/drawingml/2006/main">
              <a:ext uri="{FF2B5EF4-FFF2-40B4-BE49-F238E27FC236}">
                <a16:creationId xmlns:a16="http://schemas.microsoft.com/office/drawing/2014/main" id="{98106484-035A-4192-BB80-20DEC5378114}"/>
              </a:ext>
            </a:extLst>
          </p:cNvPr>
          <p:cNvSpPr>
            <a:spLocks xmlns:a="http://schemas.openxmlformats.org/drawingml/2006/main" noGrp="1"/>
          </p:cNvSpPr>
          <p:nvPr/>
        </p:nvSpPr>
        <p:spPr>
          <a:xfrm xmlns:a="http://schemas.openxmlformats.org/drawingml/2006/main">
            <a:off x="695325" y="3216275"/>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125" b="0">
                <a:solidFill>
                  <a:srgbClr val="243746"/>
                </a:solidFill>
                <a:latin typeface="微软雅黑"/>
                <a:ea typeface="微软雅黑"/>
                <a:cs typeface="微软雅黑"/>
              </a:defRPr>
            </a:pPr>
            <a:r>
              <a:rPr sz="1125" b="0">
                <a:solidFill>
                  <a:srgbClr val="243746"/>
                </a:solidFill>
                <a:latin typeface="微软雅黑"/>
                <a:ea typeface="微软雅黑"/>
                <a:cs typeface="微软雅黑"/>
              </a:rPr>
              <a:t>How they are organized and used</a:t>
            </a:r>
          </a:p>
        </p:txBody>
      </p:sp>
      <p:sp>
        <p:nvSpPr>
          <p:cNvPr id="11" name="anchor-31">
            <a:extLst xmlns:a="http://schemas.openxmlformats.org/drawingml/2006/main">
              <a:ext uri="{FF2B5EF4-FFF2-40B4-BE49-F238E27FC236}">
                <a16:creationId xmlns:a16="http://schemas.microsoft.com/office/drawing/2014/main" id="{45A37CCE-DAE4-4DCB-8526-E7660661E6C6}"/>
              </a:ext>
            </a:extLst>
          </p:cNvPr>
          <p:cNvSpPr>
            <a:spLocks xmlns:a="http://schemas.openxmlformats.org/drawingml/2006/main" noGrp="1"/>
          </p:cNvSpPr>
          <p:nvPr/>
        </p:nvSpPr>
        <p:spPr>
          <a:xfrm xmlns:a="http://schemas.openxmlformats.org/drawingml/2006/main">
            <a:off x="3162300" y="26638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2" name="anchor-32">
            <a:extLst xmlns:a="http://schemas.openxmlformats.org/drawingml/2006/main">
              <a:ext uri="{FF2B5EF4-FFF2-40B4-BE49-F238E27FC236}">
                <a16:creationId xmlns:a16="http://schemas.microsoft.com/office/drawing/2014/main" id="{2C74C2CF-98C6-4A0A-95BF-A5583889D7B8}"/>
              </a:ext>
            </a:extLst>
          </p:cNvPr>
          <p:cNvSpPr>
            <a:spLocks xmlns:a="http://schemas.openxmlformats.org/drawingml/2006/main" noGrp="1"/>
          </p:cNvSpPr>
          <p:nvPr/>
        </p:nvSpPr>
        <p:spPr>
          <a:xfrm xmlns:a="http://schemas.openxmlformats.org/drawingml/2006/main">
            <a:off x="3162300" y="37973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46" name="直接箭头连接符 42"/>
          <p:cNvCxnSpPr>
            <a:stCxn xmlns:a="http://schemas.openxmlformats.org/drawingml/2006/main" id="11" idx="2"/>
            <a:endCxn xmlns:a="http://schemas.openxmlformats.org/drawingml/2006/main" id="12" idx="0"/>
          </p:cNvCxnSpPr>
          <p:nvPr/>
        </p:nvCxnSpPr>
        <p:spPr>
          <a:xfrm xmlns:a="http://schemas.openxmlformats.org/drawingml/2006/main">
            <a:off x="3171825" y="2682875"/>
            <a:ext cx="0" cy="1114425"/>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14" name="text-33">
            <a:extLst xmlns:a="http://schemas.openxmlformats.org/drawingml/2006/main">
              <a:ext uri="{FF2B5EF4-FFF2-40B4-BE49-F238E27FC236}">
                <a16:creationId xmlns:a16="http://schemas.microsoft.com/office/drawing/2014/main" id="{0417A36F-3EA0-4F46-8B04-70DB05390E84}"/>
              </a:ext>
            </a:extLst>
          </p:cNvPr>
          <p:cNvSpPr>
            <a:spLocks xmlns:a="http://schemas.openxmlformats.org/drawingml/2006/main" noGrp="1"/>
          </p:cNvSpPr>
          <p:nvPr/>
        </p:nvSpPr>
        <p:spPr>
          <a:xfrm xmlns:a="http://schemas.openxmlformats.org/drawingml/2006/main">
            <a:off x="3419475" y="27114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00" b="1">
                <a:solidFill>
                  <a:srgbClr val="2774AC"/>
                </a:solidFill>
                <a:latin typeface="微软雅黑"/>
                <a:ea typeface="微软雅黑"/>
                <a:cs typeface="微软雅黑"/>
              </a:defRPr>
            </a:pPr>
            <a:r>
              <a:rPr sz="2100" b="1">
                <a:solidFill>
                  <a:srgbClr val="2774AC"/>
                </a:solidFill>
                <a:latin typeface="微软雅黑"/>
                <a:ea typeface="微软雅黑"/>
                <a:cs typeface="微软雅黑"/>
              </a:rPr>
              <a:t>States</a:t>
            </a:r>
          </a:p>
        </p:txBody>
      </p:sp>
      <p:sp>
        <p:nvSpPr>
          <p:cNvPr id="15" name="text-34">
            <a:extLst xmlns:a="http://schemas.openxmlformats.org/drawingml/2006/main">
              <a:ext uri="{FF2B5EF4-FFF2-40B4-BE49-F238E27FC236}">
                <a16:creationId xmlns:a16="http://schemas.microsoft.com/office/drawing/2014/main" id="{3FD969BB-9D68-4CFA-8E82-B1E26E388E39}"/>
              </a:ext>
            </a:extLst>
          </p:cNvPr>
          <p:cNvSpPr>
            <a:spLocks xmlns:a="http://schemas.openxmlformats.org/drawingml/2006/main" noGrp="1"/>
          </p:cNvSpPr>
          <p:nvPr/>
        </p:nvSpPr>
        <p:spPr>
          <a:xfrm xmlns:a="http://schemas.openxmlformats.org/drawingml/2006/main">
            <a:off x="3419475" y="3216275"/>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110" b="0">
                <a:solidFill>
                  <a:srgbClr val="243746"/>
                </a:solidFill>
                <a:latin typeface="微软雅黑"/>
                <a:ea typeface="微软雅黑"/>
                <a:cs typeface="微软雅黑"/>
              </a:defRPr>
            </a:pPr>
            <a:r>
              <a:rPr sz="1110" b="0">
                <a:solidFill>
                  <a:srgbClr val="243746"/>
                </a:solidFill>
                <a:latin typeface="微软雅黑"/>
                <a:ea typeface="微软雅黑"/>
                <a:cs typeface="微软雅黑"/>
              </a:rPr>
              <a:t>How they evolve during execution</a:t>
            </a:r>
          </a:p>
        </p:txBody>
      </p:sp>
      <p:sp>
        <p:nvSpPr>
          <p:cNvPr id="16" name="anchor-35">
            <a:extLst xmlns:a="http://schemas.openxmlformats.org/drawingml/2006/main">
              <a:ext uri="{FF2B5EF4-FFF2-40B4-BE49-F238E27FC236}">
                <a16:creationId xmlns:a16="http://schemas.microsoft.com/office/drawing/2014/main" id="{AC9C3D03-22A1-4365-A609-A8419392F777}"/>
              </a:ext>
            </a:extLst>
          </p:cNvPr>
          <p:cNvSpPr>
            <a:spLocks xmlns:a="http://schemas.openxmlformats.org/drawingml/2006/main" noGrp="1"/>
          </p:cNvSpPr>
          <p:nvPr/>
        </p:nvSpPr>
        <p:spPr>
          <a:xfrm xmlns:a="http://schemas.openxmlformats.org/drawingml/2006/main">
            <a:off x="5886450" y="26638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7" name="anchor-36">
            <a:extLst xmlns:a="http://schemas.openxmlformats.org/drawingml/2006/main">
              <a:ext uri="{FF2B5EF4-FFF2-40B4-BE49-F238E27FC236}">
                <a16:creationId xmlns:a16="http://schemas.microsoft.com/office/drawing/2014/main" id="{112A6AD5-258C-4CB5-909E-A24905690641}"/>
              </a:ext>
            </a:extLst>
          </p:cNvPr>
          <p:cNvSpPr>
            <a:spLocks xmlns:a="http://schemas.openxmlformats.org/drawingml/2006/main" noGrp="1"/>
          </p:cNvSpPr>
          <p:nvPr/>
        </p:nvSpPr>
        <p:spPr>
          <a:xfrm xmlns:a="http://schemas.openxmlformats.org/drawingml/2006/main">
            <a:off x="5886450" y="37973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51" name="直接箭头连接符 47"/>
          <p:cNvCxnSpPr>
            <a:stCxn xmlns:a="http://schemas.openxmlformats.org/drawingml/2006/main" id="16" idx="2"/>
            <a:endCxn xmlns:a="http://schemas.openxmlformats.org/drawingml/2006/main" id="17" idx="0"/>
          </p:cNvCxnSpPr>
          <p:nvPr/>
        </p:nvCxnSpPr>
        <p:spPr>
          <a:xfrm xmlns:a="http://schemas.openxmlformats.org/drawingml/2006/main">
            <a:off x="5895975" y="2682875"/>
            <a:ext cx="0" cy="1114425"/>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19" name="text-37">
            <a:extLst xmlns:a="http://schemas.openxmlformats.org/drawingml/2006/main">
              <a:ext uri="{FF2B5EF4-FFF2-40B4-BE49-F238E27FC236}">
                <a16:creationId xmlns:a16="http://schemas.microsoft.com/office/drawing/2014/main" id="{A55DAAC3-DC31-4038-8DC3-142C85794568}"/>
              </a:ext>
            </a:extLst>
          </p:cNvPr>
          <p:cNvSpPr>
            <a:spLocks xmlns:a="http://schemas.openxmlformats.org/drawingml/2006/main" noGrp="1"/>
          </p:cNvSpPr>
          <p:nvPr/>
        </p:nvSpPr>
        <p:spPr>
          <a:xfrm xmlns:a="http://schemas.openxmlformats.org/drawingml/2006/main">
            <a:off x="6143625" y="27114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00" b="1">
                <a:solidFill>
                  <a:srgbClr val="2774AC"/>
                </a:solidFill>
                <a:latin typeface="微软雅黑"/>
                <a:ea typeface="微软雅黑"/>
                <a:cs typeface="微软雅黑"/>
              </a:defRPr>
            </a:pPr>
            <a:r>
              <a:rPr sz="2100" b="1">
                <a:solidFill>
                  <a:srgbClr val="2774AC"/>
                </a:solidFill>
                <a:latin typeface="微软雅黑"/>
                <a:ea typeface="微软雅黑"/>
                <a:cs typeface="微软雅黑"/>
              </a:rPr>
              <a:t>Data</a:t>
            </a:r>
          </a:p>
        </p:txBody>
      </p:sp>
      <p:sp>
        <p:nvSpPr>
          <p:cNvPr id="20" name="text-38">
            <a:extLst xmlns:a="http://schemas.openxmlformats.org/drawingml/2006/main">
              <a:ext uri="{FF2B5EF4-FFF2-40B4-BE49-F238E27FC236}">
                <a16:creationId xmlns:a16="http://schemas.microsoft.com/office/drawing/2014/main" id="{DEB0AB6F-554A-4BDC-A9B6-2FD13647492F}"/>
              </a:ext>
            </a:extLst>
          </p:cNvPr>
          <p:cNvSpPr>
            <a:spLocks xmlns:a="http://schemas.openxmlformats.org/drawingml/2006/main" noGrp="1"/>
          </p:cNvSpPr>
          <p:nvPr/>
        </p:nvSpPr>
        <p:spPr>
          <a:xfrm xmlns:a="http://schemas.openxmlformats.org/drawingml/2006/main">
            <a:off x="6143625" y="3216275"/>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50" b="0">
                <a:solidFill>
                  <a:srgbClr val="243746"/>
                </a:solidFill>
                <a:latin typeface="微软雅黑"/>
                <a:ea typeface="微软雅黑"/>
                <a:cs typeface="微软雅黑"/>
              </a:defRPr>
            </a:pPr>
            <a:r>
              <a:rPr sz="1050" b="0">
                <a:solidFill>
                  <a:srgbClr val="243746"/>
                </a:solidFill>
                <a:latin typeface="微软雅黑"/>
                <a:ea typeface="微软雅黑"/>
                <a:cs typeface="微软雅黑"/>
              </a:rPr>
              <a:t>How they are generated and passed</a:t>
            </a:r>
          </a:p>
        </p:txBody>
      </p:sp>
      <p:sp>
        <p:nvSpPr>
          <p:cNvPr id="21" name="anchor-39">
            <a:extLst xmlns:a="http://schemas.openxmlformats.org/drawingml/2006/main">
              <a:ext uri="{FF2B5EF4-FFF2-40B4-BE49-F238E27FC236}">
                <a16:creationId xmlns:a16="http://schemas.microsoft.com/office/drawing/2014/main" id="{807E8450-9076-42BE-8DF0-88E40210F391}"/>
              </a:ext>
            </a:extLst>
          </p:cNvPr>
          <p:cNvSpPr>
            <a:spLocks xmlns:a="http://schemas.openxmlformats.org/drawingml/2006/main" noGrp="1"/>
          </p:cNvSpPr>
          <p:nvPr/>
        </p:nvSpPr>
        <p:spPr>
          <a:xfrm xmlns:a="http://schemas.openxmlformats.org/drawingml/2006/main">
            <a:off x="8610600" y="26638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2" name="anchor-40">
            <a:extLst xmlns:a="http://schemas.openxmlformats.org/drawingml/2006/main">
              <a:ext uri="{FF2B5EF4-FFF2-40B4-BE49-F238E27FC236}">
                <a16:creationId xmlns:a16="http://schemas.microsoft.com/office/drawing/2014/main" id="{9F11B51C-2E80-4810-AEF9-977B4630A353}"/>
              </a:ext>
            </a:extLst>
          </p:cNvPr>
          <p:cNvSpPr>
            <a:spLocks xmlns:a="http://schemas.openxmlformats.org/drawingml/2006/main" noGrp="1"/>
          </p:cNvSpPr>
          <p:nvPr/>
        </p:nvSpPr>
        <p:spPr>
          <a:xfrm xmlns:a="http://schemas.openxmlformats.org/drawingml/2006/main">
            <a:off x="8610600" y="37973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56" name="直接箭头连接符 52"/>
          <p:cNvCxnSpPr>
            <a:stCxn xmlns:a="http://schemas.openxmlformats.org/drawingml/2006/main" id="21" idx="2"/>
            <a:endCxn xmlns:a="http://schemas.openxmlformats.org/drawingml/2006/main" id="22" idx="0"/>
          </p:cNvCxnSpPr>
          <p:nvPr/>
        </p:nvCxnSpPr>
        <p:spPr>
          <a:xfrm xmlns:a="http://schemas.openxmlformats.org/drawingml/2006/main">
            <a:off x="8620125" y="2682875"/>
            <a:ext cx="0" cy="1114425"/>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24" name="text-41">
            <a:extLst xmlns:a="http://schemas.openxmlformats.org/drawingml/2006/main">
              <a:ext uri="{FF2B5EF4-FFF2-40B4-BE49-F238E27FC236}">
                <a16:creationId xmlns:a16="http://schemas.microsoft.com/office/drawing/2014/main" id="{03620E64-B38D-428D-BEC1-AD449B52C08D}"/>
              </a:ext>
            </a:extLst>
          </p:cNvPr>
          <p:cNvSpPr>
            <a:spLocks xmlns:a="http://schemas.openxmlformats.org/drawingml/2006/main" noGrp="1"/>
          </p:cNvSpPr>
          <p:nvPr/>
        </p:nvSpPr>
        <p:spPr>
          <a:xfrm xmlns:a="http://schemas.openxmlformats.org/drawingml/2006/main">
            <a:off x="8867775" y="27114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00" b="1">
                <a:solidFill>
                  <a:srgbClr val="2774AC"/>
                </a:solidFill>
                <a:latin typeface="微软雅黑"/>
                <a:ea typeface="微软雅黑"/>
                <a:cs typeface="微软雅黑"/>
              </a:defRPr>
            </a:pPr>
            <a:r>
              <a:rPr sz="2100" b="1">
                <a:solidFill>
                  <a:srgbClr val="2774AC"/>
                </a:solidFill>
                <a:latin typeface="微软雅黑"/>
                <a:ea typeface="微软雅黑"/>
                <a:cs typeface="微软雅黑"/>
              </a:rPr>
              <a:t>Boundaries</a:t>
            </a:r>
          </a:p>
        </p:txBody>
      </p:sp>
      <p:sp>
        <p:nvSpPr>
          <p:cNvPr id="25" name="text-42">
            <a:extLst xmlns:a="http://schemas.openxmlformats.org/drawingml/2006/main">
              <a:ext uri="{FF2B5EF4-FFF2-40B4-BE49-F238E27FC236}">
                <a16:creationId xmlns:a16="http://schemas.microsoft.com/office/drawing/2014/main" id="{1C883917-B0BB-4AD5-93D8-42B5AF5FBE58}"/>
              </a:ext>
            </a:extLst>
          </p:cNvPr>
          <p:cNvSpPr>
            <a:spLocks xmlns:a="http://schemas.openxmlformats.org/drawingml/2006/main" noGrp="1"/>
          </p:cNvSpPr>
          <p:nvPr/>
        </p:nvSpPr>
        <p:spPr>
          <a:xfrm xmlns:a="http://schemas.openxmlformats.org/drawingml/2006/main">
            <a:off x="8867775" y="3216275"/>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58" b="0">
                <a:solidFill>
                  <a:srgbClr val="243746"/>
                </a:solidFill>
                <a:latin typeface="微软雅黑"/>
                <a:ea typeface="微软雅黑"/>
                <a:cs typeface="微软雅黑"/>
              </a:defRPr>
            </a:pPr>
            <a:r>
              <a:rPr sz="1058" b="0">
                <a:solidFill>
                  <a:srgbClr val="243746"/>
                </a:solidFill>
                <a:latin typeface="微软雅黑"/>
                <a:ea typeface="微软雅黑"/>
                <a:cs typeface="微软雅黑"/>
              </a:rPr>
              <a:t>Whether execution remains allowed</a:t>
            </a:r>
          </a:p>
        </p:txBody>
      </p:sp>
      <p:sp>
        <p:nvSpPr>
          <p:cNvPr id="26" name="text-43">
            <a:extLst xmlns:a="http://schemas.openxmlformats.org/drawingml/2006/main">
              <a:ext uri="{FF2B5EF4-FFF2-40B4-BE49-F238E27FC236}">
                <a16:creationId xmlns:a16="http://schemas.microsoft.com/office/drawing/2014/main" id="{8B4B12EC-168B-44C1-BB11-34FBCD86A362}"/>
              </a:ext>
            </a:extLst>
          </p:cNvPr>
          <p:cNvSpPr>
            <a:spLocks xmlns:a="http://schemas.openxmlformats.org/drawingml/2006/main" noGrp="1"/>
          </p:cNvSpPr>
          <p:nvPr/>
        </p:nvSpPr>
        <p:spPr>
          <a:xfrm xmlns:a="http://schemas.openxmlformats.org/drawingml/2006/main">
            <a:off x="685800" y="4026535"/>
            <a:ext cx="10648950" cy="7188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950" b="1">
                <a:solidFill>
                  <a:srgbClr val="1C3C5D"/>
                </a:solidFill>
                <a:latin typeface="微软雅黑"/>
                <a:ea typeface="微软雅黑"/>
                <a:cs typeface="微软雅黑"/>
              </a:defRPr>
            </a:pPr>
            <a:r>
              <a:rPr sz="1950" b="1">
                <a:solidFill>
                  <a:srgbClr val="1C3C5D"/>
                </a:solidFill>
                <a:latin typeface="微软雅黑"/>
                <a:ea typeface="微软雅黑"/>
                <a:cs typeface="微软雅黑"/>
              </a:rPr>
              <a:t>With LLMs, execution boundaries become more pressing:</a:t>
            </a:r>
          </a:p>
          <a:p xmlns:a="http://schemas.openxmlformats.org/drawingml/2006/main">
            <a:pPr algn="l">
              <a:lnSpc>
                <a:spcPct val="104000"/>
              </a:lnSpc>
              <a:spcBef>
                <a:spcPts val="0"/>
              </a:spcBef>
              <a:spcAft>
                <a:spcPts val="0"/>
              </a:spcAft>
              <a:buNone/>
              <a:defRPr sz="1950" b="1">
                <a:solidFill>
                  <a:srgbClr val="1C3C5D"/>
                </a:solidFill>
                <a:latin typeface="微软雅黑"/>
                <a:ea typeface="微软雅黑"/>
                <a:cs typeface="微软雅黑"/>
              </a:defRPr>
            </a:pPr>
            <a:r>
              <a:rPr sz="1950" b="1">
                <a:solidFill>
                  <a:srgbClr val="1C3C5D"/>
                </a:solidFill>
                <a:latin typeface="微软雅黑"/>
                <a:ea typeface="微软雅黑"/>
                <a:cs typeface="微软雅黑"/>
              </a:rPr>
              <a:t>What may an LLM request, and under what conditions may it execute?</a:t>
            </a:r>
          </a:p>
        </p:txBody>
      </p:sp>
      <p:sp>
        <p:nvSpPr>
          <p:cNvPr id="27" name="text-44">
            <a:extLst xmlns:a="http://schemas.openxmlformats.org/drawingml/2006/main">
              <a:ext uri="{FF2B5EF4-FFF2-40B4-BE49-F238E27FC236}">
                <a16:creationId xmlns:a16="http://schemas.microsoft.com/office/drawing/2014/main" id="{D104F17B-4D9E-41A0-8BD0-F50C09460BA1}"/>
              </a:ext>
            </a:extLst>
          </p:cNvPr>
          <p:cNvSpPr>
            <a:spLocks xmlns:a="http://schemas.openxmlformats.org/drawingml/2006/main" noGrp="1"/>
          </p:cNvSpPr>
          <p:nvPr/>
        </p:nvSpPr>
        <p:spPr>
          <a:xfrm xmlns:a="http://schemas.openxmlformats.org/drawingml/2006/main">
            <a:off x="685800" y="4768215"/>
            <a:ext cx="10648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950" b="1">
                <a:solidFill>
                  <a:srgbClr val="1C3C5D"/>
                </a:solidFill>
                <a:latin typeface="微软雅黑"/>
                <a:ea typeface="微软雅黑"/>
                <a:cs typeface="微软雅黑"/>
              </a:defRPr>
            </a:pPr>
            <a:r>
              <a:rPr sz="1950" b="1">
                <a:solidFill>
                  <a:srgbClr val="1C3C5D"/>
                </a:solidFill>
                <a:latin typeface="微软雅黑"/>
                <a:ea typeface="微软雅黑"/>
                <a:cs typeface="微软雅黑"/>
              </a:rPr>
              <a:t>Principle: no privileged bypass. All device requests follow the same execution path.</a:t>
            </a:r>
          </a:p>
        </p:txBody>
      </p:sp>
      <p:sp>
        <p:nvSpPr>
          <p:cNvPr id="28" name="text-45">
            <a:extLst xmlns:a="http://schemas.openxmlformats.org/drawingml/2006/main">
              <a:ext uri="{FF2B5EF4-FFF2-40B4-BE49-F238E27FC236}">
                <a16:creationId xmlns:a16="http://schemas.microsoft.com/office/drawing/2014/main" id="{617F4521-B078-432E-AE19-4C096BFB463B}"/>
              </a:ext>
            </a:extLst>
          </p:cNvPr>
          <p:cNvSpPr>
            <a:spLocks xmlns:a="http://schemas.openxmlformats.org/drawingml/2006/main" noGrp="1"/>
          </p:cNvSpPr>
          <p:nvPr/>
        </p:nvSpPr>
        <p:spPr>
          <a:xfrm xmlns:a="http://schemas.openxmlformats.org/drawingml/2006/main">
            <a:off x="685800" y="5213985"/>
            <a:ext cx="10648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15" b="0">
                <a:solidFill>
                  <a:srgbClr val="243746"/>
                </a:solidFill>
                <a:latin typeface="微软雅黑"/>
                <a:ea typeface="微软雅黑"/>
                <a:cs typeface="微软雅黑"/>
              </a:defRPr>
            </a:pPr>
            <a:r>
              <a:rPr sz="1815" b="0">
                <a:solidFill>
                  <a:srgbClr val="243746"/>
                </a:solidFill>
                <a:latin typeface="微软雅黑"/>
                <a:ea typeface="微软雅黑"/>
                <a:cs typeface="微软雅黑"/>
              </a:rPr>
              <a:t>An executable framework must unify resources, state evolution, data flow, and boundary checks.</a:t>
            </a:r>
          </a:p>
        </p:txBody>
      </p:sp>
      <p:sp>
        <p:nvSpPr>
          <p:cNvPr id="29" name="anchor-46">
            <a:extLst xmlns:a="http://schemas.openxmlformats.org/drawingml/2006/main">
              <a:ext uri="{FF2B5EF4-FFF2-40B4-BE49-F238E27FC236}">
                <a16:creationId xmlns:a16="http://schemas.microsoft.com/office/drawing/2014/main" id="{7E659B3E-4CA5-402A-B735-42DA23FED27A}"/>
              </a:ext>
            </a:extLst>
          </p:cNvPr>
          <p:cNvSpPr>
            <a:spLocks xmlns:a="http://schemas.openxmlformats.org/drawingml/2006/main" noGrp="1"/>
          </p:cNvSpPr>
          <p:nvPr/>
        </p:nvSpPr>
        <p:spPr>
          <a:xfrm xmlns:a="http://schemas.openxmlformats.org/drawingml/2006/main">
            <a:off x="542925" y="60102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30" name="anchor-47">
            <a:extLst xmlns:a="http://schemas.openxmlformats.org/drawingml/2006/main">
              <a:ext uri="{FF2B5EF4-FFF2-40B4-BE49-F238E27FC236}">
                <a16:creationId xmlns:a16="http://schemas.microsoft.com/office/drawing/2014/main" id="{AE688422-91F5-4B04-BF73-CF6E6563CA80}"/>
              </a:ext>
            </a:extLst>
          </p:cNvPr>
          <p:cNvSpPr>
            <a:spLocks xmlns:a="http://schemas.openxmlformats.org/drawingml/2006/main" noGrp="1"/>
          </p:cNvSpPr>
          <p:nvPr/>
        </p:nvSpPr>
        <p:spPr>
          <a:xfrm xmlns:a="http://schemas.openxmlformats.org/drawingml/2006/main">
            <a:off x="11630025" y="60102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64" name="直接箭头连接符 60"/>
          <p:cNvCxnSpPr>
            <a:stCxn xmlns:a="http://schemas.openxmlformats.org/drawingml/2006/main" id="29" idx="3"/>
            <a:endCxn xmlns:a="http://schemas.openxmlformats.org/drawingml/2006/main" id="30" idx="1"/>
          </p:cNvCxnSpPr>
          <p:nvPr/>
        </p:nvCxnSpPr>
        <p:spPr>
          <a:xfrm xmlns:a="http://schemas.openxmlformats.org/drawingml/2006/main">
            <a:off x="561975" y="6019800"/>
            <a:ext cx="11068050" cy="0"/>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32" name="text-48">
            <a:extLst xmlns:a="http://schemas.openxmlformats.org/drawingml/2006/main">
              <a:ext uri="{FF2B5EF4-FFF2-40B4-BE49-F238E27FC236}">
                <a16:creationId xmlns:a16="http://schemas.microsoft.com/office/drawing/2014/main" id="{2F8FCE36-D50E-4ECE-B46F-22F533B7125F}"/>
              </a:ext>
            </a:extLst>
          </p:cNvPr>
          <p:cNvSpPr>
            <a:spLocks xmlns:a="http://schemas.openxmlformats.org/drawingml/2006/main" noGrp="1"/>
          </p:cNvSpPr>
          <p:nvPr/>
        </p:nvSpPr>
        <p:spPr>
          <a:xfrm xmlns:a="http://schemas.openxmlformats.org/drawingml/2006/main">
            <a:off x="552450" y="61150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50" b="1">
                <a:solidFill>
                  <a:srgbClr val="1C3C5D"/>
                </a:solidFill>
                <a:latin typeface="微软雅黑"/>
                <a:ea typeface="微软雅黑"/>
                <a:cs typeface="微软雅黑"/>
              </a:defRPr>
            </a:pPr>
            <a:r>
              <a:rPr sz="1650" b="1">
                <a:solidFill>
                  <a:srgbClr val="1C3C5D"/>
                </a:solidFill>
                <a:latin typeface="微软雅黑"/>
                <a:ea typeface="微软雅黑"/>
                <a:cs typeface="微软雅黑"/>
              </a:rPr>
              <a:t>LLM participation makes shared execution boundaries essential.</a:t>
            </a:r>
          </a:p>
        </p:txBody>
      </p:sp>
    </p:spTree>
    <p:extLst>
      <p:ext uri="{BB962C8B-B14F-4D97-AF65-F5344CB8AC3E}">
        <p14:creationId xmlns:p14="http://schemas.microsoft.com/office/powerpoint/2010/main" val="22186765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9D6F081-784A-4991-BCBF-2133F78E68D0}"/>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67ECD3C-6193-4117-AE84-4BF50FBF9195}"/>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3  Unified modeling framework</a:t>
            </a:r>
          </a:p>
        </p:txBody>
      </p:sp>
      <p:sp>
        <p:nvSpPr>
          <p:cNvPr id="16" name="TextBox 15">
            <a:extLst xmlns:a="http://schemas.openxmlformats.org/drawingml/2006/main">
              <a:ext uri="{FF2B5EF4-FFF2-40B4-BE49-F238E27FC236}">
                <a16:creationId xmlns:a16="http://schemas.microsoft.com/office/drawing/2014/main" id="{A3278A7F-6256-4525-85B9-6FE459A6C7BD}"/>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17" name="TextBox 16">
            <a:extLst xmlns:a="http://schemas.openxmlformats.org/drawingml/2006/main">
              <a:ext uri="{FF2B5EF4-FFF2-40B4-BE49-F238E27FC236}">
                <a16:creationId xmlns:a16="http://schemas.microsoft.com/office/drawing/2014/main" id="{181B37D9-51F1-426D-9521-4576BC43F37B}"/>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3/10</a:t>
            </a:r>
          </a:p>
        </p:txBody>
      </p:sp>
      <p:sp>
        <p:nvSpPr>
          <p:cNvPr id="18" name="revision-text-1">
            <a:extLst xmlns:a="http://schemas.openxmlformats.org/drawingml/2006/main">
              <a:ext uri="{FF2B5EF4-FFF2-40B4-BE49-F238E27FC236}">
                <a16:creationId xmlns:a16="http://schemas.microsoft.com/office/drawing/2014/main" id="{77EF01E7-ED36-4940-9D7A-C874BCAC58F3}"/>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73" b="0">
                <a:solidFill>
                  <a:srgbClr val="152C40"/>
                </a:solidFill>
                <a:latin typeface="微软雅黑"/>
                <a:ea typeface="微软雅黑"/>
                <a:cs typeface="微软雅黑"/>
              </a:defRPr>
            </a:pPr>
            <a:r>
              <a:rPr sz="1673" b="0">
                <a:solidFill>
                  <a:srgbClr val="152C40"/>
                </a:solidFill>
                <a:latin typeface="微软雅黑"/>
                <a:ea typeface="微软雅黑"/>
                <a:cs typeface="微软雅黑"/>
              </a:rPr>
              <a:t>Model the execution objects as resources, the task process as a workflow, and operating rules as constraints.</a:t>
            </a:r>
          </a:p>
        </p:txBody>
      </p:sp>
      <p:sp>
        <p:nvSpPr>
          <p:cNvPr id="19" name="diagram-box-2">
            <a:extLst xmlns:a="http://schemas.openxmlformats.org/drawingml/2006/main">
              <a:ext uri="{FF2B5EF4-FFF2-40B4-BE49-F238E27FC236}">
                <a16:creationId xmlns:a16="http://schemas.microsoft.com/office/drawing/2014/main" id="{1897B3F5-9565-4629-86A9-799FE42F9E34}"/>
              </a:ext>
            </a:extLst>
          </p:cNvPr>
          <p:cNvSpPr>
            <a:spLocks xmlns:a="http://schemas.openxmlformats.org/drawingml/2006/main" noGrp="1"/>
          </p:cNvSpPr>
          <p:nvPr/>
        </p:nvSpPr>
        <p:spPr>
          <a:xfrm xmlns:a="http://schemas.openxmlformats.org/drawingml/2006/main">
            <a:off x="571500" y="1495425"/>
            <a:ext cx="11049000" cy="304800"/>
          </a:xfrm>
          <a:prstGeom xmlns:a="http://schemas.openxmlformats.org/drawingml/2006/main" prst="rect">
            <a:avLst/>
          </a:prstGeom>
          <a:solidFill xmlns:a="http://schemas.openxmlformats.org/drawingml/2006/main">
            <a:srgbClr val="F8F9FA"/>
          </a:solidFill>
          <a:ln xmlns:a="http://schemas.openxmlformats.org/drawingml/2006/main" w="9525">
            <a:solidFill>
              <a:srgbClr val="6F7B83"/>
            </a:solidFill>
          </a:ln>
        </p:spPr>
      </p:sp>
      <p:sp>
        <p:nvSpPr>
          <p:cNvPr id="20" name="revision-text-3">
            <a:extLst xmlns:a="http://schemas.openxmlformats.org/drawingml/2006/main">
              <a:ext uri="{FF2B5EF4-FFF2-40B4-BE49-F238E27FC236}">
                <a16:creationId xmlns:a16="http://schemas.microsoft.com/office/drawing/2014/main" id="{51617FA3-D3CA-4D18-9FB0-C756AB016DDF}"/>
              </a:ext>
            </a:extLst>
          </p:cNvPr>
          <p:cNvSpPr>
            <a:spLocks xmlns:a="http://schemas.openxmlformats.org/drawingml/2006/main" noGrp="1"/>
          </p:cNvSpPr>
          <p:nvPr/>
        </p:nvSpPr>
        <p:spPr>
          <a:xfrm xmlns:a="http://schemas.openxmlformats.org/drawingml/2006/main">
            <a:off x="609600" y="1533525"/>
            <a:ext cx="10972800"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1">
                <a:solidFill>
                  <a:srgbClr val="152C40"/>
                </a:solidFill>
                <a:latin typeface="微软雅黑"/>
                <a:ea typeface="微软雅黑"/>
                <a:cs typeface="微软雅黑"/>
              </a:defRPr>
            </a:pPr>
            <a:r>
              <a:rPr sz="1350" b="1">
                <a:solidFill>
                  <a:srgbClr val="152C40"/>
                </a:solidFill>
                <a:latin typeface="微软雅黑"/>
                <a:ea typeface="微软雅黑"/>
                <a:cs typeface="微软雅黑"/>
              </a:rPr>
              <a:t>Cross-layer protocol Π: control signals, data types, port relations, and execution feedback</a:t>
            </a:r>
          </a:p>
        </p:txBody>
      </p:sp>
      <p:sp>
        <p:nvSpPr>
          <p:cNvPr id="21" name="diagram-box-4">
            <a:extLst xmlns:a="http://schemas.openxmlformats.org/drawingml/2006/main">
              <a:ext uri="{FF2B5EF4-FFF2-40B4-BE49-F238E27FC236}">
                <a16:creationId xmlns:a16="http://schemas.microsoft.com/office/drawing/2014/main" id="{3F6C38F4-B19A-4EE7-B4D0-AB2F1CFEA384}"/>
              </a:ext>
            </a:extLst>
          </p:cNvPr>
          <p:cNvSpPr>
            <a:spLocks xmlns:a="http://schemas.openxmlformats.org/drawingml/2006/main" noGrp="1"/>
          </p:cNvSpPr>
          <p:nvPr/>
        </p:nvSpPr>
        <p:spPr>
          <a:xfrm xmlns:a="http://schemas.openxmlformats.org/drawingml/2006/main">
            <a:off x="571500" y="1952625"/>
            <a:ext cx="4238625" cy="2381250"/>
          </a:xfrm>
          <a:prstGeom xmlns:a="http://schemas.openxmlformats.org/drawingml/2006/main" prst="rect">
            <a:avLst/>
          </a:prstGeom>
          <a:solidFill xmlns:a="http://schemas.openxmlformats.org/drawingml/2006/main">
            <a:srgbClr val="FAF8FC"/>
          </a:solidFill>
          <a:ln xmlns:a="http://schemas.openxmlformats.org/drawingml/2006/main" w="9525">
            <a:solidFill>
              <a:srgbClr val="9A83BB"/>
            </a:solidFill>
          </a:ln>
        </p:spPr>
      </p:sp>
      <p:sp>
        <p:nvSpPr>
          <p:cNvPr id="22" name="diagram-box-5">
            <a:extLst xmlns:a="http://schemas.openxmlformats.org/drawingml/2006/main">
              <a:ext uri="{FF2B5EF4-FFF2-40B4-BE49-F238E27FC236}">
                <a16:creationId xmlns:a16="http://schemas.microsoft.com/office/drawing/2014/main" id="{8854C93C-5EBD-4800-B68C-F11F8B487B1E}"/>
              </a:ext>
            </a:extLst>
          </p:cNvPr>
          <p:cNvSpPr>
            <a:spLocks xmlns:a="http://schemas.openxmlformats.org/drawingml/2006/main" noGrp="1"/>
          </p:cNvSpPr>
          <p:nvPr/>
        </p:nvSpPr>
        <p:spPr>
          <a:xfrm xmlns:a="http://schemas.openxmlformats.org/drawingml/2006/main">
            <a:off x="571500" y="1952625"/>
            <a:ext cx="4238625" cy="304800"/>
          </a:xfrm>
          <a:prstGeom xmlns:a="http://schemas.openxmlformats.org/drawingml/2006/main" prst="rect">
            <a:avLst/>
          </a:prstGeom>
          <a:solidFill xmlns:a="http://schemas.openxmlformats.org/drawingml/2006/main">
            <a:srgbClr val="EEE9F2"/>
          </a:solidFill>
          <a:ln xmlns:a="http://schemas.openxmlformats.org/drawingml/2006/main" w="9525">
            <a:solidFill>
              <a:srgbClr val="9A83BB"/>
            </a:solidFill>
          </a:ln>
        </p:spPr>
      </p:sp>
      <p:sp>
        <p:nvSpPr>
          <p:cNvPr id="23" name="revision-text-6">
            <a:extLst xmlns:a="http://schemas.openxmlformats.org/drawingml/2006/main">
              <a:ext uri="{FF2B5EF4-FFF2-40B4-BE49-F238E27FC236}">
                <a16:creationId xmlns:a16="http://schemas.microsoft.com/office/drawing/2014/main" id="{3028F264-A5C4-4506-BF01-285E0132691E}"/>
              </a:ext>
            </a:extLst>
          </p:cNvPr>
          <p:cNvSpPr>
            <a:spLocks xmlns:a="http://schemas.openxmlformats.org/drawingml/2006/main" noGrp="1"/>
          </p:cNvSpPr>
          <p:nvPr/>
        </p:nvSpPr>
        <p:spPr>
          <a:xfrm xmlns:a="http://schemas.openxmlformats.org/drawingml/2006/main">
            <a:off x="647700" y="1981200"/>
            <a:ext cx="4086225"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Workflow layer</a:t>
            </a:r>
          </a:p>
        </p:txBody>
      </p:sp>
      <p:sp>
        <p:nvSpPr>
          <p:cNvPr id="24" name="diagram-box-7">
            <a:extLst xmlns:a="http://schemas.openxmlformats.org/drawingml/2006/main">
              <a:ext uri="{FF2B5EF4-FFF2-40B4-BE49-F238E27FC236}">
                <a16:creationId xmlns:a16="http://schemas.microsoft.com/office/drawing/2014/main" id="{6724538C-1CB2-4049-A1FE-E09059ACF746}"/>
              </a:ext>
            </a:extLst>
          </p:cNvPr>
          <p:cNvSpPr>
            <a:spLocks xmlns:a="http://schemas.openxmlformats.org/drawingml/2006/main" noGrp="1"/>
          </p:cNvSpPr>
          <p:nvPr/>
        </p:nvSpPr>
        <p:spPr>
          <a:xfrm xmlns:a="http://schemas.openxmlformats.org/drawingml/2006/main">
            <a:off x="762000" y="2428875"/>
            <a:ext cx="9810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9A83BB"/>
            </a:solidFill>
          </a:ln>
        </p:spPr>
      </p:sp>
      <p:sp>
        <p:nvSpPr>
          <p:cNvPr id="25" name="revision-text-8">
            <a:extLst xmlns:a="http://schemas.openxmlformats.org/drawingml/2006/main">
              <a:ext uri="{FF2B5EF4-FFF2-40B4-BE49-F238E27FC236}">
                <a16:creationId xmlns:a16="http://schemas.microsoft.com/office/drawing/2014/main" id="{38BC8601-AA30-4FB2-B943-AAEB597D952B}"/>
              </a:ext>
            </a:extLst>
          </p:cNvPr>
          <p:cNvSpPr>
            <a:spLocks xmlns:a="http://schemas.openxmlformats.org/drawingml/2006/main" noGrp="1"/>
          </p:cNvSpPr>
          <p:nvPr/>
        </p:nvSpPr>
        <p:spPr>
          <a:xfrm xmlns:a="http://schemas.openxmlformats.org/drawingml/2006/main">
            <a:off x="762000" y="2476500"/>
            <a:ext cx="98107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095" b="0">
                <a:solidFill>
                  <a:srgbClr val="111111"/>
                </a:solidFill>
                <a:latin typeface="微软雅黑"/>
                <a:ea typeface="微软雅黑"/>
                <a:cs typeface="微软雅黑"/>
              </a:defRPr>
            </a:pPr>
            <a:r>
              <a:rPr sz="1095" b="0">
                <a:solidFill>
                  <a:srgbClr val="111111"/>
                </a:solidFill>
                <a:latin typeface="微软雅黑"/>
                <a:ea typeface="微软雅黑"/>
                <a:cs typeface="微软雅黑"/>
              </a:rPr>
              <a:t>Previous node</a:t>
            </a:r>
          </a:p>
        </p:txBody>
      </p:sp>
      <p:sp>
        <p:nvSpPr>
          <p:cNvPr id="26" name="diagram-box-9">
            <a:extLst xmlns:a="http://schemas.openxmlformats.org/drawingml/2006/main">
              <a:ext uri="{FF2B5EF4-FFF2-40B4-BE49-F238E27FC236}">
                <a16:creationId xmlns:a16="http://schemas.microsoft.com/office/drawing/2014/main" id="{E2A5F9CA-F2D5-4868-BA8A-233192621EFB}"/>
              </a:ext>
            </a:extLst>
          </p:cNvPr>
          <p:cNvSpPr>
            <a:spLocks xmlns:a="http://schemas.openxmlformats.org/drawingml/2006/main" noGrp="1"/>
          </p:cNvSpPr>
          <p:nvPr/>
        </p:nvSpPr>
        <p:spPr>
          <a:xfrm xmlns:a="http://schemas.openxmlformats.org/drawingml/2006/main">
            <a:off x="2200275" y="2428875"/>
            <a:ext cx="9810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9A83BB"/>
            </a:solidFill>
          </a:ln>
        </p:spPr>
      </p:sp>
      <p:sp>
        <p:nvSpPr>
          <p:cNvPr id="27" name="revision-text-10">
            <a:extLst xmlns:a="http://schemas.openxmlformats.org/drawingml/2006/main">
              <a:ext uri="{FF2B5EF4-FFF2-40B4-BE49-F238E27FC236}">
                <a16:creationId xmlns:a16="http://schemas.microsoft.com/office/drawing/2014/main" id="{37963C01-6DF7-4C57-A391-4B9CB9C0DC1D}"/>
              </a:ext>
            </a:extLst>
          </p:cNvPr>
          <p:cNvSpPr>
            <a:spLocks xmlns:a="http://schemas.openxmlformats.org/drawingml/2006/main" noGrp="1"/>
          </p:cNvSpPr>
          <p:nvPr/>
        </p:nvSpPr>
        <p:spPr>
          <a:xfrm xmlns:a="http://schemas.openxmlformats.org/drawingml/2006/main">
            <a:off x="2200275" y="2476500"/>
            <a:ext cx="98107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68" b="1">
                <a:solidFill>
                  <a:srgbClr val="111111"/>
                </a:solidFill>
                <a:latin typeface="微软雅黑"/>
                <a:ea typeface="微软雅黑"/>
                <a:cs typeface="微软雅黑"/>
              </a:defRPr>
            </a:pPr>
            <a:r>
              <a:rPr sz="968" b="1">
                <a:solidFill>
                  <a:srgbClr val="111111"/>
                </a:solidFill>
                <a:latin typeface="微软雅黑"/>
                <a:ea typeface="微软雅黑"/>
                <a:cs typeface="微软雅黑"/>
              </a:rPr>
              <a:t>Execution node</a:t>
            </a:r>
          </a:p>
        </p:txBody>
      </p:sp>
      <p:sp>
        <p:nvSpPr>
          <p:cNvPr id="28" name="diagram-box-11">
            <a:extLst xmlns:a="http://schemas.openxmlformats.org/drawingml/2006/main">
              <a:ext uri="{FF2B5EF4-FFF2-40B4-BE49-F238E27FC236}">
                <a16:creationId xmlns:a16="http://schemas.microsoft.com/office/drawing/2014/main" id="{E9CFB603-5ED8-4796-BAD8-A36185E4EF5C}"/>
              </a:ext>
            </a:extLst>
          </p:cNvPr>
          <p:cNvSpPr>
            <a:spLocks xmlns:a="http://schemas.openxmlformats.org/drawingml/2006/main" noGrp="1"/>
          </p:cNvSpPr>
          <p:nvPr/>
        </p:nvSpPr>
        <p:spPr>
          <a:xfrm xmlns:a="http://schemas.openxmlformats.org/drawingml/2006/main">
            <a:off x="3638550" y="2428875"/>
            <a:ext cx="9810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9A83BB"/>
            </a:solidFill>
          </a:ln>
        </p:spPr>
      </p:sp>
      <p:sp>
        <p:nvSpPr>
          <p:cNvPr id="29" name="revision-text-12">
            <a:extLst xmlns:a="http://schemas.openxmlformats.org/drawingml/2006/main">
              <a:ext uri="{FF2B5EF4-FFF2-40B4-BE49-F238E27FC236}">
                <a16:creationId xmlns:a16="http://schemas.microsoft.com/office/drawing/2014/main" id="{780951D3-90AE-45EB-A732-9A58E82C4333}"/>
              </a:ext>
            </a:extLst>
          </p:cNvPr>
          <p:cNvSpPr>
            <a:spLocks xmlns:a="http://schemas.openxmlformats.org/drawingml/2006/main" noGrp="1"/>
          </p:cNvSpPr>
          <p:nvPr/>
        </p:nvSpPr>
        <p:spPr>
          <a:xfrm xmlns:a="http://schemas.openxmlformats.org/drawingml/2006/main">
            <a:off x="3638550" y="2476500"/>
            <a:ext cx="98107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111111"/>
                </a:solidFill>
                <a:latin typeface="微软雅黑"/>
                <a:ea typeface="微软雅黑"/>
                <a:cs typeface="微软雅黑"/>
              </a:defRPr>
            </a:pPr>
            <a:r>
              <a:rPr sz="1200" b="0">
                <a:solidFill>
                  <a:srgbClr val="111111"/>
                </a:solidFill>
                <a:latin typeface="微软雅黑"/>
                <a:ea typeface="微软雅黑"/>
                <a:cs typeface="微软雅黑"/>
              </a:rPr>
              <a:t>Next node</a:t>
            </a:r>
          </a:p>
        </p:txBody>
      </p:sp>
      <p:sp>
        <p:nvSpPr>
          <p:cNvPr id="30" name="diagram-line-13">
            <a:extLst xmlns:a="http://schemas.openxmlformats.org/drawingml/2006/main">
              <a:ext uri="{FF2B5EF4-FFF2-40B4-BE49-F238E27FC236}">
                <a16:creationId xmlns:a16="http://schemas.microsoft.com/office/drawing/2014/main" id="{10F0A25E-402E-4101-9147-874290E15259}"/>
              </a:ext>
            </a:extLst>
          </p:cNvPr>
          <p:cNvSpPr>
            <a:spLocks xmlns:a="http://schemas.openxmlformats.org/drawingml/2006/main" noGrp="1"/>
          </p:cNvSpPr>
          <p:nvPr/>
        </p:nvSpPr>
        <p:spPr>
          <a:xfrm xmlns:a="http://schemas.openxmlformats.org/drawingml/2006/main">
            <a:off x="1743075" y="2581275"/>
            <a:ext cx="457200" cy="191"/>
          </a:xfrm>
          <a:custGeom xmlns:a="http://schemas.openxmlformats.org/drawingml/2006/main">
            <a:pathLst>
              <a:path w="457200" h="191">
                <a:moveTo>
                  <a:pt x="0" y="0"/>
                </a:moveTo>
                <a:lnTo>
                  <a:pt x="457200" y="0"/>
                </a:lnTo>
              </a:path>
            </a:pathLst>
          </a:custGeom>
          <a:noFill xmlns:a="http://schemas.openxmlformats.org/drawingml/2006/main"/>
          <a:ln xmlns:a="http://schemas.openxmlformats.org/drawingml/2006/main" w="14288">
            <a:solidFill>
              <a:srgbClr val="9A83BB"/>
            </a:solidFill>
          </a:ln>
        </p:spPr>
      </p:sp>
      <p:sp>
        <p:nvSpPr>
          <p:cNvPr id="31" name="diagram-poly-14">
            <a:extLst xmlns:a="http://schemas.openxmlformats.org/drawingml/2006/main">
              <a:ext uri="{FF2B5EF4-FFF2-40B4-BE49-F238E27FC236}">
                <a16:creationId xmlns:a16="http://schemas.microsoft.com/office/drawing/2014/main" id="{138CB8B0-5D7B-4100-B33D-89737E8BEA8F}"/>
              </a:ext>
            </a:extLst>
          </p:cNvPr>
          <p:cNvSpPr>
            <a:spLocks xmlns:a="http://schemas.openxmlformats.org/drawingml/2006/main" noGrp="1"/>
          </p:cNvSpPr>
          <p:nvPr/>
        </p:nvSpPr>
        <p:spPr>
          <a:xfrm xmlns:a="http://schemas.openxmlformats.org/drawingml/2006/main">
            <a:off x="2133600" y="2551748"/>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9A83BB"/>
          </a:solidFill>
          <a:ln xmlns:a="http://schemas.openxmlformats.org/drawingml/2006/main" w="953">
            <a:solidFill>
              <a:srgbClr val="9A83BB"/>
            </a:solidFill>
          </a:ln>
        </p:spPr>
      </p:sp>
      <p:sp>
        <p:nvSpPr>
          <p:cNvPr id="32" name="diagram-line-15">
            <a:extLst xmlns:a="http://schemas.openxmlformats.org/drawingml/2006/main">
              <a:ext uri="{FF2B5EF4-FFF2-40B4-BE49-F238E27FC236}">
                <a16:creationId xmlns:a16="http://schemas.microsoft.com/office/drawing/2014/main" id="{66370292-8605-4BA8-8BCA-14F8E0E1FB9E}"/>
              </a:ext>
            </a:extLst>
          </p:cNvPr>
          <p:cNvSpPr>
            <a:spLocks xmlns:a="http://schemas.openxmlformats.org/drawingml/2006/main" noGrp="1"/>
          </p:cNvSpPr>
          <p:nvPr/>
        </p:nvSpPr>
        <p:spPr>
          <a:xfrm xmlns:a="http://schemas.openxmlformats.org/drawingml/2006/main">
            <a:off x="3181350" y="2581275"/>
            <a:ext cx="457200" cy="191"/>
          </a:xfrm>
          <a:custGeom xmlns:a="http://schemas.openxmlformats.org/drawingml/2006/main">
            <a:pathLst>
              <a:path w="457200" h="191">
                <a:moveTo>
                  <a:pt x="0" y="0"/>
                </a:moveTo>
                <a:lnTo>
                  <a:pt x="457200" y="0"/>
                </a:lnTo>
              </a:path>
            </a:pathLst>
          </a:custGeom>
          <a:noFill xmlns:a="http://schemas.openxmlformats.org/drawingml/2006/main"/>
          <a:ln xmlns:a="http://schemas.openxmlformats.org/drawingml/2006/main" w="14288">
            <a:solidFill>
              <a:srgbClr val="9A83BB"/>
            </a:solidFill>
          </a:ln>
        </p:spPr>
      </p:sp>
      <p:sp>
        <p:nvSpPr>
          <p:cNvPr id="33" name="diagram-poly-16">
            <a:extLst xmlns:a="http://schemas.openxmlformats.org/drawingml/2006/main">
              <a:ext uri="{FF2B5EF4-FFF2-40B4-BE49-F238E27FC236}">
                <a16:creationId xmlns:a16="http://schemas.microsoft.com/office/drawing/2014/main" id="{F7506B97-C41E-4E0F-8678-27CB479BC09D}"/>
              </a:ext>
            </a:extLst>
          </p:cNvPr>
          <p:cNvSpPr>
            <a:spLocks xmlns:a="http://schemas.openxmlformats.org/drawingml/2006/main" noGrp="1"/>
          </p:cNvSpPr>
          <p:nvPr/>
        </p:nvSpPr>
        <p:spPr>
          <a:xfrm xmlns:a="http://schemas.openxmlformats.org/drawingml/2006/main">
            <a:off x="3571875" y="2551748"/>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9A83BB"/>
          </a:solidFill>
          <a:ln xmlns:a="http://schemas.openxmlformats.org/drawingml/2006/main" w="953">
            <a:solidFill>
              <a:srgbClr val="9A83BB"/>
            </a:solidFill>
          </a:ln>
        </p:spPr>
      </p:sp>
      <p:sp>
        <p:nvSpPr>
          <p:cNvPr id="34" name="diagram-line-17">
            <a:extLst xmlns:a="http://schemas.openxmlformats.org/drawingml/2006/main">
              <a:ext uri="{FF2B5EF4-FFF2-40B4-BE49-F238E27FC236}">
                <a16:creationId xmlns:a16="http://schemas.microsoft.com/office/drawing/2014/main" id="{B50943AE-4BA1-4C33-AA77-F139BCD4B749}"/>
              </a:ext>
            </a:extLst>
          </p:cNvPr>
          <p:cNvSpPr>
            <a:spLocks xmlns:a="http://schemas.openxmlformats.org/drawingml/2006/main" noGrp="1"/>
          </p:cNvSpPr>
          <p:nvPr/>
        </p:nvSpPr>
        <p:spPr>
          <a:xfrm xmlns:a="http://schemas.openxmlformats.org/drawingml/2006/main">
            <a:off x="2686050" y="2733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9525">
            <a:solidFill>
              <a:srgbClr val="9A83BB"/>
            </a:solidFill>
          </a:ln>
        </p:spPr>
      </p:sp>
      <p:sp>
        <p:nvSpPr>
          <p:cNvPr id="35" name="diagram-line-18">
            <a:extLst xmlns:a="http://schemas.openxmlformats.org/drawingml/2006/main">
              <a:ext uri="{FF2B5EF4-FFF2-40B4-BE49-F238E27FC236}">
                <a16:creationId xmlns:a16="http://schemas.microsoft.com/office/drawing/2014/main" id="{94D4C479-6841-4D09-B405-B4E9E19687EE}"/>
              </a:ext>
            </a:extLst>
          </p:cNvPr>
          <p:cNvSpPr>
            <a:spLocks xmlns:a="http://schemas.openxmlformats.org/drawingml/2006/main" noGrp="1"/>
          </p:cNvSpPr>
          <p:nvPr/>
        </p:nvSpPr>
        <p:spPr>
          <a:xfrm xmlns:a="http://schemas.openxmlformats.org/drawingml/2006/main">
            <a:off x="2686050" y="2847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9525">
            <a:solidFill>
              <a:srgbClr val="9A83BB"/>
            </a:solidFill>
          </a:ln>
        </p:spPr>
      </p:sp>
      <p:sp>
        <p:nvSpPr>
          <p:cNvPr id="36" name="diagram-box-19">
            <a:extLst xmlns:a="http://schemas.openxmlformats.org/drawingml/2006/main">
              <a:ext uri="{FF2B5EF4-FFF2-40B4-BE49-F238E27FC236}">
                <a16:creationId xmlns:a16="http://schemas.microsoft.com/office/drawing/2014/main" id="{F37F006B-BBD0-4E64-B613-7894BED042E9}"/>
              </a:ext>
            </a:extLst>
          </p:cNvPr>
          <p:cNvSpPr>
            <a:spLocks xmlns:a="http://schemas.openxmlformats.org/drawingml/2006/main" noGrp="1"/>
          </p:cNvSpPr>
          <p:nvPr/>
        </p:nvSpPr>
        <p:spPr>
          <a:xfrm xmlns:a="http://schemas.openxmlformats.org/drawingml/2006/main">
            <a:off x="762000" y="2943225"/>
            <a:ext cx="3857625" cy="1219200"/>
          </a:xfrm>
          <a:prstGeom xmlns:a="http://schemas.openxmlformats.org/drawingml/2006/main" prst="rect">
            <a:avLst/>
          </a:prstGeom>
          <a:solidFill xmlns:a="http://schemas.openxmlformats.org/drawingml/2006/main">
            <a:srgbClr val="FFFFFF"/>
          </a:solidFill>
          <a:ln xmlns:a="http://schemas.openxmlformats.org/drawingml/2006/main" w="9525">
            <a:solidFill>
              <a:srgbClr val="9A83BB"/>
            </a:solidFill>
          </a:ln>
        </p:spPr>
      </p:sp>
      <p:sp>
        <p:nvSpPr>
          <p:cNvPr id="37" name="revision-text-20">
            <a:extLst xmlns:a="http://schemas.openxmlformats.org/drawingml/2006/main">
              <a:ext uri="{FF2B5EF4-FFF2-40B4-BE49-F238E27FC236}">
                <a16:creationId xmlns:a16="http://schemas.microsoft.com/office/drawing/2014/main" id="{FEB254B5-832D-4C2C-9CA4-DA556E26B23A}"/>
              </a:ext>
            </a:extLst>
          </p:cNvPr>
          <p:cNvSpPr>
            <a:spLocks xmlns:a="http://schemas.openxmlformats.org/drawingml/2006/main" noGrp="1"/>
          </p:cNvSpPr>
          <p:nvPr/>
        </p:nvSpPr>
        <p:spPr>
          <a:xfrm xmlns:a="http://schemas.openxmlformats.org/drawingml/2006/main">
            <a:off x="809625" y="2971800"/>
            <a:ext cx="37623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1">
                <a:solidFill>
                  <a:srgbClr val="111111"/>
                </a:solidFill>
                <a:latin typeface="微软雅黑"/>
                <a:ea typeface="微软雅黑"/>
                <a:cs typeface="微软雅黑"/>
              </a:defRPr>
            </a:pPr>
            <a:r>
              <a:rPr sz="1350" b="1">
                <a:solidFill>
                  <a:srgbClr val="111111"/>
                </a:solidFill>
                <a:latin typeface="微软雅黑"/>
                <a:ea typeface="微软雅黑"/>
                <a:cs typeface="微软雅黑"/>
              </a:rPr>
              <a:t>Workflow node</a:t>
            </a:r>
          </a:p>
        </p:txBody>
      </p:sp>
      <p:sp>
        <p:nvSpPr>
          <p:cNvPr id="38" name="diagram-box-21">
            <a:extLst xmlns:a="http://schemas.openxmlformats.org/drawingml/2006/main">
              <a:ext uri="{FF2B5EF4-FFF2-40B4-BE49-F238E27FC236}">
                <a16:creationId xmlns:a16="http://schemas.microsoft.com/office/drawing/2014/main" id="{CA5A2B88-38BF-4079-9412-FE1A092D112F}"/>
              </a:ext>
            </a:extLst>
          </p:cNvPr>
          <p:cNvSpPr>
            <a:spLocks xmlns:a="http://schemas.openxmlformats.org/drawingml/2006/main" noGrp="1"/>
          </p:cNvSpPr>
          <p:nvPr/>
        </p:nvSpPr>
        <p:spPr>
          <a:xfrm xmlns:a="http://schemas.openxmlformats.org/drawingml/2006/main">
            <a:off x="857250" y="3238500"/>
            <a:ext cx="1781175" cy="381000"/>
          </a:xfrm>
          <a:prstGeom xmlns:a="http://schemas.openxmlformats.org/drawingml/2006/main" prst="rect">
            <a:avLst/>
          </a:prstGeom>
          <a:solidFill xmlns:a="http://schemas.openxmlformats.org/drawingml/2006/main">
            <a:srgbClr val="FAF8FC"/>
          </a:solidFill>
          <a:ln xmlns:a="http://schemas.openxmlformats.org/drawingml/2006/main" w="9525">
            <a:solidFill>
              <a:srgbClr val="C7BBD8"/>
            </a:solidFill>
          </a:ln>
        </p:spPr>
      </p:sp>
      <p:sp>
        <p:nvSpPr>
          <p:cNvPr id="39" name="revision-text-22">
            <a:extLst xmlns:a="http://schemas.openxmlformats.org/drawingml/2006/main">
              <a:ext uri="{FF2B5EF4-FFF2-40B4-BE49-F238E27FC236}">
                <a16:creationId xmlns:a16="http://schemas.microsoft.com/office/drawing/2014/main" id="{E5D3BF54-9DA5-4439-9553-6B29AF026A42}"/>
              </a:ext>
            </a:extLst>
          </p:cNvPr>
          <p:cNvSpPr>
            <a:spLocks xmlns:a="http://schemas.openxmlformats.org/drawingml/2006/main" noGrp="1"/>
          </p:cNvSpPr>
          <p:nvPr/>
        </p:nvSpPr>
        <p:spPr>
          <a:xfrm xmlns:a="http://schemas.openxmlformats.org/drawingml/2006/main">
            <a:off x="904875" y="3267075"/>
            <a:ext cx="16859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1">
                <a:solidFill>
                  <a:srgbClr val="111111"/>
                </a:solidFill>
                <a:latin typeface="微软雅黑"/>
                <a:ea typeface="微软雅黑"/>
                <a:cs typeface="微软雅黑"/>
              </a:defRPr>
            </a:pPr>
            <a:r>
              <a:rPr sz="1200" b="1">
                <a:solidFill>
                  <a:srgbClr val="111111"/>
                </a:solidFill>
                <a:latin typeface="微软雅黑"/>
                <a:ea typeface="微软雅黑"/>
                <a:cs typeface="微软雅黑"/>
              </a:rPr>
              <a:t>Variable space</a:t>
            </a:r>
          </a:p>
        </p:txBody>
      </p:sp>
      <p:sp>
        <p:nvSpPr>
          <p:cNvPr id="40" name="revision-text-23">
            <a:extLst xmlns:a="http://schemas.openxmlformats.org/drawingml/2006/main">
              <a:ext uri="{FF2B5EF4-FFF2-40B4-BE49-F238E27FC236}">
                <a16:creationId xmlns:a16="http://schemas.microsoft.com/office/drawing/2014/main" id="{E879A34E-C0BB-4BE1-A20D-A9EC1712542A}"/>
              </a:ext>
            </a:extLst>
          </p:cNvPr>
          <p:cNvSpPr>
            <a:spLocks xmlns:a="http://schemas.openxmlformats.org/drawingml/2006/main" noGrp="1"/>
          </p:cNvSpPr>
          <p:nvPr/>
        </p:nvSpPr>
        <p:spPr>
          <a:xfrm xmlns:a="http://schemas.openxmlformats.org/drawingml/2006/main">
            <a:off x="914400" y="3429000"/>
            <a:ext cx="1666875" cy="1885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00" b="0">
                <a:solidFill>
                  <a:srgbClr val="111111"/>
                </a:solidFill>
                <a:latin typeface="微软雅黑"/>
                <a:ea typeface="微软雅黑"/>
                <a:cs typeface="微软雅黑"/>
              </a:defRPr>
            </a:pPr>
            <a:r>
              <a:rPr sz="900" b="0">
                <a:solidFill>
                  <a:srgbClr val="111111"/>
                </a:solidFill>
                <a:latin typeface="微软雅黑"/>
                <a:ea typeface="微软雅黑"/>
                <a:cs typeface="微软雅黑"/>
              </a:rPr>
              <a:t>Task variables / Attribute links</a:t>
            </a:r>
          </a:p>
        </p:txBody>
      </p:sp>
      <p:sp>
        <p:nvSpPr>
          <p:cNvPr id="41" name="diagram-box-24">
            <a:extLst xmlns:a="http://schemas.openxmlformats.org/drawingml/2006/main">
              <a:ext uri="{FF2B5EF4-FFF2-40B4-BE49-F238E27FC236}">
                <a16:creationId xmlns:a16="http://schemas.microsoft.com/office/drawing/2014/main" id="{A92109D6-9FF1-4733-9953-8C2FC7A9A115}"/>
              </a:ext>
            </a:extLst>
          </p:cNvPr>
          <p:cNvSpPr>
            <a:spLocks xmlns:a="http://schemas.openxmlformats.org/drawingml/2006/main" noGrp="1"/>
          </p:cNvSpPr>
          <p:nvPr/>
        </p:nvSpPr>
        <p:spPr>
          <a:xfrm xmlns:a="http://schemas.openxmlformats.org/drawingml/2006/main">
            <a:off x="2743200" y="3238500"/>
            <a:ext cx="1781175" cy="381000"/>
          </a:xfrm>
          <a:prstGeom xmlns:a="http://schemas.openxmlformats.org/drawingml/2006/main" prst="rect">
            <a:avLst/>
          </a:prstGeom>
          <a:solidFill xmlns:a="http://schemas.openxmlformats.org/drawingml/2006/main">
            <a:srgbClr val="FAF8FC"/>
          </a:solidFill>
          <a:ln xmlns:a="http://schemas.openxmlformats.org/drawingml/2006/main" w="9525">
            <a:solidFill>
              <a:srgbClr val="C7BBD8"/>
            </a:solidFill>
          </a:ln>
        </p:spPr>
      </p:sp>
      <p:sp>
        <p:nvSpPr>
          <p:cNvPr id="42" name="revision-text-25">
            <a:extLst xmlns:a="http://schemas.openxmlformats.org/drawingml/2006/main">
              <a:ext uri="{FF2B5EF4-FFF2-40B4-BE49-F238E27FC236}">
                <a16:creationId xmlns:a16="http://schemas.microsoft.com/office/drawing/2014/main" id="{38ACE0EA-CE5C-4A57-9AD1-12904A605A76}"/>
              </a:ext>
            </a:extLst>
          </p:cNvPr>
          <p:cNvSpPr>
            <a:spLocks xmlns:a="http://schemas.openxmlformats.org/drawingml/2006/main" noGrp="1"/>
          </p:cNvSpPr>
          <p:nvPr/>
        </p:nvSpPr>
        <p:spPr>
          <a:xfrm xmlns:a="http://schemas.openxmlformats.org/drawingml/2006/main">
            <a:off x="2790825" y="3267075"/>
            <a:ext cx="16859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1">
                <a:solidFill>
                  <a:srgbClr val="111111"/>
                </a:solidFill>
                <a:latin typeface="微软雅黑"/>
                <a:ea typeface="微软雅黑"/>
                <a:cs typeface="微软雅黑"/>
              </a:defRPr>
            </a:pPr>
            <a:r>
              <a:rPr sz="1200" b="1">
                <a:solidFill>
                  <a:srgbClr val="111111"/>
                </a:solidFill>
                <a:latin typeface="微软雅黑"/>
                <a:ea typeface="微软雅黑"/>
                <a:cs typeface="微软雅黑"/>
              </a:rPr>
              <a:t>Node lifecycle</a:t>
            </a:r>
          </a:p>
        </p:txBody>
      </p:sp>
      <p:sp>
        <p:nvSpPr>
          <p:cNvPr id="43" name="revision-text-26">
            <a:extLst xmlns:a="http://schemas.openxmlformats.org/drawingml/2006/main">
              <a:ext uri="{FF2B5EF4-FFF2-40B4-BE49-F238E27FC236}">
                <a16:creationId xmlns:a16="http://schemas.microsoft.com/office/drawing/2014/main" id="{3AA2DD89-3A04-4739-BFED-DC64A3F78C6B}"/>
              </a:ext>
            </a:extLst>
          </p:cNvPr>
          <p:cNvSpPr>
            <a:spLocks xmlns:a="http://schemas.openxmlformats.org/drawingml/2006/main" noGrp="1"/>
          </p:cNvSpPr>
          <p:nvPr/>
        </p:nvSpPr>
        <p:spPr>
          <a:xfrm xmlns:a="http://schemas.openxmlformats.org/drawingml/2006/main">
            <a:off x="2800350" y="3429000"/>
            <a:ext cx="1666875" cy="1885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93" b="0">
                <a:solidFill>
                  <a:srgbClr val="111111"/>
                </a:solidFill>
                <a:latin typeface="微软雅黑"/>
                <a:ea typeface="微软雅黑"/>
                <a:cs typeface="微软雅黑"/>
              </a:defRPr>
            </a:pPr>
            <a:r>
              <a:rPr sz="893" b="0">
                <a:solidFill>
                  <a:srgbClr val="111111"/>
                </a:solidFill>
                <a:latin typeface="微软雅黑"/>
                <a:ea typeface="微软雅黑"/>
                <a:cs typeface="微软雅黑"/>
              </a:rPr>
              <a:t>Execution phase and outcome</a:t>
            </a:r>
          </a:p>
        </p:txBody>
      </p:sp>
      <p:sp>
        <p:nvSpPr>
          <p:cNvPr id="44" name="diagram-box-27">
            <a:extLst xmlns:a="http://schemas.openxmlformats.org/drawingml/2006/main">
              <a:ext uri="{FF2B5EF4-FFF2-40B4-BE49-F238E27FC236}">
                <a16:creationId xmlns:a16="http://schemas.microsoft.com/office/drawing/2014/main" id="{8CBC8F52-BA65-4CD4-BEE0-3B0E975C7082}"/>
              </a:ext>
            </a:extLst>
          </p:cNvPr>
          <p:cNvSpPr>
            <a:spLocks xmlns:a="http://schemas.openxmlformats.org/drawingml/2006/main" noGrp="1"/>
          </p:cNvSpPr>
          <p:nvPr/>
        </p:nvSpPr>
        <p:spPr>
          <a:xfrm xmlns:a="http://schemas.openxmlformats.org/drawingml/2006/main">
            <a:off x="857250" y="3695700"/>
            <a:ext cx="1781175" cy="381000"/>
          </a:xfrm>
          <a:prstGeom xmlns:a="http://schemas.openxmlformats.org/drawingml/2006/main" prst="rect">
            <a:avLst/>
          </a:prstGeom>
          <a:solidFill xmlns:a="http://schemas.openxmlformats.org/drawingml/2006/main">
            <a:srgbClr val="FAF8FC"/>
          </a:solidFill>
          <a:ln xmlns:a="http://schemas.openxmlformats.org/drawingml/2006/main" w="9525">
            <a:solidFill>
              <a:srgbClr val="C7BBD8"/>
            </a:solidFill>
          </a:ln>
        </p:spPr>
      </p:sp>
      <p:sp>
        <p:nvSpPr>
          <p:cNvPr id="45" name="revision-text-28">
            <a:extLst xmlns:a="http://schemas.openxmlformats.org/drawingml/2006/main">
              <a:ext uri="{FF2B5EF4-FFF2-40B4-BE49-F238E27FC236}">
                <a16:creationId xmlns:a16="http://schemas.microsoft.com/office/drawing/2014/main" id="{B33CB69A-02FA-45AA-A4DA-609C79EFBCD4}"/>
              </a:ext>
            </a:extLst>
          </p:cNvPr>
          <p:cNvSpPr>
            <a:spLocks xmlns:a="http://schemas.openxmlformats.org/drawingml/2006/main" noGrp="1"/>
          </p:cNvSpPr>
          <p:nvPr/>
        </p:nvSpPr>
        <p:spPr>
          <a:xfrm xmlns:a="http://schemas.openxmlformats.org/drawingml/2006/main">
            <a:off x="904875" y="3724275"/>
            <a:ext cx="16859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40" b="1">
                <a:solidFill>
                  <a:srgbClr val="111111"/>
                </a:solidFill>
                <a:latin typeface="微软雅黑"/>
                <a:ea typeface="微软雅黑"/>
                <a:cs typeface="微软雅黑"/>
              </a:defRPr>
            </a:pPr>
            <a:r>
              <a:rPr sz="840" b="1">
                <a:solidFill>
                  <a:srgbClr val="111111"/>
                </a:solidFill>
                <a:latin typeface="微软雅黑"/>
                <a:ea typeface="微软雅黑"/>
                <a:cs typeface="微软雅黑"/>
              </a:rPr>
              <a:t>Control interfaces / Data ports</a:t>
            </a:r>
          </a:p>
        </p:txBody>
      </p:sp>
      <p:sp>
        <p:nvSpPr>
          <p:cNvPr id="46" name="revision-text-29">
            <a:extLst xmlns:a="http://schemas.openxmlformats.org/drawingml/2006/main">
              <a:ext uri="{FF2B5EF4-FFF2-40B4-BE49-F238E27FC236}">
                <a16:creationId xmlns:a16="http://schemas.microsoft.com/office/drawing/2014/main" id="{6F7EF862-8D74-42F9-AA91-8E6BAF233E03}"/>
              </a:ext>
            </a:extLst>
          </p:cNvPr>
          <p:cNvSpPr>
            <a:spLocks xmlns:a="http://schemas.openxmlformats.org/drawingml/2006/main" noGrp="1"/>
          </p:cNvSpPr>
          <p:nvPr/>
        </p:nvSpPr>
        <p:spPr>
          <a:xfrm xmlns:a="http://schemas.openxmlformats.org/drawingml/2006/main">
            <a:off x="914400" y="3886200"/>
            <a:ext cx="1666875" cy="1885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55" b="0">
                <a:solidFill>
                  <a:srgbClr val="111111"/>
                </a:solidFill>
                <a:latin typeface="微软雅黑"/>
                <a:ea typeface="微软雅黑"/>
                <a:cs typeface="微软雅黑"/>
              </a:defRPr>
            </a:pPr>
            <a:r>
              <a:rPr sz="855" b="0">
                <a:solidFill>
                  <a:srgbClr val="111111"/>
                </a:solidFill>
                <a:latin typeface="微软雅黑"/>
                <a:ea typeface="微软雅黑"/>
                <a:cs typeface="微软雅黑"/>
              </a:rPr>
              <a:t>Signals / Input and output data</a:t>
            </a:r>
          </a:p>
        </p:txBody>
      </p:sp>
      <p:sp>
        <p:nvSpPr>
          <p:cNvPr id="47" name="diagram-box-30">
            <a:extLst xmlns:a="http://schemas.openxmlformats.org/drawingml/2006/main">
              <a:ext uri="{FF2B5EF4-FFF2-40B4-BE49-F238E27FC236}">
                <a16:creationId xmlns:a16="http://schemas.microsoft.com/office/drawing/2014/main" id="{E9278105-3020-4190-BED6-DBD73B8539AB}"/>
              </a:ext>
            </a:extLst>
          </p:cNvPr>
          <p:cNvSpPr>
            <a:spLocks xmlns:a="http://schemas.openxmlformats.org/drawingml/2006/main" noGrp="1"/>
          </p:cNvSpPr>
          <p:nvPr/>
        </p:nvSpPr>
        <p:spPr>
          <a:xfrm xmlns:a="http://schemas.openxmlformats.org/drawingml/2006/main">
            <a:off x="2743200" y="3695700"/>
            <a:ext cx="1781175" cy="381000"/>
          </a:xfrm>
          <a:prstGeom xmlns:a="http://schemas.openxmlformats.org/drawingml/2006/main" prst="rect">
            <a:avLst/>
          </a:prstGeom>
          <a:solidFill xmlns:a="http://schemas.openxmlformats.org/drawingml/2006/main">
            <a:srgbClr val="FAF8FC"/>
          </a:solidFill>
          <a:ln xmlns:a="http://schemas.openxmlformats.org/drawingml/2006/main" w="9525">
            <a:solidFill>
              <a:srgbClr val="C7BBD8"/>
            </a:solidFill>
          </a:ln>
        </p:spPr>
      </p:sp>
      <p:sp>
        <p:nvSpPr>
          <p:cNvPr id="48" name="revision-text-31">
            <a:extLst xmlns:a="http://schemas.openxmlformats.org/drawingml/2006/main">
              <a:ext uri="{FF2B5EF4-FFF2-40B4-BE49-F238E27FC236}">
                <a16:creationId xmlns:a16="http://schemas.microsoft.com/office/drawing/2014/main" id="{0028B506-8532-46F3-B22B-535FAFD649D9}"/>
              </a:ext>
            </a:extLst>
          </p:cNvPr>
          <p:cNvSpPr>
            <a:spLocks xmlns:a="http://schemas.openxmlformats.org/drawingml/2006/main" noGrp="1"/>
          </p:cNvSpPr>
          <p:nvPr/>
        </p:nvSpPr>
        <p:spPr>
          <a:xfrm xmlns:a="http://schemas.openxmlformats.org/drawingml/2006/main">
            <a:off x="2790825" y="3724275"/>
            <a:ext cx="16859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45" b="1">
                <a:solidFill>
                  <a:srgbClr val="111111"/>
                </a:solidFill>
                <a:latin typeface="微软雅黑"/>
                <a:ea typeface="微软雅黑"/>
                <a:cs typeface="微软雅黑"/>
              </a:defRPr>
            </a:pPr>
            <a:r>
              <a:rPr sz="945" b="1">
                <a:solidFill>
                  <a:srgbClr val="111111"/>
                </a:solidFill>
                <a:latin typeface="微软雅黑"/>
                <a:ea typeface="微软雅黑"/>
                <a:cs typeface="微软雅黑"/>
              </a:rPr>
              <a:t>Trigger: condition → action</a:t>
            </a:r>
          </a:p>
        </p:txBody>
      </p:sp>
      <p:sp>
        <p:nvSpPr>
          <p:cNvPr id="49" name="revision-text-32">
            <a:extLst xmlns:a="http://schemas.openxmlformats.org/drawingml/2006/main">
              <a:ext uri="{FF2B5EF4-FFF2-40B4-BE49-F238E27FC236}">
                <a16:creationId xmlns:a16="http://schemas.microsoft.com/office/drawing/2014/main" id="{5D983909-E629-4D0D-BA6E-2CDB922063B7}"/>
              </a:ext>
            </a:extLst>
          </p:cNvPr>
          <p:cNvSpPr>
            <a:spLocks xmlns:a="http://schemas.openxmlformats.org/drawingml/2006/main" noGrp="1"/>
          </p:cNvSpPr>
          <p:nvPr/>
        </p:nvSpPr>
        <p:spPr>
          <a:xfrm xmlns:a="http://schemas.openxmlformats.org/drawingml/2006/main">
            <a:off x="2800350" y="3886200"/>
            <a:ext cx="1666875" cy="1885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005" b="0">
                <a:solidFill>
                  <a:srgbClr val="111111"/>
                </a:solidFill>
                <a:latin typeface="微软雅黑"/>
                <a:ea typeface="微软雅黑"/>
                <a:cs typeface="微软雅黑"/>
              </a:defRPr>
            </a:pPr>
            <a:r>
              <a:rPr sz="1005" b="0">
                <a:solidFill>
                  <a:srgbClr val="111111"/>
                </a:solidFill>
                <a:latin typeface="微软雅黑"/>
                <a:ea typeface="微软雅黑"/>
                <a:cs typeface="微软雅黑"/>
              </a:rPr>
              <a:t>Update state / Emit signals</a:t>
            </a:r>
          </a:p>
        </p:txBody>
      </p:sp>
      <p:sp>
        <p:nvSpPr>
          <p:cNvPr id="50" name="diagram-box-33">
            <a:extLst xmlns:a="http://schemas.openxmlformats.org/drawingml/2006/main">
              <a:ext uri="{FF2B5EF4-FFF2-40B4-BE49-F238E27FC236}">
                <a16:creationId xmlns:a16="http://schemas.microsoft.com/office/drawing/2014/main" id="{1A9965E6-FB1C-4A8A-B013-D6B3CDE4B381}"/>
              </a:ext>
            </a:extLst>
          </p:cNvPr>
          <p:cNvSpPr>
            <a:spLocks xmlns:a="http://schemas.openxmlformats.org/drawingml/2006/main" noGrp="1"/>
          </p:cNvSpPr>
          <p:nvPr/>
        </p:nvSpPr>
        <p:spPr>
          <a:xfrm xmlns:a="http://schemas.openxmlformats.org/drawingml/2006/main">
            <a:off x="7381875" y="1952625"/>
            <a:ext cx="4238625" cy="2381250"/>
          </a:xfrm>
          <a:prstGeom xmlns:a="http://schemas.openxmlformats.org/drawingml/2006/main" prst="rect">
            <a:avLst/>
          </a:prstGeom>
          <a:solidFill xmlns:a="http://schemas.openxmlformats.org/drawingml/2006/main">
            <a:srgbClr val="F6F9EF"/>
          </a:solidFill>
          <a:ln xmlns:a="http://schemas.openxmlformats.org/drawingml/2006/main" w="9525">
            <a:solidFill>
              <a:srgbClr val="95AE62"/>
            </a:solidFill>
          </a:ln>
        </p:spPr>
      </p:sp>
      <p:sp>
        <p:nvSpPr>
          <p:cNvPr id="51" name="diagram-box-34">
            <a:extLst xmlns:a="http://schemas.openxmlformats.org/drawingml/2006/main">
              <a:ext uri="{FF2B5EF4-FFF2-40B4-BE49-F238E27FC236}">
                <a16:creationId xmlns:a16="http://schemas.microsoft.com/office/drawing/2014/main" id="{F66AFD92-05C6-4723-9F7F-C75A4EBEFE58}"/>
              </a:ext>
            </a:extLst>
          </p:cNvPr>
          <p:cNvSpPr>
            <a:spLocks xmlns:a="http://schemas.openxmlformats.org/drawingml/2006/main" noGrp="1"/>
          </p:cNvSpPr>
          <p:nvPr/>
        </p:nvSpPr>
        <p:spPr>
          <a:xfrm xmlns:a="http://schemas.openxmlformats.org/drawingml/2006/main">
            <a:off x="7381875" y="1952625"/>
            <a:ext cx="4238625" cy="304800"/>
          </a:xfrm>
          <a:prstGeom xmlns:a="http://schemas.openxmlformats.org/drawingml/2006/main" prst="rect">
            <a:avLst/>
          </a:prstGeom>
          <a:solidFill xmlns:a="http://schemas.openxmlformats.org/drawingml/2006/main">
            <a:srgbClr val="E9F0DB"/>
          </a:solidFill>
          <a:ln xmlns:a="http://schemas.openxmlformats.org/drawingml/2006/main" w="9525">
            <a:solidFill>
              <a:srgbClr val="95AE62"/>
            </a:solidFill>
          </a:ln>
        </p:spPr>
      </p:sp>
      <p:sp>
        <p:nvSpPr>
          <p:cNvPr id="52" name="revision-text-35">
            <a:extLst xmlns:a="http://schemas.openxmlformats.org/drawingml/2006/main">
              <a:ext uri="{FF2B5EF4-FFF2-40B4-BE49-F238E27FC236}">
                <a16:creationId xmlns:a16="http://schemas.microsoft.com/office/drawing/2014/main" id="{6EC71610-484F-47F8-B4F5-3B72D20C769F}"/>
              </a:ext>
            </a:extLst>
          </p:cNvPr>
          <p:cNvSpPr>
            <a:spLocks xmlns:a="http://schemas.openxmlformats.org/drawingml/2006/main" noGrp="1"/>
          </p:cNvSpPr>
          <p:nvPr/>
        </p:nvSpPr>
        <p:spPr>
          <a:xfrm xmlns:a="http://schemas.openxmlformats.org/drawingml/2006/main">
            <a:off x="7458075" y="1981200"/>
            <a:ext cx="4086225"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Resource layer</a:t>
            </a:r>
          </a:p>
        </p:txBody>
      </p:sp>
      <p:sp>
        <p:nvSpPr>
          <p:cNvPr id="53" name="diagram-box-36">
            <a:extLst xmlns:a="http://schemas.openxmlformats.org/drawingml/2006/main">
              <a:ext uri="{FF2B5EF4-FFF2-40B4-BE49-F238E27FC236}">
                <a16:creationId xmlns:a16="http://schemas.microsoft.com/office/drawing/2014/main" id="{D2A768ED-A9A1-4EDA-A80D-26EE075B8D87}"/>
              </a:ext>
            </a:extLst>
          </p:cNvPr>
          <p:cNvSpPr>
            <a:spLocks xmlns:a="http://schemas.openxmlformats.org/drawingml/2006/main" noGrp="1"/>
          </p:cNvSpPr>
          <p:nvPr/>
        </p:nvSpPr>
        <p:spPr>
          <a:xfrm xmlns:a="http://schemas.openxmlformats.org/drawingml/2006/main">
            <a:off x="7743825" y="2381250"/>
            <a:ext cx="3667125" cy="1628775"/>
          </a:xfrm>
          <a:prstGeom xmlns:a="http://schemas.openxmlformats.org/drawingml/2006/main" prst="rect">
            <a:avLst/>
          </a:prstGeom>
          <a:solidFill xmlns:a="http://schemas.openxmlformats.org/drawingml/2006/main">
            <a:srgbClr val="FFFFFF"/>
          </a:solidFill>
          <a:ln xmlns:a="http://schemas.openxmlformats.org/drawingml/2006/main" w="9525">
            <a:solidFill>
              <a:srgbClr val="95AE62"/>
            </a:solidFill>
          </a:ln>
        </p:spPr>
      </p:sp>
      <p:sp>
        <p:nvSpPr>
          <p:cNvPr id="54" name="diagram-box-37">
            <a:extLst xmlns:a="http://schemas.openxmlformats.org/drawingml/2006/main">
              <a:ext uri="{FF2B5EF4-FFF2-40B4-BE49-F238E27FC236}">
                <a16:creationId xmlns:a16="http://schemas.microsoft.com/office/drawing/2014/main" id="{00E14071-2B6C-44C2-8462-0D3A5CB7A67A}"/>
              </a:ext>
            </a:extLst>
          </p:cNvPr>
          <p:cNvSpPr>
            <a:spLocks xmlns:a="http://schemas.openxmlformats.org/drawingml/2006/main" noGrp="1"/>
          </p:cNvSpPr>
          <p:nvPr/>
        </p:nvSpPr>
        <p:spPr>
          <a:xfrm xmlns:a="http://schemas.openxmlformats.org/drawingml/2006/main">
            <a:off x="7667625" y="2457450"/>
            <a:ext cx="3667125" cy="1628775"/>
          </a:xfrm>
          <a:prstGeom xmlns:a="http://schemas.openxmlformats.org/drawingml/2006/main" prst="rect">
            <a:avLst/>
          </a:prstGeom>
          <a:solidFill xmlns:a="http://schemas.openxmlformats.org/drawingml/2006/main">
            <a:srgbClr val="FFFFFF"/>
          </a:solidFill>
          <a:ln xmlns:a="http://schemas.openxmlformats.org/drawingml/2006/main" w="9525">
            <a:solidFill>
              <a:srgbClr val="95AE62"/>
            </a:solidFill>
          </a:ln>
        </p:spPr>
      </p:sp>
      <p:sp>
        <p:nvSpPr>
          <p:cNvPr id="55" name="diagram-box-38">
            <a:extLst xmlns:a="http://schemas.openxmlformats.org/drawingml/2006/main">
              <a:ext uri="{FF2B5EF4-FFF2-40B4-BE49-F238E27FC236}">
                <a16:creationId xmlns:a16="http://schemas.microsoft.com/office/drawing/2014/main" id="{CCB00F61-EC11-4A29-A767-D283795C98CF}"/>
              </a:ext>
            </a:extLst>
          </p:cNvPr>
          <p:cNvSpPr>
            <a:spLocks xmlns:a="http://schemas.openxmlformats.org/drawingml/2006/main" noGrp="1"/>
          </p:cNvSpPr>
          <p:nvPr/>
        </p:nvSpPr>
        <p:spPr>
          <a:xfrm xmlns:a="http://schemas.openxmlformats.org/drawingml/2006/main">
            <a:off x="7591425" y="2533650"/>
            <a:ext cx="3667125" cy="1628775"/>
          </a:xfrm>
          <a:prstGeom xmlns:a="http://schemas.openxmlformats.org/drawingml/2006/main" prst="rect">
            <a:avLst/>
          </a:prstGeom>
          <a:solidFill xmlns:a="http://schemas.openxmlformats.org/drawingml/2006/main">
            <a:srgbClr val="FFFFFF"/>
          </a:solidFill>
          <a:ln xmlns:a="http://schemas.openxmlformats.org/drawingml/2006/main" w="9525">
            <a:solidFill>
              <a:srgbClr val="95AE62"/>
            </a:solidFill>
          </a:ln>
        </p:spPr>
      </p:sp>
      <p:sp>
        <p:nvSpPr>
          <p:cNvPr id="56" name="revision-text-39">
            <a:extLst xmlns:a="http://schemas.openxmlformats.org/drawingml/2006/main">
              <a:ext uri="{FF2B5EF4-FFF2-40B4-BE49-F238E27FC236}">
                <a16:creationId xmlns:a16="http://schemas.microsoft.com/office/drawing/2014/main" id="{AE304A2B-927E-4610-AF42-57AC32D6E9F9}"/>
              </a:ext>
            </a:extLst>
          </p:cNvPr>
          <p:cNvSpPr>
            <a:spLocks xmlns:a="http://schemas.openxmlformats.org/drawingml/2006/main" noGrp="1"/>
          </p:cNvSpPr>
          <p:nvPr/>
        </p:nvSpPr>
        <p:spPr>
          <a:xfrm xmlns:a="http://schemas.openxmlformats.org/drawingml/2006/main">
            <a:off x="7610475" y="2571750"/>
            <a:ext cx="3619500"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1">
                <a:solidFill>
                  <a:srgbClr val="111111"/>
                </a:solidFill>
                <a:latin typeface="微软雅黑"/>
                <a:ea typeface="微软雅黑"/>
                <a:cs typeface="微软雅黑"/>
              </a:defRPr>
            </a:pPr>
            <a:r>
              <a:rPr sz="1350" b="1">
                <a:solidFill>
                  <a:srgbClr val="111111"/>
                </a:solidFill>
                <a:latin typeface="微软雅黑"/>
                <a:ea typeface="微软雅黑"/>
                <a:cs typeface="微软雅黑"/>
              </a:rPr>
              <a:t>Device object model</a:t>
            </a:r>
          </a:p>
        </p:txBody>
      </p:sp>
      <p:sp>
        <p:nvSpPr>
          <p:cNvPr id="57" name="diagram-box-40">
            <a:extLst xmlns:a="http://schemas.openxmlformats.org/drawingml/2006/main">
              <a:ext uri="{FF2B5EF4-FFF2-40B4-BE49-F238E27FC236}">
                <a16:creationId xmlns:a16="http://schemas.microsoft.com/office/drawing/2014/main" id="{163AABCB-1922-4F94-B15B-B98025757607}"/>
              </a:ext>
            </a:extLst>
          </p:cNvPr>
          <p:cNvSpPr>
            <a:spLocks xmlns:a="http://schemas.openxmlformats.org/drawingml/2006/main" noGrp="1"/>
          </p:cNvSpPr>
          <p:nvPr/>
        </p:nvSpPr>
        <p:spPr>
          <a:xfrm xmlns:a="http://schemas.openxmlformats.org/drawingml/2006/main">
            <a:off x="7762875" y="2867025"/>
            <a:ext cx="1600200" cy="1114425"/>
          </a:xfrm>
          <a:prstGeom xmlns:a="http://schemas.openxmlformats.org/drawingml/2006/main" prst="rect">
            <a:avLst/>
          </a:prstGeom>
          <a:solidFill xmlns:a="http://schemas.openxmlformats.org/drawingml/2006/main">
            <a:srgbClr val="F6F9EF"/>
          </a:solidFill>
          <a:ln xmlns:a="http://schemas.openxmlformats.org/drawingml/2006/main" w="9525">
            <a:solidFill>
              <a:srgbClr val="C3D39E"/>
            </a:solidFill>
          </a:ln>
        </p:spPr>
      </p:sp>
      <p:sp>
        <p:nvSpPr>
          <p:cNvPr id="58" name="revision-text-41">
            <a:extLst xmlns:a="http://schemas.openxmlformats.org/drawingml/2006/main">
              <a:ext uri="{FF2B5EF4-FFF2-40B4-BE49-F238E27FC236}">
                <a16:creationId xmlns:a16="http://schemas.microsoft.com/office/drawing/2014/main" id="{92078569-28E9-4410-A904-2532D7D21BCF}"/>
              </a:ext>
            </a:extLst>
          </p:cNvPr>
          <p:cNvSpPr>
            <a:spLocks xmlns:a="http://schemas.openxmlformats.org/drawingml/2006/main" noGrp="1"/>
          </p:cNvSpPr>
          <p:nvPr/>
        </p:nvSpPr>
        <p:spPr>
          <a:xfrm xmlns:a="http://schemas.openxmlformats.org/drawingml/2006/main">
            <a:off x="7810500" y="2895600"/>
            <a:ext cx="15049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1">
                <a:solidFill>
                  <a:srgbClr val="111111"/>
                </a:solidFill>
                <a:latin typeface="微软雅黑"/>
                <a:ea typeface="微软雅黑"/>
                <a:cs typeface="微软雅黑"/>
              </a:defRPr>
            </a:pPr>
            <a:r>
              <a:rPr sz="1275" b="1">
                <a:solidFill>
                  <a:srgbClr val="111111"/>
                </a:solidFill>
                <a:latin typeface="微软雅黑"/>
                <a:ea typeface="微软雅黑"/>
                <a:cs typeface="微软雅黑"/>
              </a:rPr>
              <a:t>Capability model</a:t>
            </a:r>
          </a:p>
        </p:txBody>
      </p:sp>
      <p:sp>
        <p:nvSpPr>
          <p:cNvPr id="59" name="revision-text-42">
            <a:extLst xmlns:a="http://schemas.openxmlformats.org/drawingml/2006/main">
              <a:ext uri="{FF2B5EF4-FFF2-40B4-BE49-F238E27FC236}">
                <a16:creationId xmlns:a16="http://schemas.microsoft.com/office/drawing/2014/main" id="{A0FE30A3-E1F5-4005-AF0D-9D39B36E89C9}"/>
              </a:ext>
            </a:extLst>
          </p:cNvPr>
          <p:cNvSpPr>
            <a:spLocks xmlns:a="http://schemas.openxmlformats.org/drawingml/2006/main" noGrp="1"/>
          </p:cNvSpPr>
          <p:nvPr/>
        </p:nvSpPr>
        <p:spPr>
          <a:xfrm xmlns:a="http://schemas.openxmlformats.org/drawingml/2006/main">
            <a:off x="7820025" y="3124200"/>
            <a:ext cx="1485900" cy="54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32" b="0">
                <a:solidFill>
                  <a:srgbClr val="111111"/>
                </a:solidFill>
                <a:latin typeface="微软雅黑"/>
                <a:ea typeface="微软雅黑"/>
                <a:cs typeface="微软雅黑"/>
              </a:defRPr>
            </a:pPr>
            <a:r>
              <a:rPr sz="832" b="0">
                <a:solidFill>
                  <a:srgbClr val="111111"/>
                </a:solidFill>
                <a:latin typeface="微软雅黑"/>
                <a:ea typeface="微软雅黑"/>
                <a:cs typeface="微软雅黑"/>
              </a:rPr>
              <a:t>Attributes and capabilities</a:t>
            </a:r>
          </a:p>
          <a:p xmlns:a="http://schemas.openxmlformats.org/drawingml/2006/main">
            <a:pPr algn="ctr">
              <a:lnSpc>
                <a:spcPct val="104000"/>
              </a:lnSpc>
              <a:spcBef>
                <a:spcPts val="0"/>
              </a:spcBef>
              <a:spcAft>
                <a:spcPts val="0"/>
              </a:spcAft>
              <a:buNone/>
              <a:defRPr sz="832" b="0">
                <a:solidFill>
                  <a:srgbClr val="111111"/>
                </a:solidFill>
                <a:latin typeface="微软雅黑"/>
                <a:ea typeface="微软雅黑"/>
                <a:cs typeface="微软雅黑"/>
              </a:defRPr>
            </a:pPr>
            <a:r>
              <a:rPr sz="832" b="0">
                <a:solidFill>
                  <a:srgbClr val="111111"/>
                </a:solidFill>
                <a:latin typeface="微软雅黑"/>
                <a:ea typeface="微软雅黑"/>
                <a:cs typeface="微软雅黑"/>
              </a:rPr>
              <a:t>Operation parameters</a:t>
            </a:r>
          </a:p>
          <a:p xmlns:a="http://schemas.openxmlformats.org/drawingml/2006/main">
            <a:pPr algn="ctr">
              <a:lnSpc>
                <a:spcPct val="104000"/>
              </a:lnSpc>
              <a:spcBef>
                <a:spcPts val="0"/>
              </a:spcBef>
              <a:spcAft>
                <a:spcPts val="0"/>
              </a:spcAft>
              <a:buNone/>
              <a:defRPr sz="832" b="0">
                <a:solidFill>
                  <a:srgbClr val="111111"/>
                </a:solidFill>
                <a:latin typeface="微软雅黑"/>
                <a:ea typeface="微软雅黑"/>
                <a:cs typeface="微软雅黑"/>
              </a:defRPr>
            </a:pPr>
            <a:r>
              <a:rPr sz="832" b="0">
                <a:solidFill>
                  <a:srgbClr val="111111"/>
                </a:solidFill>
                <a:latin typeface="微软雅黑"/>
                <a:ea typeface="微软雅黑"/>
                <a:cs typeface="微软雅黑"/>
              </a:rPr>
              <a:t>Interfaces / Adapter contract</a:t>
            </a:r>
          </a:p>
          <a:p xmlns:a="http://schemas.openxmlformats.org/drawingml/2006/main">
            <a:pPr algn="ctr">
              <a:lnSpc>
                <a:spcPct val="104000"/>
              </a:lnSpc>
              <a:spcBef>
                <a:spcPts val="0"/>
              </a:spcBef>
              <a:spcAft>
                <a:spcPts val="0"/>
              </a:spcAft>
              <a:buNone/>
              <a:defRPr sz="832" b="0">
                <a:solidFill>
                  <a:srgbClr val="111111"/>
                </a:solidFill>
                <a:latin typeface="微软雅黑"/>
                <a:ea typeface="微软雅黑"/>
                <a:cs typeface="微软雅黑"/>
              </a:defRPr>
            </a:pPr>
            <a:r>
              <a:rPr sz="832" b="0">
                <a:solidFill>
                  <a:srgbClr val="111111"/>
                </a:solidFill>
                <a:latin typeface="微软雅黑"/>
                <a:ea typeface="微软雅黑"/>
                <a:cs typeface="微软雅黑"/>
              </a:rPr>
              <a:t>Intrinsic constraints</a:t>
            </a:r>
          </a:p>
        </p:txBody>
      </p:sp>
      <p:sp>
        <p:nvSpPr>
          <p:cNvPr id="60" name="diagram-box-43">
            <a:extLst xmlns:a="http://schemas.openxmlformats.org/drawingml/2006/main">
              <a:ext uri="{FF2B5EF4-FFF2-40B4-BE49-F238E27FC236}">
                <a16:creationId xmlns:a16="http://schemas.microsoft.com/office/drawing/2014/main" id="{26F23C79-AB24-4791-884E-0EBBA850E2F2}"/>
              </a:ext>
            </a:extLst>
          </p:cNvPr>
          <p:cNvSpPr>
            <a:spLocks xmlns:a="http://schemas.openxmlformats.org/drawingml/2006/main" noGrp="1"/>
          </p:cNvSpPr>
          <p:nvPr/>
        </p:nvSpPr>
        <p:spPr>
          <a:xfrm xmlns:a="http://schemas.openxmlformats.org/drawingml/2006/main">
            <a:off x="9534525" y="2867025"/>
            <a:ext cx="1600200" cy="1114425"/>
          </a:xfrm>
          <a:prstGeom xmlns:a="http://schemas.openxmlformats.org/drawingml/2006/main" prst="rect">
            <a:avLst/>
          </a:prstGeom>
          <a:solidFill xmlns:a="http://schemas.openxmlformats.org/drawingml/2006/main">
            <a:srgbClr val="F6F9EF"/>
          </a:solidFill>
          <a:ln xmlns:a="http://schemas.openxmlformats.org/drawingml/2006/main" w="9525">
            <a:solidFill>
              <a:srgbClr val="C3D39E"/>
            </a:solidFill>
          </a:ln>
        </p:spPr>
      </p:sp>
      <p:sp>
        <p:nvSpPr>
          <p:cNvPr id="61" name="revision-text-44">
            <a:extLst xmlns:a="http://schemas.openxmlformats.org/drawingml/2006/main">
              <a:ext uri="{FF2B5EF4-FFF2-40B4-BE49-F238E27FC236}">
                <a16:creationId xmlns:a16="http://schemas.microsoft.com/office/drawing/2014/main" id="{DA9F3D67-F76B-4C15-90BE-34F34B9CBDC8}"/>
              </a:ext>
            </a:extLst>
          </p:cNvPr>
          <p:cNvSpPr>
            <a:spLocks xmlns:a="http://schemas.openxmlformats.org/drawingml/2006/main" noGrp="1"/>
          </p:cNvSpPr>
          <p:nvPr/>
        </p:nvSpPr>
        <p:spPr>
          <a:xfrm xmlns:a="http://schemas.openxmlformats.org/drawingml/2006/main">
            <a:off x="9582150" y="2895600"/>
            <a:ext cx="15049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1">
                <a:solidFill>
                  <a:srgbClr val="111111"/>
                </a:solidFill>
                <a:latin typeface="微软雅黑"/>
                <a:ea typeface="微软雅黑"/>
                <a:cs typeface="微软雅黑"/>
              </a:defRPr>
            </a:pPr>
            <a:r>
              <a:rPr sz="1275" b="1">
                <a:solidFill>
                  <a:srgbClr val="111111"/>
                </a:solidFill>
                <a:latin typeface="微软雅黑"/>
                <a:ea typeface="微软雅黑"/>
                <a:cs typeface="微软雅黑"/>
              </a:rPr>
              <a:t>State machine</a:t>
            </a:r>
          </a:p>
        </p:txBody>
      </p:sp>
      <p:sp>
        <p:nvSpPr>
          <p:cNvPr id="62" name="revision-text-45">
            <a:extLst xmlns:a="http://schemas.openxmlformats.org/drawingml/2006/main">
              <a:ext uri="{FF2B5EF4-FFF2-40B4-BE49-F238E27FC236}">
                <a16:creationId xmlns:a16="http://schemas.microsoft.com/office/drawing/2014/main" id="{A0028B61-9BF6-46E2-A76E-5E593AC1A3DC}"/>
              </a:ext>
            </a:extLst>
          </p:cNvPr>
          <p:cNvSpPr>
            <a:spLocks xmlns:a="http://schemas.openxmlformats.org/drawingml/2006/main" noGrp="1"/>
          </p:cNvSpPr>
          <p:nvPr/>
        </p:nvSpPr>
        <p:spPr>
          <a:xfrm xmlns:a="http://schemas.openxmlformats.org/drawingml/2006/main">
            <a:off x="9591675" y="3124200"/>
            <a:ext cx="1485900" cy="5061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93" b="0">
                <a:solidFill>
                  <a:srgbClr val="111111"/>
                </a:solidFill>
                <a:latin typeface="微软雅黑"/>
                <a:ea typeface="微软雅黑"/>
                <a:cs typeface="微软雅黑"/>
              </a:defRPr>
            </a:pPr>
            <a:r>
              <a:rPr sz="893" b="0">
                <a:solidFill>
                  <a:srgbClr val="111111"/>
                </a:solidFill>
                <a:latin typeface="微软雅黑"/>
                <a:ea typeface="微软雅黑"/>
                <a:cs typeface="微软雅黑"/>
              </a:rPr>
              <a:t>Request and state checks</a:t>
            </a:r>
          </a:p>
          <a:p xmlns:a="http://schemas.openxmlformats.org/drawingml/2006/main">
            <a:pPr algn="ctr">
              <a:lnSpc>
                <a:spcPct val="104000"/>
              </a:lnSpc>
              <a:spcBef>
                <a:spcPts val="0"/>
              </a:spcBef>
              <a:spcAft>
                <a:spcPts val="0"/>
              </a:spcAft>
              <a:buNone/>
              <a:defRPr sz="893" b="0">
                <a:solidFill>
                  <a:srgbClr val="111111"/>
                </a:solidFill>
                <a:latin typeface="微软雅黑"/>
                <a:ea typeface="微软雅黑"/>
                <a:cs typeface="微软雅黑"/>
              </a:defRPr>
            </a:pPr>
            <a:r>
              <a:rPr sz="893" b="0">
                <a:solidFill>
                  <a:srgbClr val="111111"/>
                </a:solidFill>
                <a:latin typeface="微软雅黑"/>
                <a:ea typeface="微软雅黑"/>
                <a:cs typeface="微软雅黑"/>
              </a:rPr>
              <a:t>Transitions and commands</a:t>
            </a:r>
          </a:p>
          <a:p xmlns:a="http://schemas.openxmlformats.org/drawingml/2006/main">
            <a:pPr algn="ctr">
              <a:lnSpc>
                <a:spcPct val="104000"/>
              </a:lnSpc>
              <a:spcBef>
                <a:spcPts val="0"/>
              </a:spcBef>
              <a:spcAft>
                <a:spcPts val="0"/>
              </a:spcAft>
              <a:buNone/>
              <a:defRPr sz="893" b="0">
                <a:solidFill>
                  <a:srgbClr val="111111"/>
                </a:solidFill>
                <a:latin typeface="微软雅黑"/>
                <a:ea typeface="微软雅黑"/>
                <a:cs typeface="微软雅黑"/>
              </a:defRPr>
            </a:pPr>
            <a:r>
              <a:rPr sz="893" b="0">
                <a:solidFill>
                  <a:srgbClr val="111111"/>
                </a:solidFill>
                <a:latin typeface="微软雅黑"/>
                <a:ea typeface="微软雅黑"/>
                <a:cs typeface="微软雅黑"/>
              </a:rPr>
              <a:t>Feedback-driven updates</a:t>
            </a:r>
          </a:p>
        </p:txBody>
      </p:sp>
      <p:sp>
        <p:nvSpPr>
          <p:cNvPr id="63" name="diagram-line-46">
            <a:extLst xmlns:a="http://schemas.openxmlformats.org/drawingml/2006/main">
              <a:ext uri="{FF2B5EF4-FFF2-40B4-BE49-F238E27FC236}">
                <a16:creationId xmlns:a16="http://schemas.microsoft.com/office/drawing/2014/main" id="{FD4F2098-034E-446F-BD4E-73AF88510C48}"/>
              </a:ext>
            </a:extLst>
          </p:cNvPr>
          <p:cNvSpPr>
            <a:spLocks xmlns:a="http://schemas.openxmlformats.org/drawingml/2006/main" noGrp="1"/>
          </p:cNvSpPr>
          <p:nvPr/>
        </p:nvSpPr>
        <p:spPr>
          <a:xfrm xmlns:a="http://schemas.openxmlformats.org/drawingml/2006/main">
            <a:off x="48101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64" name="diagram-line-47">
            <a:extLst xmlns:a="http://schemas.openxmlformats.org/drawingml/2006/main">
              <a:ext uri="{FF2B5EF4-FFF2-40B4-BE49-F238E27FC236}">
                <a16:creationId xmlns:a16="http://schemas.microsoft.com/office/drawing/2014/main" id="{5352E15F-14D4-48BC-A643-27749E6C9231}"/>
              </a:ext>
            </a:extLst>
          </p:cNvPr>
          <p:cNvSpPr>
            <a:spLocks xmlns:a="http://schemas.openxmlformats.org/drawingml/2006/main" noGrp="1"/>
          </p:cNvSpPr>
          <p:nvPr/>
        </p:nvSpPr>
        <p:spPr>
          <a:xfrm xmlns:a="http://schemas.openxmlformats.org/drawingml/2006/main">
            <a:off x="49244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65" name="diagram-line-48">
            <a:extLst xmlns:a="http://schemas.openxmlformats.org/drawingml/2006/main">
              <a:ext uri="{FF2B5EF4-FFF2-40B4-BE49-F238E27FC236}">
                <a16:creationId xmlns:a16="http://schemas.microsoft.com/office/drawing/2014/main" id="{0CB94723-7990-498A-A5A7-0750EE8F96BD}"/>
              </a:ext>
            </a:extLst>
          </p:cNvPr>
          <p:cNvSpPr>
            <a:spLocks xmlns:a="http://schemas.openxmlformats.org/drawingml/2006/main" noGrp="1"/>
          </p:cNvSpPr>
          <p:nvPr/>
        </p:nvSpPr>
        <p:spPr>
          <a:xfrm xmlns:a="http://schemas.openxmlformats.org/drawingml/2006/main">
            <a:off x="50387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66" name="diagram-line-49">
            <a:extLst xmlns:a="http://schemas.openxmlformats.org/drawingml/2006/main">
              <a:ext uri="{FF2B5EF4-FFF2-40B4-BE49-F238E27FC236}">
                <a16:creationId xmlns:a16="http://schemas.microsoft.com/office/drawing/2014/main" id="{2D1D5414-AA7C-4C2E-82A8-AEA37BAAAA94}"/>
              </a:ext>
            </a:extLst>
          </p:cNvPr>
          <p:cNvSpPr>
            <a:spLocks xmlns:a="http://schemas.openxmlformats.org/drawingml/2006/main" noGrp="1"/>
          </p:cNvSpPr>
          <p:nvPr/>
        </p:nvSpPr>
        <p:spPr>
          <a:xfrm xmlns:a="http://schemas.openxmlformats.org/drawingml/2006/main">
            <a:off x="51530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67" name="diagram-line-50">
            <a:extLst xmlns:a="http://schemas.openxmlformats.org/drawingml/2006/main">
              <a:ext uri="{FF2B5EF4-FFF2-40B4-BE49-F238E27FC236}">
                <a16:creationId xmlns:a16="http://schemas.microsoft.com/office/drawing/2014/main" id="{EA655B29-94FD-4707-AAD4-75E6EB802AC8}"/>
              </a:ext>
            </a:extLst>
          </p:cNvPr>
          <p:cNvSpPr>
            <a:spLocks xmlns:a="http://schemas.openxmlformats.org/drawingml/2006/main" noGrp="1"/>
          </p:cNvSpPr>
          <p:nvPr/>
        </p:nvSpPr>
        <p:spPr>
          <a:xfrm xmlns:a="http://schemas.openxmlformats.org/drawingml/2006/main">
            <a:off x="52673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68" name="diagram-line-51">
            <a:extLst xmlns:a="http://schemas.openxmlformats.org/drawingml/2006/main">
              <a:ext uri="{FF2B5EF4-FFF2-40B4-BE49-F238E27FC236}">
                <a16:creationId xmlns:a16="http://schemas.microsoft.com/office/drawing/2014/main" id="{0A670627-98D0-4B39-A63B-D9A7EB744DA3}"/>
              </a:ext>
            </a:extLst>
          </p:cNvPr>
          <p:cNvSpPr>
            <a:spLocks xmlns:a="http://schemas.openxmlformats.org/drawingml/2006/main" noGrp="1"/>
          </p:cNvSpPr>
          <p:nvPr/>
        </p:nvSpPr>
        <p:spPr>
          <a:xfrm xmlns:a="http://schemas.openxmlformats.org/drawingml/2006/main">
            <a:off x="53816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69" name="diagram-line-52">
            <a:extLst xmlns:a="http://schemas.openxmlformats.org/drawingml/2006/main">
              <a:ext uri="{FF2B5EF4-FFF2-40B4-BE49-F238E27FC236}">
                <a16:creationId xmlns:a16="http://schemas.microsoft.com/office/drawing/2014/main" id="{DE8E2536-AAAB-42B0-BB75-F2ADBEFC3F7E}"/>
              </a:ext>
            </a:extLst>
          </p:cNvPr>
          <p:cNvSpPr>
            <a:spLocks xmlns:a="http://schemas.openxmlformats.org/drawingml/2006/main" noGrp="1"/>
          </p:cNvSpPr>
          <p:nvPr/>
        </p:nvSpPr>
        <p:spPr>
          <a:xfrm xmlns:a="http://schemas.openxmlformats.org/drawingml/2006/main">
            <a:off x="54959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0" name="diagram-line-53">
            <a:extLst xmlns:a="http://schemas.openxmlformats.org/drawingml/2006/main">
              <a:ext uri="{FF2B5EF4-FFF2-40B4-BE49-F238E27FC236}">
                <a16:creationId xmlns:a16="http://schemas.microsoft.com/office/drawing/2014/main" id="{1621D970-8E4F-4FA7-8FF6-B2CB69565150}"/>
              </a:ext>
            </a:extLst>
          </p:cNvPr>
          <p:cNvSpPr>
            <a:spLocks xmlns:a="http://schemas.openxmlformats.org/drawingml/2006/main" noGrp="1"/>
          </p:cNvSpPr>
          <p:nvPr/>
        </p:nvSpPr>
        <p:spPr>
          <a:xfrm xmlns:a="http://schemas.openxmlformats.org/drawingml/2006/main">
            <a:off x="56102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1" name="diagram-line-54">
            <a:extLst xmlns:a="http://schemas.openxmlformats.org/drawingml/2006/main">
              <a:ext uri="{FF2B5EF4-FFF2-40B4-BE49-F238E27FC236}">
                <a16:creationId xmlns:a16="http://schemas.microsoft.com/office/drawing/2014/main" id="{3E5008FA-3FCB-491C-927A-EA6A43F5630A}"/>
              </a:ext>
            </a:extLst>
          </p:cNvPr>
          <p:cNvSpPr>
            <a:spLocks xmlns:a="http://schemas.openxmlformats.org/drawingml/2006/main" noGrp="1"/>
          </p:cNvSpPr>
          <p:nvPr/>
        </p:nvSpPr>
        <p:spPr>
          <a:xfrm xmlns:a="http://schemas.openxmlformats.org/drawingml/2006/main">
            <a:off x="57245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2" name="diagram-line-55">
            <a:extLst xmlns:a="http://schemas.openxmlformats.org/drawingml/2006/main">
              <a:ext uri="{FF2B5EF4-FFF2-40B4-BE49-F238E27FC236}">
                <a16:creationId xmlns:a16="http://schemas.microsoft.com/office/drawing/2014/main" id="{0213256E-F8FB-463D-BB8F-B39FDE8479AA}"/>
              </a:ext>
            </a:extLst>
          </p:cNvPr>
          <p:cNvSpPr>
            <a:spLocks xmlns:a="http://schemas.openxmlformats.org/drawingml/2006/main" noGrp="1"/>
          </p:cNvSpPr>
          <p:nvPr/>
        </p:nvSpPr>
        <p:spPr>
          <a:xfrm xmlns:a="http://schemas.openxmlformats.org/drawingml/2006/main">
            <a:off x="58388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3" name="diagram-line-56">
            <a:extLst xmlns:a="http://schemas.openxmlformats.org/drawingml/2006/main">
              <a:ext uri="{FF2B5EF4-FFF2-40B4-BE49-F238E27FC236}">
                <a16:creationId xmlns:a16="http://schemas.microsoft.com/office/drawing/2014/main" id="{5C596C10-C4CE-42CD-9C26-28D935522634}"/>
              </a:ext>
            </a:extLst>
          </p:cNvPr>
          <p:cNvSpPr>
            <a:spLocks xmlns:a="http://schemas.openxmlformats.org/drawingml/2006/main" noGrp="1"/>
          </p:cNvSpPr>
          <p:nvPr/>
        </p:nvSpPr>
        <p:spPr>
          <a:xfrm xmlns:a="http://schemas.openxmlformats.org/drawingml/2006/main">
            <a:off x="59531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4" name="diagram-line-57">
            <a:extLst xmlns:a="http://schemas.openxmlformats.org/drawingml/2006/main">
              <a:ext uri="{FF2B5EF4-FFF2-40B4-BE49-F238E27FC236}">
                <a16:creationId xmlns:a16="http://schemas.microsoft.com/office/drawing/2014/main" id="{D43DDF8A-0725-442A-B29D-6D07E07CE965}"/>
              </a:ext>
            </a:extLst>
          </p:cNvPr>
          <p:cNvSpPr>
            <a:spLocks xmlns:a="http://schemas.openxmlformats.org/drawingml/2006/main" noGrp="1"/>
          </p:cNvSpPr>
          <p:nvPr/>
        </p:nvSpPr>
        <p:spPr>
          <a:xfrm xmlns:a="http://schemas.openxmlformats.org/drawingml/2006/main">
            <a:off x="60674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5" name="diagram-line-58">
            <a:extLst xmlns:a="http://schemas.openxmlformats.org/drawingml/2006/main">
              <a:ext uri="{FF2B5EF4-FFF2-40B4-BE49-F238E27FC236}">
                <a16:creationId xmlns:a16="http://schemas.microsoft.com/office/drawing/2014/main" id="{E3DB4C97-F1AD-4482-A050-268F2CB3210E}"/>
              </a:ext>
            </a:extLst>
          </p:cNvPr>
          <p:cNvSpPr>
            <a:spLocks xmlns:a="http://schemas.openxmlformats.org/drawingml/2006/main" noGrp="1"/>
          </p:cNvSpPr>
          <p:nvPr/>
        </p:nvSpPr>
        <p:spPr>
          <a:xfrm xmlns:a="http://schemas.openxmlformats.org/drawingml/2006/main">
            <a:off x="61817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6" name="diagram-line-59">
            <a:extLst xmlns:a="http://schemas.openxmlformats.org/drawingml/2006/main">
              <a:ext uri="{FF2B5EF4-FFF2-40B4-BE49-F238E27FC236}">
                <a16:creationId xmlns:a16="http://schemas.microsoft.com/office/drawing/2014/main" id="{0F7FB3AA-BC68-4AAF-9CB0-2FEADFDE13CF}"/>
              </a:ext>
            </a:extLst>
          </p:cNvPr>
          <p:cNvSpPr>
            <a:spLocks xmlns:a="http://schemas.openxmlformats.org/drawingml/2006/main" noGrp="1"/>
          </p:cNvSpPr>
          <p:nvPr/>
        </p:nvSpPr>
        <p:spPr>
          <a:xfrm xmlns:a="http://schemas.openxmlformats.org/drawingml/2006/main">
            <a:off x="62960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7" name="diagram-line-60">
            <a:extLst xmlns:a="http://schemas.openxmlformats.org/drawingml/2006/main">
              <a:ext uri="{FF2B5EF4-FFF2-40B4-BE49-F238E27FC236}">
                <a16:creationId xmlns:a16="http://schemas.microsoft.com/office/drawing/2014/main" id="{FFA21BC2-9296-4A33-B742-78CF8DCD0C03}"/>
              </a:ext>
            </a:extLst>
          </p:cNvPr>
          <p:cNvSpPr>
            <a:spLocks xmlns:a="http://schemas.openxmlformats.org/drawingml/2006/main" noGrp="1"/>
          </p:cNvSpPr>
          <p:nvPr/>
        </p:nvSpPr>
        <p:spPr>
          <a:xfrm xmlns:a="http://schemas.openxmlformats.org/drawingml/2006/main">
            <a:off x="64103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8" name="diagram-line-61">
            <a:extLst xmlns:a="http://schemas.openxmlformats.org/drawingml/2006/main">
              <a:ext uri="{FF2B5EF4-FFF2-40B4-BE49-F238E27FC236}">
                <a16:creationId xmlns:a16="http://schemas.microsoft.com/office/drawing/2014/main" id="{85F737D1-FC82-48DE-AEBF-6BDB3B294D56}"/>
              </a:ext>
            </a:extLst>
          </p:cNvPr>
          <p:cNvSpPr>
            <a:spLocks xmlns:a="http://schemas.openxmlformats.org/drawingml/2006/main" noGrp="1"/>
          </p:cNvSpPr>
          <p:nvPr/>
        </p:nvSpPr>
        <p:spPr>
          <a:xfrm xmlns:a="http://schemas.openxmlformats.org/drawingml/2006/main">
            <a:off x="65246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9" name="diagram-line-62">
            <a:extLst xmlns:a="http://schemas.openxmlformats.org/drawingml/2006/main">
              <a:ext uri="{FF2B5EF4-FFF2-40B4-BE49-F238E27FC236}">
                <a16:creationId xmlns:a16="http://schemas.microsoft.com/office/drawing/2014/main" id="{BFB60373-69D1-47DB-BE5D-E84C84E952B3}"/>
              </a:ext>
            </a:extLst>
          </p:cNvPr>
          <p:cNvSpPr>
            <a:spLocks xmlns:a="http://schemas.openxmlformats.org/drawingml/2006/main" noGrp="1"/>
          </p:cNvSpPr>
          <p:nvPr/>
        </p:nvSpPr>
        <p:spPr>
          <a:xfrm xmlns:a="http://schemas.openxmlformats.org/drawingml/2006/main">
            <a:off x="66389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80" name="diagram-line-63">
            <a:extLst xmlns:a="http://schemas.openxmlformats.org/drawingml/2006/main">
              <a:ext uri="{FF2B5EF4-FFF2-40B4-BE49-F238E27FC236}">
                <a16:creationId xmlns:a16="http://schemas.microsoft.com/office/drawing/2014/main" id="{9A81A1E0-BF71-4D97-AC0D-999C23A18848}"/>
              </a:ext>
            </a:extLst>
          </p:cNvPr>
          <p:cNvSpPr>
            <a:spLocks xmlns:a="http://schemas.openxmlformats.org/drawingml/2006/main" noGrp="1"/>
          </p:cNvSpPr>
          <p:nvPr/>
        </p:nvSpPr>
        <p:spPr>
          <a:xfrm xmlns:a="http://schemas.openxmlformats.org/drawingml/2006/main">
            <a:off x="67532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81" name="diagram-line-64">
            <a:extLst xmlns:a="http://schemas.openxmlformats.org/drawingml/2006/main">
              <a:ext uri="{FF2B5EF4-FFF2-40B4-BE49-F238E27FC236}">
                <a16:creationId xmlns:a16="http://schemas.microsoft.com/office/drawing/2014/main" id="{44E3529F-6F93-41B7-91CB-FEF9A0F19664}"/>
              </a:ext>
            </a:extLst>
          </p:cNvPr>
          <p:cNvSpPr>
            <a:spLocks xmlns:a="http://schemas.openxmlformats.org/drawingml/2006/main" noGrp="1"/>
          </p:cNvSpPr>
          <p:nvPr/>
        </p:nvSpPr>
        <p:spPr>
          <a:xfrm xmlns:a="http://schemas.openxmlformats.org/drawingml/2006/main">
            <a:off x="68675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82" name="diagram-line-65">
            <a:extLst xmlns:a="http://schemas.openxmlformats.org/drawingml/2006/main">
              <a:ext uri="{FF2B5EF4-FFF2-40B4-BE49-F238E27FC236}">
                <a16:creationId xmlns:a16="http://schemas.microsoft.com/office/drawing/2014/main" id="{ABAB12DD-B2A7-4EB8-836F-7B4815913DF3}"/>
              </a:ext>
            </a:extLst>
          </p:cNvPr>
          <p:cNvSpPr>
            <a:spLocks xmlns:a="http://schemas.openxmlformats.org/drawingml/2006/main" noGrp="1"/>
          </p:cNvSpPr>
          <p:nvPr/>
        </p:nvSpPr>
        <p:spPr>
          <a:xfrm xmlns:a="http://schemas.openxmlformats.org/drawingml/2006/main">
            <a:off x="69818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83" name="diagram-line-66">
            <a:extLst xmlns:a="http://schemas.openxmlformats.org/drawingml/2006/main">
              <a:ext uri="{FF2B5EF4-FFF2-40B4-BE49-F238E27FC236}">
                <a16:creationId xmlns:a16="http://schemas.microsoft.com/office/drawing/2014/main" id="{CF25BF18-3702-42E3-90AE-A62F297CD6E4}"/>
              </a:ext>
            </a:extLst>
          </p:cNvPr>
          <p:cNvSpPr>
            <a:spLocks xmlns:a="http://schemas.openxmlformats.org/drawingml/2006/main" noGrp="1"/>
          </p:cNvSpPr>
          <p:nvPr/>
        </p:nvSpPr>
        <p:spPr>
          <a:xfrm xmlns:a="http://schemas.openxmlformats.org/drawingml/2006/main">
            <a:off x="70961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84" name="diagram-line-67">
            <a:extLst xmlns:a="http://schemas.openxmlformats.org/drawingml/2006/main">
              <a:ext uri="{FF2B5EF4-FFF2-40B4-BE49-F238E27FC236}">
                <a16:creationId xmlns:a16="http://schemas.microsoft.com/office/drawing/2014/main" id="{375AE4B2-43A0-4F7E-B498-CBEC2C7159CB}"/>
              </a:ext>
            </a:extLst>
          </p:cNvPr>
          <p:cNvSpPr>
            <a:spLocks xmlns:a="http://schemas.openxmlformats.org/drawingml/2006/main" noGrp="1"/>
          </p:cNvSpPr>
          <p:nvPr/>
        </p:nvSpPr>
        <p:spPr>
          <a:xfrm xmlns:a="http://schemas.openxmlformats.org/drawingml/2006/main">
            <a:off x="72104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85" name="diagram-line-68">
            <a:extLst xmlns:a="http://schemas.openxmlformats.org/drawingml/2006/main">
              <a:ext uri="{FF2B5EF4-FFF2-40B4-BE49-F238E27FC236}">
                <a16:creationId xmlns:a16="http://schemas.microsoft.com/office/drawing/2014/main" id="{FA48271D-9CEC-4F75-8A0D-DD3F4AFC1BC8}"/>
              </a:ext>
            </a:extLst>
          </p:cNvPr>
          <p:cNvSpPr>
            <a:spLocks xmlns:a="http://schemas.openxmlformats.org/drawingml/2006/main" noGrp="1"/>
          </p:cNvSpPr>
          <p:nvPr/>
        </p:nvSpPr>
        <p:spPr>
          <a:xfrm xmlns:a="http://schemas.openxmlformats.org/drawingml/2006/main">
            <a:off x="7324725" y="2895600"/>
            <a:ext cx="57150" cy="191"/>
          </a:xfrm>
          <a:custGeom xmlns:a="http://schemas.openxmlformats.org/drawingml/2006/main">
            <a:pathLst>
              <a:path w="57150" h="191">
                <a:moveTo>
                  <a:pt x="0" y="0"/>
                </a:moveTo>
                <a:lnTo>
                  <a:pt x="57150" y="0"/>
                </a:lnTo>
              </a:path>
            </a:pathLst>
          </a:custGeom>
          <a:noFill xmlns:a="http://schemas.openxmlformats.org/drawingml/2006/main"/>
          <a:ln xmlns:a="http://schemas.openxmlformats.org/drawingml/2006/main" w="14288">
            <a:solidFill>
              <a:srgbClr val="939CA3"/>
            </a:solidFill>
          </a:ln>
        </p:spPr>
      </p:sp>
      <p:sp>
        <p:nvSpPr>
          <p:cNvPr id="86" name="revision-text-69">
            <a:extLst xmlns:a="http://schemas.openxmlformats.org/drawingml/2006/main">
              <a:ext uri="{FF2B5EF4-FFF2-40B4-BE49-F238E27FC236}">
                <a16:creationId xmlns:a16="http://schemas.microsoft.com/office/drawing/2014/main" id="{B76607F7-A2D3-47D1-827F-C0ACF5E97C93}"/>
              </a:ext>
            </a:extLst>
          </p:cNvPr>
          <p:cNvSpPr>
            <a:spLocks xmlns:a="http://schemas.openxmlformats.org/drawingml/2006/main" noGrp="1"/>
          </p:cNvSpPr>
          <p:nvPr/>
        </p:nvSpPr>
        <p:spPr>
          <a:xfrm xmlns:a="http://schemas.openxmlformats.org/drawingml/2006/main">
            <a:off x="4991100" y="2676525"/>
            <a:ext cx="2209800"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939CA3"/>
                </a:solidFill>
                <a:latin typeface="微软雅黑"/>
                <a:ea typeface="微软雅黑"/>
                <a:cs typeface="微软雅黑"/>
              </a:defRPr>
            </a:pPr>
            <a:r>
              <a:rPr sz="1350" b="0">
                <a:solidFill>
                  <a:srgbClr val="939CA3"/>
                </a:solidFill>
                <a:latin typeface="微软雅黑"/>
                <a:ea typeface="微软雅黑"/>
                <a:cs typeface="微软雅黑"/>
              </a:rPr>
              <a:t>Capability binding</a:t>
            </a:r>
          </a:p>
        </p:txBody>
      </p:sp>
      <p:sp>
        <p:nvSpPr>
          <p:cNvPr id="87" name="diagram-line-70">
            <a:extLst xmlns:a="http://schemas.openxmlformats.org/drawingml/2006/main">
              <a:ext uri="{FF2B5EF4-FFF2-40B4-BE49-F238E27FC236}">
                <a16:creationId xmlns:a16="http://schemas.microsoft.com/office/drawing/2014/main" id="{2C4A870A-6C96-4632-87F8-281B3EB254E4}"/>
              </a:ext>
            </a:extLst>
          </p:cNvPr>
          <p:cNvSpPr>
            <a:spLocks xmlns:a="http://schemas.openxmlformats.org/drawingml/2006/main" noGrp="1"/>
          </p:cNvSpPr>
          <p:nvPr/>
        </p:nvSpPr>
        <p:spPr>
          <a:xfrm xmlns:a="http://schemas.openxmlformats.org/drawingml/2006/main">
            <a:off x="4810125" y="3448050"/>
            <a:ext cx="2571750" cy="191"/>
          </a:xfrm>
          <a:custGeom xmlns:a="http://schemas.openxmlformats.org/drawingml/2006/main">
            <a:pathLst>
              <a:path w="2571750" h="191">
                <a:moveTo>
                  <a:pt x="0" y="0"/>
                </a:moveTo>
                <a:lnTo>
                  <a:pt x="2571750" y="0"/>
                </a:lnTo>
              </a:path>
            </a:pathLst>
          </a:custGeom>
          <a:noFill xmlns:a="http://schemas.openxmlformats.org/drawingml/2006/main"/>
          <a:ln xmlns:a="http://schemas.openxmlformats.org/drawingml/2006/main" w="14288">
            <a:solidFill>
              <a:srgbClr val="28849C"/>
            </a:solidFill>
          </a:ln>
        </p:spPr>
      </p:sp>
      <p:sp>
        <p:nvSpPr>
          <p:cNvPr id="88" name="diagram-poly-71">
            <a:extLst xmlns:a="http://schemas.openxmlformats.org/drawingml/2006/main">
              <a:ext uri="{FF2B5EF4-FFF2-40B4-BE49-F238E27FC236}">
                <a16:creationId xmlns:a16="http://schemas.microsoft.com/office/drawing/2014/main" id="{24D03CC2-0347-48B0-A443-88F12DF2898E}"/>
              </a:ext>
            </a:extLst>
          </p:cNvPr>
          <p:cNvSpPr>
            <a:spLocks xmlns:a="http://schemas.openxmlformats.org/drawingml/2006/main" noGrp="1"/>
          </p:cNvSpPr>
          <p:nvPr/>
        </p:nvSpPr>
        <p:spPr>
          <a:xfrm xmlns:a="http://schemas.openxmlformats.org/drawingml/2006/main">
            <a:off x="7315200" y="3418523"/>
            <a:ext cx="66675" cy="59055"/>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89" name="revision-text-72">
            <a:extLst xmlns:a="http://schemas.openxmlformats.org/drawingml/2006/main">
              <a:ext uri="{FF2B5EF4-FFF2-40B4-BE49-F238E27FC236}">
                <a16:creationId xmlns:a16="http://schemas.microsoft.com/office/drawing/2014/main" id="{C387F393-44FF-49BF-9C68-310F908D058E}"/>
              </a:ext>
            </a:extLst>
          </p:cNvPr>
          <p:cNvSpPr>
            <a:spLocks xmlns:a="http://schemas.openxmlformats.org/drawingml/2006/main" noGrp="1"/>
          </p:cNvSpPr>
          <p:nvPr/>
        </p:nvSpPr>
        <p:spPr>
          <a:xfrm xmlns:a="http://schemas.openxmlformats.org/drawingml/2006/main">
            <a:off x="4991100" y="3219450"/>
            <a:ext cx="2209800"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28849C"/>
                </a:solidFill>
                <a:latin typeface="微软雅黑"/>
                <a:ea typeface="微软雅黑"/>
                <a:cs typeface="微软雅黑"/>
              </a:defRPr>
            </a:pPr>
            <a:r>
              <a:rPr sz="1350" b="0">
                <a:solidFill>
                  <a:srgbClr val="28849C"/>
                </a:solidFill>
                <a:latin typeface="微软雅黑"/>
                <a:ea typeface="微软雅黑"/>
                <a:cs typeface="微软雅黑"/>
              </a:rPr>
              <a:t>Requests / Control signals</a:t>
            </a:r>
          </a:p>
        </p:txBody>
      </p:sp>
      <p:sp>
        <p:nvSpPr>
          <p:cNvPr id="90" name="diagram-line-73">
            <a:extLst xmlns:a="http://schemas.openxmlformats.org/drawingml/2006/main">
              <a:ext uri="{FF2B5EF4-FFF2-40B4-BE49-F238E27FC236}">
                <a16:creationId xmlns:a16="http://schemas.microsoft.com/office/drawing/2014/main" id="{8BD10D60-C9AE-4A85-996A-84E0B5DEEE4C}"/>
              </a:ext>
            </a:extLst>
          </p:cNvPr>
          <p:cNvSpPr>
            <a:spLocks xmlns:a="http://schemas.openxmlformats.org/drawingml/2006/main" noGrp="1"/>
          </p:cNvSpPr>
          <p:nvPr/>
        </p:nvSpPr>
        <p:spPr>
          <a:xfrm xmlns:a="http://schemas.openxmlformats.org/drawingml/2006/main">
            <a:off x="4810125" y="3971925"/>
            <a:ext cx="2571750" cy="191"/>
          </a:xfrm>
          <a:custGeom xmlns:a="http://schemas.openxmlformats.org/drawingml/2006/main">
            <a:pathLst>
              <a:path w="2571750" h="191">
                <a:moveTo>
                  <a:pt x="2571750" y="0"/>
                </a:moveTo>
                <a:lnTo>
                  <a:pt x="0" y="0"/>
                </a:lnTo>
              </a:path>
            </a:pathLst>
          </a:custGeom>
          <a:noFill xmlns:a="http://schemas.openxmlformats.org/drawingml/2006/main"/>
          <a:ln xmlns:a="http://schemas.openxmlformats.org/drawingml/2006/main" w="14288">
            <a:solidFill>
              <a:srgbClr val="799A39"/>
            </a:solidFill>
          </a:ln>
        </p:spPr>
      </p:sp>
      <p:sp>
        <p:nvSpPr>
          <p:cNvPr id="91" name="diagram-poly-74">
            <a:extLst xmlns:a="http://schemas.openxmlformats.org/drawingml/2006/main">
              <a:ext uri="{FF2B5EF4-FFF2-40B4-BE49-F238E27FC236}">
                <a16:creationId xmlns:a16="http://schemas.microsoft.com/office/drawing/2014/main" id="{6C4D4E0A-7A55-431D-A01A-7CE633FDE58E}"/>
              </a:ext>
            </a:extLst>
          </p:cNvPr>
          <p:cNvSpPr>
            <a:spLocks xmlns:a="http://schemas.openxmlformats.org/drawingml/2006/main" noGrp="1"/>
          </p:cNvSpPr>
          <p:nvPr/>
        </p:nvSpPr>
        <p:spPr>
          <a:xfrm xmlns:a="http://schemas.openxmlformats.org/drawingml/2006/main">
            <a:off x="4810125" y="3942398"/>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799A39"/>
          </a:solidFill>
          <a:ln xmlns:a="http://schemas.openxmlformats.org/drawingml/2006/main" w="953">
            <a:solidFill>
              <a:srgbClr val="799A39"/>
            </a:solidFill>
          </a:ln>
        </p:spPr>
      </p:sp>
      <p:sp>
        <p:nvSpPr>
          <p:cNvPr id="92" name="revision-text-75">
            <a:extLst xmlns:a="http://schemas.openxmlformats.org/drawingml/2006/main">
              <a:ext uri="{FF2B5EF4-FFF2-40B4-BE49-F238E27FC236}">
                <a16:creationId xmlns:a16="http://schemas.microsoft.com/office/drawing/2014/main" id="{99627938-6177-47D4-BEB6-C26B7F6247F8}"/>
              </a:ext>
            </a:extLst>
          </p:cNvPr>
          <p:cNvSpPr>
            <a:spLocks xmlns:a="http://schemas.openxmlformats.org/drawingml/2006/main" noGrp="1"/>
          </p:cNvSpPr>
          <p:nvPr/>
        </p:nvSpPr>
        <p:spPr>
          <a:xfrm xmlns:a="http://schemas.openxmlformats.org/drawingml/2006/main">
            <a:off x="4991100" y="4019550"/>
            <a:ext cx="2209800"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799A39"/>
                </a:solidFill>
                <a:latin typeface="微软雅黑"/>
                <a:ea typeface="微软雅黑"/>
                <a:cs typeface="微软雅黑"/>
              </a:defRPr>
            </a:pPr>
            <a:r>
              <a:rPr sz="1350" b="0">
                <a:solidFill>
                  <a:srgbClr val="799A39"/>
                </a:solidFill>
                <a:latin typeface="微软雅黑"/>
                <a:ea typeface="微软雅黑"/>
                <a:cs typeface="微软雅黑"/>
              </a:rPr>
              <a:t>State / Data feedback</a:t>
            </a:r>
          </a:p>
        </p:txBody>
      </p:sp>
      <p:sp>
        <p:nvSpPr>
          <p:cNvPr id="93" name="diagram-box-76">
            <a:extLst xmlns:a="http://schemas.openxmlformats.org/drawingml/2006/main">
              <a:ext uri="{FF2B5EF4-FFF2-40B4-BE49-F238E27FC236}">
                <a16:creationId xmlns:a16="http://schemas.microsoft.com/office/drawing/2014/main" id="{E9699D59-7A45-4B38-8BBC-4D8503C34371}"/>
              </a:ext>
            </a:extLst>
          </p:cNvPr>
          <p:cNvSpPr>
            <a:spLocks xmlns:a="http://schemas.openxmlformats.org/drawingml/2006/main" noGrp="1"/>
          </p:cNvSpPr>
          <p:nvPr/>
        </p:nvSpPr>
        <p:spPr>
          <a:xfrm xmlns:a="http://schemas.openxmlformats.org/drawingml/2006/main">
            <a:off x="571500" y="5057775"/>
            <a:ext cx="11049000" cy="933450"/>
          </a:xfrm>
          <a:prstGeom xmlns:a="http://schemas.openxmlformats.org/drawingml/2006/main" prst="rect">
            <a:avLst/>
          </a:prstGeom>
          <a:solidFill xmlns:a="http://schemas.openxmlformats.org/drawingml/2006/main">
            <a:srgbClr val="FEF5EE"/>
          </a:solidFill>
          <a:ln xmlns:a="http://schemas.openxmlformats.org/drawingml/2006/main" w="9525">
            <a:solidFill>
              <a:srgbClr val="6F7B83"/>
            </a:solidFill>
          </a:ln>
        </p:spPr>
      </p:sp>
      <p:sp>
        <p:nvSpPr>
          <p:cNvPr id="94" name="diagram-box-77">
            <a:extLst xmlns:a="http://schemas.openxmlformats.org/drawingml/2006/main">
              <a:ext uri="{FF2B5EF4-FFF2-40B4-BE49-F238E27FC236}">
                <a16:creationId xmlns:a16="http://schemas.microsoft.com/office/drawing/2014/main" id="{15407192-D273-45E2-B555-7A6076E622D5}"/>
              </a:ext>
            </a:extLst>
          </p:cNvPr>
          <p:cNvSpPr>
            <a:spLocks xmlns:a="http://schemas.openxmlformats.org/drawingml/2006/main" noGrp="1"/>
          </p:cNvSpPr>
          <p:nvPr/>
        </p:nvSpPr>
        <p:spPr>
          <a:xfrm xmlns:a="http://schemas.openxmlformats.org/drawingml/2006/main">
            <a:off x="571500" y="5057775"/>
            <a:ext cx="11049000" cy="304800"/>
          </a:xfrm>
          <a:prstGeom xmlns:a="http://schemas.openxmlformats.org/drawingml/2006/main" prst="rect">
            <a:avLst/>
          </a:prstGeom>
          <a:solidFill xmlns:a="http://schemas.openxmlformats.org/drawingml/2006/main">
            <a:srgbClr val="FBEADB"/>
          </a:solidFill>
          <a:ln xmlns:a="http://schemas.openxmlformats.org/drawingml/2006/main" w="9525">
            <a:solidFill>
              <a:srgbClr val="6F7B83"/>
            </a:solidFill>
          </a:ln>
        </p:spPr>
      </p:sp>
      <p:sp>
        <p:nvSpPr>
          <p:cNvPr id="95" name="revision-text-78">
            <a:extLst xmlns:a="http://schemas.openxmlformats.org/drawingml/2006/main">
              <a:ext uri="{FF2B5EF4-FFF2-40B4-BE49-F238E27FC236}">
                <a16:creationId xmlns:a16="http://schemas.microsoft.com/office/drawing/2014/main" id="{EABF6500-ECCF-4F28-8A13-A213A5B6DBF5}"/>
              </a:ext>
            </a:extLst>
          </p:cNvPr>
          <p:cNvSpPr>
            <a:spLocks xmlns:a="http://schemas.openxmlformats.org/drawingml/2006/main" noGrp="1"/>
          </p:cNvSpPr>
          <p:nvPr/>
        </p:nvSpPr>
        <p:spPr>
          <a:xfrm xmlns:a="http://schemas.openxmlformats.org/drawingml/2006/main">
            <a:off x="647700" y="5086350"/>
            <a:ext cx="108966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Constraint layer</a:t>
            </a:r>
          </a:p>
        </p:txBody>
      </p:sp>
      <p:sp>
        <p:nvSpPr>
          <p:cNvPr id="96" name="diagram-box-79">
            <a:extLst xmlns:a="http://schemas.openxmlformats.org/drawingml/2006/main">
              <a:ext uri="{FF2B5EF4-FFF2-40B4-BE49-F238E27FC236}">
                <a16:creationId xmlns:a16="http://schemas.microsoft.com/office/drawing/2014/main" id="{E5A9D62A-1EB6-424B-9515-12EB7A436D92}"/>
              </a:ext>
            </a:extLst>
          </p:cNvPr>
          <p:cNvSpPr>
            <a:spLocks xmlns:a="http://schemas.openxmlformats.org/drawingml/2006/main" noGrp="1"/>
          </p:cNvSpPr>
          <p:nvPr/>
        </p:nvSpPr>
        <p:spPr>
          <a:xfrm xmlns:a="http://schemas.openxmlformats.org/drawingml/2006/main">
            <a:off x="781050" y="5467350"/>
            <a:ext cx="312420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97" name="revision-text-80">
            <a:extLst xmlns:a="http://schemas.openxmlformats.org/drawingml/2006/main">
              <a:ext uri="{FF2B5EF4-FFF2-40B4-BE49-F238E27FC236}">
                <a16:creationId xmlns:a16="http://schemas.microsoft.com/office/drawing/2014/main" id="{C03A6E5C-0503-4160-8F77-47ACD7A66227}"/>
              </a:ext>
            </a:extLst>
          </p:cNvPr>
          <p:cNvSpPr>
            <a:spLocks xmlns:a="http://schemas.openxmlformats.org/drawingml/2006/main" noGrp="1"/>
          </p:cNvSpPr>
          <p:nvPr/>
        </p:nvSpPr>
        <p:spPr>
          <a:xfrm xmlns:a="http://schemas.openxmlformats.org/drawingml/2006/main">
            <a:off x="828675" y="5495925"/>
            <a:ext cx="30289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1">
                <a:solidFill>
                  <a:srgbClr val="111111"/>
                </a:solidFill>
                <a:latin typeface="微软雅黑"/>
                <a:ea typeface="微软雅黑"/>
                <a:cs typeface="微软雅黑"/>
              </a:defRPr>
            </a:pPr>
            <a:r>
              <a:rPr sz="1275" b="1">
                <a:solidFill>
                  <a:srgbClr val="111111"/>
                </a:solidFill>
                <a:latin typeface="微软雅黑"/>
                <a:ea typeface="微软雅黑"/>
                <a:cs typeface="微软雅黑"/>
              </a:rPr>
              <a:t>Observation space</a:t>
            </a:r>
          </a:p>
        </p:txBody>
      </p:sp>
      <p:sp>
        <p:nvSpPr>
          <p:cNvPr id="98" name="revision-text-81">
            <a:extLst xmlns:a="http://schemas.openxmlformats.org/drawingml/2006/main">
              <a:ext uri="{FF2B5EF4-FFF2-40B4-BE49-F238E27FC236}">
                <a16:creationId xmlns:a16="http://schemas.microsoft.com/office/drawing/2014/main" id="{CB0DB96F-A64C-4D43-A432-1F8F4C9AC80B}"/>
              </a:ext>
            </a:extLst>
          </p:cNvPr>
          <p:cNvSpPr>
            <a:spLocks xmlns:a="http://schemas.openxmlformats.org/drawingml/2006/main" noGrp="1"/>
          </p:cNvSpPr>
          <p:nvPr/>
        </p:nvSpPr>
        <p:spPr>
          <a:xfrm xmlns:a="http://schemas.openxmlformats.org/drawingml/2006/main">
            <a:off x="838200" y="5667375"/>
            <a:ext cx="3009900"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5" b="0">
                <a:solidFill>
                  <a:srgbClr val="111111"/>
                </a:solidFill>
                <a:latin typeface="微软雅黑"/>
                <a:ea typeface="微软雅黑"/>
                <a:cs typeface="微软雅黑"/>
              </a:defRPr>
            </a:pPr>
            <a:r>
              <a:rPr sz="1125" b="0">
                <a:solidFill>
                  <a:srgbClr val="111111"/>
                </a:solidFill>
                <a:latin typeface="微软雅黑"/>
                <a:ea typeface="微软雅黑"/>
                <a:cs typeface="微软雅黑"/>
              </a:rPr>
              <a:t>Device state, attributes / Task context</a:t>
            </a:r>
          </a:p>
        </p:txBody>
      </p:sp>
      <p:sp>
        <p:nvSpPr>
          <p:cNvPr id="99" name="diagram-box-82">
            <a:extLst xmlns:a="http://schemas.openxmlformats.org/drawingml/2006/main">
              <a:ext uri="{FF2B5EF4-FFF2-40B4-BE49-F238E27FC236}">
                <a16:creationId xmlns:a16="http://schemas.microsoft.com/office/drawing/2014/main" id="{753325C4-94A3-4CCC-BE44-F9042F138EA4}"/>
              </a:ext>
            </a:extLst>
          </p:cNvPr>
          <p:cNvSpPr>
            <a:spLocks xmlns:a="http://schemas.openxmlformats.org/drawingml/2006/main" noGrp="1"/>
          </p:cNvSpPr>
          <p:nvPr/>
        </p:nvSpPr>
        <p:spPr>
          <a:xfrm xmlns:a="http://schemas.openxmlformats.org/drawingml/2006/main">
            <a:off x="4533900" y="5467350"/>
            <a:ext cx="312420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100" name="revision-text-83">
            <a:extLst xmlns:a="http://schemas.openxmlformats.org/drawingml/2006/main">
              <a:ext uri="{FF2B5EF4-FFF2-40B4-BE49-F238E27FC236}">
                <a16:creationId xmlns:a16="http://schemas.microsoft.com/office/drawing/2014/main" id="{3DB1BC01-6C6B-4A52-AFD3-D691CE7441D0}"/>
              </a:ext>
            </a:extLst>
          </p:cNvPr>
          <p:cNvSpPr>
            <a:spLocks xmlns:a="http://schemas.openxmlformats.org/drawingml/2006/main" noGrp="1"/>
          </p:cNvSpPr>
          <p:nvPr/>
        </p:nvSpPr>
        <p:spPr>
          <a:xfrm xmlns:a="http://schemas.openxmlformats.org/drawingml/2006/main">
            <a:off x="4581525" y="5495925"/>
            <a:ext cx="30289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1">
                <a:solidFill>
                  <a:srgbClr val="111111"/>
                </a:solidFill>
                <a:latin typeface="微软雅黑"/>
                <a:ea typeface="微软雅黑"/>
                <a:cs typeface="微软雅黑"/>
              </a:defRPr>
            </a:pPr>
            <a:r>
              <a:rPr sz="1275" b="1">
                <a:solidFill>
                  <a:srgbClr val="111111"/>
                </a:solidFill>
                <a:latin typeface="微软雅黑"/>
                <a:ea typeface="微软雅黑"/>
                <a:cs typeface="微软雅黑"/>
              </a:rPr>
              <a:t>Constraint rules</a:t>
            </a:r>
          </a:p>
        </p:txBody>
      </p:sp>
      <p:sp>
        <p:nvSpPr>
          <p:cNvPr id="101" name="revision-text-84">
            <a:extLst xmlns:a="http://schemas.openxmlformats.org/drawingml/2006/main">
              <a:ext uri="{FF2B5EF4-FFF2-40B4-BE49-F238E27FC236}">
                <a16:creationId xmlns:a16="http://schemas.microsoft.com/office/drawing/2014/main" id="{4CE0B2E8-F8F4-405A-890C-C60FD1DA94BD}"/>
              </a:ext>
            </a:extLst>
          </p:cNvPr>
          <p:cNvSpPr>
            <a:spLocks xmlns:a="http://schemas.openxmlformats.org/drawingml/2006/main" noGrp="1"/>
          </p:cNvSpPr>
          <p:nvPr/>
        </p:nvSpPr>
        <p:spPr>
          <a:xfrm xmlns:a="http://schemas.openxmlformats.org/drawingml/2006/main">
            <a:off x="4591050" y="5667375"/>
            <a:ext cx="3009900"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5" b="0">
                <a:solidFill>
                  <a:srgbClr val="111111"/>
                </a:solidFill>
                <a:latin typeface="微软雅黑"/>
                <a:ea typeface="微软雅黑"/>
                <a:cs typeface="微软雅黑"/>
              </a:defRPr>
            </a:pPr>
            <a:r>
              <a:rPr sz="1125" b="0">
                <a:solidFill>
                  <a:srgbClr val="111111"/>
                </a:solidFill>
                <a:latin typeface="微软雅黑"/>
                <a:ea typeface="微软雅黑"/>
                <a:cs typeface="微软雅黑"/>
              </a:rPr>
              <a:t>Laboratory baseline / Task rules</a:t>
            </a:r>
          </a:p>
        </p:txBody>
      </p:sp>
      <p:sp>
        <p:nvSpPr>
          <p:cNvPr id="102" name="diagram-box-85">
            <a:extLst xmlns:a="http://schemas.openxmlformats.org/drawingml/2006/main">
              <a:ext uri="{FF2B5EF4-FFF2-40B4-BE49-F238E27FC236}">
                <a16:creationId xmlns:a16="http://schemas.microsoft.com/office/drawing/2014/main" id="{9B68BDC7-A93F-45F2-82FE-ECEE085F8D55}"/>
              </a:ext>
            </a:extLst>
          </p:cNvPr>
          <p:cNvSpPr>
            <a:spLocks xmlns:a="http://schemas.openxmlformats.org/drawingml/2006/main" noGrp="1"/>
          </p:cNvSpPr>
          <p:nvPr/>
        </p:nvSpPr>
        <p:spPr>
          <a:xfrm xmlns:a="http://schemas.openxmlformats.org/drawingml/2006/main">
            <a:off x="8286750" y="5467350"/>
            <a:ext cx="312420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103" name="revision-text-86">
            <a:extLst xmlns:a="http://schemas.openxmlformats.org/drawingml/2006/main">
              <a:ext uri="{FF2B5EF4-FFF2-40B4-BE49-F238E27FC236}">
                <a16:creationId xmlns:a16="http://schemas.microsoft.com/office/drawing/2014/main" id="{0AB4C518-9126-4F36-A620-1304A4A5C8BF}"/>
              </a:ext>
            </a:extLst>
          </p:cNvPr>
          <p:cNvSpPr>
            <a:spLocks xmlns:a="http://schemas.openxmlformats.org/drawingml/2006/main" noGrp="1"/>
          </p:cNvSpPr>
          <p:nvPr/>
        </p:nvSpPr>
        <p:spPr>
          <a:xfrm xmlns:a="http://schemas.openxmlformats.org/drawingml/2006/main">
            <a:off x="8334375" y="5495925"/>
            <a:ext cx="30289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1">
                <a:solidFill>
                  <a:srgbClr val="111111"/>
                </a:solidFill>
                <a:latin typeface="微软雅黑"/>
                <a:ea typeface="微软雅黑"/>
                <a:cs typeface="微软雅黑"/>
              </a:defRPr>
            </a:pPr>
            <a:r>
              <a:rPr sz="1275" b="1">
                <a:solidFill>
                  <a:srgbClr val="111111"/>
                </a:solidFill>
                <a:latin typeface="微软雅黑"/>
                <a:ea typeface="微软雅黑"/>
                <a:cs typeface="微软雅黑"/>
              </a:rPr>
              <a:t>Handling actions</a:t>
            </a:r>
          </a:p>
        </p:txBody>
      </p:sp>
      <p:sp>
        <p:nvSpPr>
          <p:cNvPr id="104" name="revision-text-87">
            <a:extLst xmlns:a="http://schemas.openxmlformats.org/drawingml/2006/main">
              <a:ext uri="{FF2B5EF4-FFF2-40B4-BE49-F238E27FC236}">
                <a16:creationId xmlns:a16="http://schemas.microsoft.com/office/drawing/2014/main" id="{6C7D8068-F020-4D47-88B1-C11853B8B1DE}"/>
              </a:ext>
            </a:extLst>
          </p:cNvPr>
          <p:cNvSpPr>
            <a:spLocks xmlns:a="http://schemas.openxmlformats.org/drawingml/2006/main" noGrp="1"/>
          </p:cNvSpPr>
          <p:nvPr/>
        </p:nvSpPr>
        <p:spPr>
          <a:xfrm xmlns:a="http://schemas.openxmlformats.org/drawingml/2006/main">
            <a:off x="8343900" y="5667375"/>
            <a:ext cx="3009900"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5" b="0">
                <a:solidFill>
                  <a:srgbClr val="111111"/>
                </a:solidFill>
                <a:latin typeface="微软雅黑"/>
                <a:ea typeface="微软雅黑"/>
                <a:cs typeface="微软雅黑"/>
              </a:defRPr>
            </a:pPr>
            <a:r>
              <a:rPr sz="1125" b="0">
                <a:solidFill>
                  <a:srgbClr val="111111"/>
                </a:solidFill>
                <a:latin typeface="微软雅黑"/>
                <a:ea typeface="微软雅黑"/>
                <a:cs typeface="微软雅黑"/>
              </a:rPr>
              <a:t>Device actions / Warn / Alarm / Abort</a:t>
            </a:r>
          </a:p>
        </p:txBody>
      </p:sp>
      <p:sp>
        <p:nvSpPr>
          <p:cNvPr id="105" name="diagram-line-88">
            <a:extLst xmlns:a="http://schemas.openxmlformats.org/drawingml/2006/main">
              <a:ext uri="{FF2B5EF4-FFF2-40B4-BE49-F238E27FC236}">
                <a16:creationId xmlns:a16="http://schemas.microsoft.com/office/drawing/2014/main" id="{6BE17CEE-581C-490E-A16B-B0B71AD4BDC9}"/>
              </a:ext>
            </a:extLst>
          </p:cNvPr>
          <p:cNvSpPr>
            <a:spLocks xmlns:a="http://schemas.openxmlformats.org/drawingml/2006/main" noGrp="1"/>
          </p:cNvSpPr>
          <p:nvPr/>
        </p:nvSpPr>
        <p:spPr>
          <a:xfrm xmlns:a="http://schemas.openxmlformats.org/drawingml/2006/main">
            <a:off x="3905250" y="5676900"/>
            <a:ext cx="628650" cy="191"/>
          </a:xfrm>
          <a:custGeom xmlns:a="http://schemas.openxmlformats.org/drawingml/2006/main">
            <a:pathLst>
              <a:path w="628650" h="191">
                <a:moveTo>
                  <a:pt x="0" y="0"/>
                </a:moveTo>
                <a:lnTo>
                  <a:pt x="628650" y="0"/>
                </a:lnTo>
              </a:path>
            </a:pathLst>
          </a:custGeom>
          <a:noFill xmlns:a="http://schemas.openxmlformats.org/drawingml/2006/main"/>
          <a:ln xmlns:a="http://schemas.openxmlformats.org/drawingml/2006/main" w="14288">
            <a:solidFill>
              <a:srgbClr val="B15F20"/>
            </a:solidFill>
          </a:ln>
        </p:spPr>
      </p:sp>
      <p:sp>
        <p:nvSpPr>
          <p:cNvPr id="106" name="diagram-poly-89">
            <a:extLst xmlns:a="http://schemas.openxmlformats.org/drawingml/2006/main">
              <a:ext uri="{FF2B5EF4-FFF2-40B4-BE49-F238E27FC236}">
                <a16:creationId xmlns:a16="http://schemas.microsoft.com/office/drawing/2014/main" id="{6B9BAF9F-ED50-4C9C-A5A4-5FC1A5EC0EE4}"/>
              </a:ext>
            </a:extLst>
          </p:cNvPr>
          <p:cNvSpPr>
            <a:spLocks xmlns:a="http://schemas.openxmlformats.org/drawingml/2006/main" noGrp="1"/>
          </p:cNvSpPr>
          <p:nvPr/>
        </p:nvSpPr>
        <p:spPr>
          <a:xfrm xmlns:a="http://schemas.openxmlformats.org/drawingml/2006/main">
            <a:off x="4467225" y="56473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B15F20"/>
          </a:solidFill>
          <a:ln xmlns:a="http://schemas.openxmlformats.org/drawingml/2006/main" w="953">
            <a:solidFill>
              <a:srgbClr val="B15F20"/>
            </a:solidFill>
          </a:ln>
        </p:spPr>
      </p:sp>
      <p:sp>
        <p:nvSpPr>
          <p:cNvPr id="107" name="diagram-line-90">
            <a:extLst xmlns:a="http://schemas.openxmlformats.org/drawingml/2006/main">
              <a:ext uri="{FF2B5EF4-FFF2-40B4-BE49-F238E27FC236}">
                <a16:creationId xmlns:a16="http://schemas.microsoft.com/office/drawing/2014/main" id="{0B56248A-836D-4BDB-ACD1-374C465FEEBD}"/>
              </a:ext>
            </a:extLst>
          </p:cNvPr>
          <p:cNvSpPr>
            <a:spLocks xmlns:a="http://schemas.openxmlformats.org/drawingml/2006/main" noGrp="1"/>
          </p:cNvSpPr>
          <p:nvPr/>
        </p:nvSpPr>
        <p:spPr>
          <a:xfrm xmlns:a="http://schemas.openxmlformats.org/drawingml/2006/main">
            <a:off x="7658100" y="5676900"/>
            <a:ext cx="628650" cy="191"/>
          </a:xfrm>
          <a:custGeom xmlns:a="http://schemas.openxmlformats.org/drawingml/2006/main">
            <a:pathLst>
              <a:path w="628650" h="191">
                <a:moveTo>
                  <a:pt x="0" y="0"/>
                </a:moveTo>
                <a:lnTo>
                  <a:pt x="628650" y="0"/>
                </a:lnTo>
              </a:path>
            </a:pathLst>
          </a:custGeom>
          <a:noFill xmlns:a="http://schemas.openxmlformats.org/drawingml/2006/main"/>
          <a:ln xmlns:a="http://schemas.openxmlformats.org/drawingml/2006/main" w="14288">
            <a:solidFill>
              <a:srgbClr val="B15F20"/>
            </a:solidFill>
          </a:ln>
        </p:spPr>
      </p:sp>
      <p:sp>
        <p:nvSpPr>
          <p:cNvPr id="108" name="diagram-poly-91">
            <a:extLst xmlns:a="http://schemas.openxmlformats.org/drawingml/2006/main">
              <a:ext uri="{FF2B5EF4-FFF2-40B4-BE49-F238E27FC236}">
                <a16:creationId xmlns:a16="http://schemas.microsoft.com/office/drawing/2014/main" id="{ECC53CE4-EB4F-4364-95E5-70E55D7C25F5}"/>
              </a:ext>
            </a:extLst>
          </p:cNvPr>
          <p:cNvSpPr>
            <a:spLocks xmlns:a="http://schemas.openxmlformats.org/drawingml/2006/main" noGrp="1"/>
          </p:cNvSpPr>
          <p:nvPr/>
        </p:nvSpPr>
        <p:spPr>
          <a:xfrm xmlns:a="http://schemas.openxmlformats.org/drawingml/2006/main">
            <a:off x="8220075" y="56473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B15F20"/>
          </a:solidFill>
          <a:ln xmlns:a="http://schemas.openxmlformats.org/drawingml/2006/main" w="953">
            <a:solidFill>
              <a:srgbClr val="B15F20"/>
            </a:solidFill>
          </a:ln>
        </p:spPr>
      </p:sp>
      <p:sp>
        <p:nvSpPr>
          <p:cNvPr id="109" name="diagram-line-92">
            <a:extLst xmlns:a="http://schemas.openxmlformats.org/drawingml/2006/main">
              <a:ext uri="{FF2B5EF4-FFF2-40B4-BE49-F238E27FC236}">
                <a16:creationId xmlns:a16="http://schemas.microsoft.com/office/drawing/2014/main" id="{ADD5236B-FF96-4046-8C68-1FA34BA4B3ED}"/>
              </a:ext>
            </a:extLst>
          </p:cNvPr>
          <p:cNvSpPr>
            <a:spLocks xmlns:a="http://schemas.openxmlformats.org/drawingml/2006/main" noGrp="1"/>
          </p:cNvSpPr>
          <p:nvPr/>
        </p:nvSpPr>
        <p:spPr>
          <a:xfrm xmlns:a="http://schemas.openxmlformats.org/drawingml/2006/main">
            <a:off x="1905000"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110" name="diagram-line-93">
            <a:extLst xmlns:a="http://schemas.openxmlformats.org/drawingml/2006/main">
              <a:ext uri="{FF2B5EF4-FFF2-40B4-BE49-F238E27FC236}">
                <a16:creationId xmlns:a16="http://schemas.microsoft.com/office/drawing/2014/main" id="{E45E13F3-3048-4717-841C-2D6B1241394A}"/>
              </a:ext>
            </a:extLst>
          </p:cNvPr>
          <p:cNvSpPr>
            <a:spLocks xmlns:a="http://schemas.openxmlformats.org/drawingml/2006/main" noGrp="1"/>
          </p:cNvSpPr>
          <p:nvPr/>
        </p:nvSpPr>
        <p:spPr>
          <a:xfrm xmlns:a="http://schemas.openxmlformats.org/drawingml/2006/main">
            <a:off x="1905000"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111" name="diagram-line-94">
            <a:extLst xmlns:a="http://schemas.openxmlformats.org/drawingml/2006/main">
              <a:ext uri="{FF2B5EF4-FFF2-40B4-BE49-F238E27FC236}">
                <a16:creationId xmlns:a16="http://schemas.microsoft.com/office/drawing/2014/main" id="{740B53F8-CC09-4596-AEF0-D3B711DB3F5A}"/>
              </a:ext>
            </a:extLst>
          </p:cNvPr>
          <p:cNvSpPr>
            <a:spLocks xmlns:a="http://schemas.openxmlformats.org/drawingml/2006/main" noGrp="1"/>
          </p:cNvSpPr>
          <p:nvPr/>
        </p:nvSpPr>
        <p:spPr>
          <a:xfrm xmlns:a="http://schemas.openxmlformats.org/drawingml/2006/main">
            <a:off x="1905000"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112" name="diagram-line-95">
            <a:extLst xmlns:a="http://schemas.openxmlformats.org/drawingml/2006/main">
              <a:ext uri="{FF2B5EF4-FFF2-40B4-BE49-F238E27FC236}">
                <a16:creationId xmlns:a16="http://schemas.microsoft.com/office/drawing/2014/main" id="{8F3B0DBB-4679-45A9-8A66-E10E7A415FE5}"/>
              </a:ext>
            </a:extLst>
          </p:cNvPr>
          <p:cNvSpPr>
            <a:spLocks xmlns:a="http://schemas.openxmlformats.org/drawingml/2006/main" noGrp="1"/>
          </p:cNvSpPr>
          <p:nvPr/>
        </p:nvSpPr>
        <p:spPr>
          <a:xfrm xmlns:a="http://schemas.openxmlformats.org/drawingml/2006/main">
            <a:off x="1905000"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113" name="diagram-line-96">
            <a:extLst xmlns:a="http://schemas.openxmlformats.org/drawingml/2006/main">
              <a:ext uri="{FF2B5EF4-FFF2-40B4-BE49-F238E27FC236}">
                <a16:creationId xmlns:a16="http://schemas.microsoft.com/office/drawing/2014/main" id="{7C4F3D91-FA36-4F7A-B906-425E00FD20AD}"/>
              </a:ext>
            </a:extLst>
          </p:cNvPr>
          <p:cNvSpPr>
            <a:spLocks xmlns:a="http://schemas.openxmlformats.org/drawingml/2006/main" noGrp="1"/>
          </p:cNvSpPr>
          <p:nvPr/>
        </p:nvSpPr>
        <p:spPr>
          <a:xfrm xmlns:a="http://schemas.openxmlformats.org/drawingml/2006/main">
            <a:off x="1905000"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114" name="diagram-line-97">
            <a:extLst xmlns:a="http://schemas.openxmlformats.org/drawingml/2006/main">
              <a:ext uri="{FF2B5EF4-FFF2-40B4-BE49-F238E27FC236}">
                <a16:creationId xmlns:a16="http://schemas.microsoft.com/office/drawing/2014/main" id="{EE788E5E-E38C-4E68-8839-DE5DC4094D40}"/>
              </a:ext>
            </a:extLst>
          </p:cNvPr>
          <p:cNvSpPr>
            <a:spLocks xmlns:a="http://schemas.openxmlformats.org/drawingml/2006/main" noGrp="1"/>
          </p:cNvSpPr>
          <p:nvPr/>
        </p:nvSpPr>
        <p:spPr>
          <a:xfrm xmlns:a="http://schemas.openxmlformats.org/drawingml/2006/main">
            <a:off x="1905000"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115" name="diagram-line-98">
            <a:extLst xmlns:a="http://schemas.openxmlformats.org/drawingml/2006/main">
              <a:ext uri="{FF2B5EF4-FFF2-40B4-BE49-F238E27FC236}">
                <a16:creationId xmlns:a16="http://schemas.microsoft.com/office/drawing/2014/main" id="{9192C2FC-FF08-413C-A08A-DE774D1B555B}"/>
              </a:ext>
            </a:extLst>
          </p:cNvPr>
          <p:cNvSpPr>
            <a:spLocks xmlns:a="http://schemas.openxmlformats.org/drawingml/2006/main" noGrp="1"/>
          </p:cNvSpPr>
          <p:nvPr/>
        </p:nvSpPr>
        <p:spPr>
          <a:xfrm xmlns:a="http://schemas.openxmlformats.org/drawingml/2006/main">
            <a:off x="1905000" y="5019675"/>
            <a:ext cx="191" cy="38100"/>
          </a:xfrm>
          <a:custGeom xmlns:a="http://schemas.openxmlformats.org/drawingml/2006/main">
            <a:pathLst>
              <a:path w="191" h="38100">
                <a:moveTo>
                  <a:pt x="0" y="0"/>
                </a:moveTo>
                <a:lnTo>
                  <a:pt x="0" y="38100"/>
                </a:lnTo>
              </a:path>
            </a:pathLst>
          </a:custGeom>
          <a:noFill xmlns:a="http://schemas.openxmlformats.org/drawingml/2006/main"/>
          <a:ln xmlns:a="http://schemas.openxmlformats.org/drawingml/2006/main" w="14288">
            <a:solidFill>
              <a:srgbClr val="9A83BB"/>
            </a:solidFill>
          </a:ln>
        </p:spPr>
      </p:sp>
      <p:sp>
        <p:nvSpPr>
          <p:cNvPr id="116" name="diagram-poly-99">
            <a:extLst xmlns:a="http://schemas.openxmlformats.org/drawingml/2006/main">
              <a:ext uri="{FF2B5EF4-FFF2-40B4-BE49-F238E27FC236}">
                <a16:creationId xmlns:a16="http://schemas.microsoft.com/office/drawing/2014/main" id="{98396DE0-1BA2-4E05-A40E-F63EBF36F5E7}"/>
              </a:ext>
            </a:extLst>
          </p:cNvPr>
          <p:cNvSpPr>
            <a:spLocks xmlns:a="http://schemas.openxmlformats.org/drawingml/2006/main" noGrp="1"/>
          </p:cNvSpPr>
          <p:nvPr/>
        </p:nvSpPr>
        <p:spPr>
          <a:xfrm xmlns:a="http://schemas.openxmlformats.org/drawingml/2006/main">
            <a:off x="1875473" y="4991100"/>
            <a:ext cx="59055" cy="66675"/>
          </a:xfrm>
          <a:custGeom xmlns:a="http://schemas.openxmlformats.org/drawingml/2006/main">
            <a:pathLst>
              <a:path w="59055" h="66675">
                <a:moveTo>
                  <a:pt x="29527" y="66675"/>
                </a:moveTo>
                <a:lnTo>
                  <a:pt x="59055" y="0"/>
                </a:lnTo>
                <a:lnTo>
                  <a:pt x="0" y="0"/>
                </a:lnTo>
                <a:close/>
              </a:path>
            </a:pathLst>
          </a:custGeom>
          <a:solidFill xmlns:a="http://schemas.openxmlformats.org/drawingml/2006/main">
            <a:srgbClr val="9A83BB"/>
          </a:solidFill>
          <a:ln xmlns:a="http://schemas.openxmlformats.org/drawingml/2006/main" w="953">
            <a:solidFill>
              <a:srgbClr val="9A83BB"/>
            </a:solidFill>
          </a:ln>
        </p:spPr>
      </p:sp>
      <p:sp>
        <p:nvSpPr>
          <p:cNvPr id="117" name="revision-text-100">
            <a:extLst xmlns:a="http://schemas.openxmlformats.org/drawingml/2006/main">
              <a:ext uri="{FF2B5EF4-FFF2-40B4-BE49-F238E27FC236}">
                <a16:creationId xmlns:a16="http://schemas.microsoft.com/office/drawing/2014/main" id="{D4746322-3742-41F3-A53C-252E335DDECD}"/>
              </a:ext>
            </a:extLst>
          </p:cNvPr>
          <p:cNvSpPr>
            <a:spLocks xmlns:a="http://schemas.openxmlformats.org/drawingml/2006/main" noGrp="1"/>
          </p:cNvSpPr>
          <p:nvPr/>
        </p:nvSpPr>
        <p:spPr>
          <a:xfrm xmlns:a="http://schemas.openxmlformats.org/drawingml/2006/main">
            <a:off x="619125" y="4486275"/>
            <a:ext cx="1257300" cy="3947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9A83BB"/>
                </a:solidFill>
                <a:latin typeface="微软雅黑"/>
                <a:ea typeface="微软雅黑"/>
                <a:cs typeface="微软雅黑"/>
              </a:defRPr>
            </a:pPr>
            <a:r>
              <a:rPr sz="1200" b="0">
                <a:solidFill>
                  <a:srgbClr val="9A83BB"/>
                </a:solidFill>
                <a:latin typeface="微软雅黑"/>
                <a:ea typeface="微软雅黑"/>
                <a:cs typeface="微软雅黑"/>
              </a:rPr>
              <a:t>Node variables</a:t>
            </a:r>
          </a:p>
          <a:p xmlns:a="http://schemas.openxmlformats.org/drawingml/2006/main">
            <a:pPr algn="ctr">
              <a:lnSpc>
                <a:spcPct val="104000"/>
              </a:lnSpc>
              <a:spcBef>
                <a:spcPts val="0"/>
              </a:spcBef>
              <a:spcAft>
                <a:spcPts val="0"/>
              </a:spcAft>
              <a:buNone/>
              <a:defRPr sz="1200" b="0">
                <a:solidFill>
                  <a:srgbClr val="9A83BB"/>
                </a:solidFill>
                <a:latin typeface="微软雅黑"/>
                <a:ea typeface="微软雅黑"/>
                <a:cs typeface="微软雅黑"/>
              </a:defRPr>
            </a:pPr>
            <a:r>
              <a:rPr sz="1200" b="0">
                <a:solidFill>
                  <a:srgbClr val="9A83BB"/>
                </a:solidFill>
                <a:latin typeface="微软雅黑"/>
                <a:ea typeface="微软雅黑"/>
                <a:cs typeface="微软雅黑"/>
              </a:rPr>
              <a:t>Task context</a:t>
            </a:r>
          </a:p>
        </p:txBody>
      </p:sp>
      <p:sp>
        <p:nvSpPr>
          <p:cNvPr id="118" name="diagram-line-101">
            <a:extLst xmlns:a="http://schemas.openxmlformats.org/drawingml/2006/main">
              <a:ext uri="{FF2B5EF4-FFF2-40B4-BE49-F238E27FC236}">
                <a16:creationId xmlns:a16="http://schemas.microsoft.com/office/drawing/2014/main" id="{68F295E2-FA34-4655-A89F-DD187B081440}"/>
              </a:ext>
            </a:extLst>
          </p:cNvPr>
          <p:cNvSpPr>
            <a:spLocks xmlns:a="http://schemas.openxmlformats.org/drawingml/2006/main" noGrp="1"/>
          </p:cNvSpPr>
          <p:nvPr/>
        </p:nvSpPr>
        <p:spPr>
          <a:xfrm xmlns:a="http://schemas.openxmlformats.org/drawingml/2006/main">
            <a:off x="8810625"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19" name="diagram-line-102">
            <a:extLst xmlns:a="http://schemas.openxmlformats.org/drawingml/2006/main">
              <a:ext uri="{FF2B5EF4-FFF2-40B4-BE49-F238E27FC236}">
                <a16:creationId xmlns:a16="http://schemas.microsoft.com/office/drawing/2014/main" id="{C6373B3A-50BF-4D05-BC91-36A903140C33}"/>
              </a:ext>
            </a:extLst>
          </p:cNvPr>
          <p:cNvSpPr>
            <a:spLocks xmlns:a="http://schemas.openxmlformats.org/drawingml/2006/main" noGrp="1"/>
          </p:cNvSpPr>
          <p:nvPr/>
        </p:nvSpPr>
        <p:spPr>
          <a:xfrm xmlns:a="http://schemas.openxmlformats.org/drawingml/2006/main">
            <a:off x="8810625"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20" name="diagram-line-103">
            <a:extLst xmlns:a="http://schemas.openxmlformats.org/drawingml/2006/main">
              <a:ext uri="{FF2B5EF4-FFF2-40B4-BE49-F238E27FC236}">
                <a16:creationId xmlns:a16="http://schemas.microsoft.com/office/drawing/2014/main" id="{05B2BFB3-ED37-480E-A439-A9E83ACDB653}"/>
              </a:ext>
            </a:extLst>
          </p:cNvPr>
          <p:cNvSpPr>
            <a:spLocks xmlns:a="http://schemas.openxmlformats.org/drawingml/2006/main" noGrp="1"/>
          </p:cNvSpPr>
          <p:nvPr/>
        </p:nvSpPr>
        <p:spPr>
          <a:xfrm xmlns:a="http://schemas.openxmlformats.org/drawingml/2006/main">
            <a:off x="87439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1" name="diagram-line-104">
            <a:extLst xmlns:a="http://schemas.openxmlformats.org/drawingml/2006/main">
              <a:ext uri="{FF2B5EF4-FFF2-40B4-BE49-F238E27FC236}">
                <a16:creationId xmlns:a16="http://schemas.microsoft.com/office/drawing/2014/main" id="{EB868BA4-F335-4985-A711-43F288D4DF35}"/>
              </a:ext>
            </a:extLst>
          </p:cNvPr>
          <p:cNvSpPr>
            <a:spLocks xmlns:a="http://schemas.openxmlformats.org/drawingml/2006/main" noGrp="1"/>
          </p:cNvSpPr>
          <p:nvPr/>
        </p:nvSpPr>
        <p:spPr>
          <a:xfrm xmlns:a="http://schemas.openxmlformats.org/drawingml/2006/main">
            <a:off x="86296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2" name="diagram-line-105">
            <a:extLst xmlns:a="http://schemas.openxmlformats.org/drawingml/2006/main">
              <a:ext uri="{FF2B5EF4-FFF2-40B4-BE49-F238E27FC236}">
                <a16:creationId xmlns:a16="http://schemas.microsoft.com/office/drawing/2014/main" id="{F1FC7CFB-C043-4A65-9626-11B7A54ADE8E}"/>
              </a:ext>
            </a:extLst>
          </p:cNvPr>
          <p:cNvSpPr>
            <a:spLocks xmlns:a="http://schemas.openxmlformats.org/drawingml/2006/main" noGrp="1"/>
          </p:cNvSpPr>
          <p:nvPr/>
        </p:nvSpPr>
        <p:spPr>
          <a:xfrm xmlns:a="http://schemas.openxmlformats.org/drawingml/2006/main">
            <a:off x="85153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3" name="diagram-line-106">
            <a:extLst xmlns:a="http://schemas.openxmlformats.org/drawingml/2006/main">
              <a:ext uri="{FF2B5EF4-FFF2-40B4-BE49-F238E27FC236}">
                <a16:creationId xmlns:a16="http://schemas.microsoft.com/office/drawing/2014/main" id="{25172DB9-BE13-43E0-8839-8C25316689FA}"/>
              </a:ext>
            </a:extLst>
          </p:cNvPr>
          <p:cNvSpPr>
            <a:spLocks xmlns:a="http://schemas.openxmlformats.org/drawingml/2006/main" noGrp="1"/>
          </p:cNvSpPr>
          <p:nvPr/>
        </p:nvSpPr>
        <p:spPr>
          <a:xfrm xmlns:a="http://schemas.openxmlformats.org/drawingml/2006/main">
            <a:off x="84010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4" name="diagram-line-107">
            <a:extLst xmlns:a="http://schemas.openxmlformats.org/drawingml/2006/main">
              <a:ext uri="{FF2B5EF4-FFF2-40B4-BE49-F238E27FC236}">
                <a16:creationId xmlns:a16="http://schemas.microsoft.com/office/drawing/2014/main" id="{62330013-B8C2-435A-8FF4-CCF058BCAD27}"/>
              </a:ext>
            </a:extLst>
          </p:cNvPr>
          <p:cNvSpPr>
            <a:spLocks xmlns:a="http://schemas.openxmlformats.org/drawingml/2006/main" noGrp="1"/>
          </p:cNvSpPr>
          <p:nvPr/>
        </p:nvSpPr>
        <p:spPr>
          <a:xfrm xmlns:a="http://schemas.openxmlformats.org/drawingml/2006/main">
            <a:off x="82867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5" name="diagram-line-108">
            <a:extLst xmlns:a="http://schemas.openxmlformats.org/drawingml/2006/main">
              <a:ext uri="{FF2B5EF4-FFF2-40B4-BE49-F238E27FC236}">
                <a16:creationId xmlns:a16="http://schemas.microsoft.com/office/drawing/2014/main" id="{5B349743-7EB3-42E3-BA01-A88CE6D691AC}"/>
              </a:ext>
            </a:extLst>
          </p:cNvPr>
          <p:cNvSpPr>
            <a:spLocks xmlns:a="http://schemas.openxmlformats.org/drawingml/2006/main" noGrp="1"/>
          </p:cNvSpPr>
          <p:nvPr/>
        </p:nvSpPr>
        <p:spPr>
          <a:xfrm xmlns:a="http://schemas.openxmlformats.org/drawingml/2006/main">
            <a:off x="81724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6" name="diagram-line-109">
            <a:extLst xmlns:a="http://schemas.openxmlformats.org/drawingml/2006/main">
              <a:ext uri="{FF2B5EF4-FFF2-40B4-BE49-F238E27FC236}">
                <a16:creationId xmlns:a16="http://schemas.microsoft.com/office/drawing/2014/main" id="{275E081C-D368-4666-B20E-5C1D7FDB6821}"/>
              </a:ext>
            </a:extLst>
          </p:cNvPr>
          <p:cNvSpPr>
            <a:spLocks xmlns:a="http://schemas.openxmlformats.org/drawingml/2006/main" noGrp="1"/>
          </p:cNvSpPr>
          <p:nvPr/>
        </p:nvSpPr>
        <p:spPr>
          <a:xfrm xmlns:a="http://schemas.openxmlformats.org/drawingml/2006/main">
            <a:off x="80581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7" name="diagram-line-110">
            <a:extLst xmlns:a="http://schemas.openxmlformats.org/drawingml/2006/main">
              <a:ext uri="{FF2B5EF4-FFF2-40B4-BE49-F238E27FC236}">
                <a16:creationId xmlns:a16="http://schemas.microsoft.com/office/drawing/2014/main" id="{1BD7EAFD-68E1-4D08-A837-0464A43491AD}"/>
              </a:ext>
            </a:extLst>
          </p:cNvPr>
          <p:cNvSpPr>
            <a:spLocks xmlns:a="http://schemas.openxmlformats.org/drawingml/2006/main" noGrp="1"/>
          </p:cNvSpPr>
          <p:nvPr/>
        </p:nvSpPr>
        <p:spPr>
          <a:xfrm xmlns:a="http://schemas.openxmlformats.org/drawingml/2006/main">
            <a:off x="79438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8" name="diagram-line-111">
            <a:extLst xmlns:a="http://schemas.openxmlformats.org/drawingml/2006/main">
              <a:ext uri="{FF2B5EF4-FFF2-40B4-BE49-F238E27FC236}">
                <a16:creationId xmlns:a16="http://schemas.microsoft.com/office/drawing/2014/main" id="{DFFF2827-D262-401B-A3DD-E1B40BADFF2F}"/>
              </a:ext>
            </a:extLst>
          </p:cNvPr>
          <p:cNvSpPr>
            <a:spLocks xmlns:a="http://schemas.openxmlformats.org/drawingml/2006/main" noGrp="1"/>
          </p:cNvSpPr>
          <p:nvPr/>
        </p:nvSpPr>
        <p:spPr>
          <a:xfrm xmlns:a="http://schemas.openxmlformats.org/drawingml/2006/main">
            <a:off x="78295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9" name="diagram-line-112">
            <a:extLst xmlns:a="http://schemas.openxmlformats.org/drawingml/2006/main">
              <a:ext uri="{FF2B5EF4-FFF2-40B4-BE49-F238E27FC236}">
                <a16:creationId xmlns:a16="http://schemas.microsoft.com/office/drawing/2014/main" id="{43E95952-9A41-4A06-B541-A96DB80D2BAB}"/>
              </a:ext>
            </a:extLst>
          </p:cNvPr>
          <p:cNvSpPr>
            <a:spLocks xmlns:a="http://schemas.openxmlformats.org/drawingml/2006/main" noGrp="1"/>
          </p:cNvSpPr>
          <p:nvPr/>
        </p:nvSpPr>
        <p:spPr>
          <a:xfrm xmlns:a="http://schemas.openxmlformats.org/drawingml/2006/main">
            <a:off x="77152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0" name="diagram-line-113">
            <a:extLst xmlns:a="http://schemas.openxmlformats.org/drawingml/2006/main">
              <a:ext uri="{FF2B5EF4-FFF2-40B4-BE49-F238E27FC236}">
                <a16:creationId xmlns:a16="http://schemas.microsoft.com/office/drawing/2014/main" id="{75FEE690-755F-4747-8F05-C58BAF9C976E}"/>
              </a:ext>
            </a:extLst>
          </p:cNvPr>
          <p:cNvSpPr>
            <a:spLocks xmlns:a="http://schemas.openxmlformats.org/drawingml/2006/main" noGrp="1"/>
          </p:cNvSpPr>
          <p:nvPr/>
        </p:nvSpPr>
        <p:spPr>
          <a:xfrm xmlns:a="http://schemas.openxmlformats.org/drawingml/2006/main">
            <a:off x="76009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1" name="diagram-line-114">
            <a:extLst xmlns:a="http://schemas.openxmlformats.org/drawingml/2006/main">
              <a:ext uri="{FF2B5EF4-FFF2-40B4-BE49-F238E27FC236}">
                <a16:creationId xmlns:a16="http://schemas.microsoft.com/office/drawing/2014/main" id="{07D48DE8-AFC3-4D56-8C30-88126ED630C8}"/>
              </a:ext>
            </a:extLst>
          </p:cNvPr>
          <p:cNvSpPr>
            <a:spLocks xmlns:a="http://schemas.openxmlformats.org/drawingml/2006/main" noGrp="1"/>
          </p:cNvSpPr>
          <p:nvPr/>
        </p:nvSpPr>
        <p:spPr>
          <a:xfrm xmlns:a="http://schemas.openxmlformats.org/drawingml/2006/main">
            <a:off x="74866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2" name="diagram-line-115">
            <a:extLst xmlns:a="http://schemas.openxmlformats.org/drawingml/2006/main">
              <a:ext uri="{FF2B5EF4-FFF2-40B4-BE49-F238E27FC236}">
                <a16:creationId xmlns:a16="http://schemas.microsoft.com/office/drawing/2014/main" id="{8F608169-D60A-459C-8E99-472C37F9AC67}"/>
              </a:ext>
            </a:extLst>
          </p:cNvPr>
          <p:cNvSpPr>
            <a:spLocks xmlns:a="http://schemas.openxmlformats.org/drawingml/2006/main" noGrp="1"/>
          </p:cNvSpPr>
          <p:nvPr/>
        </p:nvSpPr>
        <p:spPr>
          <a:xfrm xmlns:a="http://schemas.openxmlformats.org/drawingml/2006/main">
            <a:off x="73723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3" name="diagram-line-116">
            <a:extLst xmlns:a="http://schemas.openxmlformats.org/drawingml/2006/main">
              <a:ext uri="{FF2B5EF4-FFF2-40B4-BE49-F238E27FC236}">
                <a16:creationId xmlns:a16="http://schemas.microsoft.com/office/drawing/2014/main" id="{62E72760-D538-463C-BA09-CD2E3652080C}"/>
              </a:ext>
            </a:extLst>
          </p:cNvPr>
          <p:cNvSpPr>
            <a:spLocks xmlns:a="http://schemas.openxmlformats.org/drawingml/2006/main" noGrp="1"/>
          </p:cNvSpPr>
          <p:nvPr/>
        </p:nvSpPr>
        <p:spPr>
          <a:xfrm xmlns:a="http://schemas.openxmlformats.org/drawingml/2006/main">
            <a:off x="72580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4" name="diagram-line-117">
            <a:extLst xmlns:a="http://schemas.openxmlformats.org/drawingml/2006/main">
              <a:ext uri="{FF2B5EF4-FFF2-40B4-BE49-F238E27FC236}">
                <a16:creationId xmlns:a16="http://schemas.microsoft.com/office/drawing/2014/main" id="{4FE99DB7-373F-467A-B849-60678783B9C4}"/>
              </a:ext>
            </a:extLst>
          </p:cNvPr>
          <p:cNvSpPr>
            <a:spLocks xmlns:a="http://schemas.openxmlformats.org/drawingml/2006/main" noGrp="1"/>
          </p:cNvSpPr>
          <p:nvPr/>
        </p:nvSpPr>
        <p:spPr>
          <a:xfrm xmlns:a="http://schemas.openxmlformats.org/drawingml/2006/main">
            <a:off x="71437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5" name="diagram-line-118">
            <a:extLst xmlns:a="http://schemas.openxmlformats.org/drawingml/2006/main">
              <a:ext uri="{FF2B5EF4-FFF2-40B4-BE49-F238E27FC236}">
                <a16:creationId xmlns:a16="http://schemas.microsoft.com/office/drawing/2014/main" id="{00487CBE-2A98-4D17-8C75-317B3BE19817}"/>
              </a:ext>
            </a:extLst>
          </p:cNvPr>
          <p:cNvSpPr>
            <a:spLocks xmlns:a="http://schemas.openxmlformats.org/drawingml/2006/main" noGrp="1"/>
          </p:cNvSpPr>
          <p:nvPr/>
        </p:nvSpPr>
        <p:spPr>
          <a:xfrm xmlns:a="http://schemas.openxmlformats.org/drawingml/2006/main">
            <a:off x="70294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6" name="diagram-line-119">
            <a:extLst xmlns:a="http://schemas.openxmlformats.org/drawingml/2006/main">
              <a:ext uri="{FF2B5EF4-FFF2-40B4-BE49-F238E27FC236}">
                <a16:creationId xmlns:a16="http://schemas.microsoft.com/office/drawing/2014/main" id="{01838CCB-9B8A-4EB5-9B21-DDB18E013157}"/>
              </a:ext>
            </a:extLst>
          </p:cNvPr>
          <p:cNvSpPr>
            <a:spLocks xmlns:a="http://schemas.openxmlformats.org/drawingml/2006/main" noGrp="1"/>
          </p:cNvSpPr>
          <p:nvPr/>
        </p:nvSpPr>
        <p:spPr>
          <a:xfrm xmlns:a="http://schemas.openxmlformats.org/drawingml/2006/main">
            <a:off x="69151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7" name="diagram-line-120">
            <a:extLst xmlns:a="http://schemas.openxmlformats.org/drawingml/2006/main">
              <a:ext uri="{FF2B5EF4-FFF2-40B4-BE49-F238E27FC236}">
                <a16:creationId xmlns:a16="http://schemas.microsoft.com/office/drawing/2014/main" id="{342FD9E1-034C-4C20-872E-F3D01D093E68}"/>
              </a:ext>
            </a:extLst>
          </p:cNvPr>
          <p:cNvSpPr>
            <a:spLocks xmlns:a="http://schemas.openxmlformats.org/drawingml/2006/main" noGrp="1"/>
          </p:cNvSpPr>
          <p:nvPr/>
        </p:nvSpPr>
        <p:spPr>
          <a:xfrm xmlns:a="http://schemas.openxmlformats.org/drawingml/2006/main">
            <a:off x="68008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8" name="diagram-line-121">
            <a:extLst xmlns:a="http://schemas.openxmlformats.org/drawingml/2006/main">
              <a:ext uri="{FF2B5EF4-FFF2-40B4-BE49-F238E27FC236}">
                <a16:creationId xmlns:a16="http://schemas.microsoft.com/office/drawing/2014/main" id="{1688976A-D57D-4105-893C-3DF6C51BA00E}"/>
              </a:ext>
            </a:extLst>
          </p:cNvPr>
          <p:cNvSpPr>
            <a:spLocks xmlns:a="http://schemas.openxmlformats.org/drawingml/2006/main" noGrp="1"/>
          </p:cNvSpPr>
          <p:nvPr/>
        </p:nvSpPr>
        <p:spPr>
          <a:xfrm xmlns:a="http://schemas.openxmlformats.org/drawingml/2006/main">
            <a:off x="66865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9" name="diagram-line-122">
            <a:extLst xmlns:a="http://schemas.openxmlformats.org/drawingml/2006/main">
              <a:ext uri="{FF2B5EF4-FFF2-40B4-BE49-F238E27FC236}">
                <a16:creationId xmlns:a16="http://schemas.microsoft.com/office/drawing/2014/main" id="{0ABDB874-C970-4D52-8BBA-6D61D8922094}"/>
              </a:ext>
            </a:extLst>
          </p:cNvPr>
          <p:cNvSpPr>
            <a:spLocks xmlns:a="http://schemas.openxmlformats.org/drawingml/2006/main" noGrp="1"/>
          </p:cNvSpPr>
          <p:nvPr/>
        </p:nvSpPr>
        <p:spPr>
          <a:xfrm xmlns:a="http://schemas.openxmlformats.org/drawingml/2006/main">
            <a:off x="65722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0" name="diagram-line-123">
            <a:extLst xmlns:a="http://schemas.openxmlformats.org/drawingml/2006/main">
              <a:ext uri="{FF2B5EF4-FFF2-40B4-BE49-F238E27FC236}">
                <a16:creationId xmlns:a16="http://schemas.microsoft.com/office/drawing/2014/main" id="{89DCD39C-D19C-4287-8650-FBE762922643}"/>
              </a:ext>
            </a:extLst>
          </p:cNvPr>
          <p:cNvSpPr>
            <a:spLocks xmlns:a="http://schemas.openxmlformats.org/drawingml/2006/main" noGrp="1"/>
          </p:cNvSpPr>
          <p:nvPr/>
        </p:nvSpPr>
        <p:spPr>
          <a:xfrm xmlns:a="http://schemas.openxmlformats.org/drawingml/2006/main">
            <a:off x="64579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1" name="diagram-line-124">
            <a:extLst xmlns:a="http://schemas.openxmlformats.org/drawingml/2006/main">
              <a:ext uri="{FF2B5EF4-FFF2-40B4-BE49-F238E27FC236}">
                <a16:creationId xmlns:a16="http://schemas.microsoft.com/office/drawing/2014/main" id="{A3C71F86-6777-4D09-8E55-084C68220C7D}"/>
              </a:ext>
            </a:extLst>
          </p:cNvPr>
          <p:cNvSpPr>
            <a:spLocks xmlns:a="http://schemas.openxmlformats.org/drawingml/2006/main" noGrp="1"/>
          </p:cNvSpPr>
          <p:nvPr/>
        </p:nvSpPr>
        <p:spPr>
          <a:xfrm xmlns:a="http://schemas.openxmlformats.org/drawingml/2006/main">
            <a:off x="63436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2" name="diagram-line-125">
            <a:extLst xmlns:a="http://schemas.openxmlformats.org/drawingml/2006/main">
              <a:ext uri="{FF2B5EF4-FFF2-40B4-BE49-F238E27FC236}">
                <a16:creationId xmlns:a16="http://schemas.microsoft.com/office/drawing/2014/main" id="{9B920C5B-A007-430D-8EDC-58D9C7A6685E}"/>
              </a:ext>
            </a:extLst>
          </p:cNvPr>
          <p:cNvSpPr>
            <a:spLocks xmlns:a="http://schemas.openxmlformats.org/drawingml/2006/main" noGrp="1"/>
          </p:cNvSpPr>
          <p:nvPr/>
        </p:nvSpPr>
        <p:spPr>
          <a:xfrm xmlns:a="http://schemas.openxmlformats.org/drawingml/2006/main">
            <a:off x="62293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3" name="diagram-line-126">
            <a:extLst xmlns:a="http://schemas.openxmlformats.org/drawingml/2006/main">
              <a:ext uri="{FF2B5EF4-FFF2-40B4-BE49-F238E27FC236}">
                <a16:creationId xmlns:a16="http://schemas.microsoft.com/office/drawing/2014/main" id="{EDA460C2-E203-4E32-B951-D86E8E436855}"/>
              </a:ext>
            </a:extLst>
          </p:cNvPr>
          <p:cNvSpPr>
            <a:spLocks xmlns:a="http://schemas.openxmlformats.org/drawingml/2006/main" noGrp="1"/>
          </p:cNvSpPr>
          <p:nvPr/>
        </p:nvSpPr>
        <p:spPr>
          <a:xfrm xmlns:a="http://schemas.openxmlformats.org/drawingml/2006/main">
            <a:off x="61150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4" name="diagram-line-127">
            <a:extLst xmlns:a="http://schemas.openxmlformats.org/drawingml/2006/main">
              <a:ext uri="{FF2B5EF4-FFF2-40B4-BE49-F238E27FC236}">
                <a16:creationId xmlns:a16="http://schemas.microsoft.com/office/drawing/2014/main" id="{B696B298-D9C7-4FB2-91A9-51BD8C6CDC89}"/>
              </a:ext>
            </a:extLst>
          </p:cNvPr>
          <p:cNvSpPr>
            <a:spLocks xmlns:a="http://schemas.openxmlformats.org/drawingml/2006/main" noGrp="1"/>
          </p:cNvSpPr>
          <p:nvPr/>
        </p:nvSpPr>
        <p:spPr>
          <a:xfrm xmlns:a="http://schemas.openxmlformats.org/drawingml/2006/main">
            <a:off x="60007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5" name="diagram-line-128">
            <a:extLst xmlns:a="http://schemas.openxmlformats.org/drawingml/2006/main">
              <a:ext uri="{FF2B5EF4-FFF2-40B4-BE49-F238E27FC236}">
                <a16:creationId xmlns:a16="http://schemas.microsoft.com/office/drawing/2014/main" id="{48ED4ED8-67EB-4D57-A304-C0646611537F}"/>
              </a:ext>
            </a:extLst>
          </p:cNvPr>
          <p:cNvSpPr>
            <a:spLocks xmlns:a="http://schemas.openxmlformats.org/drawingml/2006/main" noGrp="1"/>
          </p:cNvSpPr>
          <p:nvPr/>
        </p:nvSpPr>
        <p:spPr>
          <a:xfrm xmlns:a="http://schemas.openxmlformats.org/drawingml/2006/main">
            <a:off x="58864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6" name="diagram-line-129">
            <a:extLst xmlns:a="http://schemas.openxmlformats.org/drawingml/2006/main">
              <a:ext uri="{FF2B5EF4-FFF2-40B4-BE49-F238E27FC236}">
                <a16:creationId xmlns:a16="http://schemas.microsoft.com/office/drawing/2014/main" id="{9BFDEBB5-B90F-460A-ADB5-29069B94C02E}"/>
              </a:ext>
            </a:extLst>
          </p:cNvPr>
          <p:cNvSpPr>
            <a:spLocks xmlns:a="http://schemas.openxmlformats.org/drawingml/2006/main" noGrp="1"/>
          </p:cNvSpPr>
          <p:nvPr/>
        </p:nvSpPr>
        <p:spPr>
          <a:xfrm xmlns:a="http://schemas.openxmlformats.org/drawingml/2006/main">
            <a:off x="57721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7" name="diagram-line-130">
            <a:extLst xmlns:a="http://schemas.openxmlformats.org/drawingml/2006/main">
              <a:ext uri="{FF2B5EF4-FFF2-40B4-BE49-F238E27FC236}">
                <a16:creationId xmlns:a16="http://schemas.microsoft.com/office/drawing/2014/main" id="{4C605DDF-7B46-44E9-A254-5C13A3A219CA}"/>
              </a:ext>
            </a:extLst>
          </p:cNvPr>
          <p:cNvSpPr>
            <a:spLocks xmlns:a="http://schemas.openxmlformats.org/drawingml/2006/main" noGrp="1"/>
          </p:cNvSpPr>
          <p:nvPr/>
        </p:nvSpPr>
        <p:spPr>
          <a:xfrm xmlns:a="http://schemas.openxmlformats.org/drawingml/2006/main">
            <a:off x="56578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8" name="diagram-line-131">
            <a:extLst xmlns:a="http://schemas.openxmlformats.org/drawingml/2006/main">
              <a:ext uri="{FF2B5EF4-FFF2-40B4-BE49-F238E27FC236}">
                <a16:creationId xmlns:a16="http://schemas.microsoft.com/office/drawing/2014/main" id="{E1A95ABA-84DD-472F-9B86-F1134244E9B5}"/>
              </a:ext>
            </a:extLst>
          </p:cNvPr>
          <p:cNvSpPr>
            <a:spLocks xmlns:a="http://schemas.openxmlformats.org/drawingml/2006/main" noGrp="1"/>
          </p:cNvSpPr>
          <p:nvPr/>
        </p:nvSpPr>
        <p:spPr>
          <a:xfrm xmlns:a="http://schemas.openxmlformats.org/drawingml/2006/main">
            <a:off x="55435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9" name="diagram-line-132">
            <a:extLst xmlns:a="http://schemas.openxmlformats.org/drawingml/2006/main">
              <a:ext uri="{FF2B5EF4-FFF2-40B4-BE49-F238E27FC236}">
                <a16:creationId xmlns:a16="http://schemas.microsoft.com/office/drawing/2014/main" id="{B975224F-E7F8-482B-8F54-9C4258812ED7}"/>
              </a:ext>
            </a:extLst>
          </p:cNvPr>
          <p:cNvSpPr>
            <a:spLocks xmlns:a="http://schemas.openxmlformats.org/drawingml/2006/main" noGrp="1"/>
          </p:cNvSpPr>
          <p:nvPr/>
        </p:nvSpPr>
        <p:spPr>
          <a:xfrm xmlns:a="http://schemas.openxmlformats.org/drawingml/2006/main">
            <a:off x="54292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0" name="diagram-line-133">
            <a:extLst xmlns:a="http://schemas.openxmlformats.org/drawingml/2006/main">
              <a:ext uri="{FF2B5EF4-FFF2-40B4-BE49-F238E27FC236}">
                <a16:creationId xmlns:a16="http://schemas.microsoft.com/office/drawing/2014/main" id="{E3A85AE6-CA16-4D18-8952-B76936B8989C}"/>
              </a:ext>
            </a:extLst>
          </p:cNvPr>
          <p:cNvSpPr>
            <a:spLocks xmlns:a="http://schemas.openxmlformats.org/drawingml/2006/main" noGrp="1"/>
          </p:cNvSpPr>
          <p:nvPr/>
        </p:nvSpPr>
        <p:spPr>
          <a:xfrm xmlns:a="http://schemas.openxmlformats.org/drawingml/2006/main">
            <a:off x="53149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1" name="diagram-line-134">
            <a:extLst xmlns:a="http://schemas.openxmlformats.org/drawingml/2006/main">
              <a:ext uri="{FF2B5EF4-FFF2-40B4-BE49-F238E27FC236}">
                <a16:creationId xmlns:a16="http://schemas.microsoft.com/office/drawing/2014/main" id="{EB7DBF67-B965-4CAB-8C9D-DF5E383634DC}"/>
              </a:ext>
            </a:extLst>
          </p:cNvPr>
          <p:cNvSpPr>
            <a:spLocks xmlns:a="http://schemas.openxmlformats.org/drawingml/2006/main" noGrp="1"/>
          </p:cNvSpPr>
          <p:nvPr/>
        </p:nvSpPr>
        <p:spPr>
          <a:xfrm xmlns:a="http://schemas.openxmlformats.org/drawingml/2006/main">
            <a:off x="52006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2" name="diagram-line-135">
            <a:extLst xmlns:a="http://schemas.openxmlformats.org/drawingml/2006/main">
              <a:ext uri="{FF2B5EF4-FFF2-40B4-BE49-F238E27FC236}">
                <a16:creationId xmlns:a16="http://schemas.microsoft.com/office/drawing/2014/main" id="{72AEFF7D-146A-4597-84C6-3A8C4EBAD86C}"/>
              </a:ext>
            </a:extLst>
          </p:cNvPr>
          <p:cNvSpPr>
            <a:spLocks xmlns:a="http://schemas.openxmlformats.org/drawingml/2006/main" noGrp="1"/>
          </p:cNvSpPr>
          <p:nvPr/>
        </p:nvSpPr>
        <p:spPr>
          <a:xfrm xmlns:a="http://schemas.openxmlformats.org/drawingml/2006/main">
            <a:off x="50863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3" name="diagram-line-136">
            <a:extLst xmlns:a="http://schemas.openxmlformats.org/drawingml/2006/main">
              <a:ext uri="{FF2B5EF4-FFF2-40B4-BE49-F238E27FC236}">
                <a16:creationId xmlns:a16="http://schemas.microsoft.com/office/drawing/2014/main" id="{4A8AE7AB-39A1-4015-A33B-93E35A1A6108}"/>
              </a:ext>
            </a:extLst>
          </p:cNvPr>
          <p:cNvSpPr>
            <a:spLocks xmlns:a="http://schemas.openxmlformats.org/drawingml/2006/main" noGrp="1"/>
          </p:cNvSpPr>
          <p:nvPr/>
        </p:nvSpPr>
        <p:spPr>
          <a:xfrm xmlns:a="http://schemas.openxmlformats.org/drawingml/2006/main">
            <a:off x="49720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4" name="diagram-line-137">
            <a:extLst xmlns:a="http://schemas.openxmlformats.org/drawingml/2006/main">
              <a:ext uri="{FF2B5EF4-FFF2-40B4-BE49-F238E27FC236}">
                <a16:creationId xmlns:a16="http://schemas.microsoft.com/office/drawing/2014/main" id="{161902C3-747C-482B-BBCA-108070A58F40}"/>
              </a:ext>
            </a:extLst>
          </p:cNvPr>
          <p:cNvSpPr>
            <a:spLocks xmlns:a="http://schemas.openxmlformats.org/drawingml/2006/main" noGrp="1"/>
          </p:cNvSpPr>
          <p:nvPr/>
        </p:nvSpPr>
        <p:spPr>
          <a:xfrm xmlns:a="http://schemas.openxmlformats.org/drawingml/2006/main">
            <a:off x="48577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5" name="diagram-line-138">
            <a:extLst xmlns:a="http://schemas.openxmlformats.org/drawingml/2006/main">
              <a:ext uri="{FF2B5EF4-FFF2-40B4-BE49-F238E27FC236}">
                <a16:creationId xmlns:a16="http://schemas.microsoft.com/office/drawing/2014/main" id="{A0FD6FAE-AA78-4409-B486-15B548FECCA5}"/>
              </a:ext>
            </a:extLst>
          </p:cNvPr>
          <p:cNvSpPr>
            <a:spLocks xmlns:a="http://schemas.openxmlformats.org/drawingml/2006/main" noGrp="1"/>
          </p:cNvSpPr>
          <p:nvPr/>
        </p:nvSpPr>
        <p:spPr>
          <a:xfrm xmlns:a="http://schemas.openxmlformats.org/drawingml/2006/main">
            <a:off x="47434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6" name="diagram-line-139">
            <a:extLst xmlns:a="http://schemas.openxmlformats.org/drawingml/2006/main">
              <a:ext uri="{FF2B5EF4-FFF2-40B4-BE49-F238E27FC236}">
                <a16:creationId xmlns:a16="http://schemas.microsoft.com/office/drawing/2014/main" id="{6A3D4477-4A33-4F71-A695-9F129BE5B7E6}"/>
              </a:ext>
            </a:extLst>
          </p:cNvPr>
          <p:cNvSpPr>
            <a:spLocks xmlns:a="http://schemas.openxmlformats.org/drawingml/2006/main" noGrp="1"/>
          </p:cNvSpPr>
          <p:nvPr/>
        </p:nvSpPr>
        <p:spPr>
          <a:xfrm xmlns:a="http://schemas.openxmlformats.org/drawingml/2006/main">
            <a:off x="46291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7" name="diagram-line-140">
            <a:extLst xmlns:a="http://schemas.openxmlformats.org/drawingml/2006/main">
              <a:ext uri="{FF2B5EF4-FFF2-40B4-BE49-F238E27FC236}">
                <a16:creationId xmlns:a16="http://schemas.microsoft.com/office/drawing/2014/main" id="{A259D2B6-7B11-4303-97AC-8D877ACD0FEE}"/>
              </a:ext>
            </a:extLst>
          </p:cNvPr>
          <p:cNvSpPr>
            <a:spLocks xmlns:a="http://schemas.openxmlformats.org/drawingml/2006/main" noGrp="1"/>
          </p:cNvSpPr>
          <p:nvPr/>
        </p:nvSpPr>
        <p:spPr>
          <a:xfrm xmlns:a="http://schemas.openxmlformats.org/drawingml/2006/main">
            <a:off x="45148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8" name="diagram-line-141">
            <a:extLst xmlns:a="http://schemas.openxmlformats.org/drawingml/2006/main">
              <a:ext uri="{FF2B5EF4-FFF2-40B4-BE49-F238E27FC236}">
                <a16:creationId xmlns:a16="http://schemas.microsoft.com/office/drawing/2014/main" id="{E78C2785-7284-4566-85C6-08DEEF681A56}"/>
              </a:ext>
            </a:extLst>
          </p:cNvPr>
          <p:cNvSpPr>
            <a:spLocks xmlns:a="http://schemas.openxmlformats.org/drawingml/2006/main" noGrp="1"/>
          </p:cNvSpPr>
          <p:nvPr/>
        </p:nvSpPr>
        <p:spPr>
          <a:xfrm xmlns:a="http://schemas.openxmlformats.org/drawingml/2006/main">
            <a:off x="44005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9" name="diagram-line-142">
            <a:extLst xmlns:a="http://schemas.openxmlformats.org/drawingml/2006/main">
              <a:ext uri="{FF2B5EF4-FFF2-40B4-BE49-F238E27FC236}">
                <a16:creationId xmlns:a16="http://schemas.microsoft.com/office/drawing/2014/main" id="{2C2038A1-39C4-4407-BE0C-92FA442B87AD}"/>
              </a:ext>
            </a:extLst>
          </p:cNvPr>
          <p:cNvSpPr>
            <a:spLocks xmlns:a="http://schemas.openxmlformats.org/drawingml/2006/main" noGrp="1"/>
          </p:cNvSpPr>
          <p:nvPr/>
        </p:nvSpPr>
        <p:spPr>
          <a:xfrm xmlns:a="http://schemas.openxmlformats.org/drawingml/2006/main">
            <a:off x="42862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60" name="diagram-line-143">
            <a:extLst xmlns:a="http://schemas.openxmlformats.org/drawingml/2006/main">
              <a:ext uri="{FF2B5EF4-FFF2-40B4-BE49-F238E27FC236}">
                <a16:creationId xmlns:a16="http://schemas.microsoft.com/office/drawing/2014/main" id="{282417F3-D87F-4CB6-8E4E-4DDD97D25B75}"/>
              </a:ext>
            </a:extLst>
          </p:cNvPr>
          <p:cNvSpPr>
            <a:spLocks xmlns:a="http://schemas.openxmlformats.org/drawingml/2006/main" noGrp="1"/>
          </p:cNvSpPr>
          <p:nvPr/>
        </p:nvSpPr>
        <p:spPr>
          <a:xfrm xmlns:a="http://schemas.openxmlformats.org/drawingml/2006/main">
            <a:off x="4191000" y="4562475"/>
            <a:ext cx="47625" cy="191"/>
          </a:xfrm>
          <a:custGeom xmlns:a="http://schemas.openxmlformats.org/drawingml/2006/main">
            <a:pathLst>
              <a:path w="47625" h="191">
                <a:moveTo>
                  <a:pt x="47625" y="0"/>
                </a:moveTo>
                <a:lnTo>
                  <a:pt x="0" y="0"/>
                </a:lnTo>
              </a:path>
            </a:pathLst>
          </a:custGeom>
          <a:noFill xmlns:a="http://schemas.openxmlformats.org/drawingml/2006/main"/>
          <a:ln xmlns:a="http://schemas.openxmlformats.org/drawingml/2006/main" w="14288">
            <a:solidFill>
              <a:srgbClr val="799A39"/>
            </a:solidFill>
          </a:ln>
        </p:spPr>
      </p:sp>
      <p:sp>
        <p:nvSpPr>
          <p:cNvPr id="161" name="diagram-line-144">
            <a:extLst xmlns:a="http://schemas.openxmlformats.org/drawingml/2006/main">
              <a:ext uri="{FF2B5EF4-FFF2-40B4-BE49-F238E27FC236}">
                <a16:creationId xmlns:a16="http://schemas.microsoft.com/office/drawing/2014/main" id="{E8E29104-A147-47B7-B6B3-CECE7AD84DF0}"/>
              </a:ext>
            </a:extLst>
          </p:cNvPr>
          <p:cNvSpPr>
            <a:spLocks xmlns:a="http://schemas.openxmlformats.org/drawingml/2006/main" noGrp="1"/>
          </p:cNvSpPr>
          <p:nvPr/>
        </p:nvSpPr>
        <p:spPr>
          <a:xfrm xmlns:a="http://schemas.openxmlformats.org/drawingml/2006/main">
            <a:off x="4191000"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62" name="diagram-line-145">
            <a:extLst xmlns:a="http://schemas.openxmlformats.org/drawingml/2006/main">
              <a:ext uri="{FF2B5EF4-FFF2-40B4-BE49-F238E27FC236}">
                <a16:creationId xmlns:a16="http://schemas.microsoft.com/office/drawing/2014/main" id="{AC40833C-5E9C-4E48-B685-478D4AB6EB4D}"/>
              </a:ext>
            </a:extLst>
          </p:cNvPr>
          <p:cNvSpPr>
            <a:spLocks xmlns:a="http://schemas.openxmlformats.org/drawingml/2006/main" noGrp="1"/>
          </p:cNvSpPr>
          <p:nvPr/>
        </p:nvSpPr>
        <p:spPr>
          <a:xfrm xmlns:a="http://schemas.openxmlformats.org/drawingml/2006/main">
            <a:off x="4191000"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63" name="diagram-line-146">
            <a:extLst xmlns:a="http://schemas.openxmlformats.org/drawingml/2006/main">
              <a:ext uri="{FF2B5EF4-FFF2-40B4-BE49-F238E27FC236}">
                <a16:creationId xmlns:a16="http://schemas.microsoft.com/office/drawing/2014/main" id="{7920D866-9B66-4BAC-9DFD-9D622EC06ACD}"/>
              </a:ext>
            </a:extLst>
          </p:cNvPr>
          <p:cNvSpPr>
            <a:spLocks xmlns:a="http://schemas.openxmlformats.org/drawingml/2006/main" noGrp="1"/>
          </p:cNvSpPr>
          <p:nvPr/>
        </p:nvSpPr>
        <p:spPr>
          <a:xfrm xmlns:a="http://schemas.openxmlformats.org/drawingml/2006/main">
            <a:off x="4191000"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64" name="diagram-line-147">
            <a:extLst xmlns:a="http://schemas.openxmlformats.org/drawingml/2006/main">
              <a:ext uri="{FF2B5EF4-FFF2-40B4-BE49-F238E27FC236}">
                <a16:creationId xmlns:a16="http://schemas.microsoft.com/office/drawing/2014/main" id="{30A2822F-63CC-477D-9750-B6927C4492C1}"/>
              </a:ext>
            </a:extLst>
          </p:cNvPr>
          <p:cNvSpPr>
            <a:spLocks xmlns:a="http://schemas.openxmlformats.org/drawingml/2006/main" noGrp="1"/>
          </p:cNvSpPr>
          <p:nvPr/>
        </p:nvSpPr>
        <p:spPr>
          <a:xfrm xmlns:a="http://schemas.openxmlformats.org/drawingml/2006/main">
            <a:off x="4191000"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65" name="diagram-line-148">
            <a:extLst xmlns:a="http://schemas.openxmlformats.org/drawingml/2006/main">
              <a:ext uri="{FF2B5EF4-FFF2-40B4-BE49-F238E27FC236}">
                <a16:creationId xmlns:a16="http://schemas.microsoft.com/office/drawing/2014/main" id="{BDFFECD6-45BE-4692-87E0-6AEA662EA380}"/>
              </a:ext>
            </a:extLst>
          </p:cNvPr>
          <p:cNvSpPr>
            <a:spLocks xmlns:a="http://schemas.openxmlformats.org/drawingml/2006/main" noGrp="1"/>
          </p:cNvSpPr>
          <p:nvPr/>
        </p:nvSpPr>
        <p:spPr>
          <a:xfrm xmlns:a="http://schemas.openxmlformats.org/drawingml/2006/main">
            <a:off x="4191000" y="5019675"/>
            <a:ext cx="191" cy="38100"/>
          </a:xfrm>
          <a:custGeom xmlns:a="http://schemas.openxmlformats.org/drawingml/2006/main">
            <a:pathLst>
              <a:path w="191" h="38100">
                <a:moveTo>
                  <a:pt x="0" y="0"/>
                </a:moveTo>
                <a:lnTo>
                  <a:pt x="0" y="38100"/>
                </a:lnTo>
              </a:path>
            </a:pathLst>
          </a:custGeom>
          <a:noFill xmlns:a="http://schemas.openxmlformats.org/drawingml/2006/main"/>
          <a:ln xmlns:a="http://schemas.openxmlformats.org/drawingml/2006/main" w="14288">
            <a:solidFill>
              <a:srgbClr val="799A39"/>
            </a:solidFill>
          </a:ln>
        </p:spPr>
      </p:sp>
      <p:sp>
        <p:nvSpPr>
          <p:cNvPr id="166" name="diagram-poly-149">
            <a:extLst xmlns:a="http://schemas.openxmlformats.org/drawingml/2006/main">
              <a:ext uri="{FF2B5EF4-FFF2-40B4-BE49-F238E27FC236}">
                <a16:creationId xmlns:a16="http://schemas.microsoft.com/office/drawing/2014/main" id="{B9090C9A-34F4-4C2A-9338-A17AD17C7C17}"/>
              </a:ext>
            </a:extLst>
          </p:cNvPr>
          <p:cNvSpPr>
            <a:spLocks xmlns:a="http://schemas.openxmlformats.org/drawingml/2006/main" noGrp="1"/>
          </p:cNvSpPr>
          <p:nvPr/>
        </p:nvSpPr>
        <p:spPr>
          <a:xfrm xmlns:a="http://schemas.openxmlformats.org/drawingml/2006/main">
            <a:off x="4161473" y="4991100"/>
            <a:ext cx="59055" cy="66675"/>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799A39"/>
          </a:solidFill>
          <a:ln xmlns:a="http://schemas.openxmlformats.org/drawingml/2006/main" w="953">
            <a:solidFill>
              <a:srgbClr val="799A39"/>
            </a:solidFill>
          </a:ln>
        </p:spPr>
      </p:sp>
      <p:sp>
        <p:nvSpPr>
          <p:cNvPr id="167" name="revision-text-150">
            <a:extLst xmlns:a="http://schemas.openxmlformats.org/drawingml/2006/main">
              <a:ext uri="{FF2B5EF4-FFF2-40B4-BE49-F238E27FC236}">
                <a16:creationId xmlns:a16="http://schemas.microsoft.com/office/drawing/2014/main" id="{3A1A7F0B-CCF3-40E2-A225-DA7866CFB94E}"/>
              </a:ext>
            </a:extLst>
          </p:cNvPr>
          <p:cNvSpPr>
            <a:spLocks xmlns:a="http://schemas.openxmlformats.org/drawingml/2006/main" noGrp="1"/>
          </p:cNvSpPr>
          <p:nvPr/>
        </p:nvSpPr>
        <p:spPr>
          <a:xfrm xmlns:a="http://schemas.openxmlformats.org/drawingml/2006/main">
            <a:off x="6143625" y="4324350"/>
            <a:ext cx="2400300"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799A39"/>
                </a:solidFill>
                <a:latin typeface="微软雅黑"/>
                <a:ea typeface="微软雅黑"/>
                <a:cs typeface="微软雅黑"/>
              </a:defRPr>
            </a:pPr>
            <a:r>
              <a:rPr sz="1200" b="0">
                <a:solidFill>
                  <a:srgbClr val="799A39"/>
                </a:solidFill>
                <a:latin typeface="微软雅黑"/>
                <a:ea typeface="微软雅黑"/>
                <a:cs typeface="微软雅黑"/>
              </a:rPr>
              <a:t>Device state / Measurements</a:t>
            </a:r>
          </a:p>
        </p:txBody>
      </p:sp>
      <p:sp>
        <p:nvSpPr>
          <p:cNvPr id="168" name="diagram-line-151">
            <a:extLst xmlns:a="http://schemas.openxmlformats.org/drawingml/2006/main">
              <a:ext uri="{FF2B5EF4-FFF2-40B4-BE49-F238E27FC236}">
                <a16:creationId xmlns:a16="http://schemas.microsoft.com/office/drawing/2014/main" id="{98DB47C1-ABD2-4A0F-95B5-1A7B67688F14}"/>
              </a:ext>
            </a:extLst>
          </p:cNvPr>
          <p:cNvSpPr>
            <a:spLocks xmlns:a="http://schemas.openxmlformats.org/drawingml/2006/main" noGrp="1"/>
          </p:cNvSpPr>
          <p:nvPr/>
        </p:nvSpPr>
        <p:spPr>
          <a:xfrm xmlns:a="http://schemas.openxmlformats.org/drawingml/2006/main">
            <a:off x="10668000" y="49911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9" name="diagram-line-152">
            <a:extLst xmlns:a="http://schemas.openxmlformats.org/drawingml/2006/main">
              <a:ext uri="{FF2B5EF4-FFF2-40B4-BE49-F238E27FC236}">
                <a16:creationId xmlns:a16="http://schemas.microsoft.com/office/drawing/2014/main" id="{06F09556-ADF0-4563-BB91-CD602918AFA8}"/>
              </a:ext>
            </a:extLst>
          </p:cNvPr>
          <p:cNvSpPr>
            <a:spLocks xmlns:a="http://schemas.openxmlformats.org/drawingml/2006/main" noGrp="1"/>
          </p:cNvSpPr>
          <p:nvPr/>
        </p:nvSpPr>
        <p:spPr>
          <a:xfrm xmlns:a="http://schemas.openxmlformats.org/drawingml/2006/main">
            <a:off x="10668000" y="48768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70" name="diagram-line-153">
            <a:extLst xmlns:a="http://schemas.openxmlformats.org/drawingml/2006/main">
              <a:ext uri="{FF2B5EF4-FFF2-40B4-BE49-F238E27FC236}">
                <a16:creationId xmlns:a16="http://schemas.microsoft.com/office/drawing/2014/main" id="{1EFA2FF8-10E9-48C9-8928-70C7E07BF2AB}"/>
              </a:ext>
            </a:extLst>
          </p:cNvPr>
          <p:cNvSpPr>
            <a:spLocks xmlns:a="http://schemas.openxmlformats.org/drawingml/2006/main" noGrp="1"/>
          </p:cNvSpPr>
          <p:nvPr/>
        </p:nvSpPr>
        <p:spPr>
          <a:xfrm xmlns:a="http://schemas.openxmlformats.org/drawingml/2006/main">
            <a:off x="10668000" y="4800600"/>
            <a:ext cx="191" cy="28575"/>
          </a:xfrm>
          <a:custGeom xmlns:a="http://schemas.openxmlformats.org/drawingml/2006/main">
            <a:pathLst>
              <a:path w="191" h="28575">
                <a:moveTo>
                  <a:pt x="0" y="28575"/>
                </a:moveTo>
                <a:lnTo>
                  <a:pt x="0" y="0"/>
                </a:lnTo>
              </a:path>
            </a:pathLst>
          </a:custGeom>
          <a:noFill xmlns:a="http://schemas.openxmlformats.org/drawingml/2006/main"/>
          <a:ln xmlns:a="http://schemas.openxmlformats.org/drawingml/2006/main" w="14288">
            <a:solidFill>
              <a:srgbClr val="B15F20"/>
            </a:solidFill>
          </a:ln>
        </p:spPr>
      </p:sp>
      <p:sp>
        <p:nvSpPr>
          <p:cNvPr id="171" name="diagram-line-154">
            <a:extLst xmlns:a="http://schemas.openxmlformats.org/drawingml/2006/main">
              <a:ext uri="{FF2B5EF4-FFF2-40B4-BE49-F238E27FC236}">
                <a16:creationId xmlns:a16="http://schemas.microsoft.com/office/drawing/2014/main" id="{87140320-E63F-4F26-9035-720164B5AF57}"/>
              </a:ext>
            </a:extLst>
          </p:cNvPr>
          <p:cNvSpPr>
            <a:spLocks xmlns:a="http://schemas.openxmlformats.org/drawingml/2006/main" noGrp="1"/>
          </p:cNvSpPr>
          <p:nvPr/>
        </p:nvSpPr>
        <p:spPr>
          <a:xfrm xmlns:a="http://schemas.openxmlformats.org/drawingml/2006/main">
            <a:off x="106013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2" name="diagram-line-155">
            <a:extLst xmlns:a="http://schemas.openxmlformats.org/drawingml/2006/main">
              <a:ext uri="{FF2B5EF4-FFF2-40B4-BE49-F238E27FC236}">
                <a16:creationId xmlns:a16="http://schemas.microsoft.com/office/drawing/2014/main" id="{F12FBDED-906C-420A-8BBA-331A00840A5A}"/>
              </a:ext>
            </a:extLst>
          </p:cNvPr>
          <p:cNvSpPr>
            <a:spLocks xmlns:a="http://schemas.openxmlformats.org/drawingml/2006/main" noGrp="1"/>
          </p:cNvSpPr>
          <p:nvPr/>
        </p:nvSpPr>
        <p:spPr>
          <a:xfrm xmlns:a="http://schemas.openxmlformats.org/drawingml/2006/main">
            <a:off x="104870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3" name="diagram-line-156">
            <a:extLst xmlns:a="http://schemas.openxmlformats.org/drawingml/2006/main">
              <a:ext uri="{FF2B5EF4-FFF2-40B4-BE49-F238E27FC236}">
                <a16:creationId xmlns:a16="http://schemas.microsoft.com/office/drawing/2014/main" id="{CF3BD8B3-BC51-4B82-AB15-0D007C2D0402}"/>
              </a:ext>
            </a:extLst>
          </p:cNvPr>
          <p:cNvSpPr>
            <a:spLocks xmlns:a="http://schemas.openxmlformats.org/drawingml/2006/main" noGrp="1"/>
          </p:cNvSpPr>
          <p:nvPr/>
        </p:nvSpPr>
        <p:spPr>
          <a:xfrm xmlns:a="http://schemas.openxmlformats.org/drawingml/2006/main">
            <a:off x="103727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4" name="diagram-line-157">
            <a:extLst xmlns:a="http://schemas.openxmlformats.org/drawingml/2006/main">
              <a:ext uri="{FF2B5EF4-FFF2-40B4-BE49-F238E27FC236}">
                <a16:creationId xmlns:a16="http://schemas.microsoft.com/office/drawing/2014/main" id="{8F720751-1272-4DC7-B4DB-B843F6893A0D}"/>
              </a:ext>
            </a:extLst>
          </p:cNvPr>
          <p:cNvSpPr>
            <a:spLocks xmlns:a="http://schemas.openxmlformats.org/drawingml/2006/main" noGrp="1"/>
          </p:cNvSpPr>
          <p:nvPr/>
        </p:nvSpPr>
        <p:spPr>
          <a:xfrm xmlns:a="http://schemas.openxmlformats.org/drawingml/2006/main">
            <a:off x="102584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5" name="diagram-line-158">
            <a:extLst xmlns:a="http://schemas.openxmlformats.org/drawingml/2006/main">
              <a:ext uri="{FF2B5EF4-FFF2-40B4-BE49-F238E27FC236}">
                <a16:creationId xmlns:a16="http://schemas.microsoft.com/office/drawing/2014/main" id="{5BA2B54F-3904-43E6-9625-6B6FF876ADE7}"/>
              </a:ext>
            </a:extLst>
          </p:cNvPr>
          <p:cNvSpPr>
            <a:spLocks xmlns:a="http://schemas.openxmlformats.org/drawingml/2006/main" noGrp="1"/>
          </p:cNvSpPr>
          <p:nvPr/>
        </p:nvSpPr>
        <p:spPr>
          <a:xfrm xmlns:a="http://schemas.openxmlformats.org/drawingml/2006/main">
            <a:off x="101441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6" name="diagram-line-159">
            <a:extLst xmlns:a="http://schemas.openxmlformats.org/drawingml/2006/main">
              <a:ext uri="{FF2B5EF4-FFF2-40B4-BE49-F238E27FC236}">
                <a16:creationId xmlns:a16="http://schemas.microsoft.com/office/drawing/2014/main" id="{E2EA4109-11CD-4EA9-900B-0E6E05742FBC}"/>
              </a:ext>
            </a:extLst>
          </p:cNvPr>
          <p:cNvSpPr>
            <a:spLocks xmlns:a="http://schemas.openxmlformats.org/drawingml/2006/main" noGrp="1"/>
          </p:cNvSpPr>
          <p:nvPr/>
        </p:nvSpPr>
        <p:spPr>
          <a:xfrm xmlns:a="http://schemas.openxmlformats.org/drawingml/2006/main">
            <a:off x="100298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7" name="diagram-line-160">
            <a:extLst xmlns:a="http://schemas.openxmlformats.org/drawingml/2006/main">
              <a:ext uri="{FF2B5EF4-FFF2-40B4-BE49-F238E27FC236}">
                <a16:creationId xmlns:a16="http://schemas.microsoft.com/office/drawing/2014/main" id="{5A1F8B75-F90A-4BFC-BAFA-066248318DE3}"/>
              </a:ext>
            </a:extLst>
          </p:cNvPr>
          <p:cNvSpPr>
            <a:spLocks xmlns:a="http://schemas.openxmlformats.org/drawingml/2006/main" noGrp="1"/>
          </p:cNvSpPr>
          <p:nvPr/>
        </p:nvSpPr>
        <p:spPr>
          <a:xfrm xmlns:a="http://schemas.openxmlformats.org/drawingml/2006/main">
            <a:off x="99155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8" name="diagram-line-161">
            <a:extLst xmlns:a="http://schemas.openxmlformats.org/drawingml/2006/main">
              <a:ext uri="{FF2B5EF4-FFF2-40B4-BE49-F238E27FC236}">
                <a16:creationId xmlns:a16="http://schemas.microsoft.com/office/drawing/2014/main" id="{121A783E-33C0-43E8-BF8F-376BD55001E3}"/>
              </a:ext>
            </a:extLst>
          </p:cNvPr>
          <p:cNvSpPr>
            <a:spLocks xmlns:a="http://schemas.openxmlformats.org/drawingml/2006/main" noGrp="1"/>
          </p:cNvSpPr>
          <p:nvPr/>
        </p:nvSpPr>
        <p:spPr>
          <a:xfrm xmlns:a="http://schemas.openxmlformats.org/drawingml/2006/main">
            <a:off x="98012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9" name="diagram-line-162">
            <a:extLst xmlns:a="http://schemas.openxmlformats.org/drawingml/2006/main">
              <a:ext uri="{FF2B5EF4-FFF2-40B4-BE49-F238E27FC236}">
                <a16:creationId xmlns:a16="http://schemas.microsoft.com/office/drawing/2014/main" id="{D8D88F47-47BA-4224-B823-0B81904D9159}"/>
              </a:ext>
            </a:extLst>
          </p:cNvPr>
          <p:cNvSpPr>
            <a:spLocks xmlns:a="http://schemas.openxmlformats.org/drawingml/2006/main" noGrp="1"/>
          </p:cNvSpPr>
          <p:nvPr/>
        </p:nvSpPr>
        <p:spPr>
          <a:xfrm xmlns:a="http://schemas.openxmlformats.org/drawingml/2006/main">
            <a:off x="96869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0" name="diagram-line-163">
            <a:extLst xmlns:a="http://schemas.openxmlformats.org/drawingml/2006/main">
              <a:ext uri="{FF2B5EF4-FFF2-40B4-BE49-F238E27FC236}">
                <a16:creationId xmlns:a16="http://schemas.microsoft.com/office/drawing/2014/main" id="{662DEF4A-9F89-4A62-84DA-FA0E9651D8EA}"/>
              </a:ext>
            </a:extLst>
          </p:cNvPr>
          <p:cNvSpPr>
            <a:spLocks xmlns:a="http://schemas.openxmlformats.org/drawingml/2006/main" noGrp="1"/>
          </p:cNvSpPr>
          <p:nvPr/>
        </p:nvSpPr>
        <p:spPr>
          <a:xfrm xmlns:a="http://schemas.openxmlformats.org/drawingml/2006/main">
            <a:off x="95726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1" name="diagram-line-164">
            <a:extLst xmlns:a="http://schemas.openxmlformats.org/drawingml/2006/main">
              <a:ext uri="{FF2B5EF4-FFF2-40B4-BE49-F238E27FC236}">
                <a16:creationId xmlns:a16="http://schemas.microsoft.com/office/drawing/2014/main" id="{2A68AA45-1E19-48C2-968F-294D06CBEF66}"/>
              </a:ext>
            </a:extLst>
          </p:cNvPr>
          <p:cNvSpPr>
            <a:spLocks xmlns:a="http://schemas.openxmlformats.org/drawingml/2006/main" noGrp="1"/>
          </p:cNvSpPr>
          <p:nvPr/>
        </p:nvSpPr>
        <p:spPr>
          <a:xfrm xmlns:a="http://schemas.openxmlformats.org/drawingml/2006/main">
            <a:off x="94583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2" name="diagram-line-165">
            <a:extLst xmlns:a="http://schemas.openxmlformats.org/drawingml/2006/main">
              <a:ext uri="{FF2B5EF4-FFF2-40B4-BE49-F238E27FC236}">
                <a16:creationId xmlns:a16="http://schemas.microsoft.com/office/drawing/2014/main" id="{581D0E0B-3E36-4B9F-BD56-20F79E209BFF}"/>
              </a:ext>
            </a:extLst>
          </p:cNvPr>
          <p:cNvSpPr>
            <a:spLocks xmlns:a="http://schemas.openxmlformats.org/drawingml/2006/main" noGrp="1"/>
          </p:cNvSpPr>
          <p:nvPr/>
        </p:nvSpPr>
        <p:spPr>
          <a:xfrm xmlns:a="http://schemas.openxmlformats.org/drawingml/2006/main">
            <a:off x="93440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3" name="diagram-line-166">
            <a:extLst xmlns:a="http://schemas.openxmlformats.org/drawingml/2006/main">
              <a:ext uri="{FF2B5EF4-FFF2-40B4-BE49-F238E27FC236}">
                <a16:creationId xmlns:a16="http://schemas.microsoft.com/office/drawing/2014/main" id="{82D6D121-FF90-4692-8ACB-210CC635F6E7}"/>
              </a:ext>
            </a:extLst>
          </p:cNvPr>
          <p:cNvSpPr>
            <a:spLocks xmlns:a="http://schemas.openxmlformats.org/drawingml/2006/main" noGrp="1"/>
          </p:cNvSpPr>
          <p:nvPr/>
        </p:nvSpPr>
        <p:spPr>
          <a:xfrm xmlns:a="http://schemas.openxmlformats.org/drawingml/2006/main">
            <a:off x="92297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4" name="diagram-line-167">
            <a:extLst xmlns:a="http://schemas.openxmlformats.org/drawingml/2006/main">
              <a:ext uri="{FF2B5EF4-FFF2-40B4-BE49-F238E27FC236}">
                <a16:creationId xmlns:a16="http://schemas.microsoft.com/office/drawing/2014/main" id="{47289E09-AB37-4738-BDCD-70E54E286767}"/>
              </a:ext>
            </a:extLst>
          </p:cNvPr>
          <p:cNvSpPr>
            <a:spLocks xmlns:a="http://schemas.openxmlformats.org/drawingml/2006/main" noGrp="1"/>
          </p:cNvSpPr>
          <p:nvPr/>
        </p:nvSpPr>
        <p:spPr>
          <a:xfrm xmlns:a="http://schemas.openxmlformats.org/drawingml/2006/main">
            <a:off x="91154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5" name="diagram-line-168">
            <a:extLst xmlns:a="http://schemas.openxmlformats.org/drawingml/2006/main">
              <a:ext uri="{FF2B5EF4-FFF2-40B4-BE49-F238E27FC236}">
                <a16:creationId xmlns:a16="http://schemas.microsoft.com/office/drawing/2014/main" id="{71297244-AA63-460E-8BB4-873832BFC1A4}"/>
              </a:ext>
            </a:extLst>
          </p:cNvPr>
          <p:cNvSpPr>
            <a:spLocks xmlns:a="http://schemas.openxmlformats.org/drawingml/2006/main" noGrp="1"/>
          </p:cNvSpPr>
          <p:nvPr/>
        </p:nvSpPr>
        <p:spPr>
          <a:xfrm xmlns:a="http://schemas.openxmlformats.org/drawingml/2006/main">
            <a:off x="90011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6" name="diagram-line-169">
            <a:extLst xmlns:a="http://schemas.openxmlformats.org/drawingml/2006/main">
              <a:ext uri="{FF2B5EF4-FFF2-40B4-BE49-F238E27FC236}">
                <a16:creationId xmlns:a16="http://schemas.microsoft.com/office/drawing/2014/main" id="{2D33D0A2-CCD3-47B1-9779-33BF0D5B1FD6}"/>
              </a:ext>
            </a:extLst>
          </p:cNvPr>
          <p:cNvSpPr>
            <a:spLocks xmlns:a="http://schemas.openxmlformats.org/drawingml/2006/main" noGrp="1"/>
          </p:cNvSpPr>
          <p:nvPr/>
        </p:nvSpPr>
        <p:spPr>
          <a:xfrm xmlns:a="http://schemas.openxmlformats.org/drawingml/2006/main">
            <a:off x="88868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7" name="diagram-line-170">
            <a:extLst xmlns:a="http://schemas.openxmlformats.org/drawingml/2006/main">
              <a:ext uri="{FF2B5EF4-FFF2-40B4-BE49-F238E27FC236}">
                <a16:creationId xmlns:a16="http://schemas.microsoft.com/office/drawing/2014/main" id="{6E2F05F0-46EF-4C8D-B00E-FBEB9E8F1642}"/>
              </a:ext>
            </a:extLst>
          </p:cNvPr>
          <p:cNvSpPr>
            <a:spLocks xmlns:a="http://schemas.openxmlformats.org/drawingml/2006/main" noGrp="1"/>
          </p:cNvSpPr>
          <p:nvPr/>
        </p:nvSpPr>
        <p:spPr>
          <a:xfrm xmlns:a="http://schemas.openxmlformats.org/drawingml/2006/main">
            <a:off x="87725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8" name="diagram-line-171">
            <a:extLst xmlns:a="http://schemas.openxmlformats.org/drawingml/2006/main">
              <a:ext uri="{FF2B5EF4-FFF2-40B4-BE49-F238E27FC236}">
                <a16:creationId xmlns:a16="http://schemas.microsoft.com/office/drawing/2014/main" id="{13C27E30-A0CD-4595-8845-2F149AC8DF28}"/>
              </a:ext>
            </a:extLst>
          </p:cNvPr>
          <p:cNvSpPr>
            <a:spLocks xmlns:a="http://schemas.openxmlformats.org/drawingml/2006/main" noGrp="1"/>
          </p:cNvSpPr>
          <p:nvPr/>
        </p:nvSpPr>
        <p:spPr>
          <a:xfrm xmlns:a="http://schemas.openxmlformats.org/drawingml/2006/main">
            <a:off x="86582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9" name="diagram-line-172">
            <a:extLst xmlns:a="http://schemas.openxmlformats.org/drawingml/2006/main">
              <a:ext uri="{FF2B5EF4-FFF2-40B4-BE49-F238E27FC236}">
                <a16:creationId xmlns:a16="http://schemas.microsoft.com/office/drawing/2014/main" id="{B874F19C-D600-462F-9405-1BCDB37B5813}"/>
              </a:ext>
            </a:extLst>
          </p:cNvPr>
          <p:cNvSpPr>
            <a:spLocks xmlns:a="http://schemas.openxmlformats.org/drawingml/2006/main" noGrp="1"/>
          </p:cNvSpPr>
          <p:nvPr/>
        </p:nvSpPr>
        <p:spPr>
          <a:xfrm xmlns:a="http://schemas.openxmlformats.org/drawingml/2006/main">
            <a:off x="85439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0" name="diagram-line-173">
            <a:extLst xmlns:a="http://schemas.openxmlformats.org/drawingml/2006/main">
              <a:ext uri="{FF2B5EF4-FFF2-40B4-BE49-F238E27FC236}">
                <a16:creationId xmlns:a16="http://schemas.microsoft.com/office/drawing/2014/main" id="{42978ED7-7D32-47EE-9AEF-9469EAEDA418}"/>
              </a:ext>
            </a:extLst>
          </p:cNvPr>
          <p:cNvSpPr>
            <a:spLocks xmlns:a="http://schemas.openxmlformats.org/drawingml/2006/main" noGrp="1"/>
          </p:cNvSpPr>
          <p:nvPr/>
        </p:nvSpPr>
        <p:spPr>
          <a:xfrm xmlns:a="http://schemas.openxmlformats.org/drawingml/2006/main">
            <a:off x="84296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1" name="diagram-line-174">
            <a:extLst xmlns:a="http://schemas.openxmlformats.org/drawingml/2006/main">
              <a:ext uri="{FF2B5EF4-FFF2-40B4-BE49-F238E27FC236}">
                <a16:creationId xmlns:a16="http://schemas.microsoft.com/office/drawing/2014/main" id="{BCB52176-FE2E-4346-8604-86D7D3D10D6A}"/>
              </a:ext>
            </a:extLst>
          </p:cNvPr>
          <p:cNvSpPr>
            <a:spLocks xmlns:a="http://schemas.openxmlformats.org/drawingml/2006/main" noGrp="1"/>
          </p:cNvSpPr>
          <p:nvPr/>
        </p:nvSpPr>
        <p:spPr>
          <a:xfrm xmlns:a="http://schemas.openxmlformats.org/drawingml/2006/main">
            <a:off x="83153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2" name="diagram-line-175">
            <a:extLst xmlns:a="http://schemas.openxmlformats.org/drawingml/2006/main">
              <a:ext uri="{FF2B5EF4-FFF2-40B4-BE49-F238E27FC236}">
                <a16:creationId xmlns:a16="http://schemas.microsoft.com/office/drawing/2014/main" id="{2F25B88E-2900-45AA-A4CB-26827B7E6B52}"/>
              </a:ext>
            </a:extLst>
          </p:cNvPr>
          <p:cNvSpPr>
            <a:spLocks xmlns:a="http://schemas.openxmlformats.org/drawingml/2006/main" noGrp="1"/>
          </p:cNvSpPr>
          <p:nvPr/>
        </p:nvSpPr>
        <p:spPr>
          <a:xfrm xmlns:a="http://schemas.openxmlformats.org/drawingml/2006/main">
            <a:off x="82010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3" name="diagram-line-176">
            <a:extLst xmlns:a="http://schemas.openxmlformats.org/drawingml/2006/main">
              <a:ext uri="{FF2B5EF4-FFF2-40B4-BE49-F238E27FC236}">
                <a16:creationId xmlns:a16="http://schemas.microsoft.com/office/drawing/2014/main" id="{9BF9AA71-E290-4F54-950D-678E5A156792}"/>
              </a:ext>
            </a:extLst>
          </p:cNvPr>
          <p:cNvSpPr>
            <a:spLocks xmlns:a="http://schemas.openxmlformats.org/drawingml/2006/main" noGrp="1"/>
          </p:cNvSpPr>
          <p:nvPr/>
        </p:nvSpPr>
        <p:spPr>
          <a:xfrm xmlns:a="http://schemas.openxmlformats.org/drawingml/2006/main">
            <a:off x="80867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4" name="diagram-line-177">
            <a:extLst xmlns:a="http://schemas.openxmlformats.org/drawingml/2006/main">
              <a:ext uri="{FF2B5EF4-FFF2-40B4-BE49-F238E27FC236}">
                <a16:creationId xmlns:a16="http://schemas.microsoft.com/office/drawing/2014/main" id="{C93CED50-95AA-4BBC-BC6C-1F4AEAEB6D8D}"/>
              </a:ext>
            </a:extLst>
          </p:cNvPr>
          <p:cNvSpPr>
            <a:spLocks xmlns:a="http://schemas.openxmlformats.org/drawingml/2006/main" noGrp="1"/>
          </p:cNvSpPr>
          <p:nvPr/>
        </p:nvSpPr>
        <p:spPr>
          <a:xfrm xmlns:a="http://schemas.openxmlformats.org/drawingml/2006/main">
            <a:off x="79724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5" name="diagram-line-178">
            <a:extLst xmlns:a="http://schemas.openxmlformats.org/drawingml/2006/main">
              <a:ext uri="{FF2B5EF4-FFF2-40B4-BE49-F238E27FC236}">
                <a16:creationId xmlns:a16="http://schemas.microsoft.com/office/drawing/2014/main" id="{C1ADFAAA-7E3F-4306-9C6F-D876199EDCBF}"/>
              </a:ext>
            </a:extLst>
          </p:cNvPr>
          <p:cNvSpPr>
            <a:spLocks xmlns:a="http://schemas.openxmlformats.org/drawingml/2006/main" noGrp="1"/>
          </p:cNvSpPr>
          <p:nvPr/>
        </p:nvSpPr>
        <p:spPr>
          <a:xfrm xmlns:a="http://schemas.openxmlformats.org/drawingml/2006/main">
            <a:off x="78581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6" name="diagram-line-179">
            <a:extLst xmlns:a="http://schemas.openxmlformats.org/drawingml/2006/main">
              <a:ext uri="{FF2B5EF4-FFF2-40B4-BE49-F238E27FC236}">
                <a16:creationId xmlns:a16="http://schemas.microsoft.com/office/drawing/2014/main" id="{56E2F64D-E13B-4A54-A91E-D21A432069BF}"/>
              </a:ext>
            </a:extLst>
          </p:cNvPr>
          <p:cNvSpPr>
            <a:spLocks xmlns:a="http://schemas.openxmlformats.org/drawingml/2006/main" noGrp="1"/>
          </p:cNvSpPr>
          <p:nvPr/>
        </p:nvSpPr>
        <p:spPr>
          <a:xfrm xmlns:a="http://schemas.openxmlformats.org/drawingml/2006/main">
            <a:off x="77438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7" name="diagram-line-180">
            <a:extLst xmlns:a="http://schemas.openxmlformats.org/drawingml/2006/main">
              <a:ext uri="{FF2B5EF4-FFF2-40B4-BE49-F238E27FC236}">
                <a16:creationId xmlns:a16="http://schemas.microsoft.com/office/drawing/2014/main" id="{66CA0E27-B7CD-405E-9774-4959AF7C1384}"/>
              </a:ext>
            </a:extLst>
          </p:cNvPr>
          <p:cNvSpPr>
            <a:spLocks xmlns:a="http://schemas.openxmlformats.org/drawingml/2006/main" noGrp="1"/>
          </p:cNvSpPr>
          <p:nvPr/>
        </p:nvSpPr>
        <p:spPr>
          <a:xfrm xmlns:a="http://schemas.openxmlformats.org/drawingml/2006/main">
            <a:off x="76295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8" name="diagram-line-181">
            <a:extLst xmlns:a="http://schemas.openxmlformats.org/drawingml/2006/main">
              <a:ext uri="{FF2B5EF4-FFF2-40B4-BE49-F238E27FC236}">
                <a16:creationId xmlns:a16="http://schemas.microsoft.com/office/drawing/2014/main" id="{102FA8AF-75F1-4EBD-A282-7588B9964AB2}"/>
              </a:ext>
            </a:extLst>
          </p:cNvPr>
          <p:cNvSpPr>
            <a:spLocks xmlns:a="http://schemas.openxmlformats.org/drawingml/2006/main" noGrp="1"/>
          </p:cNvSpPr>
          <p:nvPr/>
        </p:nvSpPr>
        <p:spPr>
          <a:xfrm xmlns:a="http://schemas.openxmlformats.org/drawingml/2006/main">
            <a:off x="75152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9" name="diagram-line-182">
            <a:extLst xmlns:a="http://schemas.openxmlformats.org/drawingml/2006/main">
              <a:ext uri="{FF2B5EF4-FFF2-40B4-BE49-F238E27FC236}">
                <a16:creationId xmlns:a16="http://schemas.microsoft.com/office/drawing/2014/main" id="{D949F6BE-7B67-4A8A-A93A-B0AA2D390B40}"/>
              </a:ext>
            </a:extLst>
          </p:cNvPr>
          <p:cNvSpPr>
            <a:spLocks xmlns:a="http://schemas.openxmlformats.org/drawingml/2006/main" noGrp="1"/>
          </p:cNvSpPr>
          <p:nvPr/>
        </p:nvSpPr>
        <p:spPr>
          <a:xfrm xmlns:a="http://schemas.openxmlformats.org/drawingml/2006/main">
            <a:off x="74009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0" name="diagram-line-183">
            <a:extLst xmlns:a="http://schemas.openxmlformats.org/drawingml/2006/main">
              <a:ext uri="{FF2B5EF4-FFF2-40B4-BE49-F238E27FC236}">
                <a16:creationId xmlns:a16="http://schemas.microsoft.com/office/drawing/2014/main" id="{1C8CA1AD-348C-46C0-8252-D4E3B5DF7810}"/>
              </a:ext>
            </a:extLst>
          </p:cNvPr>
          <p:cNvSpPr>
            <a:spLocks xmlns:a="http://schemas.openxmlformats.org/drawingml/2006/main" noGrp="1"/>
          </p:cNvSpPr>
          <p:nvPr/>
        </p:nvSpPr>
        <p:spPr>
          <a:xfrm xmlns:a="http://schemas.openxmlformats.org/drawingml/2006/main">
            <a:off x="72866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1" name="diagram-line-184">
            <a:extLst xmlns:a="http://schemas.openxmlformats.org/drawingml/2006/main">
              <a:ext uri="{FF2B5EF4-FFF2-40B4-BE49-F238E27FC236}">
                <a16:creationId xmlns:a16="http://schemas.microsoft.com/office/drawing/2014/main" id="{FDE35BAE-A89D-4E09-B7B7-ADF310970B01}"/>
              </a:ext>
            </a:extLst>
          </p:cNvPr>
          <p:cNvSpPr>
            <a:spLocks xmlns:a="http://schemas.openxmlformats.org/drawingml/2006/main" noGrp="1"/>
          </p:cNvSpPr>
          <p:nvPr/>
        </p:nvSpPr>
        <p:spPr>
          <a:xfrm xmlns:a="http://schemas.openxmlformats.org/drawingml/2006/main">
            <a:off x="71723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2" name="diagram-line-185">
            <a:extLst xmlns:a="http://schemas.openxmlformats.org/drawingml/2006/main">
              <a:ext uri="{FF2B5EF4-FFF2-40B4-BE49-F238E27FC236}">
                <a16:creationId xmlns:a16="http://schemas.microsoft.com/office/drawing/2014/main" id="{0FD3232D-FE9F-4403-A924-5D8143EE460A}"/>
              </a:ext>
            </a:extLst>
          </p:cNvPr>
          <p:cNvSpPr>
            <a:spLocks xmlns:a="http://schemas.openxmlformats.org/drawingml/2006/main" noGrp="1"/>
          </p:cNvSpPr>
          <p:nvPr/>
        </p:nvSpPr>
        <p:spPr>
          <a:xfrm xmlns:a="http://schemas.openxmlformats.org/drawingml/2006/main">
            <a:off x="70580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3" name="diagram-line-186">
            <a:extLst xmlns:a="http://schemas.openxmlformats.org/drawingml/2006/main">
              <a:ext uri="{FF2B5EF4-FFF2-40B4-BE49-F238E27FC236}">
                <a16:creationId xmlns:a16="http://schemas.microsoft.com/office/drawing/2014/main" id="{FA7DC1B5-AD60-44D7-A9F2-7F8F31FA921B}"/>
              </a:ext>
            </a:extLst>
          </p:cNvPr>
          <p:cNvSpPr>
            <a:spLocks xmlns:a="http://schemas.openxmlformats.org/drawingml/2006/main" noGrp="1"/>
          </p:cNvSpPr>
          <p:nvPr/>
        </p:nvSpPr>
        <p:spPr>
          <a:xfrm xmlns:a="http://schemas.openxmlformats.org/drawingml/2006/main">
            <a:off x="69437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4" name="diagram-line-187">
            <a:extLst xmlns:a="http://schemas.openxmlformats.org/drawingml/2006/main">
              <a:ext uri="{FF2B5EF4-FFF2-40B4-BE49-F238E27FC236}">
                <a16:creationId xmlns:a16="http://schemas.microsoft.com/office/drawing/2014/main" id="{B575AC49-93A3-4AD7-A6CD-7EC798B1B47B}"/>
              </a:ext>
            </a:extLst>
          </p:cNvPr>
          <p:cNvSpPr>
            <a:spLocks xmlns:a="http://schemas.openxmlformats.org/drawingml/2006/main" noGrp="1"/>
          </p:cNvSpPr>
          <p:nvPr/>
        </p:nvSpPr>
        <p:spPr>
          <a:xfrm xmlns:a="http://schemas.openxmlformats.org/drawingml/2006/main">
            <a:off x="68294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5" name="diagram-line-188">
            <a:extLst xmlns:a="http://schemas.openxmlformats.org/drawingml/2006/main">
              <a:ext uri="{FF2B5EF4-FFF2-40B4-BE49-F238E27FC236}">
                <a16:creationId xmlns:a16="http://schemas.microsoft.com/office/drawing/2014/main" id="{091D0176-F0F1-49C8-B52C-4402FD900F19}"/>
              </a:ext>
            </a:extLst>
          </p:cNvPr>
          <p:cNvSpPr>
            <a:spLocks xmlns:a="http://schemas.openxmlformats.org/drawingml/2006/main" noGrp="1"/>
          </p:cNvSpPr>
          <p:nvPr/>
        </p:nvSpPr>
        <p:spPr>
          <a:xfrm xmlns:a="http://schemas.openxmlformats.org/drawingml/2006/main">
            <a:off x="67151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6" name="diagram-line-189">
            <a:extLst xmlns:a="http://schemas.openxmlformats.org/drawingml/2006/main">
              <a:ext uri="{FF2B5EF4-FFF2-40B4-BE49-F238E27FC236}">
                <a16:creationId xmlns:a16="http://schemas.microsoft.com/office/drawing/2014/main" id="{8F84B069-1415-4452-8EB1-650CCD743F41}"/>
              </a:ext>
            </a:extLst>
          </p:cNvPr>
          <p:cNvSpPr>
            <a:spLocks xmlns:a="http://schemas.openxmlformats.org/drawingml/2006/main" noGrp="1"/>
          </p:cNvSpPr>
          <p:nvPr/>
        </p:nvSpPr>
        <p:spPr>
          <a:xfrm xmlns:a="http://schemas.openxmlformats.org/drawingml/2006/main">
            <a:off x="66008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7" name="diagram-line-190">
            <a:extLst xmlns:a="http://schemas.openxmlformats.org/drawingml/2006/main">
              <a:ext uri="{FF2B5EF4-FFF2-40B4-BE49-F238E27FC236}">
                <a16:creationId xmlns:a16="http://schemas.microsoft.com/office/drawing/2014/main" id="{781C9FAF-0543-43B1-AAA7-5B4F99E372D1}"/>
              </a:ext>
            </a:extLst>
          </p:cNvPr>
          <p:cNvSpPr>
            <a:spLocks xmlns:a="http://schemas.openxmlformats.org/drawingml/2006/main" noGrp="1"/>
          </p:cNvSpPr>
          <p:nvPr/>
        </p:nvSpPr>
        <p:spPr>
          <a:xfrm xmlns:a="http://schemas.openxmlformats.org/drawingml/2006/main">
            <a:off x="64865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8" name="diagram-line-191">
            <a:extLst xmlns:a="http://schemas.openxmlformats.org/drawingml/2006/main">
              <a:ext uri="{FF2B5EF4-FFF2-40B4-BE49-F238E27FC236}">
                <a16:creationId xmlns:a16="http://schemas.microsoft.com/office/drawing/2014/main" id="{FA57E4D7-B83E-49E2-8C08-C73F73195493}"/>
              </a:ext>
            </a:extLst>
          </p:cNvPr>
          <p:cNvSpPr>
            <a:spLocks xmlns:a="http://schemas.openxmlformats.org/drawingml/2006/main" noGrp="1"/>
          </p:cNvSpPr>
          <p:nvPr/>
        </p:nvSpPr>
        <p:spPr>
          <a:xfrm xmlns:a="http://schemas.openxmlformats.org/drawingml/2006/main">
            <a:off x="63722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9" name="diagram-line-192">
            <a:extLst xmlns:a="http://schemas.openxmlformats.org/drawingml/2006/main">
              <a:ext uri="{FF2B5EF4-FFF2-40B4-BE49-F238E27FC236}">
                <a16:creationId xmlns:a16="http://schemas.microsoft.com/office/drawing/2014/main" id="{BC88AB9E-E764-4B2C-AEE8-B18C7E8BEEA3}"/>
              </a:ext>
            </a:extLst>
          </p:cNvPr>
          <p:cNvSpPr>
            <a:spLocks xmlns:a="http://schemas.openxmlformats.org/drawingml/2006/main" noGrp="1"/>
          </p:cNvSpPr>
          <p:nvPr/>
        </p:nvSpPr>
        <p:spPr>
          <a:xfrm xmlns:a="http://schemas.openxmlformats.org/drawingml/2006/main">
            <a:off x="62579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0" name="diagram-line-193">
            <a:extLst xmlns:a="http://schemas.openxmlformats.org/drawingml/2006/main">
              <a:ext uri="{FF2B5EF4-FFF2-40B4-BE49-F238E27FC236}">
                <a16:creationId xmlns:a16="http://schemas.microsoft.com/office/drawing/2014/main" id="{981C1BD5-A4B8-46CB-A71E-E7EE4030C07A}"/>
              </a:ext>
            </a:extLst>
          </p:cNvPr>
          <p:cNvSpPr>
            <a:spLocks xmlns:a="http://schemas.openxmlformats.org/drawingml/2006/main" noGrp="1"/>
          </p:cNvSpPr>
          <p:nvPr/>
        </p:nvSpPr>
        <p:spPr>
          <a:xfrm xmlns:a="http://schemas.openxmlformats.org/drawingml/2006/main">
            <a:off x="61436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1" name="diagram-line-194">
            <a:extLst xmlns:a="http://schemas.openxmlformats.org/drawingml/2006/main">
              <a:ext uri="{FF2B5EF4-FFF2-40B4-BE49-F238E27FC236}">
                <a16:creationId xmlns:a16="http://schemas.microsoft.com/office/drawing/2014/main" id="{AFD62B9A-4DD8-4B4E-88F5-0748D959B707}"/>
              </a:ext>
            </a:extLst>
          </p:cNvPr>
          <p:cNvSpPr>
            <a:spLocks xmlns:a="http://schemas.openxmlformats.org/drawingml/2006/main" noGrp="1"/>
          </p:cNvSpPr>
          <p:nvPr/>
        </p:nvSpPr>
        <p:spPr>
          <a:xfrm xmlns:a="http://schemas.openxmlformats.org/drawingml/2006/main">
            <a:off x="60293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2" name="diagram-line-195">
            <a:extLst xmlns:a="http://schemas.openxmlformats.org/drawingml/2006/main">
              <a:ext uri="{FF2B5EF4-FFF2-40B4-BE49-F238E27FC236}">
                <a16:creationId xmlns:a16="http://schemas.microsoft.com/office/drawing/2014/main" id="{B13CBF12-1ABD-4E6F-8311-A3AABC0661AE}"/>
              </a:ext>
            </a:extLst>
          </p:cNvPr>
          <p:cNvSpPr>
            <a:spLocks xmlns:a="http://schemas.openxmlformats.org/drawingml/2006/main" noGrp="1"/>
          </p:cNvSpPr>
          <p:nvPr/>
        </p:nvSpPr>
        <p:spPr>
          <a:xfrm xmlns:a="http://schemas.openxmlformats.org/drawingml/2006/main">
            <a:off x="59150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3" name="diagram-line-196">
            <a:extLst xmlns:a="http://schemas.openxmlformats.org/drawingml/2006/main">
              <a:ext uri="{FF2B5EF4-FFF2-40B4-BE49-F238E27FC236}">
                <a16:creationId xmlns:a16="http://schemas.microsoft.com/office/drawing/2014/main" id="{B10E062B-31EC-47F7-A801-4AB1D715D2B0}"/>
              </a:ext>
            </a:extLst>
          </p:cNvPr>
          <p:cNvSpPr>
            <a:spLocks xmlns:a="http://schemas.openxmlformats.org/drawingml/2006/main" noGrp="1"/>
          </p:cNvSpPr>
          <p:nvPr/>
        </p:nvSpPr>
        <p:spPr>
          <a:xfrm xmlns:a="http://schemas.openxmlformats.org/drawingml/2006/main">
            <a:off x="58007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4" name="diagram-line-197">
            <a:extLst xmlns:a="http://schemas.openxmlformats.org/drawingml/2006/main">
              <a:ext uri="{FF2B5EF4-FFF2-40B4-BE49-F238E27FC236}">
                <a16:creationId xmlns:a16="http://schemas.microsoft.com/office/drawing/2014/main" id="{D4672914-C85D-49C9-BCAE-8F36C80FB5BC}"/>
              </a:ext>
            </a:extLst>
          </p:cNvPr>
          <p:cNvSpPr>
            <a:spLocks xmlns:a="http://schemas.openxmlformats.org/drawingml/2006/main" noGrp="1"/>
          </p:cNvSpPr>
          <p:nvPr/>
        </p:nvSpPr>
        <p:spPr>
          <a:xfrm xmlns:a="http://schemas.openxmlformats.org/drawingml/2006/main">
            <a:off x="56864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5" name="diagram-line-198">
            <a:extLst xmlns:a="http://schemas.openxmlformats.org/drawingml/2006/main">
              <a:ext uri="{FF2B5EF4-FFF2-40B4-BE49-F238E27FC236}">
                <a16:creationId xmlns:a16="http://schemas.microsoft.com/office/drawing/2014/main" id="{0ABC0FE5-6D12-4EDF-9A6B-8B7D1D15E068}"/>
              </a:ext>
            </a:extLst>
          </p:cNvPr>
          <p:cNvSpPr>
            <a:spLocks xmlns:a="http://schemas.openxmlformats.org/drawingml/2006/main" noGrp="1"/>
          </p:cNvSpPr>
          <p:nvPr/>
        </p:nvSpPr>
        <p:spPr>
          <a:xfrm xmlns:a="http://schemas.openxmlformats.org/drawingml/2006/main">
            <a:off x="55721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6" name="diagram-line-199">
            <a:extLst xmlns:a="http://schemas.openxmlformats.org/drawingml/2006/main">
              <a:ext uri="{FF2B5EF4-FFF2-40B4-BE49-F238E27FC236}">
                <a16:creationId xmlns:a16="http://schemas.microsoft.com/office/drawing/2014/main" id="{88849332-9A2A-4C3D-A9EE-9EACC2BF1CCF}"/>
              </a:ext>
            </a:extLst>
          </p:cNvPr>
          <p:cNvSpPr>
            <a:spLocks xmlns:a="http://schemas.openxmlformats.org/drawingml/2006/main" noGrp="1"/>
          </p:cNvSpPr>
          <p:nvPr/>
        </p:nvSpPr>
        <p:spPr>
          <a:xfrm xmlns:a="http://schemas.openxmlformats.org/drawingml/2006/main">
            <a:off x="54578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7" name="diagram-line-200">
            <a:extLst xmlns:a="http://schemas.openxmlformats.org/drawingml/2006/main">
              <a:ext uri="{FF2B5EF4-FFF2-40B4-BE49-F238E27FC236}">
                <a16:creationId xmlns:a16="http://schemas.microsoft.com/office/drawing/2014/main" id="{FDD5482A-7657-4923-A9C2-B85FD74F6161}"/>
              </a:ext>
            </a:extLst>
          </p:cNvPr>
          <p:cNvSpPr>
            <a:spLocks xmlns:a="http://schemas.openxmlformats.org/drawingml/2006/main" noGrp="1"/>
          </p:cNvSpPr>
          <p:nvPr/>
        </p:nvSpPr>
        <p:spPr>
          <a:xfrm xmlns:a="http://schemas.openxmlformats.org/drawingml/2006/main">
            <a:off x="53435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8" name="diagram-line-201">
            <a:extLst xmlns:a="http://schemas.openxmlformats.org/drawingml/2006/main">
              <a:ext uri="{FF2B5EF4-FFF2-40B4-BE49-F238E27FC236}">
                <a16:creationId xmlns:a16="http://schemas.microsoft.com/office/drawing/2014/main" id="{BC5C9120-CD69-4143-B25B-32BBA09D7BF7}"/>
              </a:ext>
            </a:extLst>
          </p:cNvPr>
          <p:cNvSpPr>
            <a:spLocks xmlns:a="http://schemas.openxmlformats.org/drawingml/2006/main" noGrp="1"/>
          </p:cNvSpPr>
          <p:nvPr/>
        </p:nvSpPr>
        <p:spPr>
          <a:xfrm xmlns:a="http://schemas.openxmlformats.org/drawingml/2006/main">
            <a:off x="52292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9" name="diagram-line-202">
            <a:extLst xmlns:a="http://schemas.openxmlformats.org/drawingml/2006/main">
              <a:ext uri="{FF2B5EF4-FFF2-40B4-BE49-F238E27FC236}">
                <a16:creationId xmlns:a16="http://schemas.microsoft.com/office/drawing/2014/main" id="{9BF5C75B-6334-4A90-BAAC-E124466EA18D}"/>
              </a:ext>
            </a:extLst>
          </p:cNvPr>
          <p:cNvSpPr>
            <a:spLocks xmlns:a="http://schemas.openxmlformats.org/drawingml/2006/main" noGrp="1"/>
          </p:cNvSpPr>
          <p:nvPr/>
        </p:nvSpPr>
        <p:spPr>
          <a:xfrm xmlns:a="http://schemas.openxmlformats.org/drawingml/2006/main">
            <a:off x="51149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0" name="diagram-line-203">
            <a:extLst xmlns:a="http://schemas.openxmlformats.org/drawingml/2006/main">
              <a:ext uri="{FF2B5EF4-FFF2-40B4-BE49-F238E27FC236}">
                <a16:creationId xmlns:a16="http://schemas.microsoft.com/office/drawing/2014/main" id="{F30A86DE-B980-4F60-B35B-BAE73C32B98D}"/>
              </a:ext>
            </a:extLst>
          </p:cNvPr>
          <p:cNvSpPr>
            <a:spLocks xmlns:a="http://schemas.openxmlformats.org/drawingml/2006/main" noGrp="1"/>
          </p:cNvSpPr>
          <p:nvPr/>
        </p:nvSpPr>
        <p:spPr>
          <a:xfrm xmlns:a="http://schemas.openxmlformats.org/drawingml/2006/main">
            <a:off x="50006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1" name="diagram-line-204">
            <a:extLst xmlns:a="http://schemas.openxmlformats.org/drawingml/2006/main">
              <a:ext uri="{FF2B5EF4-FFF2-40B4-BE49-F238E27FC236}">
                <a16:creationId xmlns:a16="http://schemas.microsoft.com/office/drawing/2014/main" id="{96104F34-C17F-469C-9048-BBD6CCDC1A0F}"/>
              </a:ext>
            </a:extLst>
          </p:cNvPr>
          <p:cNvSpPr>
            <a:spLocks xmlns:a="http://schemas.openxmlformats.org/drawingml/2006/main" noGrp="1"/>
          </p:cNvSpPr>
          <p:nvPr/>
        </p:nvSpPr>
        <p:spPr>
          <a:xfrm xmlns:a="http://schemas.openxmlformats.org/drawingml/2006/main">
            <a:off x="48863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2" name="diagram-line-205">
            <a:extLst xmlns:a="http://schemas.openxmlformats.org/drawingml/2006/main">
              <a:ext uri="{FF2B5EF4-FFF2-40B4-BE49-F238E27FC236}">
                <a16:creationId xmlns:a16="http://schemas.microsoft.com/office/drawing/2014/main" id="{465DE3C3-A55F-4035-8C35-EE84396DEDAA}"/>
              </a:ext>
            </a:extLst>
          </p:cNvPr>
          <p:cNvSpPr>
            <a:spLocks xmlns:a="http://schemas.openxmlformats.org/drawingml/2006/main" noGrp="1"/>
          </p:cNvSpPr>
          <p:nvPr/>
        </p:nvSpPr>
        <p:spPr>
          <a:xfrm xmlns:a="http://schemas.openxmlformats.org/drawingml/2006/main">
            <a:off x="47720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3" name="diagram-line-206">
            <a:extLst xmlns:a="http://schemas.openxmlformats.org/drawingml/2006/main">
              <a:ext uri="{FF2B5EF4-FFF2-40B4-BE49-F238E27FC236}">
                <a16:creationId xmlns:a16="http://schemas.microsoft.com/office/drawing/2014/main" id="{03808EAE-C6ED-4807-9ADE-C385C0750AA7}"/>
              </a:ext>
            </a:extLst>
          </p:cNvPr>
          <p:cNvSpPr>
            <a:spLocks xmlns:a="http://schemas.openxmlformats.org/drawingml/2006/main" noGrp="1"/>
          </p:cNvSpPr>
          <p:nvPr/>
        </p:nvSpPr>
        <p:spPr>
          <a:xfrm xmlns:a="http://schemas.openxmlformats.org/drawingml/2006/main">
            <a:off x="46577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4" name="diagram-line-207">
            <a:extLst xmlns:a="http://schemas.openxmlformats.org/drawingml/2006/main">
              <a:ext uri="{FF2B5EF4-FFF2-40B4-BE49-F238E27FC236}">
                <a16:creationId xmlns:a16="http://schemas.microsoft.com/office/drawing/2014/main" id="{17D3813B-68CF-49D2-AAE7-C4DF5C9B05E7}"/>
              </a:ext>
            </a:extLst>
          </p:cNvPr>
          <p:cNvSpPr>
            <a:spLocks xmlns:a="http://schemas.openxmlformats.org/drawingml/2006/main" noGrp="1"/>
          </p:cNvSpPr>
          <p:nvPr/>
        </p:nvSpPr>
        <p:spPr>
          <a:xfrm xmlns:a="http://schemas.openxmlformats.org/drawingml/2006/main">
            <a:off x="45434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5" name="diagram-line-208">
            <a:extLst xmlns:a="http://schemas.openxmlformats.org/drawingml/2006/main">
              <a:ext uri="{FF2B5EF4-FFF2-40B4-BE49-F238E27FC236}">
                <a16:creationId xmlns:a16="http://schemas.microsoft.com/office/drawing/2014/main" id="{58843A38-69D0-4FF3-94C1-EFEDC20EB295}"/>
              </a:ext>
            </a:extLst>
          </p:cNvPr>
          <p:cNvSpPr>
            <a:spLocks xmlns:a="http://schemas.openxmlformats.org/drawingml/2006/main" noGrp="1"/>
          </p:cNvSpPr>
          <p:nvPr/>
        </p:nvSpPr>
        <p:spPr>
          <a:xfrm xmlns:a="http://schemas.openxmlformats.org/drawingml/2006/main">
            <a:off x="44291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6" name="diagram-line-209">
            <a:extLst xmlns:a="http://schemas.openxmlformats.org/drawingml/2006/main">
              <a:ext uri="{FF2B5EF4-FFF2-40B4-BE49-F238E27FC236}">
                <a16:creationId xmlns:a16="http://schemas.microsoft.com/office/drawing/2014/main" id="{C948F52F-22AE-49ED-B9CA-A9904129D1D7}"/>
              </a:ext>
            </a:extLst>
          </p:cNvPr>
          <p:cNvSpPr>
            <a:spLocks xmlns:a="http://schemas.openxmlformats.org/drawingml/2006/main" noGrp="1"/>
          </p:cNvSpPr>
          <p:nvPr/>
        </p:nvSpPr>
        <p:spPr>
          <a:xfrm xmlns:a="http://schemas.openxmlformats.org/drawingml/2006/main">
            <a:off x="43148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7" name="diagram-line-210">
            <a:extLst xmlns:a="http://schemas.openxmlformats.org/drawingml/2006/main">
              <a:ext uri="{FF2B5EF4-FFF2-40B4-BE49-F238E27FC236}">
                <a16:creationId xmlns:a16="http://schemas.microsoft.com/office/drawing/2014/main" id="{338573B7-A5B7-4033-BBD4-ADC6B45AB4B5}"/>
              </a:ext>
            </a:extLst>
          </p:cNvPr>
          <p:cNvSpPr>
            <a:spLocks xmlns:a="http://schemas.openxmlformats.org/drawingml/2006/main" noGrp="1"/>
          </p:cNvSpPr>
          <p:nvPr/>
        </p:nvSpPr>
        <p:spPr>
          <a:xfrm xmlns:a="http://schemas.openxmlformats.org/drawingml/2006/main">
            <a:off x="42005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8" name="diagram-line-211">
            <a:extLst xmlns:a="http://schemas.openxmlformats.org/drawingml/2006/main">
              <a:ext uri="{FF2B5EF4-FFF2-40B4-BE49-F238E27FC236}">
                <a16:creationId xmlns:a16="http://schemas.microsoft.com/office/drawing/2014/main" id="{06359222-49A6-4DAF-BCB3-69EE812305AD}"/>
              </a:ext>
            </a:extLst>
          </p:cNvPr>
          <p:cNvSpPr>
            <a:spLocks xmlns:a="http://schemas.openxmlformats.org/drawingml/2006/main" noGrp="1"/>
          </p:cNvSpPr>
          <p:nvPr/>
        </p:nvSpPr>
        <p:spPr>
          <a:xfrm xmlns:a="http://schemas.openxmlformats.org/drawingml/2006/main">
            <a:off x="40862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9" name="diagram-line-212">
            <a:extLst xmlns:a="http://schemas.openxmlformats.org/drawingml/2006/main">
              <a:ext uri="{FF2B5EF4-FFF2-40B4-BE49-F238E27FC236}">
                <a16:creationId xmlns:a16="http://schemas.microsoft.com/office/drawing/2014/main" id="{5FFB111E-B7A2-405A-AC70-8DEB0D240340}"/>
              </a:ext>
            </a:extLst>
          </p:cNvPr>
          <p:cNvSpPr>
            <a:spLocks xmlns:a="http://schemas.openxmlformats.org/drawingml/2006/main" noGrp="1"/>
          </p:cNvSpPr>
          <p:nvPr/>
        </p:nvSpPr>
        <p:spPr>
          <a:xfrm xmlns:a="http://schemas.openxmlformats.org/drawingml/2006/main">
            <a:off x="39719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30" name="diagram-line-213">
            <a:extLst xmlns:a="http://schemas.openxmlformats.org/drawingml/2006/main">
              <a:ext uri="{FF2B5EF4-FFF2-40B4-BE49-F238E27FC236}">
                <a16:creationId xmlns:a16="http://schemas.microsoft.com/office/drawing/2014/main" id="{ECBE64B2-2F35-4FC1-8A5A-A6F5C766E6B6}"/>
              </a:ext>
            </a:extLst>
          </p:cNvPr>
          <p:cNvSpPr>
            <a:spLocks xmlns:a="http://schemas.openxmlformats.org/drawingml/2006/main" noGrp="1"/>
          </p:cNvSpPr>
          <p:nvPr/>
        </p:nvSpPr>
        <p:spPr>
          <a:xfrm xmlns:a="http://schemas.openxmlformats.org/drawingml/2006/main">
            <a:off x="38576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31" name="diagram-line-214">
            <a:extLst xmlns:a="http://schemas.openxmlformats.org/drawingml/2006/main">
              <a:ext uri="{FF2B5EF4-FFF2-40B4-BE49-F238E27FC236}">
                <a16:creationId xmlns:a16="http://schemas.microsoft.com/office/drawing/2014/main" id="{AB833A72-5721-44AA-B0C8-0BE6C87F5D22}"/>
              </a:ext>
            </a:extLst>
          </p:cNvPr>
          <p:cNvSpPr>
            <a:spLocks xmlns:a="http://schemas.openxmlformats.org/drawingml/2006/main" noGrp="1"/>
          </p:cNvSpPr>
          <p:nvPr/>
        </p:nvSpPr>
        <p:spPr>
          <a:xfrm xmlns:a="http://schemas.openxmlformats.org/drawingml/2006/main">
            <a:off x="3810000" y="47339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32" name="diagram-line-215">
            <a:extLst xmlns:a="http://schemas.openxmlformats.org/drawingml/2006/main">
              <a:ext uri="{FF2B5EF4-FFF2-40B4-BE49-F238E27FC236}">
                <a16:creationId xmlns:a16="http://schemas.microsoft.com/office/drawing/2014/main" id="{C8EAF7E1-384E-47BC-9619-6F8C5F577BA3}"/>
              </a:ext>
            </a:extLst>
          </p:cNvPr>
          <p:cNvSpPr>
            <a:spLocks xmlns:a="http://schemas.openxmlformats.org/drawingml/2006/main" noGrp="1"/>
          </p:cNvSpPr>
          <p:nvPr/>
        </p:nvSpPr>
        <p:spPr>
          <a:xfrm xmlns:a="http://schemas.openxmlformats.org/drawingml/2006/main">
            <a:off x="3810000" y="46196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33" name="diagram-line-216">
            <a:extLst xmlns:a="http://schemas.openxmlformats.org/drawingml/2006/main">
              <a:ext uri="{FF2B5EF4-FFF2-40B4-BE49-F238E27FC236}">
                <a16:creationId xmlns:a16="http://schemas.microsoft.com/office/drawing/2014/main" id="{417E9AC2-D41C-447F-95ED-6209874706B2}"/>
              </a:ext>
            </a:extLst>
          </p:cNvPr>
          <p:cNvSpPr>
            <a:spLocks xmlns:a="http://schemas.openxmlformats.org/drawingml/2006/main" noGrp="1"/>
          </p:cNvSpPr>
          <p:nvPr/>
        </p:nvSpPr>
        <p:spPr>
          <a:xfrm xmlns:a="http://schemas.openxmlformats.org/drawingml/2006/main">
            <a:off x="3810000" y="45053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34" name="diagram-line-217">
            <a:extLst xmlns:a="http://schemas.openxmlformats.org/drawingml/2006/main">
              <a:ext uri="{FF2B5EF4-FFF2-40B4-BE49-F238E27FC236}">
                <a16:creationId xmlns:a16="http://schemas.microsoft.com/office/drawing/2014/main" id="{06A34FC2-3FAA-4848-95B5-DE37983C25EC}"/>
              </a:ext>
            </a:extLst>
          </p:cNvPr>
          <p:cNvSpPr>
            <a:spLocks xmlns:a="http://schemas.openxmlformats.org/drawingml/2006/main" noGrp="1"/>
          </p:cNvSpPr>
          <p:nvPr/>
        </p:nvSpPr>
        <p:spPr>
          <a:xfrm xmlns:a="http://schemas.openxmlformats.org/drawingml/2006/main">
            <a:off x="3810000" y="43910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35" name="diagram-line-218">
            <a:extLst xmlns:a="http://schemas.openxmlformats.org/drawingml/2006/main">
              <a:ext uri="{FF2B5EF4-FFF2-40B4-BE49-F238E27FC236}">
                <a16:creationId xmlns:a16="http://schemas.microsoft.com/office/drawing/2014/main" id="{A5981C02-12F9-419B-9BD6-B3D72ACC5A7E}"/>
              </a:ext>
            </a:extLst>
          </p:cNvPr>
          <p:cNvSpPr>
            <a:spLocks xmlns:a="http://schemas.openxmlformats.org/drawingml/2006/main" noGrp="1"/>
          </p:cNvSpPr>
          <p:nvPr/>
        </p:nvSpPr>
        <p:spPr>
          <a:xfrm xmlns:a="http://schemas.openxmlformats.org/drawingml/2006/main">
            <a:off x="3810000" y="4333875"/>
            <a:ext cx="191" cy="9525"/>
          </a:xfrm>
          <a:custGeom xmlns:a="http://schemas.openxmlformats.org/drawingml/2006/main">
            <a:pathLst>
              <a:path w="191" h="9525">
                <a:moveTo>
                  <a:pt x="0" y="9525"/>
                </a:moveTo>
                <a:lnTo>
                  <a:pt x="0" y="0"/>
                </a:lnTo>
              </a:path>
            </a:pathLst>
          </a:custGeom>
          <a:noFill xmlns:a="http://schemas.openxmlformats.org/drawingml/2006/main"/>
          <a:ln xmlns:a="http://schemas.openxmlformats.org/drawingml/2006/main" w="14288">
            <a:solidFill>
              <a:srgbClr val="B15F20"/>
            </a:solidFill>
          </a:ln>
        </p:spPr>
      </p:sp>
      <p:sp>
        <p:nvSpPr>
          <p:cNvPr id="236" name="diagram-poly-219">
            <a:extLst xmlns:a="http://schemas.openxmlformats.org/drawingml/2006/main">
              <a:ext uri="{FF2B5EF4-FFF2-40B4-BE49-F238E27FC236}">
                <a16:creationId xmlns:a16="http://schemas.microsoft.com/office/drawing/2014/main" id="{71EA0602-C75D-4EC3-9689-421035F2772C}"/>
              </a:ext>
            </a:extLst>
          </p:cNvPr>
          <p:cNvSpPr>
            <a:spLocks xmlns:a="http://schemas.openxmlformats.org/drawingml/2006/main" noGrp="1"/>
          </p:cNvSpPr>
          <p:nvPr/>
        </p:nvSpPr>
        <p:spPr>
          <a:xfrm xmlns:a="http://schemas.openxmlformats.org/drawingml/2006/main">
            <a:off x="3780473" y="4333875"/>
            <a:ext cx="59055" cy="66675"/>
          </a:xfrm>
          <a:custGeom xmlns:a="http://schemas.openxmlformats.org/drawingml/2006/main">
            <a:pathLst>
              <a:path w="59055" h="66675">
                <a:moveTo>
                  <a:pt x="29528" y="0"/>
                </a:moveTo>
                <a:lnTo>
                  <a:pt x="0" y="66675"/>
                </a:lnTo>
                <a:lnTo>
                  <a:pt x="59055" y="66675"/>
                </a:lnTo>
                <a:close/>
              </a:path>
            </a:pathLst>
          </a:custGeom>
          <a:solidFill xmlns:a="http://schemas.openxmlformats.org/drawingml/2006/main">
            <a:srgbClr val="B15F20"/>
          </a:solidFill>
          <a:ln xmlns:a="http://schemas.openxmlformats.org/drawingml/2006/main" w="953">
            <a:solidFill>
              <a:srgbClr val="B15F20"/>
            </a:solidFill>
          </a:ln>
        </p:spPr>
      </p:sp>
      <p:sp>
        <p:nvSpPr>
          <p:cNvPr id="237" name="diagram-line-220">
            <a:extLst xmlns:a="http://schemas.openxmlformats.org/drawingml/2006/main">
              <a:ext uri="{FF2B5EF4-FFF2-40B4-BE49-F238E27FC236}">
                <a16:creationId xmlns:a16="http://schemas.microsoft.com/office/drawing/2014/main" id="{B279F637-62A0-4349-A3FF-C2E5C36A9AE5}"/>
              </a:ext>
            </a:extLst>
          </p:cNvPr>
          <p:cNvSpPr>
            <a:spLocks xmlns:a="http://schemas.openxmlformats.org/drawingml/2006/main" noGrp="1"/>
          </p:cNvSpPr>
          <p:nvPr/>
        </p:nvSpPr>
        <p:spPr>
          <a:xfrm xmlns:a="http://schemas.openxmlformats.org/drawingml/2006/main">
            <a:off x="10668000" y="4800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238" name="diagram-line-221">
            <a:extLst xmlns:a="http://schemas.openxmlformats.org/drawingml/2006/main">
              <a:ext uri="{FF2B5EF4-FFF2-40B4-BE49-F238E27FC236}">
                <a16:creationId xmlns:a16="http://schemas.microsoft.com/office/drawing/2014/main" id="{734E4AB8-D088-4AE6-92EA-A7E50AB16AF1}"/>
              </a:ext>
            </a:extLst>
          </p:cNvPr>
          <p:cNvSpPr>
            <a:spLocks xmlns:a="http://schemas.openxmlformats.org/drawingml/2006/main" noGrp="1"/>
          </p:cNvSpPr>
          <p:nvPr/>
        </p:nvSpPr>
        <p:spPr>
          <a:xfrm xmlns:a="http://schemas.openxmlformats.org/drawingml/2006/main">
            <a:off x="10782300" y="4800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239" name="diagram-line-222">
            <a:extLst xmlns:a="http://schemas.openxmlformats.org/drawingml/2006/main">
              <a:ext uri="{FF2B5EF4-FFF2-40B4-BE49-F238E27FC236}">
                <a16:creationId xmlns:a16="http://schemas.microsoft.com/office/drawing/2014/main" id="{4A0F3A23-8496-426B-82EA-F0066DC33361}"/>
              </a:ext>
            </a:extLst>
          </p:cNvPr>
          <p:cNvSpPr>
            <a:spLocks xmlns:a="http://schemas.openxmlformats.org/drawingml/2006/main" noGrp="1"/>
          </p:cNvSpPr>
          <p:nvPr/>
        </p:nvSpPr>
        <p:spPr>
          <a:xfrm xmlns:a="http://schemas.openxmlformats.org/drawingml/2006/main">
            <a:off x="10896600" y="4800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240" name="diagram-line-223">
            <a:extLst xmlns:a="http://schemas.openxmlformats.org/drawingml/2006/main">
              <a:ext uri="{FF2B5EF4-FFF2-40B4-BE49-F238E27FC236}">
                <a16:creationId xmlns:a16="http://schemas.microsoft.com/office/drawing/2014/main" id="{2199C96A-6155-45D5-B341-861AA77BA855}"/>
              </a:ext>
            </a:extLst>
          </p:cNvPr>
          <p:cNvSpPr>
            <a:spLocks xmlns:a="http://schemas.openxmlformats.org/drawingml/2006/main" noGrp="1"/>
          </p:cNvSpPr>
          <p:nvPr/>
        </p:nvSpPr>
        <p:spPr>
          <a:xfrm xmlns:a="http://schemas.openxmlformats.org/drawingml/2006/main">
            <a:off x="11010900" y="4800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241" name="diagram-line-224">
            <a:extLst xmlns:a="http://schemas.openxmlformats.org/drawingml/2006/main">
              <a:ext uri="{FF2B5EF4-FFF2-40B4-BE49-F238E27FC236}">
                <a16:creationId xmlns:a16="http://schemas.microsoft.com/office/drawing/2014/main" id="{A55AD9FF-AE5A-4D6C-B1CC-897707F7BD71}"/>
              </a:ext>
            </a:extLst>
          </p:cNvPr>
          <p:cNvSpPr>
            <a:spLocks xmlns:a="http://schemas.openxmlformats.org/drawingml/2006/main" noGrp="1"/>
          </p:cNvSpPr>
          <p:nvPr/>
        </p:nvSpPr>
        <p:spPr>
          <a:xfrm xmlns:a="http://schemas.openxmlformats.org/drawingml/2006/main">
            <a:off x="11125200" y="4800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242" name="diagram-line-225">
            <a:extLst xmlns:a="http://schemas.openxmlformats.org/drawingml/2006/main">
              <a:ext uri="{FF2B5EF4-FFF2-40B4-BE49-F238E27FC236}">
                <a16:creationId xmlns:a16="http://schemas.microsoft.com/office/drawing/2014/main" id="{DFFFD13A-FBD9-48FA-85D2-FAB594A3E358}"/>
              </a:ext>
            </a:extLst>
          </p:cNvPr>
          <p:cNvSpPr>
            <a:spLocks xmlns:a="http://schemas.openxmlformats.org/drawingml/2006/main" noGrp="1"/>
          </p:cNvSpPr>
          <p:nvPr/>
        </p:nvSpPr>
        <p:spPr>
          <a:xfrm xmlns:a="http://schemas.openxmlformats.org/drawingml/2006/main">
            <a:off x="11239500" y="47339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43" name="diagram-line-226">
            <a:extLst xmlns:a="http://schemas.openxmlformats.org/drawingml/2006/main">
              <a:ext uri="{FF2B5EF4-FFF2-40B4-BE49-F238E27FC236}">
                <a16:creationId xmlns:a16="http://schemas.microsoft.com/office/drawing/2014/main" id="{2F2D6055-FFEE-4E2B-98EE-DFB192684DD0}"/>
              </a:ext>
            </a:extLst>
          </p:cNvPr>
          <p:cNvSpPr>
            <a:spLocks xmlns:a="http://schemas.openxmlformats.org/drawingml/2006/main" noGrp="1"/>
          </p:cNvSpPr>
          <p:nvPr/>
        </p:nvSpPr>
        <p:spPr>
          <a:xfrm xmlns:a="http://schemas.openxmlformats.org/drawingml/2006/main">
            <a:off x="11239500" y="46196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44" name="diagram-line-227">
            <a:extLst xmlns:a="http://schemas.openxmlformats.org/drawingml/2006/main">
              <a:ext uri="{FF2B5EF4-FFF2-40B4-BE49-F238E27FC236}">
                <a16:creationId xmlns:a16="http://schemas.microsoft.com/office/drawing/2014/main" id="{CB3A8ABF-1878-46BB-A6B4-46047DF61E7F}"/>
              </a:ext>
            </a:extLst>
          </p:cNvPr>
          <p:cNvSpPr>
            <a:spLocks xmlns:a="http://schemas.openxmlformats.org/drawingml/2006/main" noGrp="1"/>
          </p:cNvSpPr>
          <p:nvPr/>
        </p:nvSpPr>
        <p:spPr>
          <a:xfrm xmlns:a="http://schemas.openxmlformats.org/drawingml/2006/main">
            <a:off x="11239500" y="45053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45" name="diagram-line-228">
            <a:extLst xmlns:a="http://schemas.openxmlformats.org/drawingml/2006/main">
              <a:ext uri="{FF2B5EF4-FFF2-40B4-BE49-F238E27FC236}">
                <a16:creationId xmlns:a16="http://schemas.microsoft.com/office/drawing/2014/main" id="{7BB0E7D0-CE76-478D-A457-849BD46C75F4}"/>
              </a:ext>
            </a:extLst>
          </p:cNvPr>
          <p:cNvSpPr>
            <a:spLocks xmlns:a="http://schemas.openxmlformats.org/drawingml/2006/main" noGrp="1"/>
          </p:cNvSpPr>
          <p:nvPr/>
        </p:nvSpPr>
        <p:spPr>
          <a:xfrm xmlns:a="http://schemas.openxmlformats.org/drawingml/2006/main">
            <a:off x="11239500" y="43910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46" name="diagram-line-229">
            <a:extLst xmlns:a="http://schemas.openxmlformats.org/drawingml/2006/main">
              <a:ext uri="{FF2B5EF4-FFF2-40B4-BE49-F238E27FC236}">
                <a16:creationId xmlns:a16="http://schemas.microsoft.com/office/drawing/2014/main" id="{3842708A-C90C-4DED-8871-1BFE814ED141}"/>
              </a:ext>
            </a:extLst>
          </p:cNvPr>
          <p:cNvSpPr>
            <a:spLocks xmlns:a="http://schemas.openxmlformats.org/drawingml/2006/main" noGrp="1"/>
          </p:cNvSpPr>
          <p:nvPr/>
        </p:nvSpPr>
        <p:spPr>
          <a:xfrm xmlns:a="http://schemas.openxmlformats.org/drawingml/2006/main">
            <a:off x="11239500" y="4333875"/>
            <a:ext cx="191" cy="9525"/>
          </a:xfrm>
          <a:custGeom xmlns:a="http://schemas.openxmlformats.org/drawingml/2006/main">
            <a:pathLst>
              <a:path w="191" h="9525">
                <a:moveTo>
                  <a:pt x="0" y="9525"/>
                </a:moveTo>
                <a:lnTo>
                  <a:pt x="0" y="0"/>
                </a:lnTo>
              </a:path>
            </a:pathLst>
          </a:custGeom>
          <a:noFill xmlns:a="http://schemas.openxmlformats.org/drawingml/2006/main"/>
          <a:ln xmlns:a="http://schemas.openxmlformats.org/drawingml/2006/main" w="14288">
            <a:solidFill>
              <a:srgbClr val="B15F20"/>
            </a:solidFill>
          </a:ln>
        </p:spPr>
      </p:sp>
      <p:sp>
        <p:nvSpPr>
          <p:cNvPr id="247" name="diagram-poly-230">
            <a:extLst xmlns:a="http://schemas.openxmlformats.org/drawingml/2006/main">
              <a:ext uri="{FF2B5EF4-FFF2-40B4-BE49-F238E27FC236}">
                <a16:creationId xmlns:a16="http://schemas.microsoft.com/office/drawing/2014/main" id="{A185C0B9-F8B3-41AF-A56F-5CCA9751C627}"/>
              </a:ext>
            </a:extLst>
          </p:cNvPr>
          <p:cNvSpPr>
            <a:spLocks xmlns:a="http://schemas.openxmlformats.org/drawingml/2006/main" noGrp="1"/>
          </p:cNvSpPr>
          <p:nvPr/>
        </p:nvSpPr>
        <p:spPr>
          <a:xfrm xmlns:a="http://schemas.openxmlformats.org/drawingml/2006/main">
            <a:off x="11209973" y="4333875"/>
            <a:ext cx="59055" cy="66675"/>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B15F20"/>
          </a:solidFill>
          <a:ln xmlns:a="http://schemas.openxmlformats.org/drawingml/2006/main" w="953">
            <a:solidFill>
              <a:srgbClr val="B15F20"/>
            </a:solidFill>
          </a:ln>
        </p:spPr>
      </p:sp>
      <p:sp>
        <p:nvSpPr>
          <p:cNvPr id="248" name="revision-text-231">
            <a:extLst xmlns:a="http://schemas.openxmlformats.org/drawingml/2006/main">
              <a:ext uri="{FF2B5EF4-FFF2-40B4-BE49-F238E27FC236}">
                <a16:creationId xmlns:a16="http://schemas.microsoft.com/office/drawing/2014/main" id="{28799F87-477C-4594-A2E6-C91712F2435E}"/>
              </a:ext>
            </a:extLst>
          </p:cNvPr>
          <p:cNvSpPr>
            <a:spLocks xmlns:a="http://schemas.openxmlformats.org/drawingml/2006/main" noGrp="1"/>
          </p:cNvSpPr>
          <p:nvPr/>
        </p:nvSpPr>
        <p:spPr>
          <a:xfrm xmlns:a="http://schemas.openxmlformats.org/drawingml/2006/main">
            <a:off x="6400800" y="4819650"/>
            <a:ext cx="39719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70" b="0">
                <a:solidFill>
                  <a:srgbClr val="B15F20"/>
                </a:solidFill>
                <a:latin typeface="微软雅黑"/>
                <a:ea typeface="微软雅黑"/>
                <a:cs typeface="微软雅黑"/>
              </a:defRPr>
            </a:pPr>
            <a:r>
              <a:rPr sz="1170" b="0">
                <a:solidFill>
                  <a:srgbClr val="B15F20"/>
                </a:solidFill>
                <a:latin typeface="微软雅黑"/>
                <a:ea typeface="微软雅黑"/>
                <a:cs typeface="微软雅黑"/>
              </a:rPr>
              <a:t>Actions return through node / state-machine interfaces</a:t>
            </a:r>
          </a:p>
        </p:txBody>
      </p:sp>
      <p:sp>
        <p:nvSpPr>
          <p:cNvPr id="249" name="revision-text-232">
            <a:extLst xmlns:a="http://schemas.openxmlformats.org/drawingml/2006/main">
              <a:ext uri="{FF2B5EF4-FFF2-40B4-BE49-F238E27FC236}">
                <a16:creationId xmlns:a16="http://schemas.microsoft.com/office/drawing/2014/main" id="{CE2B56A1-333E-4CEE-AD70-1A58D118DF4B}"/>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43" b="1">
                <a:solidFill>
                  <a:srgbClr val="1C3C5C"/>
                </a:solidFill>
                <a:latin typeface="微软雅黑"/>
                <a:ea typeface="微软雅黑"/>
                <a:cs typeface="微软雅黑"/>
              </a:defRPr>
            </a:pPr>
            <a:r>
              <a:rPr sz="1643" b="1">
                <a:solidFill>
                  <a:srgbClr val="1C3C5C"/>
                </a:solidFill>
                <a:latin typeface="微软雅黑"/>
                <a:ea typeface="微软雅黑"/>
                <a:cs typeface="微软雅黑"/>
              </a:rPr>
              <a:t>Resources define capability and state; workflows organize tasks and data; constraints define boundaries.</a:t>
            </a:r>
          </a:p>
        </p:txBody>
      </p:sp>
    </p:spTree>
    <p:extLst>
      <p:ext uri="{BB962C8B-B14F-4D97-AF65-F5344CB8AC3E}">
        <p14:creationId xmlns:p14="http://schemas.microsoft.com/office/powerpoint/2010/main" val="4771562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415A17D-EE4C-47AA-8B32-4400C197B1D5}"/>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DFAD8F13-092B-4B15-9667-A4779CD49DEC}"/>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4  Resources: capabilities and state machines</a:t>
            </a:r>
          </a:p>
        </p:txBody>
      </p:sp>
      <p:sp>
        <p:nvSpPr>
          <p:cNvPr id="6" name="TextBox 5">
            <a:extLst xmlns:a="http://schemas.openxmlformats.org/drawingml/2006/main">
              <a:ext uri="{FF2B5EF4-FFF2-40B4-BE49-F238E27FC236}">
                <a16:creationId xmlns:a16="http://schemas.microsoft.com/office/drawing/2014/main" id="{667B92BF-F20F-4679-9787-85CD4FB9BA36}"/>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7" name="TextBox 6">
            <a:extLst xmlns:a="http://schemas.openxmlformats.org/drawingml/2006/main">
              <a:ext uri="{FF2B5EF4-FFF2-40B4-BE49-F238E27FC236}">
                <a16:creationId xmlns:a16="http://schemas.microsoft.com/office/drawing/2014/main" id="{06155020-D183-42FC-A4E7-1C7BB99B29E8}"/>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4/10</a:t>
            </a:r>
          </a:p>
        </p:txBody>
      </p:sp>
      <p:sp>
        <p:nvSpPr>
          <p:cNvPr id="8" name="revision-text-233">
            <a:extLst xmlns:a="http://schemas.openxmlformats.org/drawingml/2006/main">
              <a:ext uri="{FF2B5EF4-FFF2-40B4-BE49-F238E27FC236}">
                <a16:creationId xmlns:a16="http://schemas.microsoft.com/office/drawing/2014/main" id="{51706622-7AF9-4183-9A00-C2336DBD687F}"/>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83" b="0">
                <a:solidFill>
                  <a:srgbClr val="152C40"/>
                </a:solidFill>
                <a:latin typeface="微软雅黑"/>
                <a:ea typeface="微软雅黑"/>
                <a:cs typeface="微软雅黑"/>
              </a:defRPr>
            </a:pPr>
            <a:r>
              <a:rPr sz="1583" b="0">
                <a:solidFill>
                  <a:srgbClr val="152C40"/>
                </a:solidFill>
                <a:latin typeface="微软雅黑"/>
                <a:ea typeface="微软雅黑"/>
                <a:cs typeface="微软雅黑"/>
              </a:rPr>
              <a:t>A device object combines its capability model with a state machine to describe what it can do and how it executes.</a:t>
            </a:r>
          </a:p>
        </p:txBody>
      </p:sp>
      <p:sp>
        <p:nvSpPr>
          <p:cNvPr id="9" name="revision-text-234">
            <a:extLst xmlns:a="http://schemas.openxmlformats.org/drawingml/2006/main">
              <a:ext uri="{FF2B5EF4-FFF2-40B4-BE49-F238E27FC236}">
                <a16:creationId xmlns:a16="http://schemas.microsoft.com/office/drawing/2014/main" id="{89FD34EC-D2A1-409F-A332-0B5BBE2C770C}"/>
              </a:ext>
            </a:extLst>
          </p:cNvPr>
          <p:cNvSpPr>
            <a:spLocks xmlns:a="http://schemas.openxmlformats.org/drawingml/2006/main" noGrp="1"/>
          </p:cNvSpPr>
          <p:nvPr/>
        </p:nvSpPr>
        <p:spPr>
          <a:xfrm xmlns:a="http://schemas.openxmlformats.org/drawingml/2006/main">
            <a:off x="619125" y="2076450"/>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75" b="1">
                <a:solidFill>
                  <a:srgbClr val="1C3C5C"/>
                </a:solidFill>
                <a:latin typeface="微软雅黑"/>
                <a:ea typeface="微软雅黑"/>
                <a:cs typeface="微软雅黑"/>
              </a:defRPr>
            </a:pPr>
            <a:r>
              <a:rPr sz="2175" b="1">
                <a:solidFill>
                  <a:srgbClr val="1C3C5C"/>
                </a:solidFill>
                <a:latin typeface="微软雅黑"/>
                <a:ea typeface="微软雅黑"/>
                <a:cs typeface="微软雅黑"/>
              </a:rPr>
              <a:t>Capability model</a:t>
            </a:r>
          </a:p>
        </p:txBody>
      </p:sp>
      <p:sp>
        <p:nvSpPr>
          <p:cNvPr id="10" name="revision-text-235">
            <a:extLst xmlns:a="http://schemas.openxmlformats.org/drawingml/2006/main">
              <a:ext uri="{FF2B5EF4-FFF2-40B4-BE49-F238E27FC236}">
                <a16:creationId xmlns:a16="http://schemas.microsoft.com/office/drawing/2014/main" id="{123A23C8-5AE2-4DA5-AB69-406400E8D3D8}"/>
              </a:ext>
            </a:extLst>
          </p:cNvPr>
          <p:cNvSpPr>
            <a:spLocks xmlns:a="http://schemas.openxmlformats.org/drawingml/2006/main" noGrp="1"/>
          </p:cNvSpPr>
          <p:nvPr/>
        </p:nvSpPr>
        <p:spPr>
          <a:xfrm xmlns:a="http://schemas.openxmlformats.org/drawingml/2006/main">
            <a:off x="619125" y="25336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60" b="0">
                <a:solidFill>
                  <a:srgbClr val="152C40"/>
                </a:solidFill>
                <a:latin typeface="微软雅黑"/>
                <a:ea typeface="微软雅黑"/>
                <a:cs typeface="微软雅黑"/>
              </a:defRPr>
            </a:pPr>
            <a:r>
              <a:rPr sz="1860" b="0">
                <a:solidFill>
                  <a:srgbClr val="152C40"/>
                </a:solidFill>
                <a:latin typeface="微软雅黑"/>
                <a:ea typeface="微软雅黑"/>
                <a:cs typeface="微软雅黑"/>
              </a:rPr>
              <a:t>Defines attributes, capabilities,</a:t>
            </a:r>
          </a:p>
          <a:p xmlns:a="http://schemas.openxmlformats.org/drawingml/2006/main">
            <a:pPr algn="l">
              <a:lnSpc>
                <a:spcPct val="104000"/>
              </a:lnSpc>
              <a:spcBef>
                <a:spcPts val="0"/>
              </a:spcBef>
              <a:spcAft>
                <a:spcPts val="0"/>
              </a:spcAft>
              <a:buNone/>
              <a:defRPr sz="1860" b="0">
                <a:solidFill>
                  <a:srgbClr val="152C40"/>
                </a:solidFill>
                <a:latin typeface="微软雅黑"/>
                <a:ea typeface="微软雅黑"/>
                <a:cs typeface="微软雅黑"/>
              </a:defRPr>
            </a:pPr>
            <a:r>
              <a:rPr sz="1860" b="0">
                <a:solidFill>
                  <a:srgbClr val="152C40"/>
                </a:solidFill>
                <a:latin typeface="微软雅黑"/>
                <a:ea typeface="微软雅黑"/>
                <a:cs typeface="微软雅黑"/>
              </a:rPr>
              <a:t>and operation requirements.</a:t>
            </a:r>
          </a:p>
        </p:txBody>
      </p:sp>
      <p:sp>
        <p:nvSpPr>
          <p:cNvPr id="11" name="revision-text-236">
            <a:extLst xmlns:a="http://schemas.openxmlformats.org/drawingml/2006/main">
              <a:ext uri="{FF2B5EF4-FFF2-40B4-BE49-F238E27FC236}">
                <a16:creationId xmlns:a16="http://schemas.microsoft.com/office/drawing/2014/main" id="{8BD79003-1039-4C1A-96D2-0BA58B67D901}"/>
              </a:ext>
            </a:extLst>
          </p:cNvPr>
          <p:cNvSpPr>
            <a:spLocks xmlns:a="http://schemas.openxmlformats.org/drawingml/2006/main" noGrp="1"/>
          </p:cNvSpPr>
          <p:nvPr/>
        </p:nvSpPr>
        <p:spPr>
          <a:xfrm xmlns:a="http://schemas.openxmlformats.org/drawingml/2006/main">
            <a:off x="619125" y="3305175"/>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75" b="1">
                <a:solidFill>
                  <a:srgbClr val="1C3C5C"/>
                </a:solidFill>
                <a:latin typeface="微软雅黑"/>
                <a:ea typeface="微软雅黑"/>
                <a:cs typeface="微软雅黑"/>
              </a:defRPr>
            </a:pPr>
            <a:r>
              <a:rPr sz="2175" b="1">
                <a:solidFill>
                  <a:srgbClr val="1C3C5C"/>
                </a:solidFill>
                <a:latin typeface="微软雅黑"/>
                <a:ea typeface="微软雅黑"/>
                <a:cs typeface="微软雅黑"/>
              </a:rPr>
              <a:t>State machine</a:t>
            </a:r>
          </a:p>
        </p:txBody>
      </p:sp>
      <p:sp>
        <p:nvSpPr>
          <p:cNvPr id="12" name="revision-text-237">
            <a:extLst xmlns:a="http://schemas.openxmlformats.org/drawingml/2006/main">
              <a:ext uri="{FF2B5EF4-FFF2-40B4-BE49-F238E27FC236}">
                <a16:creationId xmlns:a16="http://schemas.microsoft.com/office/drawing/2014/main" id="{6629F404-2844-4AE7-BA2E-7957DDF58B06}"/>
              </a:ext>
            </a:extLst>
          </p:cNvPr>
          <p:cNvSpPr>
            <a:spLocks xmlns:a="http://schemas.openxmlformats.org/drawingml/2006/main" noGrp="1"/>
          </p:cNvSpPr>
          <p:nvPr/>
        </p:nvSpPr>
        <p:spPr>
          <a:xfrm xmlns:a="http://schemas.openxmlformats.org/drawingml/2006/main">
            <a:off x="619125" y="3762375"/>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313" b="0">
                <a:solidFill>
                  <a:srgbClr val="152C40"/>
                </a:solidFill>
                <a:latin typeface="微软雅黑"/>
                <a:ea typeface="微软雅黑"/>
                <a:cs typeface="微软雅黑"/>
              </a:defRPr>
            </a:pPr>
            <a:r>
              <a:rPr sz="1313" b="0">
                <a:solidFill>
                  <a:srgbClr val="152C40"/>
                </a:solidFill>
                <a:latin typeface="微软雅黑"/>
                <a:ea typeface="微软雅黑"/>
                <a:cs typeface="微软雅黑"/>
              </a:rPr>
              <a:t>Handles requests in the current state,</a:t>
            </a:r>
          </a:p>
          <a:p xmlns:a="http://schemas.openxmlformats.org/drawingml/2006/main">
            <a:pPr algn="l">
              <a:lnSpc>
                <a:spcPct val="104000"/>
              </a:lnSpc>
              <a:spcBef>
                <a:spcPts val="0"/>
              </a:spcBef>
              <a:spcAft>
                <a:spcPts val="0"/>
              </a:spcAft>
              <a:buNone/>
              <a:defRPr sz="1313" b="0">
                <a:solidFill>
                  <a:srgbClr val="152C40"/>
                </a:solidFill>
                <a:latin typeface="微软雅黑"/>
                <a:ea typeface="微软雅黑"/>
                <a:cs typeface="微软雅黑"/>
              </a:defRPr>
            </a:pPr>
            <a:r>
              <a:rPr sz="1313" b="0">
                <a:solidFill>
                  <a:srgbClr val="152C40"/>
                </a:solidFill>
                <a:latin typeface="微软雅黑"/>
                <a:ea typeface="微软雅黑"/>
                <a:cs typeface="微软雅黑"/>
              </a:rPr>
              <a:t>issues commands, and processes feedback.</a:t>
            </a:r>
          </a:p>
        </p:txBody>
      </p:sp>
      <p:sp>
        <p:nvSpPr>
          <p:cNvPr id="13" name="revision-text-238">
            <a:extLst xmlns:a="http://schemas.openxmlformats.org/drawingml/2006/main">
              <a:ext uri="{FF2B5EF4-FFF2-40B4-BE49-F238E27FC236}">
                <a16:creationId xmlns:a16="http://schemas.microsoft.com/office/drawing/2014/main" id="{FFFA69E3-B03D-419E-8223-D08F6402CE98}"/>
              </a:ext>
            </a:extLst>
          </p:cNvPr>
          <p:cNvSpPr>
            <a:spLocks xmlns:a="http://schemas.openxmlformats.org/drawingml/2006/main" noGrp="1"/>
          </p:cNvSpPr>
          <p:nvPr/>
        </p:nvSpPr>
        <p:spPr>
          <a:xfrm xmlns:a="http://schemas.openxmlformats.org/drawingml/2006/main">
            <a:off x="619125" y="4552950"/>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75" b="1">
                <a:solidFill>
                  <a:srgbClr val="1C3C5C"/>
                </a:solidFill>
                <a:latin typeface="微软雅黑"/>
                <a:ea typeface="微软雅黑"/>
                <a:cs typeface="微软雅黑"/>
              </a:defRPr>
            </a:pPr>
            <a:r>
              <a:rPr sz="2175" b="1">
                <a:solidFill>
                  <a:srgbClr val="1C3C5C"/>
                </a:solidFill>
                <a:latin typeface="微软雅黑"/>
                <a:ea typeface="微软雅黑"/>
                <a:cs typeface="微软雅黑"/>
              </a:rPr>
              <a:t>Shared entry point</a:t>
            </a:r>
          </a:p>
        </p:txBody>
      </p:sp>
      <p:sp>
        <p:nvSpPr>
          <p:cNvPr id="14" name="revision-text-239">
            <a:extLst xmlns:a="http://schemas.openxmlformats.org/drawingml/2006/main">
              <a:ext uri="{FF2B5EF4-FFF2-40B4-BE49-F238E27FC236}">
                <a16:creationId xmlns:a16="http://schemas.microsoft.com/office/drawing/2014/main" id="{C3E3E192-D3A7-4944-B63B-C6CDF1CC363B}"/>
              </a:ext>
            </a:extLst>
          </p:cNvPr>
          <p:cNvSpPr>
            <a:spLocks xmlns:a="http://schemas.openxmlformats.org/drawingml/2006/main" noGrp="1"/>
          </p:cNvSpPr>
          <p:nvPr/>
        </p:nvSpPr>
        <p:spPr>
          <a:xfrm xmlns:a="http://schemas.openxmlformats.org/drawingml/2006/main">
            <a:off x="619125" y="501015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75" b="0">
                <a:solidFill>
                  <a:srgbClr val="152C40"/>
                </a:solidFill>
                <a:latin typeface="微软雅黑"/>
                <a:ea typeface="微软雅黑"/>
                <a:cs typeface="微软雅黑"/>
              </a:defRPr>
            </a:pPr>
            <a:r>
              <a:rPr sz="1875" b="0">
                <a:solidFill>
                  <a:srgbClr val="152C40"/>
                </a:solidFill>
                <a:latin typeface="微软雅黑"/>
                <a:ea typeface="微软雅黑"/>
                <a:cs typeface="微软雅黑"/>
              </a:rPr>
              <a:t>People, workflows, and LLMs</a:t>
            </a:r>
          </a:p>
          <a:p xmlns:a="http://schemas.openxmlformats.org/drawingml/2006/main">
            <a:pPr algn="l">
              <a:lnSpc>
                <a:spcPct val="104000"/>
              </a:lnSpc>
              <a:spcBef>
                <a:spcPts val="0"/>
              </a:spcBef>
              <a:spcAft>
                <a:spcPts val="0"/>
              </a:spcAft>
              <a:buNone/>
              <a:defRPr sz="1875" b="0">
                <a:solidFill>
                  <a:srgbClr val="152C40"/>
                </a:solidFill>
                <a:latin typeface="微软雅黑"/>
                <a:ea typeface="微软雅黑"/>
                <a:cs typeface="微软雅黑"/>
              </a:defRPr>
            </a:pPr>
            <a:r>
              <a:rPr sz="1875" b="0">
                <a:solidFill>
                  <a:srgbClr val="152C40"/>
                </a:solidFill>
                <a:latin typeface="微软雅黑"/>
                <a:ea typeface="微软雅黑"/>
                <a:cs typeface="微软雅黑"/>
              </a:rPr>
              <a:t>follow the same state rules.</a:t>
            </a:r>
          </a:p>
        </p:txBody>
      </p:sp>
      <p:sp>
        <p:nvSpPr>
          <p:cNvPr id="15" name="diagram-box-240">
            <a:extLst xmlns:a="http://schemas.openxmlformats.org/drawingml/2006/main">
              <a:ext uri="{FF2B5EF4-FFF2-40B4-BE49-F238E27FC236}">
                <a16:creationId xmlns:a16="http://schemas.microsoft.com/office/drawing/2014/main" id="{3BF8C0DE-DC5F-46B1-83CA-36CF99FD2379}"/>
              </a:ext>
            </a:extLst>
          </p:cNvPr>
          <p:cNvSpPr>
            <a:spLocks xmlns:a="http://schemas.openxmlformats.org/drawingml/2006/main" noGrp="1"/>
          </p:cNvSpPr>
          <p:nvPr/>
        </p:nvSpPr>
        <p:spPr>
          <a:xfrm xmlns:a="http://schemas.openxmlformats.org/drawingml/2006/main">
            <a:off x="4448175" y="1781175"/>
            <a:ext cx="7143750" cy="4013343"/>
          </a:xfrm>
          <a:prstGeom xmlns:a="http://schemas.openxmlformats.org/drawingml/2006/main" prst="rect">
            <a:avLst/>
          </a:prstGeom>
          <a:solidFill xmlns:a="http://schemas.openxmlformats.org/drawingml/2006/main">
            <a:srgbClr val="F6F9EF"/>
          </a:solidFill>
          <a:ln xmlns:a="http://schemas.openxmlformats.org/drawingml/2006/main" w="16053">
            <a:solidFill>
              <a:srgbClr val="95AE62"/>
            </a:solidFill>
          </a:ln>
        </p:spPr>
      </p:sp>
      <p:sp>
        <p:nvSpPr>
          <p:cNvPr id="16" name="diagram-box-241">
            <a:extLst xmlns:a="http://schemas.openxmlformats.org/drawingml/2006/main">
              <a:ext uri="{FF2B5EF4-FFF2-40B4-BE49-F238E27FC236}">
                <a16:creationId xmlns:a16="http://schemas.microsoft.com/office/drawing/2014/main" id="{C1FED8F0-740E-4B0B-B7C7-F6E7A5BA0AE9}"/>
              </a:ext>
            </a:extLst>
          </p:cNvPr>
          <p:cNvSpPr>
            <a:spLocks xmlns:a="http://schemas.openxmlformats.org/drawingml/2006/main" noGrp="1"/>
          </p:cNvSpPr>
          <p:nvPr/>
        </p:nvSpPr>
        <p:spPr>
          <a:xfrm xmlns:a="http://schemas.openxmlformats.org/drawingml/2006/main">
            <a:off x="4448175" y="1781175"/>
            <a:ext cx="7143750" cy="513708"/>
          </a:xfrm>
          <a:prstGeom xmlns:a="http://schemas.openxmlformats.org/drawingml/2006/main" prst="rect">
            <a:avLst/>
          </a:prstGeom>
          <a:solidFill xmlns:a="http://schemas.openxmlformats.org/drawingml/2006/main">
            <a:srgbClr val="E9F0DB"/>
          </a:solidFill>
          <a:ln xmlns:a="http://schemas.openxmlformats.org/drawingml/2006/main" w="16053">
            <a:solidFill>
              <a:srgbClr val="95AE62"/>
            </a:solidFill>
          </a:ln>
        </p:spPr>
      </p:sp>
      <p:sp>
        <p:nvSpPr>
          <p:cNvPr id="17" name="revision-text-242">
            <a:extLst xmlns:a="http://schemas.openxmlformats.org/drawingml/2006/main">
              <a:ext uri="{FF2B5EF4-FFF2-40B4-BE49-F238E27FC236}">
                <a16:creationId xmlns:a16="http://schemas.microsoft.com/office/drawing/2014/main" id="{6CDBAFE2-25D2-4796-8D51-092299B22DC2}"/>
              </a:ext>
            </a:extLst>
          </p:cNvPr>
          <p:cNvSpPr>
            <a:spLocks xmlns:a="http://schemas.openxmlformats.org/drawingml/2006/main" noGrp="1"/>
          </p:cNvSpPr>
          <p:nvPr/>
        </p:nvSpPr>
        <p:spPr>
          <a:xfrm xmlns:a="http://schemas.openxmlformats.org/drawingml/2006/main">
            <a:off x="4576602" y="1829335"/>
            <a:ext cx="6886896" cy="4398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528" b="1">
                <a:solidFill>
                  <a:srgbClr val="111111"/>
                </a:solidFill>
                <a:latin typeface="微软雅黑"/>
                <a:ea typeface="微软雅黑"/>
                <a:cs typeface="微软雅黑"/>
              </a:defRPr>
            </a:pPr>
            <a:r>
              <a:rPr sz="2528" b="1">
                <a:solidFill>
                  <a:srgbClr val="111111"/>
                </a:solidFill>
                <a:latin typeface="微软雅黑"/>
                <a:ea typeface="微软雅黑"/>
                <a:cs typeface="微软雅黑"/>
              </a:rPr>
              <a:t>Resource layer</a:t>
            </a:r>
          </a:p>
        </p:txBody>
      </p:sp>
      <p:sp>
        <p:nvSpPr>
          <p:cNvPr id="18" name="diagram-box-243">
            <a:extLst xmlns:a="http://schemas.openxmlformats.org/drawingml/2006/main">
              <a:ext uri="{FF2B5EF4-FFF2-40B4-BE49-F238E27FC236}">
                <a16:creationId xmlns:a16="http://schemas.microsoft.com/office/drawing/2014/main" id="{E73CDED8-F198-4308-B483-050510EAE904}"/>
              </a:ext>
            </a:extLst>
          </p:cNvPr>
          <p:cNvSpPr>
            <a:spLocks xmlns:a="http://schemas.openxmlformats.org/drawingml/2006/main" noGrp="1"/>
          </p:cNvSpPr>
          <p:nvPr/>
        </p:nvSpPr>
        <p:spPr>
          <a:xfrm xmlns:a="http://schemas.openxmlformats.org/drawingml/2006/main">
            <a:off x="5058203" y="2503577"/>
            <a:ext cx="6180548" cy="2745126"/>
          </a:xfrm>
          <a:prstGeom xmlns:a="http://schemas.openxmlformats.org/drawingml/2006/main" prst="rect">
            <a:avLst/>
          </a:prstGeom>
          <a:solidFill xmlns:a="http://schemas.openxmlformats.org/drawingml/2006/main">
            <a:srgbClr val="FFFFFF"/>
          </a:solidFill>
          <a:ln xmlns:a="http://schemas.openxmlformats.org/drawingml/2006/main" w="16053">
            <a:solidFill>
              <a:srgbClr val="95AE62"/>
            </a:solidFill>
          </a:ln>
        </p:spPr>
      </p:sp>
      <p:sp>
        <p:nvSpPr>
          <p:cNvPr id="19" name="diagram-box-244">
            <a:extLst xmlns:a="http://schemas.openxmlformats.org/drawingml/2006/main">
              <a:ext uri="{FF2B5EF4-FFF2-40B4-BE49-F238E27FC236}">
                <a16:creationId xmlns:a16="http://schemas.microsoft.com/office/drawing/2014/main" id="{8659E823-E5F2-4657-B7E3-CA137972640F}"/>
              </a:ext>
            </a:extLst>
          </p:cNvPr>
          <p:cNvSpPr>
            <a:spLocks xmlns:a="http://schemas.openxmlformats.org/drawingml/2006/main" noGrp="1"/>
          </p:cNvSpPr>
          <p:nvPr/>
        </p:nvSpPr>
        <p:spPr>
          <a:xfrm xmlns:a="http://schemas.openxmlformats.org/drawingml/2006/main">
            <a:off x="4929776" y="2632004"/>
            <a:ext cx="6180548" cy="2745126"/>
          </a:xfrm>
          <a:prstGeom xmlns:a="http://schemas.openxmlformats.org/drawingml/2006/main" prst="rect">
            <a:avLst/>
          </a:prstGeom>
          <a:solidFill xmlns:a="http://schemas.openxmlformats.org/drawingml/2006/main">
            <a:srgbClr val="FFFFFF"/>
          </a:solidFill>
          <a:ln xmlns:a="http://schemas.openxmlformats.org/drawingml/2006/main" w="16053">
            <a:solidFill>
              <a:srgbClr val="95AE62"/>
            </a:solidFill>
          </a:ln>
        </p:spPr>
      </p:sp>
      <p:sp>
        <p:nvSpPr>
          <p:cNvPr id="20" name="diagram-box-245">
            <a:extLst xmlns:a="http://schemas.openxmlformats.org/drawingml/2006/main">
              <a:ext uri="{FF2B5EF4-FFF2-40B4-BE49-F238E27FC236}">
                <a16:creationId xmlns:a16="http://schemas.microsoft.com/office/drawing/2014/main" id="{5ED3C73C-B9EE-4E1A-A6D2-C1020D30FFD5}"/>
              </a:ext>
            </a:extLst>
          </p:cNvPr>
          <p:cNvSpPr>
            <a:spLocks xmlns:a="http://schemas.openxmlformats.org/drawingml/2006/main" noGrp="1"/>
          </p:cNvSpPr>
          <p:nvPr/>
        </p:nvSpPr>
        <p:spPr>
          <a:xfrm xmlns:a="http://schemas.openxmlformats.org/drawingml/2006/main">
            <a:off x="4801349" y="2760431"/>
            <a:ext cx="6180548" cy="2745126"/>
          </a:xfrm>
          <a:prstGeom xmlns:a="http://schemas.openxmlformats.org/drawingml/2006/main" prst="rect">
            <a:avLst/>
          </a:prstGeom>
          <a:solidFill xmlns:a="http://schemas.openxmlformats.org/drawingml/2006/main">
            <a:srgbClr val="FFFFFF"/>
          </a:solidFill>
          <a:ln xmlns:a="http://schemas.openxmlformats.org/drawingml/2006/main" w="16053">
            <a:solidFill>
              <a:srgbClr val="95AE62"/>
            </a:solidFill>
          </a:ln>
        </p:spPr>
      </p:sp>
      <p:sp>
        <p:nvSpPr>
          <p:cNvPr id="21" name="revision-text-246">
            <a:extLst xmlns:a="http://schemas.openxmlformats.org/drawingml/2006/main">
              <a:ext uri="{FF2B5EF4-FFF2-40B4-BE49-F238E27FC236}">
                <a16:creationId xmlns:a16="http://schemas.microsoft.com/office/drawing/2014/main" id="{AE538FD5-F708-450A-8949-6F576B5FA0F3}"/>
              </a:ext>
            </a:extLst>
          </p:cNvPr>
          <p:cNvSpPr>
            <a:spLocks xmlns:a="http://schemas.openxmlformats.org/drawingml/2006/main" noGrp="1"/>
          </p:cNvSpPr>
          <p:nvPr/>
        </p:nvSpPr>
        <p:spPr>
          <a:xfrm xmlns:a="http://schemas.openxmlformats.org/drawingml/2006/main">
            <a:off x="4833456" y="2824644"/>
            <a:ext cx="6100281" cy="4022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275" b="1">
                <a:solidFill>
                  <a:srgbClr val="111111"/>
                </a:solidFill>
                <a:latin typeface="微软雅黑"/>
                <a:ea typeface="微软雅黑"/>
                <a:cs typeface="微软雅黑"/>
              </a:defRPr>
            </a:pPr>
            <a:r>
              <a:rPr sz="2275" b="1">
                <a:solidFill>
                  <a:srgbClr val="111111"/>
                </a:solidFill>
                <a:latin typeface="微软雅黑"/>
                <a:ea typeface="微软雅黑"/>
                <a:cs typeface="微软雅黑"/>
              </a:rPr>
              <a:t>Device object model</a:t>
            </a:r>
          </a:p>
        </p:txBody>
      </p:sp>
      <p:sp>
        <p:nvSpPr>
          <p:cNvPr id="22" name="diagram-box-247">
            <a:extLst xmlns:a="http://schemas.openxmlformats.org/drawingml/2006/main">
              <a:ext uri="{FF2B5EF4-FFF2-40B4-BE49-F238E27FC236}">
                <a16:creationId xmlns:a16="http://schemas.microsoft.com/office/drawing/2014/main" id="{5A02CE44-DEAC-451A-A143-F5725443CC98}"/>
              </a:ext>
            </a:extLst>
          </p:cNvPr>
          <p:cNvSpPr>
            <a:spLocks xmlns:a="http://schemas.openxmlformats.org/drawingml/2006/main" noGrp="1"/>
          </p:cNvSpPr>
          <p:nvPr/>
        </p:nvSpPr>
        <p:spPr>
          <a:xfrm xmlns:a="http://schemas.openxmlformats.org/drawingml/2006/main">
            <a:off x="5090310" y="3322299"/>
            <a:ext cx="2696966" cy="1878244"/>
          </a:xfrm>
          <a:prstGeom xmlns:a="http://schemas.openxmlformats.org/drawingml/2006/main" prst="rect">
            <a:avLst/>
          </a:prstGeom>
          <a:solidFill xmlns:a="http://schemas.openxmlformats.org/drawingml/2006/main">
            <a:srgbClr val="F6F9EF"/>
          </a:solidFill>
          <a:ln xmlns:a="http://schemas.openxmlformats.org/drawingml/2006/main" w="16053">
            <a:solidFill>
              <a:srgbClr val="C3D39E"/>
            </a:solidFill>
          </a:ln>
        </p:spPr>
      </p:sp>
      <p:sp>
        <p:nvSpPr>
          <p:cNvPr id="23" name="revision-text-248">
            <a:extLst xmlns:a="http://schemas.openxmlformats.org/drawingml/2006/main">
              <a:ext uri="{FF2B5EF4-FFF2-40B4-BE49-F238E27FC236}">
                <a16:creationId xmlns:a16="http://schemas.microsoft.com/office/drawing/2014/main" id="{85C14DD5-A949-433F-A369-CC66DCD608BD}"/>
              </a:ext>
            </a:extLst>
          </p:cNvPr>
          <p:cNvSpPr>
            <a:spLocks xmlns:a="http://schemas.openxmlformats.org/drawingml/2006/main" noGrp="1"/>
          </p:cNvSpPr>
          <p:nvPr/>
        </p:nvSpPr>
        <p:spPr>
          <a:xfrm xmlns:a="http://schemas.openxmlformats.org/drawingml/2006/main">
            <a:off x="5170577" y="3370459"/>
            <a:ext cx="2536433" cy="3835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75" b="1">
                <a:solidFill>
                  <a:srgbClr val="1C3C5C"/>
                </a:solidFill>
                <a:latin typeface="微软雅黑"/>
                <a:ea typeface="微软雅黑"/>
                <a:cs typeface="微软雅黑"/>
              </a:defRPr>
            </a:pPr>
            <a:r>
              <a:rPr sz="2175" b="1">
                <a:solidFill>
                  <a:srgbClr val="1C3C5C"/>
                </a:solidFill>
                <a:latin typeface="微软雅黑"/>
                <a:ea typeface="微软雅黑"/>
                <a:cs typeface="微软雅黑"/>
              </a:rPr>
              <a:t>Capability model</a:t>
            </a:r>
          </a:p>
        </p:txBody>
      </p:sp>
      <p:sp>
        <p:nvSpPr>
          <p:cNvPr id="24" name="revision-text-249">
            <a:extLst xmlns:a="http://schemas.openxmlformats.org/drawingml/2006/main">
              <a:ext uri="{FF2B5EF4-FFF2-40B4-BE49-F238E27FC236}">
                <a16:creationId xmlns:a16="http://schemas.microsoft.com/office/drawing/2014/main" id="{D3193914-5BD3-4E9C-A503-40A6D52697F8}"/>
              </a:ext>
            </a:extLst>
          </p:cNvPr>
          <p:cNvSpPr>
            <a:spLocks xmlns:a="http://schemas.openxmlformats.org/drawingml/2006/main" noGrp="1"/>
          </p:cNvSpPr>
          <p:nvPr/>
        </p:nvSpPr>
        <p:spPr>
          <a:xfrm xmlns:a="http://schemas.openxmlformats.org/drawingml/2006/main">
            <a:off x="5186630" y="3755740"/>
            <a:ext cx="2504326" cy="9024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10" b="0">
                <a:solidFill>
                  <a:srgbClr val="111111"/>
                </a:solidFill>
                <a:latin typeface="微软雅黑"/>
                <a:ea typeface="微软雅黑"/>
                <a:cs typeface="微软雅黑"/>
              </a:defRPr>
            </a:pPr>
            <a:r>
              <a:rPr sz="1410" b="0">
                <a:solidFill>
                  <a:srgbClr val="111111"/>
                </a:solidFill>
                <a:latin typeface="微软雅黑"/>
                <a:ea typeface="微软雅黑"/>
                <a:cs typeface="微软雅黑"/>
              </a:rPr>
              <a:t>Attributes and capabilities</a:t>
            </a:r>
          </a:p>
          <a:p xmlns:a="http://schemas.openxmlformats.org/drawingml/2006/main">
            <a:pPr algn="ctr">
              <a:lnSpc>
                <a:spcPct val="104000"/>
              </a:lnSpc>
              <a:spcBef>
                <a:spcPts val="0"/>
              </a:spcBef>
              <a:spcAft>
                <a:spcPts val="0"/>
              </a:spcAft>
              <a:buNone/>
              <a:defRPr sz="1410" b="0">
                <a:solidFill>
                  <a:srgbClr val="111111"/>
                </a:solidFill>
                <a:latin typeface="微软雅黑"/>
                <a:ea typeface="微软雅黑"/>
                <a:cs typeface="微软雅黑"/>
              </a:defRPr>
            </a:pPr>
            <a:r>
              <a:rPr sz="1410" b="0">
                <a:solidFill>
                  <a:srgbClr val="111111"/>
                </a:solidFill>
                <a:latin typeface="微软雅黑"/>
                <a:ea typeface="微软雅黑"/>
                <a:cs typeface="微软雅黑"/>
              </a:rPr>
              <a:t>Operation parameters</a:t>
            </a:r>
          </a:p>
          <a:p xmlns:a="http://schemas.openxmlformats.org/drawingml/2006/main">
            <a:pPr algn="ctr">
              <a:lnSpc>
                <a:spcPct val="104000"/>
              </a:lnSpc>
              <a:spcBef>
                <a:spcPts val="0"/>
              </a:spcBef>
              <a:spcAft>
                <a:spcPts val="0"/>
              </a:spcAft>
              <a:buNone/>
              <a:defRPr sz="1410" b="0">
                <a:solidFill>
                  <a:srgbClr val="111111"/>
                </a:solidFill>
                <a:latin typeface="微软雅黑"/>
                <a:ea typeface="微软雅黑"/>
                <a:cs typeface="微软雅黑"/>
              </a:defRPr>
            </a:pPr>
            <a:r>
              <a:rPr sz="1410" b="0">
                <a:solidFill>
                  <a:srgbClr val="111111"/>
                </a:solidFill>
                <a:latin typeface="微软雅黑"/>
                <a:ea typeface="微软雅黑"/>
                <a:cs typeface="微软雅黑"/>
              </a:rPr>
              <a:t>Interfaces / Adapter contract</a:t>
            </a:r>
          </a:p>
          <a:p xmlns:a="http://schemas.openxmlformats.org/drawingml/2006/main">
            <a:pPr algn="ctr">
              <a:lnSpc>
                <a:spcPct val="104000"/>
              </a:lnSpc>
              <a:spcBef>
                <a:spcPts val="0"/>
              </a:spcBef>
              <a:spcAft>
                <a:spcPts val="0"/>
              </a:spcAft>
              <a:buNone/>
              <a:defRPr sz="1410" b="0">
                <a:solidFill>
                  <a:srgbClr val="111111"/>
                </a:solidFill>
                <a:latin typeface="微软雅黑"/>
                <a:ea typeface="微软雅黑"/>
                <a:cs typeface="微软雅黑"/>
              </a:defRPr>
            </a:pPr>
            <a:r>
              <a:rPr sz="1410" b="0">
                <a:solidFill>
                  <a:srgbClr val="111111"/>
                </a:solidFill>
                <a:latin typeface="微软雅黑"/>
                <a:ea typeface="微软雅黑"/>
                <a:cs typeface="微软雅黑"/>
              </a:rPr>
              <a:t>Intrinsic constraints</a:t>
            </a:r>
          </a:p>
        </p:txBody>
      </p:sp>
      <p:sp>
        <p:nvSpPr>
          <p:cNvPr id="25" name="diagram-box-250">
            <a:extLst xmlns:a="http://schemas.openxmlformats.org/drawingml/2006/main">
              <a:ext uri="{FF2B5EF4-FFF2-40B4-BE49-F238E27FC236}">
                <a16:creationId xmlns:a16="http://schemas.microsoft.com/office/drawing/2014/main" id="{E5D0A239-EC53-4A3E-A4A0-C174D4ADFBE6}"/>
              </a:ext>
            </a:extLst>
          </p:cNvPr>
          <p:cNvSpPr>
            <a:spLocks xmlns:a="http://schemas.openxmlformats.org/drawingml/2006/main" noGrp="1"/>
          </p:cNvSpPr>
          <p:nvPr/>
        </p:nvSpPr>
        <p:spPr>
          <a:xfrm xmlns:a="http://schemas.openxmlformats.org/drawingml/2006/main">
            <a:off x="8076237" y="3322299"/>
            <a:ext cx="2696966" cy="1878244"/>
          </a:xfrm>
          <a:prstGeom xmlns:a="http://schemas.openxmlformats.org/drawingml/2006/main" prst="rect">
            <a:avLst/>
          </a:prstGeom>
          <a:solidFill xmlns:a="http://schemas.openxmlformats.org/drawingml/2006/main">
            <a:srgbClr val="F6F9EF"/>
          </a:solidFill>
          <a:ln xmlns:a="http://schemas.openxmlformats.org/drawingml/2006/main" w="16053">
            <a:solidFill>
              <a:srgbClr val="C3D39E"/>
            </a:solidFill>
          </a:ln>
        </p:spPr>
      </p:sp>
      <p:sp>
        <p:nvSpPr>
          <p:cNvPr id="26" name="revision-text-251">
            <a:extLst xmlns:a="http://schemas.openxmlformats.org/drawingml/2006/main">
              <a:ext uri="{FF2B5EF4-FFF2-40B4-BE49-F238E27FC236}">
                <a16:creationId xmlns:a16="http://schemas.microsoft.com/office/drawing/2014/main" id="{5E4B0ECC-D5EF-4B0E-9EA2-217A8BFA84F6}"/>
              </a:ext>
            </a:extLst>
          </p:cNvPr>
          <p:cNvSpPr>
            <a:spLocks xmlns:a="http://schemas.openxmlformats.org/drawingml/2006/main" noGrp="1"/>
          </p:cNvSpPr>
          <p:nvPr/>
        </p:nvSpPr>
        <p:spPr>
          <a:xfrm xmlns:a="http://schemas.openxmlformats.org/drawingml/2006/main">
            <a:off x="8156504" y="3370459"/>
            <a:ext cx="2536433" cy="3835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75" b="1">
                <a:solidFill>
                  <a:srgbClr val="1C3C5C"/>
                </a:solidFill>
                <a:latin typeface="微软雅黑"/>
                <a:ea typeface="微软雅黑"/>
                <a:cs typeface="微软雅黑"/>
              </a:defRPr>
            </a:pPr>
            <a:r>
              <a:rPr sz="2175" b="1">
                <a:solidFill>
                  <a:srgbClr val="1C3C5C"/>
                </a:solidFill>
                <a:latin typeface="微软雅黑"/>
                <a:ea typeface="微软雅黑"/>
                <a:cs typeface="微软雅黑"/>
              </a:rPr>
              <a:t>State machine</a:t>
            </a:r>
          </a:p>
        </p:txBody>
      </p:sp>
      <p:sp>
        <p:nvSpPr>
          <p:cNvPr id="27" name="revision-text-252">
            <a:extLst xmlns:a="http://schemas.openxmlformats.org/drawingml/2006/main">
              <a:ext uri="{FF2B5EF4-FFF2-40B4-BE49-F238E27FC236}">
                <a16:creationId xmlns:a16="http://schemas.microsoft.com/office/drawing/2014/main" id="{C2F773E7-4D7C-4BA6-8900-3E329918D111}"/>
              </a:ext>
            </a:extLst>
          </p:cNvPr>
          <p:cNvSpPr>
            <a:spLocks xmlns:a="http://schemas.openxmlformats.org/drawingml/2006/main" noGrp="1"/>
          </p:cNvSpPr>
          <p:nvPr/>
        </p:nvSpPr>
        <p:spPr>
          <a:xfrm xmlns:a="http://schemas.openxmlformats.org/drawingml/2006/main">
            <a:off x="8172557" y="3755740"/>
            <a:ext cx="2504326" cy="853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23" b="0">
                <a:solidFill>
                  <a:srgbClr val="111111"/>
                </a:solidFill>
                <a:latin typeface="微软雅黑"/>
                <a:ea typeface="微软雅黑"/>
                <a:cs typeface="微软雅黑"/>
              </a:defRPr>
            </a:pPr>
            <a:r>
              <a:rPr sz="1523" b="0">
                <a:solidFill>
                  <a:srgbClr val="111111"/>
                </a:solidFill>
                <a:latin typeface="微软雅黑"/>
                <a:ea typeface="微软雅黑"/>
                <a:cs typeface="微软雅黑"/>
              </a:rPr>
              <a:t>Request and state checks</a:t>
            </a:r>
          </a:p>
          <a:p xmlns:a="http://schemas.openxmlformats.org/drawingml/2006/main">
            <a:pPr algn="ctr">
              <a:lnSpc>
                <a:spcPct val="104000"/>
              </a:lnSpc>
              <a:spcBef>
                <a:spcPts val="0"/>
              </a:spcBef>
              <a:spcAft>
                <a:spcPts val="0"/>
              </a:spcAft>
              <a:buNone/>
              <a:defRPr sz="1523" b="0">
                <a:solidFill>
                  <a:srgbClr val="111111"/>
                </a:solidFill>
                <a:latin typeface="微软雅黑"/>
                <a:ea typeface="微软雅黑"/>
                <a:cs typeface="微软雅黑"/>
              </a:defRPr>
            </a:pPr>
            <a:r>
              <a:rPr sz="1523" b="0">
                <a:solidFill>
                  <a:srgbClr val="111111"/>
                </a:solidFill>
                <a:latin typeface="微软雅黑"/>
                <a:ea typeface="微软雅黑"/>
                <a:cs typeface="微软雅黑"/>
              </a:rPr>
              <a:t>Transitions and commands</a:t>
            </a:r>
          </a:p>
          <a:p xmlns:a="http://schemas.openxmlformats.org/drawingml/2006/main">
            <a:pPr algn="ctr">
              <a:lnSpc>
                <a:spcPct val="104000"/>
              </a:lnSpc>
              <a:spcBef>
                <a:spcPts val="0"/>
              </a:spcBef>
              <a:spcAft>
                <a:spcPts val="0"/>
              </a:spcAft>
              <a:buNone/>
              <a:defRPr sz="1523" b="0">
                <a:solidFill>
                  <a:srgbClr val="111111"/>
                </a:solidFill>
                <a:latin typeface="微软雅黑"/>
                <a:ea typeface="微软雅黑"/>
                <a:cs typeface="微软雅黑"/>
              </a:defRPr>
            </a:pPr>
            <a:r>
              <a:rPr sz="1523" b="0">
                <a:solidFill>
                  <a:srgbClr val="111111"/>
                </a:solidFill>
                <a:latin typeface="微软雅黑"/>
                <a:ea typeface="微软雅黑"/>
                <a:cs typeface="微软雅黑"/>
              </a:rPr>
              <a:t>Feedback-driven updates</a:t>
            </a:r>
          </a:p>
        </p:txBody>
      </p:sp>
      <p:sp>
        <p:nvSpPr>
          <p:cNvPr id="28" name="revision-text-253">
            <a:extLst xmlns:a="http://schemas.openxmlformats.org/drawingml/2006/main">
              <a:ext uri="{FF2B5EF4-FFF2-40B4-BE49-F238E27FC236}">
                <a16:creationId xmlns:a16="http://schemas.microsoft.com/office/drawing/2014/main" id="{480CA51B-7DB3-4647-8F2C-CB0575ACEFD5}"/>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50" b="1">
                <a:solidFill>
                  <a:srgbClr val="1C3C5C"/>
                </a:solidFill>
                <a:latin typeface="微软雅黑"/>
                <a:ea typeface="微软雅黑"/>
                <a:cs typeface="微软雅黑"/>
              </a:defRPr>
            </a:pPr>
            <a:r>
              <a:rPr sz="1650" b="1">
                <a:solidFill>
                  <a:srgbClr val="1C3C5C"/>
                </a:solidFill>
                <a:latin typeface="微软雅黑"/>
                <a:ea typeface="微软雅黑"/>
                <a:cs typeface="微软雅黑"/>
              </a:rPr>
              <a:t>Capability definitions and state evolution jointly describe device operation semantics.</a:t>
            </a:r>
          </a:p>
        </p:txBody>
      </p:sp>
    </p:spTree>
    <p:extLst>
      <p:ext uri="{BB962C8B-B14F-4D97-AF65-F5344CB8AC3E}">
        <p14:creationId xmlns:p14="http://schemas.microsoft.com/office/powerpoint/2010/main" val="148534647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5CC7396-232C-4449-B64E-098F53C92D1C}"/>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F6BF7503-2B1C-414B-B0E1-CF50A83BC189}"/>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5  Workflows: nodes, interfaces, and triggers</a:t>
            </a:r>
          </a:p>
        </p:txBody>
      </p:sp>
      <p:sp>
        <p:nvSpPr>
          <p:cNvPr id="5" name="TextBox 4">
            <a:extLst xmlns:a="http://schemas.openxmlformats.org/drawingml/2006/main">
              <a:ext uri="{FF2B5EF4-FFF2-40B4-BE49-F238E27FC236}">
                <a16:creationId xmlns:a16="http://schemas.microsoft.com/office/drawing/2014/main" id="{05D0E0BA-244F-40F8-B535-CAB03767CFF8}"/>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6" name="TextBox 5">
            <a:extLst xmlns:a="http://schemas.openxmlformats.org/drawingml/2006/main">
              <a:ext uri="{FF2B5EF4-FFF2-40B4-BE49-F238E27FC236}">
                <a16:creationId xmlns:a16="http://schemas.microsoft.com/office/drawing/2014/main" id="{2C3A69ED-DF59-463E-B04E-03287AEE8759}"/>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5/10</a:t>
            </a:r>
          </a:p>
        </p:txBody>
      </p:sp>
      <p:sp>
        <p:nvSpPr>
          <p:cNvPr id="7" name="revision-text-254">
            <a:extLst xmlns:a="http://schemas.openxmlformats.org/drawingml/2006/main">
              <a:ext uri="{FF2B5EF4-FFF2-40B4-BE49-F238E27FC236}">
                <a16:creationId xmlns:a16="http://schemas.microsoft.com/office/drawing/2014/main" id="{787CC3E0-B600-42E0-AD0F-DB79EB5E9D53}"/>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00" b="0">
                <a:solidFill>
                  <a:srgbClr val="152C40"/>
                </a:solidFill>
                <a:latin typeface="微软雅黑"/>
                <a:ea typeface="微软雅黑"/>
                <a:cs typeface="微软雅黑"/>
              </a:defRPr>
            </a:pPr>
            <a:r>
              <a:rPr sz="1800" b="0">
                <a:solidFill>
                  <a:srgbClr val="152C40"/>
                </a:solidFill>
                <a:latin typeface="微软雅黑"/>
                <a:ea typeface="微软雅黑"/>
                <a:cs typeface="微软雅黑"/>
              </a:rPr>
              <a:t>Workflows organize steps and data dependencies; nodes coordinate through interfaces and triggers.</a:t>
            </a:r>
          </a:p>
        </p:txBody>
      </p:sp>
      <p:sp>
        <p:nvSpPr>
          <p:cNvPr id="8" name="diagram-box-255">
            <a:extLst xmlns:a="http://schemas.openxmlformats.org/drawingml/2006/main">
              <a:ext uri="{FF2B5EF4-FFF2-40B4-BE49-F238E27FC236}">
                <a16:creationId xmlns:a16="http://schemas.microsoft.com/office/drawing/2014/main" id="{5AD452B5-8354-45E1-BCCD-ECD0FA342042}"/>
              </a:ext>
            </a:extLst>
          </p:cNvPr>
          <p:cNvSpPr>
            <a:spLocks xmlns:a="http://schemas.openxmlformats.org/drawingml/2006/main" noGrp="1"/>
          </p:cNvSpPr>
          <p:nvPr/>
        </p:nvSpPr>
        <p:spPr>
          <a:xfrm xmlns:a="http://schemas.openxmlformats.org/drawingml/2006/main">
            <a:off x="2238375" y="1571625"/>
            <a:ext cx="7714298" cy="4333875"/>
          </a:xfrm>
          <a:prstGeom xmlns:a="http://schemas.openxmlformats.org/drawingml/2006/main" prst="rect">
            <a:avLst/>
          </a:prstGeom>
          <a:solidFill xmlns:a="http://schemas.openxmlformats.org/drawingml/2006/main">
            <a:srgbClr val="FAF8FC"/>
          </a:solidFill>
          <a:ln xmlns:a="http://schemas.openxmlformats.org/drawingml/2006/main" w="17336">
            <a:solidFill>
              <a:srgbClr val="9A83BB"/>
            </a:solidFill>
          </a:ln>
        </p:spPr>
      </p:sp>
      <p:sp>
        <p:nvSpPr>
          <p:cNvPr id="9" name="diagram-box-256">
            <a:extLst xmlns:a="http://schemas.openxmlformats.org/drawingml/2006/main">
              <a:ext uri="{FF2B5EF4-FFF2-40B4-BE49-F238E27FC236}">
                <a16:creationId xmlns:a16="http://schemas.microsoft.com/office/drawing/2014/main" id="{C269E09F-2E44-457C-94B7-8032D89CDBD7}"/>
              </a:ext>
            </a:extLst>
          </p:cNvPr>
          <p:cNvSpPr>
            <a:spLocks xmlns:a="http://schemas.openxmlformats.org/drawingml/2006/main" noGrp="1"/>
          </p:cNvSpPr>
          <p:nvPr/>
        </p:nvSpPr>
        <p:spPr>
          <a:xfrm xmlns:a="http://schemas.openxmlformats.org/drawingml/2006/main">
            <a:off x="2238375" y="1571625"/>
            <a:ext cx="7714298" cy="554736"/>
          </a:xfrm>
          <a:prstGeom xmlns:a="http://schemas.openxmlformats.org/drawingml/2006/main" prst="rect">
            <a:avLst/>
          </a:prstGeom>
          <a:solidFill xmlns:a="http://schemas.openxmlformats.org/drawingml/2006/main">
            <a:srgbClr val="EEE9F2"/>
          </a:solidFill>
          <a:ln xmlns:a="http://schemas.openxmlformats.org/drawingml/2006/main" w="17336">
            <a:solidFill>
              <a:srgbClr val="9A83BB"/>
            </a:solidFill>
          </a:ln>
        </p:spPr>
      </p:sp>
      <p:sp>
        <p:nvSpPr>
          <p:cNvPr id="10" name="revision-text-257">
            <a:extLst xmlns:a="http://schemas.openxmlformats.org/drawingml/2006/main">
              <a:ext uri="{FF2B5EF4-FFF2-40B4-BE49-F238E27FC236}">
                <a16:creationId xmlns:a16="http://schemas.microsoft.com/office/drawing/2014/main" id="{24AB61B1-A04D-4594-BB29-570F80C1C8D0}"/>
              </a:ext>
            </a:extLst>
          </p:cNvPr>
          <p:cNvSpPr>
            <a:spLocks xmlns:a="http://schemas.openxmlformats.org/drawingml/2006/main" noGrp="1"/>
          </p:cNvSpPr>
          <p:nvPr/>
        </p:nvSpPr>
        <p:spPr>
          <a:xfrm xmlns:a="http://schemas.openxmlformats.org/drawingml/2006/main">
            <a:off x="2377059" y="1623632"/>
            <a:ext cx="7436930" cy="474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730" b="1">
                <a:solidFill>
                  <a:srgbClr val="111111"/>
                </a:solidFill>
                <a:latin typeface="微软雅黑"/>
                <a:ea typeface="微软雅黑"/>
                <a:cs typeface="微软雅黑"/>
              </a:defRPr>
            </a:pPr>
            <a:r>
              <a:rPr sz="2730" b="1">
                <a:solidFill>
                  <a:srgbClr val="111111"/>
                </a:solidFill>
                <a:latin typeface="微软雅黑"/>
                <a:ea typeface="微软雅黑"/>
                <a:cs typeface="微软雅黑"/>
              </a:rPr>
              <a:t>Workflow layer</a:t>
            </a:r>
          </a:p>
        </p:txBody>
      </p:sp>
      <p:sp>
        <p:nvSpPr>
          <p:cNvPr id="11" name="diagram-box-258">
            <a:extLst xmlns:a="http://schemas.openxmlformats.org/drawingml/2006/main">
              <a:ext uri="{FF2B5EF4-FFF2-40B4-BE49-F238E27FC236}">
                <a16:creationId xmlns:a16="http://schemas.microsoft.com/office/drawing/2014/main" id="{1516B9FF-75D6-4749-81D5-4872DEF7BFF9}"/>
              </a:ext>
            </a:extLst>
          </p:cNvPr>
          <p:cNvSpPr>
            <a:spLocks xmlns:a="http://schemas.openxmlformats.org/drawingml/2006/main" noGrp="1"/>
          </p:cNvSpPr>
          <p:nvPr/>
        </p:nvSpPr>
        <p:spPr>
          <a:xfrm xmlns:a="http://schemas.openxmlformats.org/drawingml/2006/main">
            <a:off x="2585085" y="2438400"/>
            <a:ext cx="1785557" cy="554736"/>
          </a:xfrm>
          <a:prstGeom xmlns:a="http://schemas.openxmlformats.org/drawingml/2006/main" prst="rect">
            <a:avLst/>
          </a:prstGeom>
          <a:solidFill xmlns:a="http://schemas.openxmlformats.org/drawingml/2006/main">
            <a:srgbClr val="FFFFFF"/>
          </a:solidFill>
          <a:ln xmlns:a="http://schemas.openxmlformats.org/drawingml/2006/main" w="17336">
            <a:solidFill>
              <a:srgbClr val="9A83BB"/>
            </a:solidFill>
          </a:ln>
        </p:spPr>
      </p:sp>
      <p:sp>
        <p:nvSpPr>
          <p:cNvPr id="12" name="revision-text-259">
            <a:extLst xmlns:a="http://schemas.openxmlformats.org/drawingml/2006/main">
              <a:ext uri="{FF2B5EF4-FFF2-40B4-BE49-F238E27FC236}">
                <a16:creationId xmlns:a16="http://schemas.microsoft.com/office/drawing/2014/main" id="{70DAFD3A-D04E-4069-A9AA-278EE1FEE212}"/>
              </a:ext>
            </a:extLst>
          </p:cNvPr>
          <p:cNvSpPr>
            <a:spLocks xmlns:a="http://schemas.openxmlformats.org/drawingml/2006/main" noGrp="1"/>
          </p:cNvSpPr>
          <p:nvPr/>
        </p:nvSpPr>
        <p:spPr>
          <a:xfrm xmlns:a="http://schemas.openxmlformats.org/drawingml/2006/main">
            <a:off x="2585085" y="2525078"/>
            <a:ext cx="1785557"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025" b="0">
                <a:solidFill>
                  <a:srgbClr val="111111"/>
                </a:solidFill>
                <a:latin typeface="微软雅黑"/>
                <a:ea typeface="微软雅黑"/>
                <a:cs typeface="微软雅黑"/>
              </a:defRPr>
            </a:pPr>
            <a:r>
              <a:rPr sz="2025" b="0">
                <a:solidFill>
                  <a:srgbClr val="111111"/>
                </a:solidFill>
                <a:latin typeface="微软雅黑"/>
                <a:ea typeface="微软雅黑"/>
                <a:cs typeface="微软雅黑"/>
              </a:rPr>
              <a:t>Previous node</a:t>
            </a:r>
          </a:p>
        </p:txBody>
      </p:sp>
      <p:sp>
        <p:nvSpPr>
          <p:cNvPr id="13" name="diagram-box-260">
            <a:extLst xmlns:a="http://schemas.openxmlformats.org/drawingml/2006/main">
              <a:ext uri="{FF2B5EF4-FFF2-40B4-BE49-F238E27FC236}">
                <a16:creationId xmlns:a16="http://schemas.microsoft.com/office/drawing/2014/main" id="{C8BE4171-3886-4B50-BAFB-89BD4095BA94}"/>
              </a:ext>
            </a:extLst>
          </p:cNvPr>
          <p:cNvSpPr>
            <a:spLocks xmlns:a="http://schemas.openxmlformats.org/drawingml/2006/main" noGrp="1"/>
          </p:cNvSpPr>
          <p:nvPr/>
        </p:nvSpPr>
        <p:spPr>
          <a:xfrm xmlns:a="http://schemas.openxmlformats.org/drawingml/2006/main">
            <a:off x="5202746" y="2438400"/>
            <a:ext cx="1785557" cy="554736"/>
          </a:xfrm>
          <a:prstGeom xmlns:a="http://schemas.openxmlformats.org/drawingml/2006/main" prst="rect">
            <a:avLst/>
          </a:prstGeom>
          <a:solidFill xmlns:a="http://schemas.openxmlformats.org/drawingml/2006/main">
            <a:srgbClr val="FFFFFF"/>
          </a:solidFill>
          <a:ln xmlns:a="http://schemas.openxmlformats.org/drawingml/2006/main" w="17336">
            <a:solidFill>
              <a:srgbClr val="9A83BB"/>
            </a:solidFill>
          </a:ln>
        </p:spPr>
      </p:sp>
      <p:sp>
        <p:nvSpPr>
          <p:cNvPr id="14" name="revision-text-261">
            <a:extLst xmlns:a="http://schemas.openxmlformats.org/drawingml/2006/main">
              <a:ext uri="{FF2B5EF4-FFF2-40B4-BE49-F238E27FC236}">
                <a16:creationId xmlns:a16="http://schemas.microsoft.com/office/drawing/2014/main" id="{FBF09092-CA5C-4BB5-9834-604D1D803613}"/>
              </a:ext>
            </a:extLst>
          </p:cNvPr>
          <p:cNvSpPr>
            <a:spLocks xmlns:a="http://schemas.openxmlformats.org/drawingml/2006/main" noGrp="1"/>
          </p:cNvSpPr>
          <p:nvPr/>
        </p:nvSpPr>
        <p:spPr>
          <a:xfrm xmlns:a="http://schemas.openxmlformats.org/drawingml/2006/main">
            <a:off x="5202746" y="2525078"/>
            <a:ext cx="1785557"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785" b="1">
                <a:solidFill>
                  <a:srgbClr val="111111"/>
                </a:solidFill>
                <a:latin typeface="微软雅黑"/>
                <a:ea typeface="微软雅黑"/>
                <a:cs typeface="微软雅黑"/>
              </a:defRPr>
            </a:pPr>
            <a:r>
              <a:rPr sz="1785" b="1">
                <a:solidFill>
                  <a:srgbClr val="111111"/>
                </a:solidFill>
                <a:latin typeface="微软雅黑"/>
                <a:ea typeface="微软雅黑"/>
                <a:cs typeface="微软雅黑"/>
              </a:rPr>
              <a:t>Execution node</a:t>
            </a:r>
          </a:p>
        </p:txBody>
      </p:sp>
      <p:sp>
        <p:nvSpPr>
          <p:cNvPr id="15" name="diagram-box-262">
            <a:extLst xmlns:a="http://schemas.openxmlformats.org/drawingml/2006/main">
              <a:ext uri="{FF2B5EF4-FFF2-40B4-BE49-F238E27FC236}">
                <a16:creationId xmlns:a16="http://schemas.microsoft.com/office/drawing/2014/main" id="{0E4F3F09-7392-4356-A5C7-238521A09193}"/>
              </a:ext>
            </a:extLst>
          </p:cNvPr>
          <p:cNvSpPr>
            <a:spLocks xmlns:a="http://schemas.openxmlformats.org/drawingml/2006/main" noGrp="1"/>
          </p:cNvSpPr>
          <p:nvPr/>
        </p:nvSpPr>
        <p:spPr>
          <a:xfrm xmlns:a="http://schemas.openxmlformats.org/drawingml/2006/main">
            <a:off x="7820406" y="2438400"/>
            <a:ext cx="1785557" cy="554736"/>
          </a:xfrm>
          <a:prstGeom xmlns:a="http://schemas.openxmlformats.org/drawingml/2006/main" prst="rect">
            <a:avLst/>
          </a:prstGeom>
          <a:solidFill xmlns:a="http://schemas.openxmlformats.org/drawingml/2006/main">
            <a:srgbClr val="FFFFFF"/>
          </a:solidFill>
          <a:ln xmlns:a="http://schemas.openxmlformats.org/drawingml/2006/main" w="17336">
            <a:solidFill>
              <a:srgbClr val="9A83BB"/>
            </a:solidFill>
          </a:ln>
        </p:spPr>
      </p:sp>
      <p:sp>
        <p:nvSpPr>
          <p:cNvPr id="16" name="revision-text-263">
            <a:extLst xmlns:a="http://schemas.openxmlformats.org/drawingml/2006/main">
              <a:ext uri="{FF2B5EF4-FFF2-40B4-BE49-F238E27FC236}">
                <a16:creationId xmlns:a16="http://schemas.microsoft.com/office/drawing/2014/main" id="{9F9D8F7A-C07F-487C-A7DE-BD53A82898FC}"/>
              </a:ext>
            </a:extLst>
          </p:cNvPr>
          <p:cNvSpPr>
            <a:spLocks xmlns:a="http://schemas.openxmlformats.org/drawingml/2006/main" noGrp="1"/>
          </p:cNvSpPr>
          <p:nvPr/>
        </p:nvSpPr>
        <p:spPr>
          <a:xfrm xmlns:a="http://schemas.openxmlformats.org/drawingml/2006/main">
            <a:off x="7820406" y="2525078"/>
            <a:ext cx="1785557"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184" b="0">
                <a:solidFill>
                  <a:srgbClr val="111111"/>
                </a:solidFill>
                <a:latin typeface="微软雅黑"/>
                <a:ea typeface="微软雅黑"/>
                <a:cs typeface="微软雅黑"/>
              </a:defRPr>
            </a:pPr>
            <a:r>
              <a:rPr sz="2184" b="0">
                <a:solidFill>
                  <a:srgbClr val="111111"/>
                </a:solidFill>
                <a:latin typeface="微软雅黑"/>
                <a:ea typeface="微软雅黑"/>
                <a:cs typeface="微软雅黑"/>
              </a:rPr>
              <a:t>Next node</a:t>
            </a:r>
          </a:p>
        </p:txBody>
      </p:sp>
      <p:sp>
        <p:nvSpPr>
          <p:cNvPr id="17" name="diagram-line-264">
            <a:extLst xmlns:a="http://schemas.openxmlformats.org/drawingml/2006/main">
              <a:ext uri="{FF2B5EF4-FFF2-40B4-BE49-F238E27FC236}">
                <a16:creationId xmlns:a16="http://schemas.microsoft.com/office/drawing/2014/main" id="{A0917DDB-1BFE-453F-85FE-9648B694002B}"/>
              </a:ext>
            </a:extLst>
          </p:cNvPr>
          <p:cNvSpPr>
            <a:spLocks xmlns:a="http://schemas.openxmlformats.org/drawingml/2006/main" noGrp="1"/>
          </p:cNvSpPr>
          <p:nvPr/>
        </p:nvSpPr>
        <p:spPr>
          <a:xfrm xmlns:a="http://schemas.openxmlformats.org/drawingml/2006/main">
            <a:off x="4370642" y="2715768"/>
            <a:ext cx="832104" cy="347"/>
          </a:xfrm>
          <a:custGeom xmlns:a="http://schemas.openxmlformats.org/drawingml/2006/main">
            <a:pathLst>
              <a:path w="457200" h="191">
                <a:moveTo>
                  <a:pt x="0" y="0"/>
                </a:moveTo>
                <a:lnTo>
                  <a:pt x="457200" y="0"/>
                </a:lnTo>
              </a:path>
            </a:pathLst>
          </a:custGeom>
          <a:noFill xmlns:a="http://schemas.openxmlformats.org/drawingml/2006/main"/>
          <a:ln xmlns:a="http://schemas.openxmlformats.org/drawingml/2006/main" w="26003">
            <a:solidFill>
              <a:srgbClr val="9A83BB"/>
            </a:solidFill>
          </a:ln>
        </p:spPr>
      </p:sp>
      <p:sp>
        <p:nvSpPr>
          <p:cNvPr id="18" name="diagram-poly-265">
            <a:extLst xmlns:a="http://schemas.openxmlformats.org/drawingml/2006/main">
              <a:ext uri="{FF2B5EF4-FFF2-40B4-BE49-F238E27FC236}">
                <a16:creationId xmlns:a16="http://schemas.microsoft.com/office/drawing/2014/main" id="{BE437913-280D-4AB6-88F4-B65C4AAB1D59}"/>
              </a:ext>
            </a:extLst>
          </p:cNvPr>
          <p:cNvSpPr>
            <a:spLocks xmlns:a="http://schemas.openxmlformats.org/drawingml/2006/main" noGrp="1"/>
          </p:cNvSpPr>
          <p:nvPr/>
        </p:nvSpPr>
        <p:spPr>
          <a:xfrm xmlns:a="http://schemas.openxmlformats.org/drawingml/2006/main">
            <a:off x="5081397" y="2662028"/>
            <a:ext cx="121349" cy="107480"/>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9A83BB"/>
          </a:solidFill>
          <a:ln xmlns:a="http://schemas.openxmlformats.org/drawingml/2006/main" w="1734">
            <a:solidFill>
              <a:srgbClr val="9A83BB"/>
            </a:solidFill>
          </a:ln>
        </p:spPr>
      </p:sp>
      <p:sp>
        <p:nvSpPr>
          <p:cNvPr id="19" name="diagram-line-266">
            <a:extLst xmlns:a="http://schemas.openxmlformats.org/drawingml/2006/main">
              <a:ext uri="{FF2B5EF4-FFF2-40B4-BE49-F238E27FC236}">
                <a16:creationId xmlns:a16="http://schemas.microsoft.com/office/drawing/2014/main" id="{47D529E7-5710-4A9D-811D-CB53C61B2C41}"/>
              </a:ext>
            </a:extLst>
          </p:cNvPr>
          <p:cNvSpPr>
            <a:spLocks xmlns:a="http://schemas.openxmlformats.org/drawingml/2006/main" noGrp="1"/>
          </p:cNvSpPr>
          <p:nvPr/>
        </p:nvSpPr>
        <p:spPr>
          <a:xfrm xmlns:a="http://schemas.openxmlformats.org/drawingml/2006/main">
            <a:off x="6988302" y="2715768"/>
            <a:ext cx="832104" cy="347"/>
          </a:xfrm>
          <a:custGeom xmlns:a="http://schemas.openxmlformats.org/drawingml/2006/main">
            <a:pathLst>
              <a:path w="457200" h="191">
                <a:moveTo>
                  <a:pt x="0" y="0"/>
                </a:moveTo>
                <a:lnTo>
                  <a:pt x="457200" y="0"/>
                </a:lnTo>
              </a:path>
            </a:pathLst>
          </a:custGeom>
          <a:noFill xmlns:a="http://schemas.openxmlformats.org/drawingml/2006/main"/>
          <a:ln xmlns:a="http://schemas.openxmlformats.org/drawingml/2006/main" w="26003">
            <a:solidFill>
              <a:srgbClr val="9A83BB"/>
            </a:solidFill>
          </a:ln>
        </p:spPr>
      </p:sp>
      <p:sp>
        <p:nvSpPr>
          <p:cNvPr id="20" name="diagram-poly-267">
            <a:extLst xmlns:a="http://schemas.openxmlformats.org/drawingml/2006/main">
              <a:ext uri="{FF2B5EF4-FFF2-40B4-BE49-F238E27FC236}">
                <a16:creationId xmlns:a16="http://schemas.microsoft.com/office/drawing/2014/main" id="{6B7F60AF-6658-4490-9C06-8728F65BA17F}"/>
              </a:ext>
            </a:extLst>
          </p:cNvPr>
          <p:cNvSpPr>
            <a:spLocks xmlns:a="http://schemas.openxmlformats.org/drawingml/2006/main" noGrp="1"/>
          </p:cNvSpPr>
          <p:nvPr/>
        </p:nvSpPr>
        <p:spPr>
          <a:xfrm xmlns:a="http://schemas.openxmlformats.org/drawingml/2006/main">
            <a:off x="7699058" y="2662028"/>
            <a:ext cx="121349" cy="107480"/>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9A83BB"/>
          </a:solidFill>
          <a:ln xmlns:a="http://schemas.openxmlformats.org/drawingml/2006/main" w="1734">
            <a:solidFill>
              <a:srgbClr val="9A83BB"/>
            </a:solidFill>
          </a:ln>
        </p:spPr>
      </p:sp>
      <p:sp>
        <p:nvSpPr>
          <p:cNvPr id="21" name="diagram-line-268">
            <a:extLst xmlns:a="http://schemas.openxmlformats.org/drawingml/2006/main">
              <a:ext uri="{FF2B5EF4-FFF2-40B4-BE49-F238E27FC236}">
                <a16:creationId xmlns:a16="http://schemas.microsoft.com/office/drawing/2014/main" id="{110F4427-D0BC-451C-A91B-8DAF7E29000A}"/>
              </a:ext>
            </a:extLst>
          </p:cNvPr>
          <p:cNvSpPr>
            <a:spLocks xmlns:a="http://schemas.openxmlformats.org/drawingml/2006/main" noGrp="1"/>
          </p:cNvSpPr>
          <p:nvPr/>
        </p:nvSpPr>
        <p:spPr>
          <a:xfrm xmlns:a="http://schemas.openxmlformats.org/drawingml/2006/main">
            <a:off x="6086856" y="2993136"/>
            <a:ext cx="347" cy="121349"/>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7336">
            <a:solidFill>
              <a:srgbClr val="9A83BB"/>
            </a:solidFill>
          </a:ln>
        </p:spPr>
      </p:sp>
      <p:sp>
        <p:nvSpPr>
          <p:cNvPr id="22" name="diagram-line-269">
            <a:extLst xmlns:a="http://schemas.openxmlformats.org/drawingml/2006/main">
              <a:ext uri="{FF2B5EF4-FFF2-40B4-BE49-F238E27FC236}">
                <a16:creationId xmlns:a16="http://schemas.microsoft.com/office/drawing/2014/main" id="{F9376434-0BC6-406C-9BE5-4269A82DCA41}"/>
              </a:ext>
            </a:extLst>
          </p:cNvPr>
          <p:cNvSpPr>
            <a:spLocks xmlns:a="http://schemas.openxmlformats.org/drawingml/2006/main" noGrp="1"/>
          </p:cNvSpPr>
          <p:nvPr/>
        </p:nvSpPr>
        <p:spPr>
          <a:xfrm xmlns:a="http://schemas.openxmlformats.org/drawingml/2006/main">
            <a:off x="6086856" y="3201162"/>
            <a:ext cx="347" cy="121349"/>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7336">
            <a:solidFill>
              <a:srgbClr val="9A83BB"/>
            </a:solidFill>
          </a:ln>
        </p:spPr>
      </p:sp>
      <p:sp>
        <p:nvSpPr>
          <p:cNvPr id="23" name="diagram-box-270">
            <a:extLst xmlns:a="http://schemas.openxmlformats.org/drawingml/2006/main">
              <a:ext uri="{FF2B5EF4-FFF2-40B4-BE49-F238E27FC236}">
                <a16:creationId xmlns:a16="http://schemas.microsoft.com/office/drawing/2014/main" id="{37570867-A037-4AAA-B3D3-A477C6D9287E}"/>
              </a:ext>
            </a:extLst>
          </p:cNvPr>
          <p:cNvSpPr>
            <a:spLocks xmlns:a="http://schemas.openxmlformats.org/drawingml/2006/main" noGrp="1"/>
          </p:cNvSpPr>
          <p:nvPr/>
        </p:nvSpPr>
        <p:spPr>
          <a:xfrm xmlns:a="http://schemas.openxmlformats.org/drawingml/2006/main">
            <a:off x="2585085" y="3374517"/>
            <a:ext cx="7020878" cy="2218944"/>
          </a:xfrm>
          <a:prstGeom xmlns:a="http://schemas.openxmlformats.org/drawingml/2006/main" prst="rect">
            <a:avLst/>
          </a:prstGeom>
          <a:solidFill xmlns:a="http://schemas.openxmlformats.org/drawingml/2006/main">
            <a:srgbClr val="FFFFFF"/>
          </a:solidFill>
          <a:ln xmlns:a="http://schemas.openxmlformats.org/drawingml/2006/main" w="17336">
            <a:solidFill>
              <a:srgbClr val="9A83BB"/>
            </a:solidFill>
          </a:ln>
        </p:spPr>
      </p:sp>
      <p:sp>
        <p:nvSpPr>
          <p:cNvPr id="24" name="revision-text-271">
            <a:extLst xmlns:a="http://schemas.openxmlformats.org/drawingml/2006/main">
              <a:ext uri="{FF2B5EF4-FFF2-40B4-BE49-F238E27FC236}">
                <a16:creationId xmlns:a16="http://schemas.microsoft.com/office/drawing/2014/main" id="{30170242-48B1-42EA-B8F6-6C8A2F974B74}"/>
              </a:ext>
            </a:extLst>
          </p:cNvPr>
          <p:cNvSpPr>
            <a:spLocks xmlns:a="http://schemas.openxmlformats.org/drawingml/2006/main" noGrp="1"/>
          </p:cNvSpPr>
          <p:nvPr/>
        </p:nvSpPr>
        <p:spPr>
          <a:xfrm xmlns:a="http://schemas.openxmlformats.org/drawingml/2006/main">
            <a:off x="2671763" y="3426524"/>
            <a:ext cx="6847523" cy="4344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457" b="1">
                <a:solidFill>
                  <a:srgbClr val="111111"/>
                </a:solidFill>
                <a:latin typeface="微软雅黑"/>
                <a:ea typeface="微软雅黑"/>
                <a:cs typeface="微软雅黑"/>
              </a:defRPr>
            </a:pPr>
            <a:r>
              <a:rPr sz="2457" b="1">
                <a:solidFill>
                  <a:srgbClr val="111111"/>
                </a:solidFill>
                <a:latin typeface="微软雅黑"/>
                <a:ea typeface="微软雅黑"/>
                <a:cs typeface="微软雅黑"/>
              </a:rPr>
              <a:t>Workflow node</a:t>
            </a:r>
          </a:p>
        </p:txBody>
      </p:sp>
      <p:sp>
        <p:nvSpPr>
          <p:cNvPr id="25" name="diagram-box-272">
            <a:extLst xmlns:a="http://schemas.openxmlformats.org/drawingml/2006/main">
              <a:ext uri="{FF2B5EF4-FFF2-40B4-BE49-F238E27FC236}">
                <a16:creationId xmlns:a16="http://schemas.microsoft.com/office/drawing/2014/main" id="{5CD400B1-436F-429C-8028-3ADB091217BD}"/>
              </a:ext>
            </a:extLst>
          </p:cNvPr>
          <p:cNvSpPr>
            <a:spLocks xmlns:a="http://schemas.openxmlformats.org/drawingml/2006/main" noGrp="1"/>
          </p:cNvSpPr>
          <p:nvPr/>
        </p:nvSpPr>
        <p:spPr>
          <a:xfrm xmlns:a="http://schemas.openxmlformats.org/drawingml/2006/main">
            <a:off x="2758440" y="3911918"/>
            <a:ext cx="3241739" cy="693420"/>
          </a:xfrm>
          <a:prstGeom xmlns:a="http://schemas.openxmlformats.org/drawingml/2006/main" prst="rect">
            <a:avLst/>
          </a:prstGeom>
          <a:solidFill xmlns:a="http://schemas.openxmlformats.org/drawingml/2006/main">
            <a:srgbClr val="FAF8FC"/>
          </a:solidFill>
          <a:ln xmlns:a="http://schemas.openxmlformats.org/drawingml/2006/main" w="17336">
            <a:solidFill>
              <a:srgbClr val="C7BBD8"/>
            </a:solidFill>
          </a:ln>
        </p:spPr>
      </p:sp>
      <p:sp>
        <p:nvSpPr>
          <p:cNvPr id="26" name="revision-text-273">
            <a:extLst xmlns:a="http://schemas.openxmlformats.org/drawingml/2006/main">
              <a:ext uri="{FF2B5EF4-FFF2-40B4-BE49-F238E27FC236}">
                <a16:creationId xmlns:a16="http://schemas.microsoft.com/office/drawing/2014/main" id="{EB9E6078-FDC7-43BB-8391-9E98DD915A29}"/>
              </a:ext>
            </a:extLst>
          </p:cNvPr>
          <p:cNvSpPr>
            <a:spLocks xmlns:a="http://schemas.openxmlformats.org/drawingml/2006/main" noGrp="1"/>
          </p:cNvSpPr>
          <p:nvPr/>
        </p:nvSpPr>
        <p:spPr>
          <a:xfrm xmlns:a="http://schemas.openxmlformats.org/drawingml/2006/main">
            <a:off x="2845118" y="3963924"/>
            <a:ext cx="3068384"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184" b="1">
                <a:solidFill>
                  <a:srgbClr val="111111"/>
                </a:solidFill>
                <a:latin typeface="微软雅黑"/>
                <a:ea typeface="微软雅黑"/>
                <a:cs typeface="微软雅黑"/>
              </a:defRPr>
            </a:pPr>
            <a:r>
              <a:rPr sz="2184" b="1">
                <a:solidFill>
                  <a:srgbClr val="111111"/>
                </a:solidFill>
                <a:latin typeface="微软雅黑"/>
                <a:ea typeface="微软雅黑"/>
                <a:cs typeface="微软雅黑"/>
              </a:rPr>
              <a:t>Variable space</a:t>
            </a:r>
          </a:p>
        </p:txBody>
      </p:sp>
      <p:sp>
        <p:nvSpPr>
          <p:cNvPr id="27" name="revision-text-274">
            <a:extLst xmlns:a="http://schemas.openxmlformats.org/drawingml/2006/main">
              <a:ext uri="{FF2B5EF4-FFF2-40B4-BE49-F238E27FC236}">
                <a16:creationId xmlns:a16="http://schemas.microsoft.com/office/drawing/2014/main" id="{63945ECF-8498-444E-997F-C98B4B6E1864}"/>
              </a:ext>
            </a:extLst>
          </p:cNvPr>
          <p:cNvSpPr>
            <a:spLocks xmlns:a="http://schemas.openxmlformats.org/drawingml/2006/main" noGrp="1"/>
          </p:cNvSpPr>
          <p:nvPr/>
        </p:nvSpPr>
        <p:spPr>
          <a:xfrm xmlns:a="http://schemas.openxmlformats.org/drawingml/2006/main">
            <a:off x="2862453" y="4258628"/>
            <a:ext cx="3033713" cy="343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658" b="0">
                <a:solidFill>
                  <a:srgbClr val="111111"/>
                </a:solidFill>
                <a:latin typeface="微软雅黑"/>
                <a:ea typeface="微软雅黑"/>
                <a:cs typeface="微软雅黑"/>
              </a:defRPr>
            </a:pPr>
            <a:r>
              <a:rPr sz="1658" b="0">
                <a:solidFill>
                  <a:srgbClr val="111111"/>
                </a:solidFill>
                <a:latin typeface="微软雅黑"/>
                <a:ea typeface="微软雅黑"/>
                <a:cs typeface="微软雅黑"/>
              </a:rPr>
              <a:t>Task variables / Attribute links</a:t>
            </a:r>
          </a:p>
        </p:txBody>
      </p:sp>
      <p:sp>
        <p:nvSpPr>
          <p:cNvPr id="28" name="diagram-box-275">
            <a:extLst xmlns:a="http://schemas.openxmlformats.org/drawingml/2006/main">
              <a:ext uri="{FF2B5EF4-FFF2-40B4-BE49-F238E27FC236}">
                <a16:creationId xmlns:a16="http://schemas.microsoft.com/office/drawing/2014/main" id="{0C90F049-6CAF-42E4-98D2-B280A0FFDBEC}"/>
              </a:ext>
            </a:extLst>
          </p:cNvPr>
          <p:cNvSpPr>
            <a:spLocks xmlns:a="http://schemas.openxmlformats.org/drawingml/2006/main" noGrp="1"/>
          </p:cNvSpPr>
          <p:nvPr/>
        </p:nvSpPr>
        <p:spPr>
          <a:xfrm xmlns:a="http://schemas.openxmlformats.org/drawingml/2006/main">
            <a:off x="6190869" y="3911918"/>
            <a:ext cx="3241739" cy="693420"/>
          </a:xfrm>
          <a:prstGeom xmlns:a="http://schemas.openxmlformats.org/drawingml/2006/main" prst="rect">
            <a:avLst/>
          </a:prstGeom>
          <a:solidFill xmlns:a="http://schemas.openxmlformats.org/drawingml/2006/main">
            <a:srgbClr val="FAF8FC"/>
          </a:solidFill>
          <a:ln xmlns:a="http://schemas.openxmlformats.org/drawingml/2006/main" w="17336">
            <a:solidFill>
              <a:srgbClr val="C7BBD8"/>
            </a:solidFill>
          </a:ln>
        </p:spPr>
      </p:sp>
      <p:sp>
        <p:nvSpPr>
          <p:cNvPr id="29" name="revision-text-276">
            <a:extLst xmlns:a="http://schemas.openxmlformats.org/drawingml/2006/main">
              <a:ext uri="{FF2B5EF4-FFF2-40B4-BE49-F238E27FC236}">
                <a16:creationId xmlns:a16="http://schemas.microsoft.com/office/drawing/2014/main" id="{F960F546-4335-4FF7-98D0-5ECA390E44E9}"/>
              </a:ext>
            </a:extLst>
          </p:cNvPr>
          <p:cNvSpPr>
            <a:spLocks xmlns:a="http://schemas.openxmlformats.org/drawingml/2006/main" noGrp="1"/>
          </p:cNvSpPr>
          <p:nvPr/>
        </p:nvSpPr>
        <p:spPr>
          <a:xfrm xmlns:a="http://schemas.openxmlformats.org/drawingml/2006/main">
            <a:off x="6277546" y="3963924"/>
            <a:ext cx="3068384"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184" b="1">
                <a:solidFill>
                  <a:srgbClr val="111111"/>
                </a:solidFill>
                <a:latin typeface="微软雅黑"/>
                <a:ea typeface="微软雅黑"/>
                <a:cs typeface="微软雅黑"/>
              </a:defRPr>
            </a:pPr>
            <a:r>
              <a:rPr sz="2184" b="1">
                <a:solidFill>
                  <a:srgbClr val="111111"/>
                </a:solidFill>
                <a:latin typeface="微软雅黑"/>
                <a:ea typeface="微软雅黑"/>
                <a:cs typeface="微软雅黑"/>
              </a:rPr>
              <a:t>Node lifecycle</a:t>
            </a:r>
          </a:p>
        </p:txBody>
      </p:sp>
      <p:sp>
        <p:nvSpPr>
          <p:cNvPr id="30" name="revision-text-277">
            <a:extLst xmlns:a="http://schemas.openxmlformats.org/drawingml/2006/main">
              <a:ext uri="{FF2B5EF4-FFF2-40B4-BE49-F238E27FC236}">
                <a16:creationId xmlns:a16="http://schemas.microsoft.com/office/drawing/2014/main" id="{D3A92180-32D1-48AE-A1CB-FA23E5772F6F}"/>
              </a:ext>
            </a:extLst>
          </p:cNvPr>
          <p:cNvSpPr>
            <a:spLocks xmlns:a="http://schemas.openxmlformats.org/drawingml/2006/main" noGrp="1"/>
          </p:cNvSpPr>
          <p:nvPr/>
        </p:nvSpPr>
        <p:spPr>
          <a:xfrm xmlns:a="http://schemas.openxmlformats.org/drawingml/2006/main">
            <a:off x="6294882" y="4258628"/>
            <a:ext cx="3033713" cy="343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635" b="0">
                <a:solidFill>
                  <a:srgbClr val="111111"/>
                </a:solidFill>
                <a:latin typeface="微软雅黑"/>
                <a:ea typeface="微软雅黑"/>
                <a:cs typeface="微软雅黑"/>
              </a:defRPr>
            </a:pPr>
            <a:r>
              <a:rPr sz="1635" b="0">
                <a:solidFill>
                  <a:srgbClr val="111111"/>
                </a:solidFill>
                <a:latin typeface="微软雅黑"/>
                <a:ea typeface="微软雅黑"/>
                <a:cs typeface="微软雅黑"/>
              </a:rPr>
              <a:t>Execution phase and outcome</a:t>
            </a:r>
          </a:p>
        </p:txBody>
      </p:sp>
      <p:sp>
        <p:nvSpPr>
          <p:cNvPr id="31" name="diagram-box-278">
            <a:extLst xmlns:a="http://schemas.openxmlformats.org/drawingml/2006/main">
              <a:ext uri="{FF2B5EF4-FFF2-40B4-BE49-F238E27FC236}">
                <a16:creationId xmlns:a16="http://schemas.microsoft.com/office/drawing/2014/main" id="{0DC06FDB-DD55-4193-934D-3EB7B9479EDD}"/>
              </a:ext>
            </a:extLst>
          </p:cNvPr>
          <p:cNvSpPr>
            <a:spLocks xmlns:a="http://schemas.openxmlformats.org/drawingml/2006/main" noGrp="1"/>
          </p:cNvSpPr>
          <p:nvPr/>
        </p:nvSpPr>
        <p:spPr>
          <a:xfrm xmlns:a="http://schemas.openxmlformats.org/drawingml/2006/main">
            <a:off x="2758440" y="4744022"/>
            <a:ext cx="3241739" cy="693420"/>
          </a:xfrm>
          <a:prstGeom xmlns:a="http://schemas.openxmlformats.org/drawingml/2006/main" prst="rect">
            <a:avLst/>
          </a:prstGeom>
          <a:solidFill xmlns:a="http://schemas.openxmlformats.org/drawingml/2006/main">
            <a:srgbClr val="FAF8FC"/>
          </a:solidFill>
          <a:ln xmlns:a="http://schemas.openxmlformats.org/drawingml/2006/main" w="17336">
            <a:solidFill>
              <a:srgbClr val="C7BBD8"/>
            </a:solidFill>
          </a:ln>
        </p:spPr>
      </p:sp>
      <p:sp>
        <p:nvSpPr>
          <p:cNvPr id="32" name="revision-text-279">
            <a:extLst xmlns:a="http://schemas.openxmlformats.org/drawingml/2006/main">
              <a:ext uri="{FF2B5EF4-FFF2-40B4-BE49-F238E27FC236}">
                <a16:creationId xmlns:a16="http://schemas.microsoft.com/office/drawing/2014/main" id="{FAC41037-372C-4B96-B7C4-F931B0570827}"/>
              </a:ext>
            </a:extLst>
          </p:cNvPr>
          <p:cNvSpPr>
            <a:spLocks xmlns:a="http://schemas.openxmlformats.org/drawingml/2006/main" noGrp="1"/>
          </p:cNvSpPr>
          <p:nvPr/>
        </p:nvSpPr>
        <p:spPr>
          <a:xfrm xmlns:a="http://schemas.openxmlformats.org/drawingml/2006/main">
            <a:off x="2845118" y="4796028"/>
            <a:ext cx="3068384"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45" b="1">
                <a:solidFill>
                  <a:srgbClr val="111111"/>
                </a:solidFill>
                <a:latin typeface="微软雅黑"/>
                <a:ea typeface="微软雅黑"/>
                <a:cs typeface="微软雅黑"/>
              </a:defRPr>
            </a:pPr>
            <a:r>
              <a:rPr sz="1545" b="1">
                <a:solidFill>
                  <a:srgbClr val="111111"/>
                </a:solidFill>
                <a:latin typeface="微软雅黑"/>
                <a:ea typeface="微软雅黑"/>
                <a:cs typeface="微软雅黑"/>
              </a:rPr>
              <a:t>Control interfaces / Data ports</a:t>
            </a:r>
          </a:p>
        </p:txBody>
      </p:sp>
      <p:sp>
        <p:nvSpPr>
          <p:cNvPr id="33" name="revision-text-280">
            <a:extLst xmlns:a="http://schemas.openxmlformats.org/drawingml/2006/main">
              <a:ext uri="{FF2B5EF4-FFF2-40B4-BE49-F238E27FC236}">
                <a16:creationId xmlns:a16="http://schemas.microsoft.com/office/drawing/2014/main" id="{20C3EE27-47BA-4126-A509-FECB3E203F91}"/>
              </a:ext>
            </a:extLst>
          </p:cNvPr>
          <p:cNvSpPr>
            <a:spLocks xmlns:a="http://schemas.openxmlformats.org/drawingml/2006/main" noGrp="1"/>
          </p:cNvSpPr>
          <p:nvPr/>
        </p:nvSpPr>
        <p:spPr>
          <a:xfrm xmlns:a="http://schemas.openxmlformats.org/drawingml/2006/main">
            <a:off x="2862453" y="5090732"/>
            <a:ext cx="3033713" cy="343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75" b="0">
                <a:solidFill>
                  <a:srgbClr val="111111"/>
                </a:solidFill>
                <a:latin typeface="微软雅黑"/>
                <a:ea typeface="微软雅黑"/>
                <a:cs typeface="微软雅黑"/>
              </a:defRPr>
            </a:pPr>
            <a:r>
              <a:rPr sz="1575" b="0">
                <a:solidFill>
                  <a:srgbClr val="111111"/>
                </a:solidFill>
                <a:latin typeface="微软雅黑"/>
                <a:ea typeface="微软雅黑"/>
                <a:cs typeface="微软雅黑"/>
              </a:rPr>
              <a:t>Signals / Input and output data</a:t>
            </a:r>
          </a:p>
        </p:txBody>
      </p:sp>
      <p:sp>
        <p:nvSpPr>
          <p:cNvPr id="34" name="diagram-box-281">
            <a:extLst xmlns:a="http://schemas.openxmlformats.org/drawingml/2006/main">
              <a:ext uri="{FF2B5EF4-FFF2-40B4-BE49-F238E27FC236}">
                <a16:creationId xmlns:a16="http://schemas.microsoft.com/office/drawing/2014/main" id="{80309364-E2C3-47A0-A748-47CF1E69F1E8}"/>
              </a:ext>
            </a:extLst>
          </p:cNvPr>
          <p:cNvSpPr>
            <a:spLocks xmlns:a="http://schemas.openxmlformats.org/drawingml/2006/main" noGrp="1"/>
          </p:cNvSpPr>
          <p:nvPr/>
        </p:nvSpPr>
        <p:spPr>
          <a:xfrm xmlns:a="http://schemas.openxmlformats.org/drawingml/2006/main">
            <a:off x="6190869" y="4744022"/>
            <a:ext cx="3241739" cy="693420"/>
          </a:xfrm>
          <a:prstGeom xmlns:a="http://schemas.openxmlformats.org/drawingml/2006/main" prst="rect">
            <a:avLst/>
          </a:prstGeom>
          <a:solidFill xmlns:a="http://schemas.openxmlformats.org/drawingml/2006/main">
            <a:srgbClr val="FAF8FC"/>
          </a:solidFill>
          <a:ln xmlns:a="http://schemas.openxmlformats.org/drawingml/2006/main" w="17336">
            <a:solidFill>
              <a:srgbClr val="C7BBD8"/>
            </a:solidFill>
          </a:ln>
        </p:spPr>
      </p:sp>
      <p:sp>
        <p:nvSpPr>
          <p:cNvPr id="35" name="revision-text-282">
            <a:extLst xmlns:a="http://schemas.openxmlformats.org/drawingml/2006/main">
              <a:ext uri="{FF2B5EF4-FFF2-40B4-BE49-F238E27FC236}">
                <a16:creationId xmlns:a16="http://schemas.microsoft.com/office/drawing/2014/main" id="{EE86EEE8-C2B6-495A-B84D-CD42D669B991}"/>
              </a:ext>
            </a:extLst>
          </p:cNvPr>
          <p:cNvSpPr>
            <a:spLocks xmlns:a="http://schemas.openxmlformats.org/drawingml/2006/main" noGrp="1"/>
          </p:cNvSpPr>
          <p:nvPr/>
        </p:nvSpPr>
        <p:spPr>
          <a:xfrm xmlns:a="http://schemas.openxmlformats.org/drawingml/2006/main">
            <a:off x="6277546" y="4796028"/>
            <a:ext cx="3068384"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740" b="1">
                <a:solidFill>
                  <a:srgbClr val="111111"/>
                </a:solidFill>
                <a:latin typeface="微软雅黑"/>
                <a:ea typeface="微软雅黑"/>
                <a:cs typeface="微软雅黑"/>
              </a:defRPr>
            </a:pPr>
            <a:r>
              <a:rPr sz="1740" b="1">
                <a:solidFill>
                  <a:srgbClr val="111111"/>
                </a:solidFill>
                <a:latin typeface="微软雅黑"/>
                <a:ea typeface="微软雅黑"/>
                <a:cs typeface="微软雅黑"/>
              </a:rPr>
              <a:t>Trigger: condition → action</a:t>
            </a:r>
          </a:p>
        </p:txBody>
      </p:sp>
      <p:sp>
        <p:nvSpPr>
          <p:cNvPr id="36" name="revision-text-283">
            <a:extLst xmlns:a="http://schemas.openxmlformats.org/drawingml/2006/main">
              <a:ext uri="{FF2B5EF4-FFF2-40B4-BE49-F238E27FC236}">
                <a16:creationId xmlns:a16="http://schemas.microsoft.com/office/drawing/2014/main" id="{8FD3CE95-693B-48A9-90FD-DBEE644E86DA}"/>
              </a:ext>
            </a:extLst>
          </p:cNvPr>
          <p:cNvSpPr>
            <a:spLocks xmlns:a="http://schemas.openxmlformats.org/drawingml/2006/main" noGrp="1"/>
          </p:cNvSpPr>
          <p:nvPr/>
        </p:nvSpPr>
        <p:spPr>
          <a:xfrm xmlns:a="http://schemas.openxmlformats.org/drawingml/2006/main">
            <a:off x="6294882" y="5090732"/>
            <a:ext cx="3033713" cy="343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843" b="0">
                <a:solidFill>
                  <a:srgbClr val="111111"/>
                </a:solidFill>
                <a:latin typeface="微软雅黑"/>
                <a:ea typeface="微软雅黑"/>
                <a:cs typeface="微软雅黑"/>
              </a:defRPr>
            </a:pPr>
            <a:r>
              <a:rPr sz="1843" b="0">
                <a:solidFill>
                  <a:srgbClr val="111111"/>
                </a:solidFill>
                <a:latin typeface="微软雅黑"/>
                <a:ea typeface="微软雅黑"/>
                <a:cs typeface="微软雅黑"/>
              </a:rPr>
              <a:t>Update state / Emit signals</a:t>
            </a:r>
          </a:p>
        </p:txBody>
      </p:sp>
      <p:sp>
        <p:nvSpPr>
          <p:cNvPr id="37" name="revision-text-284">
            <a:extLst xmlns:a="http://schemas.openxmlformats.org/drawingml/2006/main">
              <a:ext uri="{FF2B5EF4-FFF2-40B4-BE49-F238E27FC236}">
                <a16:creationId xmlns:a16="http://schemas.microsoft.com/office/drawing/2014/main" id="{D1F1FA4B-AE59-4A96-B872-EA7674D97DD0}"/>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50" b="1">
                <a:solidFill>
                  <a:srgbClr val="1C3C5C"/>
                </a:solidFill>
                <a:latin typeface="微软雅黑"/>
                <a:ea typeface="微软雅黑"/>
                <a:cs typeface="微软雅黑"/>
              </a:defRPr>
            </a:pPr>
            <a:r>
              <a:rPr sz="1650" b="1">
                <a:solidFill>
                  <a:srgbClr val="1C3C5C"/>
                </a:solidFill>
                <a:latin typeface="微软雅黑"/>
                <a:ea typeface="微软雅黑"/>
                <a:cs typeface="微软雅黑"/>
              </a:rPr>
              <a:t>Feedback updates variables; trigger conditions determine requests and progression to the next step.</a:t>
            </a:r>
          </a:p>
        </p:txBody>
      </p:sp>
    </p:spTree>
    <p:extLst>
      <p:ext uri="{BB962C8B-B14F-4D97-AF65-F5344CB8AC3E}">
        <p14:creationId xmlns:p14="http://schemas.microsoft.com/office/powerpoint/2010/main" val="76647396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1263E43-6D0E-4AF6-80B5-AA818779ACEF}"/>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B9D51215-9C35-4358-92DC-4B8415A3CDE0}"/>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6  Constraints: observation and handling actions</a:t>
            </a:r>
          </a:p>
        </p:txBody>
      </p:sp>
      <p:sp>
        <p:nvSpPr>
          <p:cNvPr id="6" name="TextBox 5">
            <a:extLst xmlns:a="http://schemas.openxmlformats.org/drawingml/2006/main">
              <a:ext uri="{FF2B5EF4-FFF2-40B4-BE49-F238E27FC236}">
                <a16:creationId xmlns:a16="http://schemas.microsoft.com/office/drawing/2014/main" id="{A7B73E91-9AE5-4718-B972-76FE841377FE}"/>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7" name="TextBox 6">
            <a:extLst xmlns:a="http://schemas.openxmlformats.org/drawingml/2006/main">
              <a:ext uri="{FF2B5EF4-FFF2-40B4-BE49-F238E27FC236}">
                <a16:creationId xmlns:a16="http://schemas.microsoft.com/office/drawing/2014/main" id="{0BCA0302-806D-40C6-9C0D-CFC1F95ACBF2}"/>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6/10</a:t>
            </a:r>
          </a:p>
        </p:txBody>
      </p:sp>
      <p:sp>
        <p:nvSpPr>
          <p:cNvPr id="8" name="revision-text-285">
            <a:extLst xmlns:a="http://schemas.openxmlformats.org/drawingml/2006/main">
              <a:ext uri="{FF2B5EF4-FFF2-40B4-BE49-F238E27FC236}">
                <a16:creationId xmlns:a16="http://schemas.microsoft.com/office/drawing/2014/main" id="{B95D695A-D7A9-4EB7-8826-46C6C3E1DAA4}"/>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725" b="0">
                <a:solidFill>
                  <a:srgbClr val="152C40"/>
                </a:solidFill>
                <a:latin typeface="微软雅黑"/>
                <a:ea typeface="微软雅黑"/>
                <a:cs typeface="微软雅黑"/>
              </a:defRPr>
            </a:pPr>
            <a:r>
              <a:rPr sz="1725" b="0">
                <a:solidFill>
                  <a:srgbClr val="152C40"/>
                </a:solidFill>
                <a:latin typeface="微软雅黑"/>
                <a:ea typeface="微软雅黑"/>
                <a:cs typeface="微软雅黑"/>
              </a:rPr>
              <a:t>Observe resource state and task context together, then return actions through the appropriate interfaces.</a:t>
            </a:r>
          </a:p>
        </p:txBody>
      </p:sp>
      <p:sp>
        <p:nvSpPr>
          <p:cNvPr id="9" name="diagram-box-286">
            <a:extLst xmlns:a="http://schemas.openxmlformats.org/drawingml/2006/main">
              <a:ext uri="{FF2B5EF4-FFF2-40B4-BE49-F238E27FC236}">
                <a16:creationId xmlns:a16="http://schemas.microsoft.com/office/drawing/2014/main" id="{72A842BF-3ADA-433F-8155-068D78D7574E}"/>
              </a:ext>
            </a:extLst>
          </p:cNvPr>
          <p:cNvSpPr>
            <a:spLocks xmlns:a="http://schemas.openxmlformats.org/drawingml/2006/main" noGrp="1"/>
          </p:cNvSpPr>
          <p:nvPr/>
        </p:nvSpPr>
        <p:spPr>
          <a:xfrm xmlns:a="http://schemas.openxmlformats.org/drawingml/2006/main">
            <a:off x="571500" y="1695450"/>
            <a:ext cx="4238625" cy="981075"/>
          </a:xfrm>
          <a:prstGeom xmlns:a="http://schemas.openxmlformats.org/drawingml/2006/main" prst="rect">
            <a:avLst/>
          </a:prstGeom>
          <a:solidFill xmlns:a="http://schemas.openxmlformats.org/drawingml/2006/main">
            <a:srgbClr val="FAF8FC"/>
          </a:solidFill>
          <a:ln xmlns:a="http://schemas.openxmlformats.org/drawingml/2006/main" w="9525">
            <a:solidFill>
              <a:srgbClr val="9A83BB"/>
            </a:solidFill>
          </a:ln>
        </p:spPr>
      </p:sp>
      <p:sp>
        <p:nvSpPr>
          <p:cNvPr id="10" name="diagram-box-287">
            <a:extLst xmlns:a="http://schemas.openxmlformats.org/drawingml/2006/main">
              <a:ext uri="{FF2B5EF4-FFF2-40B4-BE49-F238E27FC236}">
                <a16:creationId xmlns:a16="http://schemas.microsoft.com/office/drawing/2014/main" id="{D98F575D-27E2-457C-B1C1-C93B1562DE51}"/>
              </a:ext>
            </a:extLst>
          </p:cNvPr>
          <p:cNvSpPr>
            <a:spLocks xmlns:a="http://schemas.openxmlformats.org/drawingml/2006/main" noGrp="1"/>
          </p:cNvSpPr>
          <p:nvPr/>
        </p:nvSpPr>
        <p:spPr>
          <a:xfrm xmlns:a="http://schemas.openxmlformats.org/drawingml/2006/main">
            <a:off x="571500" y="1695450"/>
            <a:ext cx="4238625" cy="304800"/>
          </a:xfrm>
          <a:prstGeom xmlns:a="http://schemas.openxmlformats.org/drawingml/2006/main" prst="rect">
            <a:avLst/>
          </a:prstGeom>
          <a:solidFill xmlns:a="http://schemas.openxmlformats.org/drawingml/2006/main">
            <a:srgbClr val="EEE9F2"/>
          </a:solidFill>
          <a:ln xmlns:a="http://schemas.openxmlformats.org/drawingml/2006/main" w="9525">
            <a:solidFill>
              <a:srgbClr val="9A83BB"/>
            </a:solidFill>
          </a:ln>
        </p:spPr>
      </p:sp>
      <p:sp>
        <p:nvSpPr>
          <p:cNvPr id="11" name="revision-text-288">
            <a:extLst xmlns:a="http://schemas.openxmlformats.org/drawingml/2006/main">
              <a:ext uri="{FF2B5EF4-FFF2-40B4-BE49-F238E27FC236}">
                <a16:creationId xmlns:a16="http://schemas.microsoft.com/office/drawing/2014/main" id="{5F9C0F37-0B50-44FB-BDF7-58F557874724}"/>
              </a:ext>
            </a:extLst>
          </p:cNvPr>
          <p:cNvSpPr>
            <a:spLocks xmlns:a="http://schemas.openxmlformats.org/drawingml/2006/main" noGrp="1"/>
          </p:cNvSpPr>
          <p:nvPr/>
        </p:nvSpPr>
        <p:spPr>
          <a:xfrm xmlns:a="http://schemas.openxmlformats.org/drawingml/2006/main">
            <a:off x="647700" y="1724025"/>
            <a:ext cx="4086225"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Workflow layer</a:t>
            </a:r>
          </a:p>
        </p:txBody>
      </p:sp>
      <p:sp>
        <p:nvSpPr>
          <p:cNvPr id="12" name="revision-text-289">
            <a:extLst xmlns:a="http://schemas.openxmlformats.org/drawingml/2006/main">
              <a:ext uri="{FF2B5EF4-FFF2-40B4-BE49-F238E27FC236}">
                <a16:creationId xmlns:a16="http://schemas.microsoft.com/office/drawing/2014/main" id="{EDB19131-9838-4ABD-B4F7-51D535D0CC98}"/>
              </a:ext>
            </a:extLst>
          </p:cNvPr>
          <p:cNvSpPr>
            <a:spLocks xmlns:a="http://schemas.openxmlformats.org/drawingml/2006/main" noGrp="1"/>
          </p:cNvSpPr>
          <p:nvPr/>
        </p:nvSpPr>
        <p:spPr>
          <a:xfrm xmlns:a="http://schemas.openxmlformats.org/drawingml/2006/main">
            <a:off x="685800" y="2143125"/>
            <a:ext cx="4010025" cy="5061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75" b="0">
                <a:solidFill>
                  <a:srgbClr val="111111"/>
                </a:solidFill>
                <a:latin typeface="微软雅黑"/>
                <a:ea typeface="微软雅黑"/>
                <a:cs typeface="微软雅黑"/>
              </a:defRPr>
            </a:pPr>
            <a:r>
              <a:rPr sz="1575" b="0">
                <a:solidFill>
                  <a:srgbClr val="111111"/>
                </a:solidFill>
                <a:latin typeface="微软雅黑"/>
                <a:ea typeface="微软雅黑"/>
                <a:cs typeface="微软雅黑"/>
              </a:rPr>
              <a:t>Node lifecycle and task variables</a:t>
            </a:r>
          </a:p>
          <a:p xmlns:a="http://schemas.openxmlformats.org/drawingml/2006/main">
            <a:pPr algn="ctr">
              <a:lnSpc>
                <a:spcPct val="104000"/>
              </a:lnSpc>
              <a:spcBef>
                <a:spcPts val="0"/>
              </a:spcBef>
              <a:spcAft>
                <a:spcPts val="0"/>
              </a:spcAft>
              <a:buNone/>
              <a:defRPr sz="1575" b="0">
                <a:solidFill>
                  <a:srgbClr val="111111"/>
                </a:solidFill>
                <a:latin typeface="微软雅黑"/>
                <a:ea typeface="微软雅黑"/>
                <a:cs typeface="微软雅黑"/>
              </a:defRPr>
            </a:pPr>
            <a:r>
              <a:rPr sz="1575" b="0">
                <a:solidFill>
                  <a:srgbClr val="111111"/>
                </a:solidFill>
                <a:latin typeface="微软雅黑"/>
                <a:ea typeface="微软雅黑"/>
                <a:cs typeface="微软雅黑"/>
              </a:rPr>
              <a:t>Execution context</a:t>
            </a:r>
          </a:p>
        </p:txBody>
      </p:sp>
      <p:sp>
        <p:nvSpPr>
          <p:cNvPr id="13" name="diagram-box-290">
            <a:extLst xmlns:a="http://schemas.openxmlformats.org/drawingml/2006/main">
              <a:ext uri="{FF2B5EF4-FFF2-40B4-BE49-F238E27FC236}">
                <a16:creationId xmlns:a16="http://schemas.microsoft.com/office/drawing/2014/main" id="{D172EB2E-616A-4D03-A05E-CA60887CBC9E}"/>
              </a:ext>
            </a:extLst>
          </p:cNvPr>
          <p:cNvSpPr>
            <a:spLocks xmlns:a="http://schemas.openxmlformats.org/drawingml/2006/main" noGrp="1"/>
          </p:cNvSpPr>
          <p:nvPr/>
        </p:nvSpPr>
        <p:spPr>
          <a:xfrm xmlns:a="http://schemas.openxmlformats.org/drawingml/2006/main">
            <a:off x="7381875" y="1695450"/>
            <a:ext cx="4238625" cy="981075"/>
          </a:xfrm>
          <a:prstGeom xmlns:a="http://schemas.openxmlformats.org/drawingml/2006/main" prst="rect">
            <a:avLst/>
          </a:prstGeom>
          <a:solidFill xmlns:a="http://schemas.openxmlformats.org/drawingml/2006/main">
            <a:srgbClr val="F6F9EF"/>
          </a:solidFill>
          <a:ln xmlns:a="http://schemas.openxmlformats.org/drawingml/2006/main" w="9525">
            <a:solidFill>
              <a:srgbClr val="95AE62"/>
            </a:solidFill>
          </a:ln>
        </p:spPr>
      </p:sp>
      <p:sp>
        <p:nvSpPr>
          <p:cNvPr id="14" name="diagram-box-291">
            <a:extLst xmlns:a="http://schemas.openxmlformats.org/drawingml/2006/main">
              <a:ext uri="{FF2B5EF4-FFF2-40B4-BE49-F238E27FC236}">
                <a16:creationId xmlns:a16="http://schemas.microsoft.com/office/drawing/2014/main" id="{B5970672-7A74-4DEE-BC3F-7C79A75D23C4}"/>
              </a:ext>
            </a:extLst>
          </p:cNvPr>
          <p:cNvSpPr>
            <a:spLocks xmlns:a="http://schemas.openxmlformats.org/drawingml/2006/main" noGrp="1"/>
          </p:cNvSpPr>
          <p:nvPr/>
        </p:nvSpPr>
        <p:spPr>
          <a:xfrm xmlns:a="http://schemas.openxmlformats.org/drawingml/2006/main">
            <a:off x="7381875" y="1695450"/>
            <a:ext cx="4238625" cy="304800"/>
          </a:xfrm>
          <a:prstGeom xmlns:a="http://schemas.openxmlformats.org/drawingml/2006/main" prst="rect">
            <a:avLst/>
          </a:prstGeom>
          <a:solidFill xmlns:a="http://schemas.openxmlformats.org/drawingml/2006/main">
            <a:srgbClr val="E9F0DB"/>
          </a:solidFill>
          <a:ln xmlns:a="http://schemas.openxmlformats.org/drawingml/2006/main" w="9525">
            <a:solidFill>
              <a:srgbClr val="95AE62"/>
            </a:solidFill>
          </a:ln>
        </p:spPr>
      </p:sp>
      <p:sp>
        <p:nvSpPr>
          <p:cNvPr id="15" name="revision-text-292">
            <a:extLst xmlns:a="http://schemas.openxmlformats.org/drawingml/2006/main">
              <a:ext uri="{FF2B5EF4-FFF2-40B4-BE49-F238E27FC236}">
                <a16:creationId xmlns:a16="http://schemas.microsoft.com/office/drawing/2014/main" id="{4DD95A76-4267-4880-A520-D27EDC26C35E}"/>
              </a:ext>
            </a:extLst>
          </p:cNvPr>
          <p:cNvSpPr>
            <a:spLocks xmlns:a="http://schemas.openxmlformats.org/drawingml/2006/main" noGrp="1"/>
          </p:cNvSpPr>
          <p:nvPr/>
        </p:nvSpPr>
        <p:spPr>
          <a:xfrm xmlns:a="http://schemas.openxmlformats.org/drawingml/2006/main">
            <a:off x="7458075" y="1724025"/>
            <a:ext cx="4086225"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Resource layer</a:t>
            </a:r>
          </a:p>
        </p:txBody>
      </p:sp>
      <p:sp>
        <p:nvSpPr>
          <p:cNvPr id="16" name="revision-text-293">
            <a:extLst xmlns:a="http://schemas.openxmlformats.org/drawingml/2006/main">
              <a:ext uri="{FF2B5EF4-FFF2-40B4-BE49-F238E27FC236}">
                <a16:creationId xmlns:a16="http://schemas.microsoft.com/office/drawing/2014/main" id="{1428DD4D-314B-43A8-86CD-CDF2F83A1452}"/>
              </a:ext>
            </a:extLst>
          </p:cNvPr>
          <p:cNvSpPr>
            <a:spLocks xmlns:a="http://schemas.openxmlformats.org/drawingml/2006/main" noGrp="1"/>
          </p:cNvSpPr>
          <p:nvPr/>
        </p:nvSpPr>
        <p:spPr>
          <a:xfrm xmlns:a="http://schemas.openxmlformats.org/drawingml/2006/main">
            <a:off x="7496175" y="2143125"/>
            <a:ext cx="4010025" cy="5061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75" b="0">
                <a:solidFill>
                  <a:srgbClr val="111111"/>
                </a:solidFill>
                <a:latin typeface="微软雅黑"/>
                <a:ea typeface="微软雅黑"/>
                <a:cs typeface="微软雅黑"/>
              </a:defRPr>
            </a:pPr>
            <a:r>
              <a:rPr sz="1575" b="0">
                <a:solidFill>
                  <a:srgbClr val="111111"/>
                </a:solidFill>
                <a:latin typeface="微软雅黑"/>
                <a:ea typeface="微软雅黑"/>
                <a:cs typeface="微软雅黑"/>
              </a:rPr>
              <a:t>Device state and attributes</a:t>
            </a:r>
          </a:p>
          <a:p xmlns:a="http://schemas.openxmlformats.org/drawingml/2006/main">
            <a:pPr algn="ctr">
              <a:lnSpc>
                <a:spcPct val="104000"/>
              </a:lnSpc>
              <a:spcBef>
                <a:spcPts val="0"/>
              </a:spcBef>
              <a:spcAft>
                <a:spcPts val="0"/>
              </a:spcAft>
              <a:buNone/>
              <a:defRPr sz="1575" b="0">
                <a:solidFill>
                  <a:srgbClr val="111111"/>
                </a:solidFill>
                <a:latin typeface="微软雅黑"/>
                <a:ea typeface="微软雅黑"/>
                <a:cs typeface="微软雅黑"/>
              </a:defRPr>
            </a:pPr>
            <a:r>
              <a:rPr sz="1575" b="0">
                <a:solidFill>
                  <a:srgbClr val="111111"/>
                </a:solidFill>
                <a:latin typeface="微软雅黑"/>
                <a:ea typeface="微软雅黑"/>
                <a:cs typeface="微软雅黑"/>
              </a:rPr>
              <a:t>Measurements</a:t>
            </a:r>
          </a:p>
        </p:txBody>
      </p:sp>
      <p:sp>
        <p:nvSpPr>
          <p:cNvPr id="17" name="diagram-box-294">
            <a:extLst xmlns:a="http://schemas.openxmlformats.org/drawingml/2006/main">
              <a:ext uri="{FF2B5EF4-FFF2-40B4-BE49-F238E27FC236}">
                <a16:creationId xmlns:a16="http://schemas.microsoft.com/office/drawing/2014/main" id="{CC8600FD-0BC7-4C45-9C57-7049D014D37D}"/>
              </a:ext>
            </a:extLst>
          </p:cNvPr>
          <p:cNvSpPr>
            <a:spLocks xmlns:a="http://schemas.openxmlformats.org/drawingml/2006/main" noGrp="1"/>
          </p:cNvSpPr>
          <p:nvPr/>
        </p:nvSpPr>
        <p:spPr>
          <a:xfrm xmlns:a="http://schemas.openxmlformats.org/drawingml/2006/main">
            <a:off x="571500" y="3838575"/>
            <a:ext cx="11049000" cy="1047750"/>
          </a:xfrm>
          <a:prstGeom xmlns:a="http://schemas.openxmlformats.org/drawingml/2006/main" prst="rect">
            <a:avLst/>
          </a:prstGeom>
          <a:solidFill xmlns:a="http://schemas.openxmlformats.org/drawingml/2006/main">
            <a:srgbClr val="FEF5EE"/>
          </a:solidFill>
          <a:ln xmlns:a="http://schemas.openxmlformats.org/drawingml/2006/main" w="9525">
            <a:solidFill>
              <a:srgbClr val="6F7B83"/>
            </a:solidFill>
          </a:ln>
        </p:spPr>
      </p:sp>
      <p:sp>
        <p:nvSpPr>
          <p:cNvPr id="18" name="diagram-box-295">
            <a:extLst xmlns:a="http://schemas.openxmlformats.org/drawingml/2006/main">
              <a:ext uri="{FF2B5EF4-FFF2-40B4-BE49-F238E27FC236}">
                <a16:creationId xmlns:a16="http://schemas.microsoft.com/office/drawing/2014/main" id="{862F13DC-AC1F-447A-A17F-80801DBCD481}"/>
              </a:ext>
            </a:extLst>
          </p:cNvPr>
          <p:cNvSpPr>
            <a:spLocks xmlns:a="http://schemas.openxmlformats.org/drawingml/2006/main" noGrp="1"/>
          </p:cNvSpPr>
          <p:nvPr/>
        </p:nvSpPr>
        <p:spPr>
          <a:xfrm xmlns:a="http://schemas.openxmlformats.org/drawingml/2006/main">
            <a:off x="571500" y="3838575"/>
            <a:ext cx="11049000" cy="304800"/>
          </a:xfrm>
          <a:prstGeom xmlns:a="http://schemas.openxmlformats.org/drawingml/2006/main" prst="rect">
            <a:avLst/>
          </a:prstGeom>
          <a:solidFill xmlns:a="http://schemas.openxmlformats.org/drawingml/2006/main">
            <a:srgbClr val="FBEADB"/>
          </a:solidFill>
          <a:ln xmlns:a="http://schemas.openxmlformats.org/drawingml/2006/main" w="9525">
            <a:solidFill>
              <a:srgbClr val="6F7B83"/>
            </a:solidFill>
          </a:ln>
        </p:spPr>
      </p:sp>
      <p:sp>
        <p:nvSpPr>
          <p:cNvPr id="19" name="revision-text-296">
            <a:extLst xmlns:a="http://schemas.openxmlformats.org/drawingml/2006/main">
              <a:ext uri="{FF2B5EF4-FFF2-40B4-BE49-F238E27FC236}">
                <a16:creationId xmlns:a16="http://schemas.microsoft.com/office/drawing/2014/main" id="{BA2D37B4-3C55-4FB7-BB44-962DBFD376B7}"/>
              </a:ext>
            </a:extLst>
          </p:cNvPr>
          <p:cNvSpPr>
            <a:spLocks xmlns:a="http://schemas.openxmlformats.org/drawingml/2006/main" noGrp="1"/>
          </p:cNvSpPr>
          <p:nvPr/>
        </p:nvSpPr>
        <p:spPr>
          <a:xfrm xmlns:a="http://schemas.openxmlformats.org/drawingml/2006/main">
            <a:off x="647700" y="3867150"/>
            <a:ext cx="108966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Constraint layer</a:t>
            </a:r>
          </a:p>
        </p:txBody>
      </p:sp>
      <p:sp>
        <p:nvSpPr>
          <p:cNvPr id="20" name="diagram-box-297">
            <a:extLst xmlns:a="http://schemas.openxmlformats.org/drawingml/2006/main">
              <a:ext uri="{FF2B5EF4-FFF2-40B4-BE49-F238E27FC236}">
                <a16:creationId xmlns:a16="http://schemas.microsoft.com/office/drawing/2014/main" id="{64A97DED-0054-4BA5-9674-DB905E138BDA}"/>
              </a:ext>
            </a:extLst>
          </p:cNvPr>
          <p:cNvSpPr>
            <a:spLocks xmlns:a="http://schemas.openxmlformats.org/drawingml/2006/main" noGrp="1"/>
          </p:cNvSpPr>
          <p:nvPr/>
        </p:nvSpPr>
        <p:spPr>
          <a:xfrm xmlns:a="http://schemas.openxmlformats.org/drawingml/2006/main">
            <a:off x="781050" y="4248150"/>
            <a:ext cx="3124200" cy="54292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21" name="revision-text-298">
            <a:extLst xmlns:a="http://schemas.openxmlformats.org/drawingml/2006/main">
              <a:ext uri="{FF2B5EF4-FFF2-40B4-BE49-F238E27FC236}">
                <a16:creationId xmlns:a16="http://schemas.microsoft.com/office/drawing/2014/main" id="{21D6FFB6-6A2D-49F8-BDF8-108CA05BE69C}"/>
              </a:ext>
            </a:extLst>
          </p:cNvPr>
          <p:cNvSpPr>
            <a:spLocks xmlns:a="http://schemas.openxmlformats.org/drawingml/2006/main" noGrp="1"/>
          </p:cNvSpPr>
          <p:nvPr/>
        </p:nvSpPr>
        <p:spPr>
          <a:xfrm xmlns:a="http://schemas.openxmlformats.org/drawingml/2006/main">
            <a:off x="828675" y="4276725"/>
            <a:ext cx="3028950"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25" b="1">
                <a:solidFill>
                  <a:srgbClr val="111111"/>
                </a:solidFill>
                <a:latin typeface="微软雅黑"/>
                <a:ea typeface="微软雅黑"/>
                <a:cs typeface="微软雅黑"/>
              </a:defRPr>
            </a:pPr>
            <a:r>
              <a:rPr sz="1425" b="1">
                <a:solidFill>
                  <a:srgbClr val="111111"/>
                </a:solidFill>
                <a:latin typeface="微软雅黑"/>
                <a:ea typeface="微软雅黑"/>
                <a:cs typeface="微软雅黑"/>
              </a:rPr>
              <a:t>Observation space</a:t>
            </a:r>
          </a:p>
        </p:txBody>
      </p:sp>
      <p:sp>
        <p:nvSpPr>
          <p:cNvPr id="22" name="revision-text-299">
            <a:extLst xmlns:a="http://schemas.openxmlformats.org/drawingml/2006/main">
              <a:ext uri="{FF2B5EF4-FFF2-40B4-BE49-F238E27FC236}">
                <a16:creationId xmlns:a16="http://schemas.microsoft.com/office/drawing/2014/main" id="{C80D4A64-5F81-4EEC-9C4A-22A016E28C14}"/>
              </a:ext>
            </a:extLst>
          </p:cNvPr>
          <p:cNvSpPr>
            <a:spLocks xmlns:a="http://schemas.openxmlformats.org/drawingml/2006/main" noGrp="1"/>
          </p:cNvSpPr>
          <p:nvPr/>
        </p:nvSpPr>
        <p:spPr>
          <a:xfrm xmlns:a="http://schemas.openxmlformats.org/drawingml/2006/main">
            <a:off x="838200" y="4467225"/>
            <a:ext cx="300990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0">
                <a:solidFill>
                  <a:srgbClr val="111111"/>
                </a:solidFill>
                <a:latin typeface="微软雅黑"/>
                <a:ea typeface="微软雅黑"/>
                <a:cs typeface="微软雅黑"/>
              </a:defRPr>
            </a:pPr>
            <a:r>
              <a:rPr sz="1275" b="0">
                <a:solidFill>
                  <a:srgbClr val="111111"/>
                </a:solidFill>
                <a:latin typeface="微软雅黑"/>
                <a:ea typeface="微软雅黑"/>
                <a:cs typeface="微软雅黑"/>
              </a:rPr>
              <a:t>Device state, attributes / Task context</a:t>
            </a:r>
          </a:p>
        </p:txBody>
      </p:sp>
      <p:sp>
        <p:nvSpPr>
          <p:cNvPr id="23" name="diagram-box-300">
            <a:extLst xmlns:a="http://schemas.openxmlformats.org/drawingml/2006/main">
              <a:ext uri="{FF2B5EF4-FFF2-40B4-BE49-F238E27FC236}">
                <a16:creationId xmlns:a16="http://schemas.microsoft.com/office/drawing/2014/main" id="{04DCA1FD-7595-48DD-82CC-732AC76E12E0}"/>
              </a:ext>
            </a:extLst>
          </p:cNvPr>
          <p:cNvSpPr>
            <a:spLocks xmlns:a="http://schemas.openxmlformats.org/drawingml/2006/main" noGrp="1"/>
          </p:cNvSpPr>
          <p:nvPr/>
        </p:nvSpPr>
        <p:spPr>
          <a:xfrm xmlns:a="http://schemas.openxmlformats.org/drawingml/2006/main">
            <a:off x="4533900" y="4248150"/>
            <a:ext cx="3124200" cy="54292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24" name="revision-text-301">
            <a:extLst xmlns:a="http://schemas.openxmlformats.org/drawingml/2006/main">
              <a:ext uri="{FF2B5EF4-FFF2-40B4-BE49-F238E27FC236}">
                <a16:creationId xmlns:a16="http://schemas.microsoft.com/office/drawing/2014/main" id="{ED7F2238-957C-4FD2-AB8E-1B68FC6B974B}"/>
              </a:ext>
            </a:extLst>
          </p:cNvPr>
          <p:cNvSpPr>
            <a:spLocks xmlns:a="http://schemas.openxmlformats.org/drawingml/2006/main" noGrp="1"/>
          </p:cNvSpPr>
          <p:nvPr/>
        </p:nvSpPr>
        <p:spPr>
          <a:xfrm xmlns:a="http://schemas.openxmlformats.org/drawingml/2006/main">
            <a:off x="4581525" y="4276725"/>
            <a:ext cx="3028950"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25" b="1">
                <a:solidFill>
                  <a:srgbClr val="111111"/>
                </a:solidFill>
                <a:latin typeface="微软雅黑"/>
                <a:ea typeface="微软雅黑"/>
                <a:cs typeface="微软雅黑"/>
              </a:defRPr>
            </a:pPr>
            <a:r>
              <a:rPr sz="1425" b="1">
                <a:solidFill>
                  <a:srgbClr val="111111"/>
                </a:solidFill>
                <a:latin typeface="微软雅黑"/>
                <a:ea typeface="微软雅黑"/>
                <a:cs typeface="微软雅黑"/>
              </a:rPr>
              <a:t>Constraint rules</a:t>
            </a:r>
          </a:p>
        </p:txBody>
      </p:sp>
      <p:sp>
        <p:nvSpPr>
          <p:cNvPr id="25" name="revision-text-302">
            <a:extLst xmlns:a="http://schemas.openxmlformats.org/drawingml/2006/main">
              <a:ext uri="{FF2B5EF4-FFF2-40B4-BE49-F238E27FC236}">
                <a16:creationId xmlns:a16="http://schemas.microsoft.com/office/drawing/2014/main" id="{A15114EE-6201-484E-A4ED-D15649E4DE32}"/>
              </a:ext>
            </a:extLst>
          </p:cNvPr>
          <p:cNvSpPr>
            <a:spLocks xmlns:a="http://schemas.openxmlformats.org/drawingml/2006/main" noGrp="1"/>
          </p:cNvSpPr>
          <p:nvPr/>
        </p:nvSpPr>
        <p:spPr>
          <a:xfrm xmlns:a="http://schemas.openxmlformats.org/drawingml/2006/main">
            <a:off x="4591050" y="4467225"/>
            <a:ext cx="300990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0">
                <a:solidFill>
                  <a:srgbClr val="111111"/>
                </a:solidFill>
                <a:latin typeface="微软雅黑"/>
                <a:ea typeface="微软雅黑"/>
                <a:cs typeface="微软雅黑"/>
              </a:defRPr>
            </a:pPr>
            <a:r>
              <a:rPr sz="1275" b="0">
                <a:solidFill>
                  <a:srgbClr val="111111"/>
                </a:solidFill>
                <a:latin typeface="微软雅黑"/>
                <a:ea typeface="微软雅黑"/>
                <a:cs typeface="微软雅黑"/>
              </a:rPr>
              <a:t>Laboratory baseline / Task rules</a:t>
            </a:r>
          </a:p>
        </p:txBody>
      </p:sp>
      <p:sp>
        <p:nvSpPr>
          <p:cNvPr id="26" name="diagram-box-303">
            <a:extLst xmlns:a="http://schemas.openxmlformats.org/drawingml/2006/main">
              <a:ext uri="{FF2B5EF4-FFF2-40B4-BE49-F238E27FC236}">
                <a16:creationId xmlns:a16="http://schemas.microsoft.com/office/drawing/2014/main" id="{A729CB1B-F419-437D-B308-E2C951794960}"/>
              </a:ext>
            </a:extLst>
          </p:cNvPr>
          <p:cNvSpPr>
            <a:spLocks xmlns:a="http://schemas.openxmlformats.org/drawingml/2006/main" noGrp="1"/>
          </p:cNvSpPr>
          <p:nvPr/>
        </p:nvSpPr>
        <p:spPr>
          <a:xfrm xmlns:a="http://schemas.openxmlformats.org/drawingml/2006/main">
            <a:off x="8286750" y="4248150"/>
            <a:ext cx="3124200" cy="54292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27" name="revision-text-304">
            <a:extLst xmlns:a="http://schemas.openxmlformats.org/drawingml/2006/main">
              <a:ext uri="{FF2B5EF4-FFF2-40B4-BE49-F238E27FC236}">
                <a16:creationId xmlns:a16="http://schemas.microsoft.com/office/drawing/2014/main" id="{31D43759-3312-4BE6-9221-63B1624A746C}"/>
              </a:ext>
            </a:extLst>
          </p:cNvPr>
          <p:cNvSpPr>
            <a:spLocks xmlns:a="http://schemas.openxmlformats.org/drawingml/2006/main" noGrp="1"/>
          </p:cNvSpPr>
          <p:nvPr/>
        </p:nvSpPr>
        <p:spPr>
          <a:xfrm xmlns:a="http://schemas.openxmlformats.org/drawingml/2006/main">
            <a:off x="8334375" y="4276725"/>
            <a:ext cx="3028950"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25" b="1">
                <a:solidFill>
                  <a:srgbClr val="111111"/>
                </a:solidFill>
                <a:latin typeface="微软雅黑"/>
                <a:ea typeface="微软雅黑"/>
                <a:cs typeface="微软雅黑"/>
              </a:defRPr>
            </a:pPr>
            <a:r>
              <a:rPr sz="1425" b="1">
                <a:solidFill>
                  <a:srgbClr val="111111"/>
                </a:solidFill>
                <a:latin typeface="微软雅黑"/>
                <a:ea typeface="微软雅黑"/>
                <a:cs typeface="微软雅黑"/>
              </a:rPr>
              <a:t>Handling actions</a:t>
            </a:r>
          </a:p>
        </p:txBody>
      </p:sp>
      <p:sp>
        <p:nvSpPr>
          <p:cNvPr id="28" name="revision-text-305">
            <a:extLst xmlns:a="http://schemas.openxmlformats.org/drawingml/2006/main">
              <a:ext uri="{FF2B5EF4-FFF2-40B4-BE49-F238E27FC236}">
                <a16:creationId xmlns:a16="http://schemas.microsoft.com/office/drawing/2014/main" id="{96C774C7-3F79-4E85-84AF-0D7EC44EED22}"/>
              </a:ext>
            </a:extLst>
          </p:cNvPr>
          <p:cNvSpPr>
            <a:spLocks xmlns:a="http://schemas.openxmlformats.org/drawingml/2006/main" noGrp="1"/>
          </p:cNvSpPr>
          <p:nvPr/>
        </p:nvSpPr>
        <p:spPr>
          <a:xfrm xmlns:a="http://schemas.openxmlformats.org/drawingml/2006/main">
            <a:off x="8343900" y="4467225"/>
            <a:ext cx="300990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0">
                <a:solidFill>
                  <a:srgbClr val="111111"/>
                </a:solidFill>
                <a:latin typeface="微软雅黑"/>
                <a:ea typeface="微软雅黑"/>
                <a:cs typeface="微软雅黑"/>
              </a:defRPr>
            </a:pPr>
            <a:r>
              <a:rPr sz="1275" b="0">
                <a:solidFill>
                  <a:srgbClr val="111111"/>
                </a:solidFill>
                <a:latin typeface="微软雅黑"/>
                <a:ea typeface="微软雅黑"/>
                <a:cs typeface="微软雅黑"/>
              </a:rPr>
              <a:t>Device actions / Warn / Alarm / Abort</a:t>
            </a:r>
          </a:p>
        </p:txBody>
      </p:sp>
      <p:sp>
        <p:nvSpPr>
          <p:cNvPr id="29" name="diagram-line-306">
            <a:extLst xmlns:a="http://schemas.openxmlformats.org/drawingml/2006/main">
              <a:ext uri="{FF2B5EF4-FFF2-40B4-BE49-F238E27FC236}">
                <a16:creationId xmlns:a16="http://schemas.microsoft.com/office/drawing/2014/main" id="{D8235FAB-F743-45B9-9F3C-E9ACF53BD5DB}"/>
              </a:ext>
            </a:extLst>
          </p:cNvPr>
          <p:cNvSpPr>
            <a:spLocks xmlns:a="http://schemas.openxmlformats.org/drawingml/2006/main" noGrp="1"/>
          </p:cNvSpPr>
          <p:nvPr/>
        </p:nvSpPr>
        <p:spPr>
          <a:xfrm xmlns:a="http://schemas.openxmlformats.org/drawingml/2006/main">
            <a:off x="3905250" y="4457700"/>
            <a:ext cx="628650" cy="191"/>
          </a:xfrm>
          <a:custGeom xmlns:a="http://schemas.openxmlformats.org/drawingml/2006/main">
            <a:pathLst>
              <a:path w="628650" h="191">
                <a:moveTo>
                  <a:pt x="0" y="0"/>
                </a:moveTo>
                <a:lnTo>
                  <a:pt x="628650" y="0"/>
                </a:lnTo>
              </a:path>
            </a:pathLst>
          </a:custGeom>
          <a:noFill xmlns:a="http://schemas.openxmlformats.org/drawingml/2006/main"/>
          <a:ln xmlns:a="http://schemas.openxmlformats.org/drawingml/2006/main" w="14288">
            <a:solidFill>
              <a:srgbClr val="B15F20"/>
            </a:solidFill>
          </a:ln>
        </p:spPr>
      </p:sp>
      <p:sp>
        <p:nvSpPr>
          <p:cNvPr id="30" name="diagram-poly-307">
            <a:extLst xmlns:a="http://schemas.openxmlformats.org/drawingml/2006/main">
              <a:ext uri="{FF2B5EF4-FFF2-40B4-BE49-F238E27FC236}">
                <a16:creationId xmlns:a16="http://schemas.microsoft.com/office/drawing/2014/main" id="{D03FB178-3063-45B5-AB3F-09638A3EA59D}"/>
              </a:ext>
            </a:extLst>
          </p:cNvPr>
          <p:cNvSpPr>
            <a:spLocks xmlns:a="http://schemas.openxmlformats.org/drawingml/2006/main" noGrp="1"/>
          </p:cNvSpPr>
          <p:nvPr/>
        </p:nvSpPr>
        <p:spPr>
          <a:xfrm xmlns:a="http://schemas.openxmlformats.org/drawingml/2006/main">
            <a:off x="4467225" y="44281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B15F20"/>
          </a:solidFill>
          <a:ln xmlns:a="http://schemas.openxmlformats.org/drawingml/2006/main" w="953">
            <a:solidFill>
              <a:srgbClr val="B15F20"/>
            </a:solidFill>
          </a:ln>
        </p:spPr>
      </p:sp>
      <p:sp>
        <p:nvSpPr>
          <p:cNvPr id="31" name="diagram-line-308">
            <a:extLst xmlns:a="http://schemas.openxmlformats.org/drawingml/2006/main">
              <a:ext uri="{FF2B5EF4-FFF2-40B4-BE49-F238E27FC236}">
                <a16:creationId xmlns:a16="http://schemas.microsoft.com/office/drawing/2014/main" id="{CB0009F0-4B4B-45F6-84F1-0E344142355F}"/>
              </a:ext>
            </a:extLst>
          </p:cNvPr>
          <p:cNvSpPr>
            <a:spLocks xmlns:a="http://schemas.openxmlformats.org/drawingml/2006/main" noGrp="1"/>
          </p:cNvSpPr>
          <p:nvPr/>
        </p:nvSpPr>
        <p:spPr>
          <a:xfrm xmlns:a="http://schemas.openxmlformats.org/drawingml/2006/main">
            <a:off x="7658100" y="4457700"/>
            <a:ext cx="628650" cy="191"/>
          </a:xfrm>
          <a:custGeom xmlns:a="http://schemas.openxmlformats.org/drawingml/2006/main">
            <a:pathLst>
              <a:path w="628650" h="191">
                <a:moveTo>
                  <a:pt x="0" y="0"/>
                </a:moveTo>
                <a:lnTo>
                  <a:pt x="628650" y="0"/>
                </a:lnTo>
              </a:path>
            </a:pathLst>
          </a:custGeom>
          <a:noFill xmlns:a="http://schemas.openxmlformats.org/drawingml/2006/main"/>
          <a:ln xmlns:a="http://schemas.openxmlformats.org/drawingml/2006/main" w="14288">
            <a:solidFill>
              <a:srgbClr val="B15F20"/>
            </a:solidFill>
          </a:ln>
        </p:spPr>
      </p:sp>
      <p:sp>
        <p:nvSpPr>
          <p:cNvPr id="32" name="diagram-poly-309">
            <a:extLst xmlns:a="http://schemas.openxmlformats.org/drawingml/2006/main">
              <a:ext uri="{FF2B5EF4-FFF2-40B4-BE49-F238E27FC236}">
                <a16:creationId xmlns:a16="http://schemas.microsoft.com/office/drawing/2014/main" id="{3F30C838-B014-4995-9EC3-E0C36C98AF75}"/>
              </a:ext>
            </a:extLst>
          </p:cNvPr>
          <p:cNvSpPr>
            <a:spLocks xmlns:a="http://schemas.openxmlformats.org/drawingml/2006/main" noGrp="1"/>
          </p:cNvSpPr>
          <p:nvPr/>
        </p:nvSpPr>
        <p:spPr>
          <a:xfrm xmlns:a="http://schemas.openxmlformats.org/drawingml/2006/main">
            <a:off x="8220075" y="44281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B15F20"/>
          </a:solidFill>
          <a:ln xmlns:a="http://schemas.openxmlformats.org/drawingml/2006/main" w="953">
            <a:solidFill>
              <a:srgbClr val="B15F20"/>
            </a:solidFill>
          </a:ln>
        </p:spPr>
      </p:sp>
      <p:sp>
        <p:nvSpPr>
          <p:cNvPr id="33" name="diagram-line-310">
            <a:extLst xmlns:a="http://schemas.openxmlformats.org/drawingml/2006/main">
              <a:ext uri="{FF2B5EF4-FFF2-40B4-BE49-F238E27FC236}">
                <a16:creationId xmlns:a16="http://schemas.microsoft.com/office/drawing/2014/main" id="{58FCCEF9-A829-4F0F-8506-B450226004AE}"/>
              </a:ext>
            </a:extLst>
          </p:cNvPr>
          <p:cNvSpPr>
            <a:spLocks xmlns:a="http://schemas.openxmlformats.org/drawingml/2006/main" noGrp="1"/>
          </p:cNvSpPr>
          <p:nvPr/>
        </p:nvSpPr>
        <p:spPr>
          <a:xfrm xmlns:a="http://schemas.openxmlformats.org/drawingml/2006/main">
            <a:off x="2905125" y="26765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34" name="diagram-line-311">
            <a:extLst xmlns:a="http://schemas.openxmlformats.org/drawingml/2006/main">
              <a:ext uri="{FF2B5EF4-FFF2-40B4-BE49-F238E27FC236}">
                <a16:creationId xmlns:a16="http://schemas.microsoft.com/office/drawing/2014/main" id="{78B23F70-91A0-4800-8067-D87593129CC3}"/>
              </a:ext>
            </a:extLst>
          </p:cNvPr>
          <p:cNvSpPr>
            <a:spLocks xmlns:a="http://schemas.openxmlformats.org/drawingml/2006/main" noGrp="1"/>
          </p:cNvSpPr>
          <p:nvPr/>
        </p:nvSpPr>
        <p:spPr>
          <a:xfrm xmlns:a="http://schemas.openxmlformats.org/drawingml/2006/main">
            <a:off x="2905125" y="27908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35" name="diagram-line-312">
            <a:extLst xmlns:a="http://schemas.openxmlformats.org/drawingml/2006/main">
              <a:ext uri="{FF2B5EF4-FFF2-40B4-BE49-F238E27FC236}">
                <a16:creationId xmlns:a16="http://schemas.microsoft.com/office/drawing/2014/main" id="{4595A9DA-F6D6-4016-95CB-CAC1581E975A}"/>
              </a:ext>
            </a:extLst>
          </p:cNvPr>
          <p:cNvSpPr>
            <a:spLocks xmlns:a="http://schemas.openxmlformats.org/drawingml/2006/main" noGrp="1"/>
          </p:cNvSpPr>
          <p:nvPr/>
        </p:nvSpPr>
        <p:spPr>
          <a:xfrm xmlns:a="http://schemas.openxmlformats.org/drawingml/2006/main">
            <a:off x="2905125" y="29051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36" name="diagram-line-313">
            <a:extLst xmlns:a="http://schemas.openxmlformats.org/drawingml/2006/main">
              <a:ext uri="{FF2B5EF4-FFF2-40B4-BE49-F238E27FC236}">
                <a16:creationId xmlns:a16="http://schemas.microsoft.com/office/drawing/2014/main" id="{E8A54181-6C51-4A44-9CE0-FD11FEB75F06}"/>
              </a:ext>
            </a:extLst>
          </p:cNvPr>
          <p:cNvSpPr>
            <a:spLocks xmlns:a="http://schemas.openxmlformats.org/drawingml/2006/main" noGrp="1"/>
          </p:cNvSpPr>
          <p:nvPr/>
        </p:nvSpPr>
        <p:spPr>
          <a:xfrm xmlns:a="http://schemas.openxmlformats.org/drawingml/2006/main">
            <a:off x="2905125" y="30194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37" name="diagram-line-314">
            <a:extLst xmlns:a="http://schemas.openxmlformats.org/drawingml/2006/main">
              <a:ext uri="{FF2B5EF4-FFF2-40B4-BE49-F238E27FC236}">
                <a16:creationId xmlns:a16="http://schemas.microsoft.com/office/drawing/2014/main" id="{3C237BBD-53E9-4BE3-AD49-CCA5229B555B}"/>
              </a:ext>
            </a:extLst>
          </p:cNvPr>
          <p:cNvSpPr>
            <a:spLocks xmlns:a="http://schemas.openxmlformats.org/drawingml/2006/main" noGrp="1"/>
          </p:cNvSpPr>
          <p:nvPr/>
        </p:nvSpPr>
        <p:spPr>
          <a:xfrm xmlns:a="http://schemas.openxmlformats.org/drawingml/2006/main">
            <a:off x="2905125" y="31337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38" name="diagram-line-315">
            <a:extLst xmlns:a="http://schemas.openxmlformats.org/drawingml/2006/main">
              <a:ext uri="{FF2B5EF4-FFF2-40B4-BE49-F238E27FC236}">
                <a16:creationId xmlns:a16="http://schemas.microsoft.com/office/drawing/2014/main" id="{6B69814E-1F64-4642-A602-66CF4840B1C4}"/>
              </a:ext>
            </a:extLst>
          </p:cNvPr>
          <p:cNvSpPr>
            <a:spLocks xmlns:a="http://schemas.openxmlformats.org/drawingml/2006/main" noGrp="1"/>
          </p:cNvSpPr>
          <p:nvPr/>
        </p:nvSpPr>
        <p:spPr>
          <a:xfrm xmlns:a="http://schemas.openxmlformats.org/drawingml/2006/main">
            <a:off x="2905125" y="32480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39" name="diagram-line-316">
            <a:extLst xmlns:a="http://schemas.openxmlformats.org/drawingml/2006/main">
              <a:ext uri="{FF2B5EF4-FFF2-40B4-BE49-F238E27FC236}">
                <a16:creationId xmlns:a16="http://schemas.microsoft.com/office/drawing/2014/main" id="{101C6761-BD8A-41C1-A076-5F95A20FCA9F}"/>
              </a:ext>
            </a:extLst>
          </p:cNvPr>
          <p:cNvSpPr>
            <a:spLocks xmlns:a="http://schemas.openxmlformats.org/drawingml/2006/main" noGrp="1"/>
          </p:cNvSpPr>
          <p:nvPr/>
        </p:nvSpPr>
        <p:spPr>
          <a:xfrm xmlns:a="http://schemas.openxmlformats.org/drawingml/2006/main">
            <a:off x="2905125" y="33623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40" name="diagram-line-317">
            <a:extLst xmlns:a="http://schemas.openxmlformats.org/drawingml/2006/main">
              <a:ext uri="{FF2B5EF4-FFF2-40B4-BE49-F238E27FC236}">
                <a16:creationId xmlns:a16="http://schemas.microsoft.com/office/drawing/2014/main" id="{426C6A96-8930-4696-8002-B28ACE694097}"/>
              </a:ext>
            </a:extLst>
          </p:cNvPr>
          <p:cNvSpPr>
            <a:spLocks xmlns:a="http://schemas.openxmlformats.org/drawingml/2006/main" noGrp="1"/>
          </p:cNvSpPr>
          <p:nvPr/>
        </p:nvSpPr>
        <p:spPr>
          <a:xfrm xmlns:a="http://schemas.openxmlformats.org/drawingml/2006/main">
            <a:off x="2905125" y="34766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41" name="diagram-line-318">
            <a:extLst xmlns:a="http://schemas.openxmlformats.org/drawingml/2006/main">
              <a:ext uri="{FF2B5EF4-FFF2-40B4-BE49-F238E27FC236}">
                <a16:creationId xmlns:a16="http://schemas.microsoft.com/office/drawing/2014/main" id="{99B36CA1-54C0-4F01-9575-E585700EA218}"/>
              </a:ext>
            </a:extLst>
          </p:cNvPr>
          <p:cNvSpPr>
            <a:spLocks xmlns:a="http://schemas.openxmlformats.org/drawingml/2006/main" noGrp="1"/>
          </p:cNvSpPr>
          <p:nvPr/>
        </p:nvSpPr>
        <p:spPr>
          <a:xfrm xmlns:a="http://schemas.openxmlformats.org/drawingml/2006/main">
            <a:off x="2905125" y="35909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42" name="diagram-line-319">
            <a:extLst xmlns:a="http://schemas.openxmlformats.org/drawingml/2006/main">
              <a:ext uri="{FF2B5EF4-FFF2-40B4-BE49-F238E27FC236}">
                <a16:creationId xmlns:a16="http://schemas.microsoft.com/office/drawing/2014/main" id="{638BB76B-F03D-4780-94F3-17EB4E880012}"/>
              </a:ext>
            </a:extLst>
          </p:cNvPr>
          <p:cNvSpPr>
            <a:spLocks xmlns:a="http://schemas.openxmlformats.org/drawingml/2006/main" noGrp="1"/>
          </p:cNvSpPr>
          <p:nvPr/>
        </p:nvSpPr>
        <p:spPr>
          <a:xfrm xmlns:a="http://schemas.openxmlformats.org/drawingml/2006/main">
            <a:off x="2905125" y="37052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43" name="diagram-line-320">
            <a:extLst xmlns:a="http://schemas.openxmlformats.org/drawingml/2006/main">
              <a:ext uri="{FF2B5EF4-FFF2-40B4-BE49-F238E27FC236}">
                <a16:creationId xmlns:a16="http://schemas.microsoft.com/office/drawing/2014/main" id="{3DF4A962-B35E-46D6-BE83-8F88C27DEC41}"/>
              </a:ext>
            </a:extLst>
          </p:cNvPr>
          <p:cNvSpPr>
            <a:spLocks xmlns:a="http://schemas.openxmlformats.org/drawingml/2006/main" noGrp="1"/>
          </p:cNvSpPr>
          <p:nvPr/>
        </p:nvSpPr>
        <p:spPr>
          <a:xfrm xmlns:a="http://schemas.openxmlformats.org/drawingml/2006/main">
            <a:off x="2905125" y="3819525"/>
            <a:ext cx="191" cy="19050"/>
          </a:xfrm>
          <a:custGeom xmlns:a="http://schemas.openxmlformats.org/drawingml/2006/main">
            <a:pathLst>
              <a:path w="191" h="19050">
                <a:moveTo>
                  <a:pt x="0" y="0"/>
                </a:moveTo>
                <a:lnTo>
                  <a:pt x="0" y="19050"/>
                </a:lnTo>
              </a:path>
            </a:pathLst>
          </a:custGeom>
          <a:noFill xmlns:a="http://schemas.openxmlformats.org/drawingml/2006/main"/>
          <a:ln xmlns:a="http://schemas.openxmlformats.org/drawingml/2006/main" w="14288">
            <a:solidFill>
              <a:srgbClr val="9A83BB"/>
            </a:solidFill>
          </a:ln>
        </p:spPr>
      </p:sp>
      <p:sp>
        <p:nvSpPr>
          <p:cNvPr id="44" name="diagram-poly-321">
            <a:extLst xmlns:a="http://schemas.openxmlformats.org/drawingml/2006/main">
              <a:ext uri="{FF2B5EF4-FFF2-40B4-BE49-F238E27FC236}">
                <a16:creationId xmlns:a16="http://schemas.microsoft.com/office/drawing/2014/main" id="{65BF1B7B-6CBF-479F-B982-F91ED1666A93}"/>
              </a:ext>
            </a:extLst>
          </p:cNvPr>
          <p:cNvSpPr>
            <a:spLocks xmlns:a="http://schemas.openxmlformats.org/drawingml/2006/main" noGrp="1"/>
          </p:cNvSpPr>
          <p:nvPr/>
        </p:nvSpPr>
        <p:spPr>
          <a:xfrm xmlns:a="http://schemas.openxmlformats.org/drawingml/2006/main">
            <a:off x="2875598" y="3771900"/>
            <a:ext cx="59055" cy="66675"/>
          </a:xfrm>
          <a:custGeom xmlns:a="http://schemas.openxmlformats.org/drawingml/2006/main">
            <a:pathLst>
              <a:path w="59055" h="66675">
                <a:moveTo>
                  <a:pt x="29527" y="66675"/>
                </a:moveTo>
                <a:lnTo>
                  <a:pt x="59055" y="0"/>
                </a:lnTo>
                <a:lnTo>
                  <a:pt x="0" y="0"/>
                </a:lnTo>
                <a:close/>
              </a:path>
            </a:pathLst>
          </a:custGeom>
          <a:solidFill xmlns:a="http://schemas.openxmlformats.org/drawingml/2006/main">
            <a:srgbClr val="9A83BB"/>
          </a:solidFill>
          <a:ln xmlns:a="http://schemas.openxmlformats.org/drawingml/2006/main" w="953">
            <a:solidFill>
              <a:srgbClr val="9A83BB"/>
            </a:solidFill>
          </a:ln>
        </p:spPr>
      </p:sp>
      <p:sp>
        <p:nvSpPr>
          <p:cNvPr id="45" name="revision-text-322">
            <a:extLst xmlns:a="http://schemas.openxmlformats.org/drawingml/2006/main">
              <a:ext uri="{FF2B5EF4-FFF2-40B4-BE49-F238E27FC236}">
                <a16:creationId xmlns:a16="http://schemas.microsoft.com/office/drawing/2014/main" id="{6D54FCB9-CEF1-49BD-B115-4DEA6862A13C}"/>
              </a:ext>
            </a:extLst>
          </p:cNvPr>
          <p:cNvSpPr>
            <a:spLocks xmlns:a="http://schemas.openxmlformats.org/drawingml/2006/main" noGrp="1"/>
          </p:cNvSpPr>
          <p:nvPr/>
        </p:nvSpPr>
        <p:spPr>
          <a:xfrm xmlns:a="http://schemas.openxmlformats.org/drawingml/2006/main">
            <a:off x="723900" y="3095625"/>
            <a:ext cx="211455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85" b="0">
                <a:solidFill>
                  <a:srgbClr val="9A83BB"/>
                </a:solidFill>
                <a:latin typeface="微软雅黑"/>
                <a:ea typeface="微软雅黑"/>
                <a:cs typeface="微软雅黑"/>
              </a:defRPr>
            </a:pPr>
            <a:r>
              <a:rPr sz="1485" b="0">
                <a:solidFill>
                  <a:srgbClr val="9A83BB"/>
                </a:solidFill>
                <a:latin typeface="微软雅黑"/>
                <a:ea typeface="微软雅黑"/>
                <a:cs typeface="微软雅黑"/>
              </a:rPr>
              <a:t>Workflow observations</a:t>
            </a:r>
          </a:p>
        </p:txBody>
      </p:sp>
      <p:sp>
        <p:nvSpPr>
          <p:cNvPr id="46" name="diagram-line-323">
            <a:extLst xmlns:a="http://schemas.openxmlformats.org/drawingml/2006/main">
              <a:ext uri="{FF2B5EF4-FFF2-40B4-BE49-F238E27FC236}">
                <a16:creationId xmlns:a16="http://schemas.microsoft.com/office/drawing/2014/main" id="{F117C527-4167-4FEF-A23F-4EC89BF7E26F}"/>
              </a:ext>
            </a:extLst>
          </p:cNvPr>
          <p:cNvSpPr>
            <a:spLocks xmlns:a="http://schemas.openxmlformats.org/drawingml/2006/main" noGrp="1"/>
          </p:cNvSpPr>
          <p:nvPr/>
        </p:nvSpPr>
        <p:spPr>
          <a:xfrm xmlns:a="http://schemas.openxmlformats.org/drawingml/2006/main">
            <a:off x="9953625" y="26765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47" name="diagram-line-324">
            <a:extLst xmlns:a="http://schemas.openxmlformats.org/drawingml/2006/main">
              <a:ext uri="{FF2B5EF4-FFF2-40B4-BE49-F238E27FC236}">
                <a16:creationId xmlns:a16="http://schemas.microsoft.com/office/drawing/2014/main" id="{FC10F012-7F70-4460-BFDB-A0FCEAE13BD2}"/>
              </a:ext>
            </a:extLst>
          </p:cNvPr>
          <p:cNvSpPr>
            <a:spLocks xmlns:a="http://schemas.openxmlformats.org/drawingml/2006/main" noGrp="1"/>
          </p:cNvSpPr>
          <p:nvPr/>
        </p:nvSpPr>
        <p:spPr>
          <a:xfrm xmlns:a="http://schemas.openxmlformats.org/drawingml/2006/main">
            <a:off x="9953625" y="27908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48" name="diagram-line-325">
            <a:extLst xmlns:a="http://schemas.openxmlformats.org/drawingml/2006/main">
              <a:ext uri="{FF2B5EF4-FFF2-40B4-BE49-F238E27FC236}">
                <a16:creationId xmlns:a16="http://schemas.microsoft.com/office/drawing/2014/main" id="{A1D4AAF0-94E5-40EB-8EF1-54DB37C5ABC9}"/>
              </a:ext>
            </a:extLst>
          </p:cNvPr>
          <p:cNvSpPr>
            <a:spLocks xmlns:a="http://schemas.openxmlformats.org/drawingml/2006/main" noGrp="1"/>
          </p:cNvSpPr>
          <p:nvPr/>
        </p:nvSpPr>
        <p:spPr>
          <a:xfrm xmlns:a="http://schemas.openxmlformats.org/drawingml/2006/main">
            <a:off x="9953625" y="29051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49" name="diagram-line-326">
            <a:extLst xmlns:a="http://schemas.openxmlformats.org/drawingml/2006/main">
              <a:ext uri="{FF2B5EF4-FFF2-40B4-BE49-F238E27FC236}">
                <a16:creationId xmlns:a16="http://schemas.microsoft.com/office/drawing/2014/main" id="{4A0174DB-A182-4036-BBC0-03FBAE0BDA64}"/>
              </a:ext>
            </a:extLst>
          </p:cNvPr>
          <p:cNvSpPr>
            <a:spLocks xmlns:a="http://schemas.openxmlformats.org/drawingml/2006/main" noGrp="1"/>
          </p:cNvSpPr>
          <p:nvPr/>
        </p:nvSpPr>
        <p:spPr>
          <a:xfrm xmlns:a="http://schemas.openxmlformats.org/drawingml/2006/main">
            <a:off x="9953625" y="3019425"/>
            <a:ext cx="191" cy="38100"/>
          </a:xfrm>
          <a:custGeom xmlns:a="http://schemas.openxmlformats.org/drawingml/2006/main">
            <a:pathLst>
              <a:path w="191" h="38100">
                <a:moveTo>
                  <a:pt x="0" y="0"/>
                </a:moveTo>
                <a:lnTo>
                  <a:pt x="0" y="38100"/>
                </a:lnTo>
              </a:path>
            </a:pathLst>
          </a:custGeom>
          <a:noFill xmlns:a="http://schemas.openxmlformats.org/drawingml/2006/main"/>
          <a:ln xmlns:a="http://schemas.openxmlformats.org/drawingml/2006/main" w="14288">
            <a:solidFill>
              <a:srgbClr val="799A39"/>
            </a:solidFill>
          </a:ln>
        </p:spPr>
      </p:sp>
      <p:sp>
        <p:nvSpPr>
          <p:cNvPr id="50" name="diagram-line-327">
            <a:extLst xmlns:a="http://schemas.openxmlformats.org/drawingml/2006/main">
              <a:ext uri="{FF2B5EF4-FFF2-40B4-BE49-F238E27FC236}">
                <a16:creationId xmlns:a16="http://schemas.microsoft.com/office/drawing/2014/main" id="{BA4ADA71-F4A5-4A77-961A-7B59F8326F30}"/>
              </a:ext>
            </a:extLst>
          </p:cNvPr>
          <p:cNvSpPr>
            <a:spLocks xmlns:a="http://schemas.openxmlformats.org/drawingml/2006/main" noGrp="1"/>
          </p:cNvSpPr>
          <p:nvPr/>
        </p:nvSpPr>
        <p:spPr>
          <a:xfrm xmlns:a="http://schemas.openxmlformats.org/drawingml/2006/main">
            <a:off x="98869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1" name="diagram-line-328">
            <a:extLst xmlns:a="http://schemas.openxmlformats.org/drawingml/2006/main">
              <a:ext uri="{FF2B5EF4-FFF2-40B4-BE49-F238E27FC236}">
                <a16:creationId xmlns:a16="http://schemas.microsoft.com/office/drawing/2014/main" id="{783A50DF-475E-48A6-A289-64119CEF9D12}"/>
              </a:ext>
            </a:extLst>
          </p:cNvPr>
          <p:cNvSpPr>
            <a:spLocks xmlns:a="http://schemas.openxmlformats.org/drawingml/2006/main" noGrp="1"/>
          </p:cNvSpPr>
          <p:nvPr/>
        </p:nvSpPr>
        <p:spPr>
          <a:xfrm xmlns:a="http://schemas.openxmlformats.org/drawingml/2006/main">
            <a:off x="97726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2" name="diagram-line-329">
            <a:extLst xmlns:a="http://schemas.openxmlformats.org/drawingml/2006/main">
              <a:ext uri="{FF2B5EF4-FFF2-40B4-BE49-F238E27FC236}">
                <a16:creationId xmlns:a16="http://schemas.microsoft.com/office/drawing/2014/main" id="{F5814474-4348-4111-A0E8-C6648C880C22}"/>
              </a:ext>
            </a:extLst>
          </p:cNvPr>
          <p:cNvSpPr>
            <a:spLocks xmlns:a="http://schemas.openxmlformats.org/drawingml/2006/main" noGrp="1"/>
          </p:cNvSpPr>
          <p:nvPr/>
        </p:nvSpPr>
        <p:spPr>
          <a:xfrm xmlns:a="http://schemas.openxmlformats.org/drawingml/2006/main">
            <a:off x="96583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3" name="diagram-line-330">
            <a:extLst xmlns:a="http://schemas.openxmlformats.org/drawingml/2006/main">
              <a:ext uri="{FF2B5EF4-FFF2-40B4-BE49-F238E27FC236}">
                <a16:creationId xmlns:a16="http://schemas.microsoft.com/office/drawing/2014/main" id="{A2245324-72E9-43E9-99BE-CC9B667E805A}"/>
              </a:ext>
            </a:extLst>
          </p:cNvPr>
          <p:cNvSpPr>
            <a:spLocks xmlns:a="http://schemas.openxmlformats.org/drawingml/2006/main" noGrp="1"/>
          </p:cNvSpPr>
          <p:nvPr/>
        </p:nvSpPr>
        <p:spPr>
          <a:xfrm xmlns:a="http://schemas.openxmlformats.org/drawingml/2006/main">
            <a:off x="95440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4" name="diagram-line-331">
            <a:extLst xmlns:a="http://schemas.openxmlformats.org/drawingml/2006/main">
              <a:ext uri="{FF2B5EF4-FFF2-40B4-BE49-F238E27FC236}">
                <a16:creationId xmlns:a16="http://schemas.microsoft.com/office/drawing/2014/main" id="{2FB358CF-8F83-4074-A21A-A9F5168EEC6A}"/>
              </a:ext>
            </a:extLst>
          </p:cNvPr>
          <p:cNvSpPr>
            <a:spLocks xmlns:a="http://schemas.openxmlformats.org/drawingml/2006/main" noGrp="1"/>
          </p:cNvSpPr>
          <p:nvPr/>
        </p:nvSpPr>
        <p:spPr>
          <a:xfrm xmlns:a="http://schemas.openxmlformats.org/drawingml/2006/main">
            <a:off x="94297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5" name="diagram-line-332">
            <a:extLst xmlns:a="http://schemas.openxmlformats.org/drawingml/2006/main">
              <a:ext uri="{FF2B5EF4-FFF2-40B4-BE49-F238E27FC236}">
                <a16:creationId xmlns:a16="http://schemas.microsoft.com/office/drawing/2014/main" id="{223EE21E-E30B-4EE6-9EC9-7E709AF213ED}"/>
              </a:ext>
            </a:extLst>
          </p:cNvPr>
          <p:cNvSpPr>
            <a:spLocks xmlns:a="http://schemas.openxmlformats.org/drawingml/2006/main" noGrp="1"/>
          </p:cNvSpPr>
          <p:nvPr/>
        </p:nvSpPr>
        <p:spPr>
          <a:xfrm xmlns:a="http://schemas.openxmlformats.org/drawingml/2006/main">
            <a:off x="93154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6" name="diagram-line-333">
            <a:extLst xmlns:a="http://schemas.openxmlformats.org/drawingml/2006/main">
              <a:ext uri="{FF2B5EF4-FFF2-40B4-BE49-F238E27FC236}">
                <a16:creationId xmlns:a16="http://schemas.microsoft.com/office/drawing/2014/main" id="{B2C3F653-EBCC-4613-978A-D00D289D44E8}"/>
              </a:ext>
            </a:extLst>
          </p:cNvPr>
          <p:cNvSpPr>
            <a:spLocks xmlns:a="http://schemas.openxmlformats.org/drawingml/2006/main" noGrp="1"/>
          </p:cNvSpPr>
          <p:nvPr/>
        </p:nvSpPr>
        <p:spPr>
          <a:xfrm xmlns:a="http://schemas.openxmlformats.org/drawingml/2006/main">
            <a:off x="92011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7" name="diagram-line-334">
            <a:extLst xmlns:a="http://schemas.openxmlformats.org/drawingml/2006/main">
              <a:ext uri="{FF2B5EF4-FFF2-40B4-BE49-F238E27FC236}">
                <a16:creationId xmlns:a16="http://schemas.microsoft.com/office/drawing/2014/main" id="{E80703C1-2E8B-4FDC-9B6A-31310489BBBA}"/>
              </a:ext>
            </a:extLst>
          </p:cNvPr>
          <p:cNvSpPr>
            <a:spLocks xmlns:a="http://schemas.openxmlformats.org/drawingml/2006/main" noGrp="1"/>
          </p:cNvSpPr>
          <p:nvPr/>
        </p:nvSpPr>
        <p:spPr>
          <a:xfrm xmlns:a="http://schemas.openxmlformats.org/drawingml/2006/main">
            <a:off x="90868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8" name="diagram-line-335">
            <a:extLst xmlns:a="http://schemas.openxmlformats.org/drawingml/2006/main">
              <a:ext uri="{FF2B5EF4-FFF2-40B4-BE49-F238E27FC236}">
                <a16:creationId xmlns:a16="http://schemas.microsoft.com/office/drawing/2014/main" id="{350E1A5F-F504-4750-9B8F-278EF61F1983}"/>
              </a:ext>
            </a:extLst>
          </p:cNvPr>
          <p:cNvSpPr>
            <a:spLocks xmlns:a="http://schemas.openxmlformats.org/drawingml/2006/main" noGrp="1"/>
          </p:cNvSpPr>
          <p:nvPr/>
        </p:nvSpPr>
        <p:spPr>
          <a:xfrm xmlns:a="http://schemas.openxmlformats.org/drawingml/2006/main">
            <a:off x="89725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9" name="diagram-line-336">
            <a:extLst xmlns:a="http://schemas.openxmlformats.org/drawingml/2006/main">
              <a:ext uri="{FF2B5EF4-FFF2-40B4-BE49-F238E27FC236}">
                <a16:creationId xmlns:a16="http://schemas.microsoft.com/office/drawing/2014/main" id="{9FF51160-3E49-48B2-8DF3-D86031C2D92E}"/>
              </a:ext>
            </a:extLst>
          </p:cNvPr>
          <p:cNvSpPr>
            <a:spLocks xmlns:a="http://schemas.openxmlformats.org/drawingml/2006/main" noGrp="1"/>
          </p:cNvSpPr>
          <p:nvPr/>
        </p:nvSpPr>
        <p:spPr>
          <a:xfrm xmlns:a="http://schemas.openxmlformats.org/drawingml/2006/main">
            <a:off x="88582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0" name="diagram-line-337">
            <a:extLst xmlns:a="http://schemas.openxmlformats.org/drawingml/2006/main">
              <a:ext uri="{FF2B5EF4-FFF2-40B4-BE49-F238E27FC236}">
                <a16:creationId xmlns:a16="http://schemas.microsoft.com/office/drawing/2014/main" id="{7B70D393-A1E2-40D5-ADDB-4CC82E6FDF65}"/>
              </a:ext>
            </a:extLst>
          </p:cNvPr>
          <p:cNvSpPr>
            <a:spLocks xmlns:a="http://schemas.openxmlformats.org/drawingml/2006/main" noGrp="1"/>
          </p:cNvSpPr>
          <p:nvPr/>
        </p:nvSpPr>
        <p:spPr>
          <a:xfrm xmlns:a="http://schemas.openxmlformats.org/drawingml/2006/main">
            <a:off x="87439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1" name="diagram-line-338">
            <a:extLst xmlns:a="http://schemas.openxmlformats.org/drawingml/2006/main">
              <a:ext uri="{FF2B5EF4-FFF2-40B4-BE49-F238E27FC236}">
                <a16:creationId xmlns:a16="http://schemas.microsoft.com/office/drawing/2014/main" id="{03FE5D45-8FFB-4E89-BDFD-437AD8703108}"/>
              </a:ext>
            </a:extLst>
          </p:cNvPr>
          <p:cNvSpPr>
            <a:spLocks xmlns:a="http://schemas.openxmlformats.org/drawingml/2006/main" noGrp="1"/>
          </p:cNvSpPr>
          <p:nvPr/>
        </p:nvSpPr>
        <p:spPr>
          <a:xfrm xmlns:a="http://schemas.openxmlformats.org/drawingml/2006/main">
            <a:off x="86296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2" name="diagram-line-339">
            <a:extLst xmlns:a="http://schemas.openxmlformats.org/drawingml/2006/main">
              <a:ext uri="{FF2B5EF4-FFF2-40B4-BE49-F238E27FC236}">
                <a16:creationId xmlns:a16="http://schemas.microsoft.com/office/drawing/2014/main" id="{109A12E9-D212-40C6-B7C8-1C0FF7A4F80A}"/>
              </a:ext>
            </a:extLst>
          </p:cNvPr>
          <p:cNvSpPr>
            <a:spLocks xmlns:a="http://schemas.openxmlformats.org/drawingml/2006/main" noGrp="1"/>
          </p:cNvSpPr>
          <p:nvPr/>
        </p:nvSpPr>
        <p:spPr>
          <a:xfrm xmlns:a="http://schemas.openxmlformats.org/drawingml/2006/main">
            <a:off x="85153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3" name="diagram-line-340">
            <a:extLst xmlns:a="http://schemas.openxmlformats.org/drawingml/2006/main">
              <a:ext uri="{FF2B5EF4-FFF2-40B4-BE49-F238E27FC236}">
                <a16:creationId xmlns:a16="http://schemas.microsoft.com/office/drawing/2014/main" id="{882628E3-DC4B-43A7-8AEA-F3674DCD221C}"/>
              </a:ext>
            </a:extLst>
          </p:cNvPr>
          <p:cNvSpPr>
            <a:spLocks xmlns:a="http://schemas.openxmlformats.org/drawingml/2006/main" noGrp="1"/>
          </p:cNvSpPr>
          <p:nvPr/>
        </p:nvSpPr>
        <p:spPr>
          <a:xfrm xmlns:a="http://schemas.openxmlformats.org/drawingml/2006/main">
            <a:off x="84010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4" name="diagram-line-341">
            <a:extLst xmlns:a="http://schemas.openxmlformats.org/drawingml/2006/main">
              <a:ext uri="{FF2B5EF4-FFF2-40B4-BE49-F238E27FC236}">
                <a16:creationId xmlns:a16="http://schemas.microsoft.com/office/drawing/2014/main" id="{C6718919-8154-4068-AA67-D2F564C1F08A}"/>
              </a:ext>
            </a:extLst>
          </p:cNvPr>
          <p:cNvSpPr>
            <a:spLocks xmlns:a="http://schemas.openxmlformats.org/drawingml/2006/main" noGrp="1"/>
          </p:cNvSpPr>
          <p:nvPr/>
        </p:nvSpPr>
        <p:spPr>
          <a:xfrm xmlns:a="http://schemas.openxmlformats.org/drawingml/2006/main">
            <a:off x="82867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5" name="diagram-line-342">
            <a:extLst xmlns:a="http://schemas.openxmlformats.org/drawingml/2006/main">
              <a:ext uri="{FF2B5EF4-FFF2-40B4-BE49-F238E27FC236}">
                <a16:creationId xmlns:a16="http://schemas.microsoft.com/office/drawing/2014/main" id="{55A8AD53-25DE-46E6-BC15-234EE1A4CE99}"/>
              </a:ext>
            </a:extLst>
          </p:cNvPr>
          <p:cNvSpPr>
            <a:spLocks xmlns:a="http://schemas.openxmlformats.org/drawingml/2006/main" noGrp="1"/>
          </p:cNvSpPr>
          <p:nvPr/>
        </p:nvSpPr>
        <p:spPr>
          <a:xfrm xmlns:a="http://schemas.openxmlformats.org/drawingml/2006/main">
            <a:off x="81724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6" name="diagram-line-343">
            <a:extLst xmlns:a="http://schemas.openxmlformats.org/drawingml/2006/main">
              <a:ext uri="{FF2B5EF4-FFF2-40B4-BE49-F238E27FC236}">
                <a16:creationId xmlns:a16="http://schemas.microsoft.com/office/drawing/2014/main" id="{294F686C-2438-476A-BE94-882B7D6FCBA8}"/>
              </a:ext>
            </a:extLst>
          </p:cNvPr>
          <p:cNvSpPr>
            <a:spLocks xmlns:a="http://schemas.openxmlformats.org/drawingml/2006/main" noGrp="1"/>
          </p:cNvSpPr>
          <p:nvPr/>
        </p:nvSpPr>
        <p:spPr>
          <a:xfrm xmlns:a="http://schemas.openxmlformats.org/drawingml/2006/main">
            <a:off x="80581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7" name="diagram-line-344">
            <a:extLst xmlns:a="http://schemas.openxmlformats.org/drawingml/2006/main">
              <a:ext uri="{FF2B5EF4-FFF2-40B4-BE49-F238E27FC236}">
                <a16:creationId xmlns:a16="http://schemas.microsoft.com/office/drawing/2014/main" id="{95EC674C-59A5-4414-9E07-B034760551DD}"/>
              </a:ext>
            </a:extLst>
          </p:cNvPr>
          <p:cNvSpPr>
            <a:spLocks xmlns:a="http://schemas.openxmlformats.org/drawingml/2006/main" noGrp="1"/>
          </p:cNvSpPr>
          <p:nvPr/>
        </p:nvSpPr>
        <p:spPr>
          <a:xfrm xmlns:a="http://schemas.openxmlformats.org/drawingml/2006/main">
            <a:off x="79438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8" name="diagram-line-345">
            <a:extLst xmlns:a="http://schemas.openxmlformats.org/drawingml/2006/main">
              <a:ext uri="{FF2B5EF4-FFF2-40B4-BE49-F238E27FC236}">
                <a16:creationId xmlns:a16="http://schemas.microsoft.com/office/drawing/2014/main" id="{B9CD5684-09B9-467A-8B24-2DAA87A70924}"/>
              </a:ext>
            </a:extLst>
          </p:cNvPr>
          <p:cNvSpPr>
            <a:spLocks xmlns:a="http://schemas.openxmlformats.org/drawingml/2006/main" noGrp="1"/>
          </p:cNvSpPr>
          <p:nvPr/>
        </p:nvSpPr>
        <p:spPr>
          <a:xfrm xmlns:a="http://schemas.openxmlformats.org/drawingml/2006/main">
            <a:off x="78295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9" name="diagram-line-346">
            <a:extLst xmlns:a="http://schemas.openxmlformats.org/drawingml/2006/main">
              <a:ext uri="{FF2B5EF4-FFF2-40B4-BE49-F238E27FC236}">
                <a16:creationId xmlns:a16="http://schemas.microsoft.com/office/drawing/2014/main" id="{AB5F26DC-5E2C-44CB-A94D-CDD9CE02AA99}"/>
              </a:ext>
            </a:extLst>
          </p:cNvPr>
          <p:cNvSpPr>
            <a:spLocks xmlns:a="http://schemas.openxmlformats.org/drawingml/2006/main" noGrp="1"/>
          </p:cNvSpPr>
          <p:nvPr/>
        </p:nvSpPr>
        <p:spPr>
          <a:xfrm xmlns:a="http://schemas.openxmlformats.org/drawingml/2006/main">
            <a:off x="77152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0" name="diagram-line-347">
            <a:extLst xmlns:a="http://schemas.openxmlformats.org/drawingml/2006/main">
              <a:ext uri="{FF2B5EF4-FFF2-40B4-BE49-F238E27FC236}">
                <a16:creationId xmlns:a16="http://schemas.microsoft.com/office/drawing/2014/main" id="{59C089D2-40B5-47CE-B1FB-933027981DA1}"/>
              </a:ext>
            </a:extLst>
          </p:cNvPr>
          <p:cNvSpPr>
            <a:spLocks xmlns:a="http://schemas.openxmlformats.org/drawingml/2006/main" noGrp="1"/>
          </p:cNvSpPr>
          <p:nvPr/>
        </p:nvSpPr>
        <p:spPr>
          <a:xfrm xmlns:a="http://schemas.openxmlformats.org/drawingml/2006/main">
            <a:off x="76009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1" name="diagram-line-348">
            <a:extLst xmlns:a="http://schemas.openxmlformats.org/drawingml/2006/main">
              <a:ext uri="{FF2B5EF4-FFF2-40B4-BE49-F238E27FC236}">
                <a16:creationId xmlns:a16="http://schemas.microsoft.com/office/drawing/2014/main" id="{BDD09A39-65DA-4CC9-B6F4-234B6D5FB2F9}"/>
              </a:ext>
            </a:extLst>
          </p:cNvPr>
          <p:cNvSpPr>
            <a:spLocks xmlns:a="http://schemas.openxmlformats.org/drawingml/2006/main" noGrp="1"/>
          </p:cNvSpPr>
          <p:nvPr/>
        </p:nvSpPr>
        <p:spPr>
          <a:xfrm xmlns:a="http://schemas.openxmlformats.org/drawingml/2006/main">
            <a:off x="74866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2" name="diagram-line-349">
            <a:extLst xmlns:a="http://schemas.openxmlformats.org/drawingml/2006/main">
              <a:ext uri="{FF2B5EF4-FFF2-40B4-BE49-F238E27FC236}">
                <a16:creationId xmlns:a16="http://schemas.microsoft.com/office/drawing/2014/main" id="{F1BAC22E-412F-4070-99E0-8ACE32129846}"/>
              </a:ext>
            </a:extLst>
          </p:cNvPr>
          <p:cNvSpPr>
            <a:spLocks xmlns:a="http://schemas.openxmlformats.org/drawingml/2006/main" noGrp="1"/>
          </p:cNvSpPr>
          <p:nvPr/>
        </p:nvSpPr>
        <p:spPr>
          <a:xfrm xmlns:a="http://schemas.openxmlformats.org/drawingml/2006/main">
            <a:off x="73723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3" name="diagram-line-350">
            <a:extLst xmlns:a="http://schemas.openxmlformats.org/drawingml/2006/main">
              <a:ext uri="{FF2B5EF4-FFF2-40B4-BE49-F238E27FC236}">
                <a16:creationId xmlns:a16="http://schemas.microsoft.com/office/drawing/2014/main" id="{65602776-2056-4B45-9131-621D1250FAB3}"/>
              </a:ext>
            </a:extLst>
          </p:cNvPr>
          <p:cNvSpPr>
            <a:spLocks xmlns:a="http://schemas.openxmlformats.org/drawingml/2006/main" noGrp="1"/>
          </p:cNvSpPr>
          <p:nvPr/>
        </p:nvSpPr>
        <p:spPr>
          <a:xfrm xmlns:a="http://schemas.openxmlformats.org/drawingml/2006/main">
            <a:off x="72580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4" name="diagram-line-351">
            <a:extLst xmlns:a="http://schemas.openxmlformats.org/drawingml/2006/main">
              <a:ext uri="{FF2B5EF4-FFF2-40B4-BE49-F238E27FC236}">
                <a16:creationId xmlns:a16="http://schemas.microsoft.com/office/drawing/2014/main" id="{77E55095-0A19-417F-B197-F72E0882E6AC}"/>
              </a:ext>
            </a:extLst>
          </p:cNvPr>
          <p:cNvSpPr>
            <a:spLocks xmlns:a="http://schemas.openxmlformats.org/drawingml/2006/main" noGrp="1"/>
          </p:cNvSpPr>
          <p:nvPr/>
        </p:nvSpPr>
        <p:spPr>
          <a:xfrm xmlns:a="http://schemas.openxmlformats.org/drawingml/2006/main">
            <a:off x="71437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5" name="diagram-line-352">
            <a:extLst xmlns:a="http://schemas.openxmlformats.org/drawingml/2006/main">
              <a:ext uri="{FF2B5EF4-FFF2-40B4-BE49-F238E27FC236}">
                <a16:creationId xmlns:a16="http://schemas.microsoft.com/office/drawing/2014/main" id="{2382A10F-9FD9-40FD-B1C7-69E7036E8A5F}"/>
              </a:ext>
            </a:extLst>
          </p:cNvPr>
          <p:cNvSpPr>
            <a:spLocks xmlns:a="http://schemas.openxmlformats.org/drawingml/2006/main" noGrp="1"/>
          </p:cNvSpPr>
          <p:nvPr/>
        </p:nvSpPr>
        <p:spPr>
          <a:xfrm xmlns:a="http://schemas.openxmlformats.org/drawingml/2006/main">
            <a:off x="70294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6" name="diagram-line-353">
            <a:extLst xmlns:a="http://schemas.openxmlformats.org/drawingml/2006/main">
              <a:ext uri="{FF2B5EF4-FFF2-40B4-BE49-F238E27FC236}">
                <a16:creationId xmlns:a16="http://schemas.microsoft.com/office/drawing/2014/main" id="{9F27CB1A-EED4-4485-8C5F-0643D6A6C925}"/>
              </a:ext>
            </a:extLst>
          </p:cNvPr>
          <p:cNvSpPr>
            <a:spLocks xmlns:a="http://schemas.openxmlformats.org/drawingml/2006/main" noGrp="1"/>
          </p:cNvSpPr>
          <p:nvPr/>
        </p:nvSpPr>
        <p:spPr>
          <a:xfrm xmlns:a="http://schemas.openxmlformats.org/drawingml/2006/main">
            <a:off x="69151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7" name="diagram-line-354">
            <a:extLst xmlns:a="http://schemas.openxmlformats.org/drawingml/2006/main">
              <a:ext uri="{FF2B5EF4-FFF2-40B4-BE49-F238E27FC236}">
                <a16:creationId xmlns:a16="http://schemas.microsoft.com/office/drawing/2014/main" id="{57690B34-7410-444E-9D38-04107A3BBA55}"/>
              </a:ext>
            </a:extLst>
          </p:cNvPr>
          <p:cNvSpPr>
            <a:spLocks xmlns:a="http://schemas.openxmlformats.org/drawingml/2006/main" noGrp="1"/>
          </p:cNvSpPr>
          <p:nvPr/>
        </p:nvSpPr>
        <p:spPr>
          <a:xfrm xmlns:a="http://schemas.openxmlformats.org/drawingml/2006/main">
            <a:off x="68008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8" name="diagram-line-355">
            <a:extLst xmlns:a="http://schemas.openxmlformats.org/drawingml/2006/main">
              <a:ext uri="{FF2B5EF4-FFF2-40B4-BE49-F238E27FC236}">
                <a16:creationId xmlns:a16="http://schemas.microsoft.com/office/drawing/2014/main" id="{03997531-CF00-4AB3-A23C-A0F4685365F5}"/>
              </a:ext>
            </a:extLst>
          </p:cNvPr>
          <p:cNvSpPr>
            <a:spLocks xmlns:a="http://schemas.openxmlformats.org/drawingml/2006/main" noGrp="1"/>
          </p:cNvSpPr>
          <p:nvPr/>
        </p:nvSpPr>
        <p:spPr>
          <a:xfrm xmlns:a="http://schemas.openxmlformats.org/drawingml/2006/main">
            <a:off x="66865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9" name="diagram-line-356">
            <a:extLst xmlns:a="http://schemas.openxmlformats.org/drawingml/2006/main">
              <a:ext uri="{FF2B5EF4-FFF2-40B4-BE49-F238E27FC236}">
                <a16:creationId xmlns:a16="http://schemas.microsoft.com/office/drawing/2014/main" id="{E77791CC-1B2A-4A22-B020-708700F8C7D9}"/>
              </a:ext>
            </a:extLst>
          </p:cNvPr>
          <p:cNvSpPr>
            <a:spLocks xmlns:a="http://schemas.openxmlformats.org/drawingml/2006/main" noGrp="1"/>
          </p:cNvSpPr>
          <p:nvPr/>
        </p:nvSpPr>
        <p:spPr>
          <a:xfrm xmlns:a="http://schemas.openxmlformats.org/drawingml/2006/main">
            <a:off x="65722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0" name="diagram-line-357">
            <a:extLst xmlns:a="http://schemas.openxmlformats.org/drawingml/2006/main">
              <a:ext uri="{FF2B5EF4-FFF2-40B4-BE49-F238E27FC236}">
                <a16:creationId xmlns:a16="http://schemas.microsoft.com/office/drawing/2014/main" id="{6A2F1488-FB90-4833-B20C-55BECA56E5AF}"/>
              </a:ext>
            </a:extLst>
          </p:cNvPr>
          <p:cNvSpPr>
            <a:spLocks xmlns:a="http://schemas.openxmlformats.org/drawingml/2006/main" noGrp="1"/>
          </p:cNvSpPr>
          <p:nvPr/>
        </p:nvSpPr>
        <p:spPr>
          <a:xfrm xmlns:a="http://schemas.openxmlformats.org/drawingml/2006/main">
            <a:off x="64579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1" name="diagram-line-358">
            <a:extLst xmlns:a="http://schemas.openxmlformats.org/drawingml/2006/main">
              <a:ext uri="{FF2B5EF4-FFF2-40B4-BE49-F238E27FC236}">
                <a16:creationId xmlns:a16="http://schemas.microsoft.com/office/drawing/2014/main" id="{9E0133BD-8ED2-40BA-B9EA-28093132B829}"/>
              </a:ext>
            </a:extLst>
          </p:cNvPr>
          <p:cNvSpPr>
            <a:spLocks xmlns:a="http://schemas.openxmlformats.org/drawingml/2006/main" noGrp="1"/>
          </p:cNvSpPr>
          <p:nvPr/>
        </p:nvSpPr>
        <p:spPr>
          <a:xfrm xmlns:a="http://schemas.openxmlformats.org/drawingml/2006/main">
            <a:off x="63436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2" name="diagram-line-359">
            <a:extLst xmlns:a="http://schemas.openxmlformats.org/drawingml/2006/main">
              <a:ext uri="{FF2B5EF4-FFF2-40B4-BE49-F238E27FC236}">
                <a16:creationId xmlns:a16="http://schemas.microsoft.com/office/drawing/2014/main" id="{197F2BE3-B7D9-47D7-8104-F4EC1FA312BB}"/>
              </a:ext>
            </a:extLst>
          </p:cNvPr>
          <p:cNvSpPr>
            <a:spLocks xmlns:a="http://schemas.openxmlformats.org/drawingml/2006/main" noGrp="1"/>
          </p:cNvSpPr>
          <p:nvPr/>
        </p:nvSpPr>
        <p:spPr>
          <a:xfrm xmlns:a="http://schemas.openxmlformats.org/drawingml/2006/main">
            <a:off x="62293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3" name="diagram-line-360">
            <a:extLst xmlns:a="http://schemas.openxmlformats.org/drawingml/2006/main">
              <a:ext uri="{FF2B5EF4-FFF2-40B4-BE49-F238E27FC236}">
                <a16:creationId xmlns:a16="http://schemas.microsoft.com/office/drawing/2014/main" id="{616BFCBC-1D12-449C-BA30-91F3B0BD7F0B}"/>
              </a:ext>
            </a:extLst>
          </p:cNvPr>
          <p:cNvSpPr>
            <a:spLocks xmlns:a="http://schemas.openxmlformats.org/drawingml/2006/main" noGrp="1"/>
          </p:cNvSpPr>
          <p:nvPr/>
        </p:nvSpPr>
        <p:spPr>
          <a:xfrm xmlns:a="http://schemas.openxmlformats.org/drawingml/2006/main">
            <a:off x="61150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4" name="diagram-line-361">
            <a:extLst xmlns:a="http://schemas.openxmlformats.org/drawingml/2006/main">
              <a:ext uri="{FF2B5EF4-FFF2-40B4-BE49-F238E27FC236}">
                <a16:creationId xmlns:a16="http://schemas.microsoft.com/office/drawing/2014/main" id="{224FCA2E-47DA-4B8E-B1DE-0AE180E56F62}"/>
              </a:ext>
            </a:extLst>
          </p:cNvPr>
          <p:cNvSpPr>
            <a:spLocks xmlns:a="http://schemas.openxmlformats.org/drawingml/2006/main" noGrp="1"/>
          </p:cNvSpPr>
          <p:nvPr/>
        </p:nvSpPr>
        <p:spPr>
          <a:xfrm xmlns:a="http://schemas.openxmlformats.org/drawingml/2006/main">
            <a:off x="60007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5" name="diagram-line-362">
            <a:extLst xmlns:a="http://schemas.openxmlformats.org/drawingml/2006/main">
              <a:ext uri="{FF2B5EF4-FFF2-40B4-BE49-F238E27FC236}">
                <a16:creationId xmlns:a16="http://schemas.microsoft.com/office/drawing/2014/main" id="{24548EB5-E3B8-43CD-89EE-9A4463FD41C8}"/>
              </a:ext>
            </a:extLst>
          </p:cNvPr>
          <p:cNvSpPr>
            <a:spLocks xmlns:a="http://schemas.openxmlformats.org/drawingml/2006/main" noGrp="1"/>
          </p:cNvSpPr>
          <p:nvPr/>
        </p:nvSpPr>
        <p:spPr>
          <a:xfrm xmlns:a="http://schemas.openxmlformats.org/drawingml/2006/main">
            <a:off x="58864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6" name="diagram-line-363">
            <a:extLst xmlns:a="http://schemas.openxmlformats.org/drawingml/2006/main">
              <a:ext uri="{FF2B5EF4-FFF2-40B4-BE49-F238E27FC236}">
                <a16:creationId xmlns:a16="http://schemas.microsoft.com/office/drawing/2014/main" id="{5178ECC6-801E-42FE-ABCA-587C63680FED}"/>
              </a:ext>
            </a:extLst>
          </p:cNvPr>
          <p:cNvSpPr>
            <a:spLocks xmlns:a="http://schemas.openxmlformats.org/drawingml/2006/main" noGrp="1"/>
          </p:cNvSpPr>
          <p:nvPr/>
        </p:nvSpPr>
        <p:spPr>
          <a:xfrm xmlns:a="http://schemas.openxmlformats.org/drawingml/2006/main">
            <a:off x="57721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7" name="diagram-line-364">
            <a:extLst xmlns:a="http://schemas.openxmlformats.org/drawingml/2006/main">
              <a:ext uri="{FF2B5EF4-FFF2-40B4-BE49-F238E27FC236}">
                <a16:creationId xmlns:a16="http://schemas.microsoft.com/office/drawing/2014/main" id="{0C8F0F79-8568-44A7-A452-2FA7E9F57016}"/>
              </a:ext>
            </a:extLst>
          </p:cNvPr>
          <p:cNvSpPr>
            <a:spLocks xmlns:a="http://schemas.openxmlformats.org/drawingml/2006/main" noGrp="1"/>
          </p:cNvSpPr>
          <p:nvPr/>
        </p:nvSpPr>
        <p:spPr>
          <a:xfrm xmlns:a="http://schemas.openxmlformats.org/drawingml/2006/main">
            <a:off x="56578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8" name="diagram-line-365">
            <a:extLst xmlns:a="http://schemas.openxmlformats.org/drawingml/2006/main">
              <a:ext uri="{FF2B5EF4-FFF2-40B4-BE49-F238E27FC236}">
                <a16:creationId xmlns:a16="http://schemas.microsoft.com/office/drawing/2014/main" id="{2ABC3A96-E25E-440B-AD32-BD08AFE5E3C1}"/>
              </a:ext>
            </a:extLst>
          </p:cNvPr>
          <p:cNvSpPr>
            <a:spLocks xmlns:a="http://schemas.openxmlformats.org/drawingml/2006/main" noGrp="1"/>
          </p:cNvSpPr>
          <p:nvPr/>
        </p:nvSpPr>
        <p:spPr>
          <a:xfrm xmlns:a="http://schemas.openxmlformats.org/drawingml/2006/main">
            <a:off x="55435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9" name="diagram-line-366">
            <a:extLst xmlns:a="http://schemas.openxmlformats.org/drawingml/2006/main">
              <a:ext uri="{FF2B5EF4-FFF2-40B4-BE49-F238E27FC236}">
                <a16:creationId xmlns:a16="http://schemas.microsoft.com/office/drawing/2014/main" id="{FC8F2524-819A-4858-BDEA-E89759954399}"/>
              </a:ext>
            </a:extLst>
          </p:cNvPr>
          <p:cNvSpPr>
            <a:spLocks xmlns:a="http://schemas.openxmlformats.org/drawingml/2006/main" noGrp="1"/>
          </p:cNvSpPr>
          <p:nvPr/>
        </p:nvSpPr>
        <p:spPr>
          <a:xfrm xmlns:a="http://schemas.openxmlformats.org/drawingml/2006/main">
            <a:off x="54292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0" name="diagram-line-367">
            <a:extLst xmlns:a="http://schemas.openxmlformats.org/drawingml/2006/main">
              <a:ext uri="{FF2B5EF4-FFF2-40B4-BE49-F238E27FC236}">
                <a16:creationId xmlns:a16="http://schemas.microsoft.com/office/drawing/2014/main" id="{B727650F-4FC5-4A2F-8852-31AA34D9A776}"/>
              </a:ext>
            </a:extLst>
          </p:cNvPr>
          <p:cNvSpPr>
            <a:spLocks xmlns:a="http://schemas.openxmlformats.org/drawingml/2006/main" noGrp="1"/>
          </p:cNvSpPr>
          <p:nvPr/>
        </p:nvSpPr>
        <p:spPr>
          <a:xfrm xmlns:a="http://schemas.openxmlformats.org/drawingml/2006/main">
            <a:off x="53149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1" name="diagram-line-368">
            <a:extLst xmlns:a="http://schemas.openxmlformats.org/drawingml/2006/main">
              <a:ext uri="{FF2B5EF4-FFF2-40B4-BE49-F238E27FC236}">
                <a16:creationId xmlns:a16="http://schemas.microsoft.com/office/drawing/2014/main" id="{14A3C91A-C017-4021-8995-BFAE6A7BA5F3}"/>
              </a:ext>
            </a:extLst>
          </p:cNvPr>
          <p:cNvSpPr>
            <a:spLocks xmlns:a="http://schemas.openxmlformats.org/drawingml/2006/main" noGrp="1"/>
          </p:cNvSpPr>
          <p:nvPr/>
        </p:nvSpPr>
        <p:spPr>
          <a:xfrm xmlns:a="http://schemas.openxmlformats.org/drawingml/2006/main">
            <a:off x="52006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2" name="diagram-line-369">
            <a:extLst xmlns:a="http://schemas.openxmlformats.org/drawingml/2006/main">
              <a:ext uri="{FF2B5EF4-FFF2-40B4-BE49-F238E27FC236}">
                <a16:creationId xmlns:a16="http://schemas.microsoft.com/office/drawing/2014/main" id="{6B4B04FA-0EF6-4932-8DB0-DD670FD6DB65}"/>
              </a:ext>
            </a:extLst>
          </p:cNvPr>
          <p:cNvSpPr>
            <a:spLocks xmlns:a="http://schemas.openxmlformats.org/drawingml/2006/main" noGrp="1"/>
          </p:cNvSpPr>
          <p:nvPr/>
        </p:nvSpPr>
        <p:spPr>
          <a:xfrm xmlns:a="http://schemas.openxmlformats.org/drawingml/2006/main">
            <a:off x="50863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3" name="diagram-line-370">
            <a:extLst xmlns:a="http://schemas.openxmlformats.org/drawingml/2006/main">
              <a:ext uri="{FF2B5EF4-FFF2-40B4-BE49-F238E27FC236}">
                <a16:creationId xmlns:a16="http://schemas.microsoft.com/office/drawing/2014/main" id="{A3591D80-663B-4BB4-BEFC-F0EE483FF3B5}"/>
              </a:ext>
            </a:extLst>
          </p:cNvPr>
          <p:cNvSpPr>
            <a:spLocks xmlns:a="http://schemas.openxmlformats.org/drawingml/2006/main" noGrp="1"/>
          </p:cNvSpPr>
          <p:nvPr/>
        </p:nvSpPr>
        <p:spPr>
          <a:xfrm xmlns:a="http://schemas.openxmlformats.org/drawingml/2006/main">
            <a:off x="49720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4" name="diagram-line-371">
            <a:extLst xmlns:a="http://schemas.openxmlformats.org/drawingml/2006/main">
              <a:ext uri="{FF2B5EF4-FFF2-40B4-BE49-F238E27FC236}">
                <a16:creationId xmlns:a16="http://schemas.microsoft.com/office/drawing/2014/main" id="{7F9BF74C-A098-4A3C-A845-49FDDBED9083}"/>
              </a:ext>
            </a:extLst>
          </p:cNvPr>
          <p:cNvSpPr>
            <a:spLocks xmlns:a="http://schemas.openxmlformats.org/drawingml/2006/main" noGrp="1"/>
          </p:cNvSpPr>
          <p:nvPr/>
        </p:nvSpPr>
        <p:spPr>
          <a:xfrm xmlns:a="http://schemas.openxmlformats.org/drawingml/2006/main">
            <a:off x="48577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5" name="diagram-line-372">
            <a:extLst xmlns:a="http://schemas.openxmlformats.org/drawingml/2006/main">
              <a:ext uri="{FF2B5EF4-FFF2-40B4-BE49-F238E27FC236}">
                <a16:creationId xmlns:a16="http://schemas.microsoft.com/office/drawing/2014/main" id="{AB78F7E6-2E73-4757-975A-B399B01FD661}"/>
              </a:ext>
            </a:extLst>
          </p:cNvPr>
          <p:cNvSpPr>
            <a:spLocks xmlns:a="http://schemas.openxmlformats.org/drawingml/2006/main" noGrp="1"/>
          </p:cNvSpPr>
          <p:nvPr/>
        </p:nvSpPr>
        <p:spPr>
          <a:xfrm xmlns:a="http://schemas.openxmlformats.org/drawingml/2006/main">
            <a:off x="47434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6" name="diagram-line-373">
            <a:extLst xmlns:a="http://schemas.openxmlformats.org/drawingml/2006/main">
              <a:ext uri="{FF2B5EF4-FFF2-40B4-BE49-F238E27FC236}">
                <a16:creationId xmlns:a16="http://schemas.microsoft.com/office/drawing/2014/main" id="{E307DDA4-6609-4822-8869-607709AA8EA3}"/>
              </a:ext>
            </a:extLst>
          </p:cNvPr>
          <p:cNvSpPr>
            <a:spLocks xmlns:a="http://schemas.openxmlformats.org/drawingml/2006/main" noGrp="1"/>
          </p:cNvSpPr>
          <p:nvPr/>
        </p:nvSpPr>
        <p:spPr>
          <a:xfrm xmlns:a="http://schemas.openxmlformats.org/drawingml/2006/main">
            <a:off x="46291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7" name="diagram-line-374">
            <a:extLst xmlns:a="http://schemas.openxmlformats.org/drawingml/2006/main">
              <a:ext uri="{FF2B5EF4-FFF2-40B4-BE49-F238E27FC236}">
                <a16:creationId xmlns:a16="http://schemas.microsoft.com/office/drawing/2014/main" id="{D0481D0E-2285-4A21-AD2B-A822A9B29353}"/>
              </a:ext>
            </a:extLst>
          </p:cNvPr>
          <p:cNvSpPr>
            <a:spLocks xmlns:a="http://schemas.openxmlformats.org/drawingml/2006/main" noGrp="1"/>
          </p:cNvSpPr>
          <p:nvPr/>
        </p:nvSpPr>
        <p:spPr>
          <a:xfrm xmlns:a="http://schemas.openxmlformats.org/drawingml/2006/main">
            <a:off x="45148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8" name="diagram-line-375">
            <a:extLst xmlns:a="http://schemas.openxmlformats.org/drawingml/2006/main">
              <a:ext uri="{FF2B5EF4-FFF2-40B4-BE49-F238E27FC236}">
                <a16:creationId xmlns:a16="http://schemas.microsoft.com/office/drawing/2014/main" id="{4FE2024E-B774-4A2E-9684-D8A68957CE81}"/>
              </a:ext>
            </a:extLst>
          </p:cNvPr>
          <p:cNvSpPr>
            <a:spLocks xmlns:a="http://schemas.openxmlformats.org/drawingml/2006/main" noGrp="1"/>
          </p:cNvSpPr>
          <p:nvPr/>
        </p:nvSpPr>
        <p:spPr>
          <a:xfrm xmlns:a="http://schemas.openxmlformats.org/drawingml/2006/main">
            <a:off x="44005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9" name="diagram-line-376">
            <a:extLst xmlns:a="http://schemas.openxmlformats.org/drawingml/2006/main">
              <a:ext uri="{FF2B5EF4-FFF2-40B4-BE49-F238E27FC236}">
                <a16:creationId xmlns:a16="http://schemas.microsoft.com/office/drawing/2014/main" id="{BF9B4AE1-A6EF-402A-843E-3E670032508C}"/>
              </a:ext>
            </a:extLst>
          </p:cNvPr>
          <p:cNvSpPr>
            <a:spLocks xmlns:a="http://schemas.openxmlformats.org/drawingml/2006/main" noGrp="1"/>
          </p:cNvSpPr>
          <p:nvPr/>
        </p:nvSpPr>
        <p:spPr>
          <a:xfrm xmlns:a="http://schemas.openxmlformats.org/drawingml/2006/main">
            <a:off x="42862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00" name="diagram-line-377">
            <a:extLst xmlns:a="http://schemas.openxmlformats.org/drawingml/2006/main">
              <a:ext uri="{FF2B5EF4-FFF2-40B4-BE49-F238E27FC236}">
                <a16:creationId xmlns:a16="http://schemas.microsoft.com/office/drawing/2014/main" id="{E501289E-03F0-4E10-896B-12C95493B1A0}"/>
              </a:ext>
            </a:extLst>
          </p:cNvPr>
          <p:cNvSpPr>
            <a:spLocks xmlns:a="http://schemas.openxmlformats.org/drawingml/2006/main" noGrp="1"/>
          </p:cNvSpPr>
          <p:nvPr/>
        </p:nvSpPr>
        <p:spPr>
          <a:xfrm xmlns:a="http://schemas.openxmlformats.org/drawingml/2006/main">
            <a:off x="41719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01" name="diagram-line-378">
            <a:extLst xmlns:a="http://schemas.openxmlformats.org/drawingml/2006/main">
              <a:ext uri="{FF2B5EF4-FFF2-40B4-BE49-F238E27FC236}">
                <a16:creationId xmlns:a16="http://schemas.microsoft.com/office/drawing/2014/main" id="{E1C24D14-85F2-48F1-B1E5-C961331C3AB9}"/>
              </a:ext>
            </a:extLst>
          </p:cNvPr>
          <p:cNvSpPr>
            <a:spLocks xmlns:a="http://schemas.openxmlformats.org/drawingml/2006/main" noGrp="1"/>
          </p:cNvSpPr>
          <p:nvPr/>
        </p:nvSpPr>
        <p:spPr>
          <a:xfrm xmlns:a="http://schemas.openxmlformats.org/drawingml/2006/main">
            <a:off x="40576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02" name="diagram-line-379">
            <a:extLst xmlns:a="http://schemas.openxmlformats.org/drawingml/2006/main">
              <a:ext uri="{FF2B5EF4-FFF2-40B4-BE49-F238E27FC236}">
                <a16:creationId xmlns:a16="http://schemas.microsoft.com/office/drawing/2014/main" id="{FDB10E15-CB36-4862-AA73-9350755EA940}"/>
              </a:ext>
            </a:extLst>
          </p:cNvPr>
          <p:cNvSpPr>
            <a:spLocks xmlns:a="http://schemas.openxmlformats.org/drawingml/2006/main" noGrp="1"/>
          </p:cNvSpPr>
          <p:nvPr/>
        </p:nvSpPr>
        <p:spPr>
          <a:xfrm xmlns:a="http://schemas.openxmlformats.org/drawingml/2006/main">
            <a:off x="39433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03" name="diagram-line-380">
            <a:extLst xmlns:a="http://schemas.openxmlformats.org/drawingml/2006/main">
              <a:ext uri="{FF2B5EF4-FFF2-40B4-BE49-F238E27FC236}">
                <a16:creationId xmlns:a16="http://schemas.microsoft.com/office/drawing/2014/main" id="{AA319BA0-9D78-426E-8BD5-B7944B65F9E1}"/>
              </a:ext>
            </a:extLst>
          </p:cNvPr>
          <p:cNvSpPr>
            <a:spLocks xmlns:a="http://schemas.openxmlformats.org/drawingml/2006/main" noGrp="1"/>
          </p:cNvSpPr>
          <p:nvPr/>
        </p:nvSpPr>
        <p:spPr>
          <a:xfrm xmlns:a="http://schemas.openxmlformats.org/drawingml/2006/main">
            <a:off x="38290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04" name="diagram-line-381">
            <a:extLst xmlns:a="http://schemas.openxmlformats.org/drawingml/2006/main">
              <a:ext uri="{FF2B5EF4-FFF2-40B4-BE49-F238E27FC236}">
                <a16:creationId xmlns:a16="http://schemas.microsoft.com/office/drawing/2014/main" id="{CCF43C56-7D46-40F9-90F9-B5173D45F4FA}"/>
              </a:ext>
            </a:extLst>
          </p:cNvPr>
          <p:cNvSpPr>
            <a:spLocks xmlns:a="http://schemas.openxmlformats.org/drawingml/2006/main" noGrp="1"/>
          </p:cNvSpPr>
          <p:nvPr/>
        </p:nvSpPr>
        <p:spPr>
          <a:xfrm xmlns:a="http://schemas.openxmlformats.org/drawingml/2006/main">
            <a:off x="37147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05" name="diagram-line-382">
            <a:extLst xmlns:a="http://schemas.openxmlformats.org/drawingml/2006/main">
              <a:ext uri="{FF2B5EF4-FFF2-40B4-BE49-F238E27FC236}">
                <a16:creationId xmlns:a16="http://schemas.microsoft.com/office/drawing/2014/main" id="{FB3F151F-C996-4CB9-AB81-2480FEA02F1A}"/>
              </a:ext>
            </a:extLst>
          </p:cNvPr>
          <p:cNvSpPr>
            <a:spLocks xmlns:a="http://schemas.openxmlformats.org/drawingml/2006/main" noGrp="1"/>
          </p:cNvSpPr>
          <p:nvPr/>
        </p:nvSpPr>
        <p:spPr>
          <a:xfrm xmlns:a="http://schemas.openxmlformats.org/drawingml/2006/main">
            <a:off x="3714750" y="30575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06" name="diagram-line-383">
            <a:extLst xmlns:a="http://schemas.openxmlformats.org/drawingml/2006/main">
              <a:ext uri="{FF2B5EF4-FFF2-40B4-BE49-F238E27FC236}">
                <a16:creationId xmlns:a16="http://schemas.microsoft.com/office/drawing/2014/main" id="{3F3C93A5-5CFF-456B-B889-AF16BBF6E224}"/>
              </a:ext>
            </a:extLst>
          </p:cNvPr>
          <p:cNvSpPr>
            <a:spLocks xmlns:a="http://schemas.openxmlformats.org/drawingml/2006/main" noGrp="1"/>
          </p:cNvSpPr>
          <p:nvPr/>
        </p:nvSpPr>
        <p:spPr>
          <a:xfrm xmlns:a="http://schemas.openxmlformats.org/drawingml/2006/main">
            <a:off x="3714750" y="31718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07" name="diagram-line-384">
            <a:extLst xmlns:a="http://schemas.openxmlformats.org/drawingml/2006/main">
              <a:ext uri="{FF2B5EF4-FFF2-40B4-BE49-F238E27FC236}">
                <a16:creationId xmlns:a16="http://schemas.microsoft.com/office/drawing/2014/main" id="{48478DAC-6223-4248-B379-1783EF4EAD5C}"/>
              </a:ext>
            </a:extLst>
          </p:cNvPr>
          <p:cNvSpPr>
            <a:spLocks xmlns:a="http://schemas.openxmlformats.org/drawingml/2006/main" noGrp="1"/>
          </p:cNvSpPr>
          <p:nvPr/>
        </p:nvSpPr>
        <p:spPr>
          <a:xfrm xmlns:a="http://schemas.openxmlformats.org/drawingml/2006/main">
            <a:off x="3714750" y="32861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08" name="diagram-line-385">
            <a:extLst xmlns:a="http://schemas.openxmlformats.org/drawingml/2006/main">
              <a:ext uri="{FF2B5EF4-FFF2-40B4-BE49-F238E27FC236}">
                <a16:creationId xmlns:a16="http://schemas.microsoft.com/office/drawing/2014/main" id="{F5F4EE6A-3585-4735-8F2A-66A5B20FC0DD}"/>
              </a:ext>
            </a:extLst>
          </p:cNvPr>
          <p:cNvSpPr>
            <a:spLocks xmlns:a="http://schemas.openxmlformats.org/drawingml/2006/main" noGrp="1"/>
          </p:cNvSpPr>
          <p:nvPr/>
        </p:nvSpPr>
        <p:spPr>
          <a:xfrm xmlns:a="http://schemas.openxmlformats.org/drawingml/2006/main">
            <a:off x="3714750" y="34004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09" name="diagram-line-386">
            <a:extLst xmlns:a="http://schemas.openxmlformats.org/drawingml/2006/main">
              <a:ext uri="{FF2B5EF4-FFF2-40B4-BE49-F238E27FC236}">
                <a16:creationId xmlns:a16="http://schemas.microsoft.com/office/drawing/2014/main" id="{D826B58B-29D4-491E-9746-978444B5B85F}"/>
              </a:ext>
            </a:extLst>
          </p:cNvPr>
          <p:cNvSpPr>
            <a:spLocks xmlns:a="http://schemas.openxmlformats.org/drawingml/2006/main" noGrp="1"/>
          </p:cNvSpPr>
          <p:nvPr/>
        </p:nvSpPr>
        <p:spPr>
          <a:xfrm xmlns:a="http://schemas.openxmlformats.org/drawingml/2006/main">
            <a:off x="3714750" y="35147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10" name="diagram-line-387">
            <a:extLst xmlns:a="http://schemas.openxmlformats.org/drawingml/2006/main">
              <a:ext uri="{FF2B5EF4-FFF2-40B4-BE49-F238E27FC236}">
                <a16:creationId xmlns:a16="http://schemas.microsoft.com/office/drawing/2014/main" id="{0C7B60BD-90D7-4196-BFBF-DDA5B7DD27C8}"/>
              </a:ext>
            </a:extLst>
          </p:cNvPr>
          <p:cNvSpPr>
            <a:spLocks xmlns:a="http://schemas.openxmlformats.org/drawingml/2006/main" noGrp="1"/>
          </p:cNvSpPr>
          <p:nvPr/>
        </p:nvSpPr>
        <p:spPr>
          <a:xfrm xmlns:a="http://schemas.openxmlformats.org/drawingml/2006/main">
            <a:off x="3714750" y="36290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11" name="diagram-line-388">
            <a:extLst xmlns:a="http://schemas.openxmlformats.org/drawingml/2006/main">
              <a:ext uri="{FF2B5EF4-FFF2-40B4-BE49-F238E27FC236}">
                <a16:creationId xmlns:a16="http://schemas.microsoft.com/office/drawing/2014/main" id="{4E3956E3-EA38-429E-9D34-B1E26E4AA8EA}"/>
              </a:ext>
            </a:extLst>
          </p:cNvPr>
          <p:cNvSpPr>
            <a:spLocks xmlns:a="http://schemas.openxmlformats.org/drawingml/2006/main" noGrp="1"/>
          </p:cNvSpPr>
          <p:nvPr/>
        </p:nvSpPr>
        <p:spPr>
          <a:xfrm xmlns:a="http://schemas.openxmlformats.org/drawingml/2006/main">
            <a:off x="3714750" y="37433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12" name="diagram-poly-389">
            <a:extLst xmlns:a="http://schemas.openxmlformats.org/drawingml/2006/main">
              <a:ext uri="{FF2B5EF4-FFF2-40B4-BE49-F238E27FC236}">
                <a16:creationId xmlns:a16="http://schemas.microsoft.com/office/drawing/2014/main" id="{96BD7758-AA27-4F4B-B3E4-28E92531C652}"/>
              </a:ext>
            </a:extLst>
          </p:cNvPr>
          <p:cNvSpPr>
            <a:spLocks xmlns:a="http://schemas.openxmlformats.org/drawingml/2006/main" noGrp="1"/>
          </p:cNvSpPr>
          <p:nvPr/>
        </p:nvSpPr>
        <p:spPr>
          <a:xfrm xmlns:a="http://schemas.openxmlformats.org/drawingml/2006/main">
            <a:off x="3685223" y="3771900"/>
            <a:ext cx="59055" cy="66675"/>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799A39"/>
          </a:solidFill>
          <a:ln xmlns:a="http://schemas.openxmlformats.org/drawingml/2006/main" w="953">
            <a:solidFill>
              <a:srgbClr val="799A39"/>
            </a:solidFill>
          </a:ln>
        </p:spPr>
      </p:sp>
      <p:sp>
        <p:nvSpPr>
          <p:cNvPr id="113" name="revision-text-390">
            <a:extLst xmlns:a="http://schemas.openxmlformats.org/drawingml/2006/main">
              <a:ext uri="{FF2B5EF4-FFF2-40B4-BE49-F238E27FC236}">
                <a16:creationId xmlns:a16="http://schemas.microsoft.com/office/drawing/2014/main" id="{751B563B-1A02-4EAE-A2B9-6D9CFB972E0B}"/>
              </a:ext>
            </a:extLst>
          </p:cNvPr>
          <p:cNvSpPr>
            <a:spLocks xmlns:a="http://schemas.openxmlformats.org/drawingml/2006/main" noGrp="1"/>
          </p:cNvSpPr>
          <p:nvPr/>
        </p:nvSpPr>
        <p:spPr>
          <a:xfrm xmlns:a="http://schemas.openxmlformats.org/drawingml/2006/main">
            <a:off x="7553325" y="2781300"/>
            <a:ext cx="20955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00" b="0">
                <a:solidFill>
                  <a:srgbClr val="799A39"/>
                </a:solidFill>
                <a:latin typeface="微软雅黑"/>
                <a:ea typeface="微软雅黑"/>
                <a:cs typeface="微软雅黑"/>
              </a:defRPr>
            </a:pPr>
            <a:r>
              <a:rPr sz="1500" b="0">
                <a:solidFill>
                  <a:srgbClr val="799A39"/>
                </a:solidFill>
                <a:latin typeface="微软雅黑"/>
                <a:ea typeface="微软雅黑"/>
                <a:cs typeface="微软雅黑"/>
              </a:rPr>
              <a:t>Resource observations</a:t>
            </a:r>
          </a:p>
        </p:txBody>
      </p:sp>
      <p:sp>
        <p:nvSpPr>
          <p:cNvPr id="114" name="diagram-line-391">
            <a:extLst xmlns:a="http://schemas.openxmlformats.org/drawingml/2006/main">
              <a:ext uri="{FF2B5EF4-FFF2-40B4-BE49-F238E27FC236}">
                <a16:creationId xmlns:a16="http://schemas.microsoft.com/office/drawing/2014/main" id="{382671A5-8327-4184-9F68-6AD276475DC4}"/>
              </a:ext>
            </a:extLst>
          </p:cNvPr>
          <p:cNvSpPr>
            <a:spLocks xmlns:a="http://schemas.openxmlformats.org/drawingml/2006/main" noGrp="1"/>
          </p:cNvSpPr>
          <p:nvPr/>
        </p:nvSpPr>
        <p:spPr>
          <a:xfrm xmlns:a="http://schemas.openxmlformats.org/drawingml/2006/main">
            <a:off x="11001375" y="37719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15" name="diagram-line-392">
            <a:extLst xmlns:a="http://schemas.openxmlformats.org/drawingml/2006/main">
              <a:ext uri="{FF2B5EF4-FFF2-40B4-BE49-F238E27FC236}">
                <a16:creationId xmlns:a16="http://schemas.microsoft.com/office/drawing/2014/main" id="{2D352FAC-C30A-4F5A-95B8-0252B90DC594}"/>
              </a:ext>
            </a:extLst>
          </p:cNvPr>
          <p:cNvSpPr>
            <a:spLocks xmlns:a="http://schemas.openxmlformats.org/drawingml/2006/main" noGrp="1"/>
          </p:cNvSpPr>
          <p:nvPr/>
        </p:nvSpPr>
        <p:spPr>
          <a:xfrm xmlns:a="http://schemas.openxmlformats.org/drawingml/2006/main">
            <a:off x="11001375" y="36576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16" name="diagram-line-393">
            <a:extLst xmlns:a="http://schemas.openxmlformats.org/drawingml/2006/main">
              <a:ext uri="{FF2B5EF4-FFF2-40B4-BE49-F238E27FC236}">
                <a16:creationId xmlns:a16="http://schemas.microsoft.com/office/drawing/2014/main" id="{2330C869-98E0-4635-9F5F-589B10E34985}"/>
              </a:ext>
            </a:extLst>
          </p:cNvPr>
          <p:cNvSpPr>
            <a:spLocks xmlns:a="http://schemas.openxmlformats.org/drawingml/2006/main" noGrp="1"/>
          </p:cNvSpPr>
          <p:nvPr/>
        </p:nvSpPr>
        <p:spPr>
          <a:xfrm xmlns:a="http://schemas.openxmlformats.org/drawingml/2006/main">
            <a:off x="11001375" y="35433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17" name="diagram-line-394">
            <a:extLst xmlns:a="http://schemas.openxmlformats.org/drawingml/2006/main">
              <a:ext uri="{FF2B5EF4-FFF2-40B4-BE49-F238E27FC236}">
                <a16:creationId xmlns:a16="http://schemas.microsoft.com/office/drawing/2014/main" id="{5C93EAC1-1133-4700-A40E-1047E45DE57A}"/>
              </a:ext>
            </a:extLst>
          </p:cNvPr>
          <p:cNvSpPr>
            <a:spLocks xmlns:a="http://schemas.openxmlformats.org/drawingml/2006/main" noGrp="1"/>
          </p:cNvSpPr>
          <p:nvPr/>
        </p:nvSpPr>
        <p:spPr>
          <a:xfrm xmlns:a="http://schemas.openxmlformats.org/drawingml/2006/main">
            <a:off x="11001375" y="3467100"/>
            <a:ext cx="191" cy="28575"/>
          </a:xfrm>
          <a:custGeom xmlns:a="http://schemas.openxmlformats.org/drawingml/2006/main">
            <a:pathLst>
              <a:path w="191" h="28575">
                <a:moveTo>
                  <a:pt x="0" y="28575"/>
                </a:moveTo>
                <a:lnTo>
                  <a:pt x="0" y="0"/>
                </a:lnTo>
              </a:path>
            </a:pathLst>
          </a:custGeom>
          <a:noFill xmlns:a="http://schemas.openxmlformats.org/drawingml/2006/main"/>
          <a:ln xmlns:a="http://schemas.openxmlformats.org/drawingml/2006/main" w="14288">
            <a:solidFill>
              <a:srgbClr val="B15F20"/>
            </a:solidFill>
          </a:ln>
        </p:spPr>
      </p:sp>
      <p:sp>
        <p:nvSpPr>
          <p:cNvPr id="118" name="diagram-line-395">
            <a:extLst xmlns:a="http://schemas.openxmlformats.org/drawingml/2006/main">
              <a:ext uri="{FF2B5EF4-FFF2-40B4-BE49-F238E27FC236}">
                <a16:creationId xmlns:a16="http://schemas.microsoft.com/office/drawing/2014/main" id="{5CFD0FAA-937E-4414-AF25-0AB57140FA03}"/>
              </a:ext>
            </a:extLst>
          </p:cNvPr>
          <p:cNvSpPr>
            <a:spLocks xmlns:a="http://schemas.openxmlformats.org/drawingml/2006/main" noGrp="1"/>
          </p:cNvSpPr>
          <p:nvPr/>
        </p:nvSpPr>
        <p:spPr>
          <a:xfrm xmlns:a="http://schemas.openxmlformats.org/drawingml/2006/main">
            <a:off x="109347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19" name="diagram-line-396">
            <a:extLst xmlns:a="http://schemas.openxmlformats.org/drawingml/2006/main">
              <a:ext uri="{FF2B5EF4-FFF2-40B4-BE49-F238E27FC236}">
                <a16:creationId xmlns:a16="http://schemas.microsoft.com/office/drawing/2014/main" id="{E0219B14-D767-40BC-9629-19674068389C}"/>
              </a:ext>
            </a:extLst>
          </p:cNvPr>
          <p:cNvSpPr>
            <a:spLocks xmlns:a="http://schemas.openxmlformats.org/drawingml/2006/main" noGrp="1"/>
          </p:cNvSpPr>
          <p:nvPr/>
        </p:nvSpPr>
        <p:spPr>
          <a:xfrm xmlns:a="http://schemas.openxmlformats.org/drawingml/2006/main">
            <a:off x="108204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0" name="diagram-line-397">
            <a:extLst xmlns:a="http://schemas.openxmlformats.org/drawingml/2006/main">
              <a:ext uri="{FF2B5EF4-FFF2-40B4-BE49-F238E27FC236}">
                <a16:creationId xmlns:a16="http://schemas.microsoft.com/office/drawing/2014/main" id="{ECB6B917-703F-407D-9126-8F775BA219B1}"/>
              </a:ext>
            </a:extLst>
          </p:cNvPr>
          <p:cNvSpPr>
            <a:spLocks xmlns:a="http://schemas.openxmlformats.org/drawingml/2006/main" noGrp="1"/>
          </p:cNvSpPr>
          <p:nvPr/>
        </p:nvSpPr>
        <p:spPr>
          <a:xfrm xmlns:a="http://schemas.openxmlformats.org/drawingml/2006/main">
            <a:off x="107061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1" name="diagram-line-398">
            <a:extLst xmlns:a="http://schemas.openxmlformats.org/drawingml/2006/main">
              <a:ext uri="{FF2B5EF4-FFF2-40B4-BE49-F238E27FC236}">
                <a16:creationId xmlns:a16="http://schemas.microsoft.com/office/drawing/2014/main" id="{5A80E1B1-D762-42E4-9464-AE8455967B8D}"/>
              </a:ext>
            </a:extLst>
          </p:cNvPr>
          <p:cNvSpPr>
            <a:spLocks xmlns:a="http://schemas.openxmlformats.org/drawingml/2006/main" noGrp="1"/>
          </p:cNvSpPr>
          <p:nvPr/>
        </p:nvSpPr>
        <p:spPr>
          <a:xfrm xmlns:a="http://schemas.openxmlformats.org/drawingml/2006/main">
            <a:off x="105918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2" name="diagram-line-399">
            <a:extLst xmlns:a="http://schemas.openxmlformats.org/drawingml/2006/main">
              <a:ext uri="{FF2B5EF4-FFF2-40B4-BE49-F238E27FC236}">
                <a16:creationId xmlns:a16="http://schemas.microsoft.com/office/drawing/2014/main" id="{004E92A7-31BD-46D9-8060-6ADD7AEC8ED7}"/>
              </a:ext>
            </a:extLst>
          </p:cNvPr>
          <p:cNvSpPr>
            <a:spLocks xmlns:a="http://schemas.openxmlformats.org/drawingml/2006/main" noGrp="1"/>
          </p:cNvSpPr>
          <p:nvPr/>
        </p:nvSpPr>
        <p:spPr>
          <a:xfrm xmlns:a="http://schemas.openxmlformats.org/drawingml/2006/main">
            <a:off x="104775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3" name="diagram-line-400">
            <a:extLst xmlns:a="http://schemas.openxmlformats.org/drawingml/2006/main">
              <a:ext uri="{FF2B5EF4-FFF2-40B4-BE49-F238E27FC236}">
                <a16:creationId xmlns:a16="http://schemas.microsoft.com/office/drawing/2014/main" id="{72213977-99B5-4E64-ABBA-7F30EA6E3FAB}"/>
              </a:ext>
            </a:extLst>
          </p:cNvPr>
          <p:cNvSpPr>
            <a:spLocks xmlns:a="http://schemas.openxmlformats.org/drawingml/2006/main" noGrp="1"/>
          </p:cNvSpPr>
          <p:nvPr/>
        </p:nvSpPr>
        <p:spPr>
          <a:xfrm xmlns:a="http://schemas.openxmlformats.org/drawingml/2006/main">
            <a:off x="103632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4" name="diagram-line-401">
            <a:extLst xmlns:a="http://schemas.openxmlformats.org/drawingml/2006/main">
              <a:ext uri="{FF2B5EF4-FFF2-40B4-BE49-F238E27FC236}">
                <a16:creationId xmlns:a16="http://schemas.microsoft.com/office/drawing/2014/main" id="{8CCAF125-A4B8-437D-AD24-8ED2DF5C1CD8}"/>
              </a:ext>
            </a:extLst>
          </p:cNvPr>
          <p:cNvSpPr>
            <a:spLocks xmlns:a="http://schemas.openxmlformats.org/drawingml/2006/main" noGrp="1"/>
          </p:cNvSpPr>
          <p:nvPr/>
        </p:nvSpPr>
        <p:spPr>
          <a:xfrm xmlns:a="http://schemas.openxmlformats.org/drawingml/2006/main">
            <a:off x="102489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5" name="diagram-line-402">
            <a:extLst xmlns:a="http://schemas.openxmlformats.org/drawingml/2006/main">
              <a:ext uri="{FF2B5EF4-FFF2-40B4-BE49-F238E27FC236}">
                <a16:creationId xmlns:a16="http://schemas.microsoft.com/office/drawing/2014/main" id="{41851FC1-74F7-4866-853F-22C0D55BAF35}"/>
              </a:ext>
            </a:extLst>
          </p:cNvPr>
          <p:cNvSpPr>
            <a:spLocks xmlns:a="http://schemas.openxmlformats.org/drawingml/2006/main" noGrp="1"/>
          </p:cNvSpPr>
          <p:nvPr/>
        </p:nvSpPr>
        <p:spPr>
          <a:xfrm xmlns:a="http://schemas.openxmlformats.org/drawingml/2006/main">
            <a:off x="101346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6" name="diagram-line-403">
            <a:extLst xmlns:a="http://schemas.openxmlformats.org/drawingml/2006/main">
              <a:ext uri="{FF2B5EF4-FFF2-40B4-BE49-F238E27FC236}">
                <a16:creationId xmlns:a16="http://schemas.microsoft.com/office/drawing/2014/main" id="{EB392FB9-02E8-481C-8476-B48A091D4E99}"/>
              </a:ext>
            </a:extLst>
          </p:cNvPr>
          <p:cNvSpPr>
            <a:spLocks xmlns:a="http://schemas.openxmlformats.org/drawingml/2006/main" noGrp="1"/>
          </p:cNvSpPr>
          <p:nvPr/>
        </p:nvSpPr>
        <p:spPr>
          <a:xfrm xmlns:a="http://schemas.openxmlformats.org/drawingml/2006/main">
            <a:off x="100203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7" name="diagram-line-404">
            <a:extLst xmlns:a="http://schemas.openxmlformats.org/drawingml/2006/main">
              <a:ext uri="{FF2B5EF4-FFF2-40B4-BE49-F238E27FC236}">
                <a16:creationId xmlns:a16="http://schemas.microsoft.com/office/drawing/2014/main" id="{4752C750-5CF1-4063-81A1-A7A89943960A}"/>
              </a:ext>
            </a:extLst>
          </p:cNvPr>
          <p:cNvSpPr>
            <a:spLocks xmlns:a="http://schemas.openxmlformats.org/drawingml/2006/main" noGrp="1"/>
          </p:cNvSpPr>
          <p:nvPr/>
        </p:nvSpPr>
        <p:spPr>
          <a:xfrm xmlns:a="http://schemas.openxmlformats.org/drawingml/2006/main">
            <a:off x="99060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8" name="diagram-line-405">
            <a:extLst xmlns:a="http://schemas.openxmlformats.org/drawingml/2006/main">
              <a:ext uri="{FF2B5EF4-FFF2-40B4-BE49-F238E27FC236}">
                <a16:creationId xmlns:a16="http://schemas.microsoft.com/office/drawing/2014/main" id="{0987AD23-D5BD-4762-A17C-46A08DCA317F}"/>
              </a:ext>
            </a:extLst>
          </p:cNvPr>
          <p:cNvSpPr>
            <a:spLocks xmlns:a="http://schemas.openxmlformats.org/drawingml/2006/main" noGrp="1"/>
          </p:cNvSpPr>
          <p:nvPr/>
        </p:nvSpPr>
        <p:spPr>
          <a:xfrm xmlns:a="http://schemas.openxmlformats.org/drawingml/2006/main">
            <a:off x="97917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9" name="diagram-line-406">
            <a:extLst xmlns:a="http://schemas.openxmlformats.org/drawingml/2006/main">
              <a:ext uri="{FF2B5EF4-FFF2-40B4-BE49-F238E27FC236}">
                <a16:creationId xmlns:a16="http://schemas.microsoft.com/office/drawing/2014/main" id="{7FC0DDCB-BF75-4879-9B49-07D64E8149FA}"/>
              </a:ext>
            </a:extLst>
          </p:cNvPr>
          <p:cNvSpPr>
            <a:spLocks xmlns:a="http://schemas.openxmlformats.org/drawingml/2006/main" noGrp="1"/>
          </p:cNvSpPr>
          <p:nvPr/>
        </p:nvSpPr>
        <p:spPr>
          <a:xfrm xmlns:a="http://schemas.openxmlformats.org/drawingml/2006/main">
            <a:off x="96774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0" name="diagram-line-407">
            <a:extLst xmlns:a="http://schemas.openxmlformats.org/drawingml/2006/main">
              <a:ext uri="{FF2B5EF4-FFF2-40B4-BE49-F238E27FC236}">
                <a16:creationId xmlns:a16="http://schemas.microsoft.com/office/drawing/2014/main" id="{7D4CFB78-AA83-4CEB-ABCC-E2BDA43D5F35}"/>
              </a:ext>
            </a:extLst>
          </p:cNvPr>
          <p:cNvSpPr>
            <a:spLocks xmlns:a="http://schemas.openxmlformats.org/drawingml/2006/main" noGrp="1"/>
          </p:cNvSpPr>
          <p:nvPr/>
        </p:nvSpPr>
        <p:spPr>
          <a:xfrm xmlns:a="http://schemas.openxmlformats.org/drawingml/2006/main">
            <a:off x="95631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1" name="diagram-line-408">
            <a:extLst xmlns:a="http://schemas.openxmlformats.org/drawingml/2006/main">
              <a:ext uri="{FF2B5EF4-FFF2-40B4-BE49-F238E27FC236}">
                <a16:creationId xmlns:a16="http://schemas.microsoft.com/office/drawing/2014/main" id="{ED49B390-EF2C-4094-B623-544D8534DB4E}"/>
              </a:ext>
            </a:extLst>
          </p:cNvPr>
          <p:cNvSpPr>
            <a:spLocks xmlns:a="http://schemas.openxmlformats.org/drawingml/2006/main" noGrp="1"/>
          </p:cNvSpPr>
          <p:nvPr/>
        </p:nvSpPr>
        <p:spPr>
          <a:xfrm xmlns:a="http://schemas.openxmlformats.org/drawingml/2006/main">
            <a:off x="94488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2" name="diagram-line-409">
            <a:extLst xmlns:a="http://schemas.openxmlformats.org/drawingml/2006/main">
              <a:ext uri="{FF2B5EF4-FFF2-40B4-BE49-F238E27FC236}">
                <a16:creationId xmlns:a16="http://schemas.microsoft.com/office/drawing/2014/main" id="{896A6BEA-9BB2-4422-98F7-3275367B29BC}"/>
              </a:ext>
            </a:extLst>
          </p:cNvPr>
          <p:cNvSpPr>
            <a:spLocks xmlns:a="http://schemas.openxmlformats.org/drawingml/2006/main" noGrp="1"/>
          </p:cNvSpPr>
          <p:nvPr/>
        </p:nvSpPr>
        <p:spPr>
          <a:xfrm xmlns:a="http://schemas.openxmlformats.org/drawingml/2006/main">
            <a:off x="93345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3" name="diagram-line-410">
            <a:extLst xmlns:a="http://schemas.openxmlformats.org/drawingml/2006/main">
              <a:ext uri="{FF2B5EF4-FFF2-40B4-BE49-F238E27FC236}">
                <a16:creationId xmlns:a16="http://schemas.microsoft.com/office/drawing/2014/main" id="{633350EF-6D0C-4A43-AF70-0228BF9C9007}"/>
              </a:ext>
            </a:extLst>
          </p:cNvPr>
          <p:cNvSpPr>
            <a:spLocks xmlns:a="http://schemas.openxmlformats.org/drawingml/2006/main" noGrp="1"/>
          </p:cNvSpPr>
          <p:nvPr/>
        </p:nvSpPr>
        <p:spPr>
          <a:xfrm xmlns:a="http://schemas.openxmlformats.org/drawingml/2006/main">
            <a:off x="92202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4" name="diagram-line-411">
            <a:extLst xmlns:a="http://schemas.openxmlformats.org/drawingml/2006/main">
              <a:ext uri="{FF2B5EF4-FFF2-40B4-BE49-F238E27FC236}">
                <a16:creationId xmlns:a16="http://schemas.microsoft.com/office/drawing/2014/main" id="{A557DF83-CA1D-494D-A3E8-9A7502E67C6B}"/>
              </a:ext>
            </a:extLst>
          </p:cNvPr>
          <p:cNvSpPr>
            <a:spLocks xmlns:a="http://schemas.openxmlformats.org/drawingml/2006/main" noGrp="1"/>
          </p:cNvSpPr>
          <p:nvPr/>
        </p:nvSpPr>
        <p:spPr>
          <a:xfrm xmlns:a="http://schemas.openxmlformats.org/drawingml/2006/main">
            <a:off x="91059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5" name="diagram-line-412">
            <a:extLst xmlns:a="http://schemas.openxmlformats.org/drawingml/2006/main">
              <a:ext uri="{FF2B5EF4-FFF2-40B4-BE49-F238E27FC236}">
                <a16:creationId xmlns:a16="http://schemas.microsoft.com/office/drawing/2014/main" id="{8541C185-156E-4677-87BB-5B61A71E81A2}"/>
              </a:ext>
            </a:extLst>
          </p:cNvPr>
          <p:cNvSpPr>
            <a:spLocks xmlns:a="http://schemas.openxmlformats.org/drawingml/2006/main" noGrp="1"/>
          </p:cNvSpPr>
          <p:nvPr/>
        </p:nvSpPr>
        <p:spPr>
          <a:xfrm xmlns:a="http://schemas.openxmlformats.org/drawingml/2006/main">
            <a:off x="89916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6" name="diagram-line-413">
            <a:extLst xmlns:a="http://schemas.openxmlformats.org/drawingml/2006/main">
              <a:ext uri="{FF2B5EF4-FFF2-40B4-BE49-F238E27FC236}">
                <a16:creationId xmlns:a16="http://schemas.microsoft.com/office/drawing/2014/main" id="{031D4E2E-285C-48B0-9A96-ED1CE5168F1D}"/>
              </a:ext>
            </a:extLst>
          </p:cNvPr>
          <p:cNvSpPr>
            <a:spLocks xmlns:a="http://schemas.openxmlformats.org/drawingml/2006/main" noGrp="1"/>
          </p:cNvSpPr>
          <p:nvPr/>
        </p:nvSpPr>
        <p:spPr>
          <a:xfrm xmlns:a="http://schemas.openxmlformats.org/drawingml/2006/main">
            <a:off x="88773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7" name="diagram-line-414">
            <a:extLst xmlns:a="http://schemas.openxmlformats.org/drawingml/2006/main">
              <a:ext uri="{FF2B5EF4-FFF2-40B4-BE49-F238E27FC236}">
                <a16:creationId xmlns:a16="http://schemas.microsoft.com/office/drawing/2014/main" id="{BAC5BE5A-E8C0-4CB2-889E-CCD260EEA106}"/>
              </a:ext>
            </a:extLst>
          </p:cNvPr>
          <p:cNvSpPr>
            <a:spLocks xmlns:a="http://schemas.openxmlformats.org/drawingml/2006/main" noGrp="1"/>
          </p:cNvSpPr>
          <p:nvPr/>
        </p:nvSpPr>
        <p:spPr>
          <a:xfrm xmlns:a="http://schemas.openxmlformats.org/drawingml/2006/main">
            <a:off x="87630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8" name="diagram-line-415">
            <a:extLst xmlns:a="http://schemas.openxmlformats.org/drawingml/2006/main">
              <a:ext uri="{FF2B5EF4-FFF2-40B4-BE49-F238E27FC236}">
                <a16:creationId xmlns:a16="http://schemas.microsoft.com/office/drawing/2014/main" id="{4D05B7BE-FB9B-4B71-A383-E073128C8CA4}"/>
              </a:ext>
            </a:extLst>
          </p:cNvPr>
          <p:cNvSpPr>
            <a:spLocks xmlns:a="http://schemas.openxmlformats.org/drawingml/2006/main" noGrp="1"/>
          </p:cNvSpPr>
          <p:nvPr/>
        </p:nvSpPr>
        <p:spPr>
          <a:xfrm xmlns:a="http://schemas.openxmlformats.org/drawingml/2006/main">
            <a:off x="86487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9" name="diagram-line-416">
            <a:extLst xmlns:a="http://schemas.openxmlformats.org/drawingml/2006/main">
              <a:ext uri="{FF2B5EF4-FFF2-40B4-BE49-F238E27FC236}">
                <a16:creationId xmlns:a16="http://schemas.microsoft.com/office/drawing/2014/main" id="{C2B1BED9-421E-4180-8FE6-7521C47FA774}"/>
              </a:ext>
            </a:extLst>
          </p:cNvPr>
          <p:cNvSpPr>
            <a:spLocks xmlns:a="http://schemas.openxmlformats.org/drawingml/2006/main" noGrp="1"/>
          </p:cNvSpPr>
          <p:nvPr/>
        </p:nvSpPr>
        <p:spPr>
          <a:xfrm xmlns:a="http://schemas.openxmlformats.org/drawingml/2006/main">
            <a:off x="85344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0" name="diagram-line-417">
            <a:extLst xmlns:a="http://schemas.openxmlformats.org/drawingml/2006/main">
              <a:ext uri="{FF2B5EF4-FFF2-40B4-BE49-F238E27FC236}">
                <a16:creationId xmlns:a16="http://schemas.microsoft.com/office/drawing/2014/main" id="{E7EEDC9B-1FE2-4AD9-8845-12666C81BCC8}"/>
              </a:ext>
            </a:extLst>
          </p:cNvPr>
          <p:cNvSpPr>
            <a:spLocks xmlns:a="http://schemas.openxmlformats.org/drawingml/2006/main" noGrp="1"/>
          </p:cNvSpPr>
          <p:nvPr/>
        </p:nvSpPr>
        <p:spPr>
          <a:xfrm xmlns:a="http://schemas.openxmlformats.org/drawingml/2006/main">
            <a:off x="84201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1" name="diagram-line-418">
            <a:extLst xmlns:a="http://schemas.openxmlformats.org/drawingml/2006/main">
              <a:ext uri="{FF2B5EF4-FFF2-40B4-BE49-F238E27FC236}">
                <a16:creationId xmlns:a16="http://schemas.microsoft.com/office/drawing/2014/main" id="{310B083A-E601-44DB-B89E-723B69CA046F}"/>
              </a:ext>
            </a:extLst>
          </p:cNvPr>
          <p:cNvSpPr>
            <a:spLocks xmlns:a="http://schemas.openxmlformats.org/drawingml/2006/main" noGrp="1"/>
          </p:cNvSpPr>
          <p:nvPr/>
        </p:nvSpPr>
        <p:spPr>
          <a:xfrm xmlns:a="http://schemas.openxmlformats.org/drawingml/2006/main">
            <a:off x="83058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2" name="diagram-line-419">
            <a:extLst xmlns:a="http://schemas.openxmlformats.org/drawingml/2006/main">
              <a:ext uri="{FF2B5EF4-FFF2-40B4-BE49-F238E27FC236}">
                <a16:creationId xmlns:a16="http://schemas.microsoft.com/office/drawing/2014/main" id="{CD316DD5-F626-464B-B045-6CE6E94FF4EF}"/>
              </a:ext>
            </a:extLst>
          </p:cNvPr>
          <p:cNvSpPr>
            <a:spLocks xmlns:a="http://schemas.openxmlformats.org/drawingml/2006/main" noGrp="1"/>
          </p:cNvSpPr>
          <p:nvPr/>
        </p:nvSpPr>
        <p:spPr>
          <a:xfrm xmlns:a="http://schemas.openxmlformats.org/drawingml/2006/main">
            <a:off x="81915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3" name="diagram-line-420">
            <a:extLst xmlns:a="http://schemas.openxmlformats.org/drawingml/2006/main">
              <a:ext uri="{FF2B5EF4-FFF2-40B4-BE49-F238E27FC236}">
                <a16:creationId xmlns:a16="http://schemas.microsoft.com/office/drawing/2014/main" id="{92215573-C924-4F83-8230-8B6D54B5815A}"/>
              </a:ext>
            </a:extLst>
          </p:cNvPr>
          <p:cNvSpPr>
            <a:spLocks xmlns:a="http://schemas.openxmlformats.org/drawingml/2006/main" noGrp="1"/>
          </p:cNvSpPr>
          <p:nvPr/>
        </p:nvSpPr>
        <p:spPr>
          <a:xfrm xmlns:a="http://schemas.openxmlformats.org/drawingml/2006/main">
            <a:off x="80772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4" name="diagram-line-421">
            <a:extLst xmlns:a="http://schemas.openxmlformats.org/drawingml/2006/main">
              <a:ext uri="{FF2B5EF4-FFF2-40B4-BE49-F238E27FC236}">
                <a16:creationId xmlns:a16="http://schemas.microsoft.com/office/drawing/2014/main" id="{19707FF8-E2C8-4929-A48C-F36C397AFE45}"/>
              </a:ext>
            </a:extLst>
          </p:cNvPr>
          <p:cNvSpPr>
            <a:spLocks xmlns:a="http://schemas.openxmlformats.org/drawingml/2006/main" noGrp="1"/>
          </p:cNvSpPr>
          <p:nvPr/>
        </p:nvSpPr>
        <p:spPr>
          <a:xfrm xmlns:a="http://schemas.openxmlformats.org/drawingml/2006/main">
            <a:off x="79629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5" name="diagram-line-422">
            <a:extLst xmlns:a="http://schemas.openxmlformats.org/drawingml/2006/main">
              <a:ext uri="{FF2B5EF4-FFF2-40B4-BE49-F238E27FC236}">
                <a16:creationId xmlns:a16="http://schemas.microsoft.com/office/drawing/2014/main" id="{BFBBF100-42FF-474A-931C-9EC2C9B0A7D6}"/>
              </a:ext>
            </a:extLst>
          </p:cNvPr>
          <p:cNvSpPr>
            <a:spLocks xmlns:a="http://schemas.openxmlformats.org/drawingml/2006/main" noGrp="1"/>
          </p:cNvSpPr>
          <p:nvPr/>
        </p:nvSpPr>
        <p:spPr>
          <a:xfrm xmlns:a="http://schemas.openxmlformats.org/drawingml/2006/main">
            <a:off x="78486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6" name="diagram-line-423">
            <a:extLst xmlns:a="http://schemas.openxmlformats.org/drawingml/2006/main">
              <a:ext uri="{FF2B5EF4-FFF2-40B4-BE49-F238E27FC236}">
                <a16:creationId xmlns:a16="http://schemas.microsoft.com/office/drawing/2014/main" id="{5B0F5038-C69B-4D4F-A09C-56DAA394E616}"/>
              </a:ext>
            </a:extLst>
          </p:cNvPr>
          <p:cNvSpPr>
            <a:spLocks xmlns:a="http://schemas.openxmlformats.org/drawingml/2006/main" noGrp="1"/>
          </p:cNvSpPr>
          <p:nvPr/>
        </p:nvSpPr>
        <p:spPr>
          <a:xfrm xmlns:a="http://schemas.openxmlformats.org/drawingml/2006/main">
            <a:off x="77343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7" name="diagram-line-424">
            <a:extLst xmlns:a="http://schemas.openxmlformats.org/drawingml/2006/main">
              <a:ext uri="{FF2B5EF4-FFF2-40B4-BE49-F238E27FC236}">
                <a16:creationId xmlns:a16="http://schemas.microsoft.com/office/drawing/2014/main" id="{3D7121D8-A61F-4DE5-8CF3-FC2BD5598B72}"/>
              </a:ext>
            </a:extLst>
          </p:cNvPr>
          <p:cNvSpPr>
            <a:spLocks xmlns:a="http://schemas.openxmlformats.org/drawingml/2006/main" noGrp="1"/>
          </p:cNvSpPr>
          <p:nvPr/>
        </p:nvSpPr>
        <p:spPr>
          <a:xfrm xmlns:a="http://schemas.openxmlformats.org/drawingml/2006/main">
            <a:off x="76200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8" name="diagram-line-425">
            <a:extLst xmlns:a="http://schemas.openxmlformats.org/drawingml/2006/main">
              <a:ext uri="{FF2B5EF4-FFF2-40B4-BE49-F238E27FC236}">
                <a16:creationId xmlns:a16="http://schemas.microsoft.com/office/drawing/2014/main" id="{A0CB5F7C-3CC6-4E1E-9F39-FCCE8150E3E6}"/>
              </a:ext>
            </a:extLst>
          </p:cNvPr>
          <p:cNvSpPr>
            <a:spLocks xmlns:a="http://schemas.openxmlformats.org/drawingml/2006/main" noGrp="1"/>
          </p:cNvSpPr>
          <p:nvPr/>
        </p:nvSpPr>
        <p:spPr>
          <a:xfrm xmlns:a="http://schemas.openxmlformats.org/drawingml/2006/main">
            <a:off x="75057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9" name="diagram-line-426">
            <a:extLst xmlns:a="http://schemas.openxmlformats.org/drawingml/2006/main">
              <a:ext uri="{FF2B5EF4-FFF2-40B4-BE49-F238E27FC236}">
                <a16:creationId xmlns:a16="http://schemas.microsoft.com/office/drawing/2014/main" id="{D6C082B6-00DF-4189-B3B6-C1F5F1D42983}"/>
              </a:ext>
            </a:extLst>
          </p:cNvPr>
          <p:cNvSpPr>
            <a:spLocks xmlns:a="http://schemas.openxmlformats.org/drawingml/2006/main" noGrp="1"/>
          </p:cNvSpPr>
          <p:nvPr/>
        </p:nvSpPr>
        <p:spPr>
          <a:xfrm xmlns:a="http://schemas.openxmlformats.org/drawingml/2006/main">
            <a:off x="73914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0" name="diagram-line-427">
            <a:extLst xmlns:a="http://schemas.openxmlformats.org/drawingml/2006/main">
              <a:ext uri="{FF2B5EF4-FFF2-40B4-BE49-F238E27FC236}">
                <a16:creationId xmlns:a16="http://schemas.microsoft.com/office/drawing/2014/main" id="{C6E47B0F-BA3D-45F5-8A51-DE7521308DFA}"/>
              </a:ext>
            </a:extLst>
          </p:cNvPr>
          <p:cNvSpPr>
            <a:spLocks xmlns:a="http://schemas.openxmlformats.org/drawingml/2006/main" noGrp="1"/>
          </p:cNvSpPr>
          <p:nvPr/>
        </p:nvSpPr>
        <p:spPr>
          <a:xfrm xmlns:a="http://schemas.openxmlformats.org/drawingml/2006/main">
            <a:off x="72771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1" name="diagram-line-428">
            <a:extLst xmlns:a="http://schemas.openxmlformats.org/drawingml/2006/main">
              <a:ext uri="{FF2B5EF4-FFF2-40B4-BE49-F238E27FC236}">
                <a16:creationId xmlns:a16="http://schemas.microsoft.com/office/drawing/2014/main" id="{6B4E5A96-6BF0-4856-BBFC-B3900151EEF5}"/>
              </a:ext>
            </a:extLst>
          </p:cNvPr>
          <p:cNvSpPr>
            <a:spLocks xmlns:a="http://schemas.openxmlformats.org/drawingml/2006/main" noGrp="1"/>
          </p:cNvSpPr>
          <p:nvPr/>
        </p:nvSpPr>
        <p:spPr>
          <a:xfrm xmlns:a="http://schemas.openxmlformats.org/drawingml/2006/main">
            <a:off x="71628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2" name="diagram-line-429">
            <a:extLst xmlns:a="http://schemas.openxmlformats.org/drawingml/2006/main">
              <a:ext uri="{FF2B5EF4-FFF2-40B4-BE49-F238E27FC236}">
                <a16:creationId xmlns:a16="http://schemas.microsoft.com/office/drawing/2014/main" id="{985B2F08-173F-476A-84E4-DAC6D36A9CF0}"/>
              </a:ext>
            </a:extLst>
          </p:cNvPr>
          <p:cNvSpPr>
            <a:spLocks xmlns:a="http://schemas.openxmlformats.org/drawingml/2006/main" noGrp="1"/>
          </p:cNvSpPr>
          <p:nvPr/>
        </p:nvSpPr>
        <p:spPr>
          <a:xfrm xmlns:a="http://schemas.openxmlformats.org/drawingml/2006/main">
            <a:off x="70485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3" name="diagram-line-430">
            <a:extLst xmlns:a="http://schemas.openxmlformats.org/drawingml/2006/main">
              <a:ext uri="{FF2B5EF4-FFF2-40B4-BE49-F238E27FC236}">
                <a16:creationId xmlns:a16="http://schemas.microsoft.com/office/drawing/2014/main" id="{8E8A303D-C619-4ED0-8303-9D0733F754DB}"/>
              </a:ext>
            </a:extLst>
          </p:cNvPr>
          <p:cNvSpPr>
            <a:spLocks xmlns:a="http://schemas.openxmlformats.org/drawingml/2006/main" noGrp="1"/>
          </p:cNvSpPr>
          <p:nvPr/>
        </p:nvSpPr>
        <p:spPr>
          <a:xfrm xmlns:a="http://schemas.openxmlformats.org/drawingml/2006/main">
            <a:off x="69342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4" name="diagram-line-431">
            <a:extLst xmlns:a="http://schemas.openxmlformats.org/drawingml/2006/main">
              <a:ext uri="{FF2B5EF4-FFF2-40B4-BE49-F238E27FC236}">
                <a16:creationId xmlns:a16="http://schemas.microsoft.com/office/drawing/2014/main" id="{6B0A8D32-4E96-4C5D-9422-C308870CC9F9}"/>
              </a:ext>
            </a:extLst>
          </p:cNvPr>
          <p:cNvSpPr>
            <a:spLocks xmlns:a="http://schemas.openxmlformats.org/drawingml/2006/main" noGrp="1"/>
          </p:cNvSpPr>
          <p:nvPr/>
        </p:nvSpPr>
        <p:spPr>
          <a:xfrm xmlns:a="http://schemas.openxmlformats.org/drawingml/2006/main">
            <a:off x="68199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5" name="diagram-line-432">
            <a:extLst xmlns:a="http://schemas.openxmlformats.org/drawingml/2006/main">
              <a:ext uri="{FF2B5EF4-FFF2-40B4-BE49-F238E27FC236}">
                <a16:creationId xmlns:a16="http://schemas.microsoft.com/office/drawing/2014/main" id="{83DDF9D7-589F-40DB-B9F1-076703EC2896}"/>
              </a:ext>
            </a:extLst>
          </p:cNvPr>
          <p:cNvSpPr>
            <a:spLocks xmlns:a="http://schemas.openxmlformats.org/drawingml/2006/main" noGrp="1"/>
          </p:cNvSpPr>
          <p:nvPr/>
        </p:nvSpPr>
        <p:spPr>
          <a:xfrm xmlns:a="http://schemas.openxmlformats.org/drawingml/2006/main">
            <a:off x="67056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6" name="diagram-line-433">
            <a:extLst xmlns:a="http://schemas.openxmlformats.org/drawingml/2006/main">
              <a:ext uri="{FF2B5EF4-FFF2-40B4-BE49-F238E27FC236}">
                <a16:creationId xmlns:a16="http://schemas.microsoft.com/office/drawing/2014/main" id="{6796A36D-C111-49C3-8995-02A5A66A7ED3}"/>
              </a:ext>
            </a:extLst>
          </p:cNvPr>
          <p:cNvSpPr>
            <a:spLocks xmlns:a="http://schemas.openxmlformats.org/drawingml/2006/main" noGrp="1"/>
          </p:cNvSpPr>
          <p:nvPr/>
        </p:nvSpPr>
        <p:spPr>
          <a:xfrm xmlns:a="http://schemas.openxmlformats.org/drawingml/2006/main">
            <a:off x="65913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7" name="diagram-line-434">
            <a:extLst xmlns:a="http://schemas.openxmlformats.org/drawingml/2006/main">
              <a:ext uri="{FF2B5EF4-FFF2-40B4-BE49-F238E27FC236}">
                <a16:creationId xmlns:a16="http://schemas.microsoft.com/office/drawing/2014/main" id="{44741AE2-6208-4A73-89D2-EC45ED999001}"/>
              </a:ext>
            </a:extLst>
          </p:cNvPr>
          <p:cNvSpPr>
            <a:spLocks xmlns:a="http://schemas.openxmlformats.org/drawingml/2006/main" noGrp="1"/>
          </p:cNvSpPr>
          <p:nvPr/>
        </p:nvSpPr>
        <p:spPr>
          <a:xfrm xmlns:a="http://schemas.openxmlformats.org/drawingml/2006/main">
            <a:off x="64770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8" name="diagram-line-435">
            <a:extLst xmlns:a="http://schemas.openxmlformats.org/drawingml/2006/main">
              <a:ext uri="{FF2B5EF4-FFF2-40B4-BE49-F238E27FC236}">
                <a16:creationId xmlns:a16="http://schemas.microsoft.com/office/drawing/2014/main" id="{982A53C6-0306-429C-ADFD-FAE8A7533609}"/>
              </a:ext>
            </a:extLst>
          </p:cNvPr>
          <p:cNvSpPr>
            <a:spLocks xmlns:a="http://schemas.openxmlformats.org/drawingml/2006/main" noGrp="1"/>
          </p:cNvSpPr>
          <p:nvPr/>
        </p:nvSpPr>
        <p:spPr>
          <a:xfrm xmlns:a="http://schemas.openxmlformats.org/drawingml/2006/main">
            <a:off x="63627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9" name="diagram-line-436">
            <a:extLst xmlns:a="http://schemas.openxmlformats.org/drawingml/2006/main">
              <a:ext uri="{FF2B5EF4-FFF2-40B4-BE49-F238E27FC236}">
                <a16:creationId xmlns:a16="http://schemas.microsoft.com/office/drawing/2014/main" id="{E0A41A3F-60C1-491E-B57F-144D9DCA1E82}"/>
              </a:ext>
            </a:extLst>
          </p:cNvPr>
          <p:cNvSpPr>
            <a:spLocks xmlns:a="http://schemas.openxmlformats.org/drawingml/2006/main" noGrp="1"/>
          </p:cNvSpPr>
          <p:nvPr/>
        </p:nvSpPr>
        <p:spPr>
          <a:xfrm xmlns:a="http://schemas.openxmlformats.org/drawingml/2006/main">
            <a:off x="62484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60" name="diagram-line-437">
            <a:extLst xmlns:a="http://schemas.openxmlformats.org/drawingml/2006/main">
              <a:ext uri="{FF2B5EF4-FFF2-40B4-BE49-F238E27FC236}">
                <a16:creationId xmlns:a16="http://schemas.microsoft.com/office/drawing/2014/main" id="{E76FEAF8-C0A3-45B4-A166-6562118E1AAE}"/>
              </a:ext>
            </a:extLst>
          </p:cNvPr>
          <p:cNvSpPr>
            <a:spLocks xmlns:a="http://schemas.openxmlformats.org/drawingml/2006/main" noGrp="1"/>
          </p:cNvSpPr>
          <p:nvPr/>
        </p:nvSpPr>
        <p:spPr>
          <a:xfrm xmlns:a="http://schemas.openxmlformats.org/drawingml/2006/main">
            <a:off x="61341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61" name="diagram-line-438">
            <a:extLst xmlns:a="http://schemas.openxmlformats.org/drawingml/2006/main">
              <a:ext uri="{FF2B5EF4-FFF2-40B4-BE49-F238E27FC236}">
                <a16:creationId xmlns:a16="http://schemas.microsoft.com/office/drawing/2014/main" id="{A0EA8F77-D05D-47AC-BB74-FF9227FCA341}"/>
              </a:ext>
            </a:extLst>
          </p:cNvPr>
          <p:cNvSpPr>
            <a:spLocks xmlns:a="http://schemas.openxmlformats.org/drawingml/2006/main" noGrp="1"/>
          </p:cNvSpPr>
          <p:nvPr/>
        </p:nvSpPr>
        <p:spPr>
          <a:xfrm xmlns:a="http://schemas.openxmlformats.org/drawingml/2006/main">
            <a:off x="6096000" y="34004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2" name="diagram-line-439">
            <a:extLst xmlns:a="http://schemas.openxmlformats.org/drawingml/2006/main">
              <a:ext uri="{FF2B5EF4-FFF2-40B4-BE49-F238E27FC236}">
                <a16:creationId xmlns:a16="http://schemas.microsoft.com/office/drawing/2014/main" id="{DD8719FD-E42D-4BA6-8C01-772A1538D9EB}"/>
              </a:ext>
            </a:extLst>
          </p:cNvPr>
          <p:cNvSpPr>
            <a:spLocks xmlns:a="http://schemas.openxmlformats.org/drawingml/2006/main" noGrp="1"/>
          </p:cNvSpPr>
          <p:nvPr/>
        </p:nvSpPr>
        <p:spPr>
          <a:xfrm xmlns:a="http://schemas.openxmlformats.org/drawingml/2006/main">
            <a:off x="6096000" y="32861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3" name="diagram-line-440">
            <a:extLst xmlns:a="http://schemas.openxmlformats.org/drawingml/2006/main">
              <a:ext uri="{FF2B5EF4-FFF2-40B4-BE49-F238E27FC236}">
                <a16:creationId xmlns:a16="http://schemas.microsoft.com/office/drawing/2014/main" id="{440D60FC-A0AB-4F6E-A60B-C83796563AA4}"/>
              </a:ext>
            </a:extLst>
          </p:cNvPr>
          <p:cNvSpPr>
            <a:spLocks xmlns:a="http://schemas.openxmlformats.org/drawingml/2006/main" noGrp="1"/>
          </p:cNvSpPr>
          <p:nvPr/>
        </p:nvSpPr>
        <p:spPr>
          <a:xfrm xmlns:a="http://schemas.openxmlformats.org/drawingml/2006/main">
            <a:off x="6096000" y="31718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4" name="diagram-line-441">
            <a:extLst xmlns:a="http://schemas.openxmlformats.org/drawingml/2006/main">
              <a:ext uri="{FF2B5EF4-FFF2-40B4-BE49-F238E27FC236}">
                <a16:creationId xmlns:a16="http://schemas.microsoft.com/office/drawing/2014/main" id="{7679D9E3-1450-4402-BAB9-B8A2B803F815}"/>
              </a:ext>
            </a:extLst>
          </p:cNvPr>
          <p:cNvSpPr>
            <a:spLocks xmlns:a="http://schemas.openxmlformats.org/drawingml/2006/main" noGrp="1"/>
          </p:cNvSpPr>
          <p:nvPr/>
        </p:nvSpPr>
        <p:spPr>
          <a:xfrm xmlns:a="http://schemas.openxmlformats.org/drawingml/2006/main">
            <a:off x="6096000" y="30575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5" name="diagram-line-442">
            <a:extLst xmlns:a="http://schemas.openxmlformats.org/drawingml/2006/main">
              <a:ext uri="{FF2B5EF4-FFF2-40B4-BE49-F238E27FC236}">
                <a16:creationId xmlns:a16="http://schemas.microsoft.com/office/drawing/2014/main" id="{ABB3F6F3-50B1-4BB5-81AB-1DE10FC30B7F}"/>
              </a:ext>
            </a:extLst>
          </p:cNvPr>
          <p:cNvSpPr>
            <a:spLocks xmlns:a="http://schemas.openxmlformats.org/drawingml/2006/main" noGrp="1"/>
          </p:cNvSpPr>
          <p:nvPr/>
        </p:nvSpPr>
        <p:spPr>
          <a:xfrm xmlns:a="http://schemas.openxmlformats.org/drawingml/2006/main">
            <a:off x="6096000" y="29432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6" name="diagram-line-443">
            <a:extLst xmlns:a="http://schemas.openxmlformats.org/drawingml/2006/main">
              <a:ext uri="{FF2B5EF4-FFF2-40B4-BE49-F238E27FC236}">
                <a16:creationId xmlns:a16="http://schemas.microsoft.com/office/drawing/2014/main" id="{852C484B-7980-4392-8252-3417EB983C83}"/>
              </a:ext>
            </a:extLst>
          </p:cNvPr>
          <p:cNvSpPr>
            <a:spLocks xmlns:a="http://schemas.openxmlformats.org/drawingml/2006/main" noGrp="1"/>
          </p:cNvSpPr>
          <p:nvPr/>
        </p:nvSpPr>
        <p:spPr>
          <a:xfrm xmlns:a="http://schemas.openxmlformats.org/drawingml/2006/main">
            <a:off x="6096000" y="28289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7" name="diagram-line-444">
            <a:extLst xmlns:a="http://schemas.openxmlformats.org/drawingml/2006/main">
              <a:ext uri="{FF2B5EF4-FFF2-40B4-BE49-F238E27FC236}">
                <a16:creationId xmlns:a16="http://schemas.microsoft.com/office/drawing/2014/main" id="{398896AB-1D1F-4D89-A1EA-478C1D5FF0EA}"/>
              </a:ext>
            </a:extLst>
          </p:cNvPr>
          <p:cNvSpPr>
            <a:spLocks xmlns:a="http://schemas.openxmlformats.org/drawingml/2006/main" noGrp="1"/>
          </p:cNvSpPr>
          <p:nvPr/>
        </p:nvSpPr>
        <p:spPr>
          <a:xfrm xmlns:a="http://schemas.openxmlformats.org/drawingml/2006/main">
            <a:off x="6096000" y="27146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8" name="diagram-line-445">
            <a:extLst xmlns:a="http://schemas.openxmlformats.org/drawingml/2006/main">
              <a:ext uri="{FF2B5EF4-FFF2-40B4-BE49-F238E27FC236}">
                <a16:creationId xmlns:a16="http://schemas.microsoft.com/office/drawing/2014/main" id="{89346D55-C434-4A52-8FF5-67C1598D6A93}"/>
              </a:ext>
            </a:extLst>
          </p:cNvPr>
          <p:cNvSpPr>
            <a:spLocks xmlns:a="http://schemas.openxmlformats.org/drawingml/2006/main" noGrp="1"/>
          </p:cNvSpPr>
          <p:nvPr/>
        </p:nvSpPr>
        <p:spPr>
          <a:xfrm xmlns:a="http://schemas.openxmlformats.org/drawingml/2006/main">
            <a:off x="6096000" y="26003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9" name="diagram-line-446">
            <a:extLst xmlns:a="http://schemas.openxmlformats.org/drawingml/2006/main">
              <a:ext uri="{FF2B5EF4-FFF2-40B4-BE49-F238E27FC236}">
                <a16:creationId xmlns:a16="http://schemas.microsoft.com/office/drawing/2014/main" id="{5536E71A-9467-4524-AF44-D9025978A3DB}"/>
              </a:ext>
            </a:extLst>
          </p:cNvPr>
          <p:cNvSpPr>
            <a:spLocks xmlns:a="http://schemas.openxmlformats.org/drawingml/2006/main" noGrp="1"/>
          </p:cNvSpPr>
          <p:nvPr/>
        </p:nvSpPr>
        <p:spPr>
          <a:xfrm xmlns:a="http://schemas.openxmlformats.org/drawingml/2006/main">
            <a:off x="6096000" y="24860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70" name="diagram-line-447">
            <a:extLst xmlns:a="http://schemas.openxmlformats.org/drawingml/2006/main">
              <a:ext uri="{FF2B5EF4-FFF2-40B4-BE49-F238E27FC236}">
                <a16:creationId xmlns:a16="http://schemas.microsoft.com/office/drawing/2014/main" id="{EA574B40-5AFA-452E-9D78-75180E700902}"/>
              </a:ext>
            </a:extLst>
          </p:cNvPr>
          <p:cNvSpPr>
            <a:spLocks xmlns:a="http://schemas.openxmlformats.org/drawingml/2006/main" noGrp="1"/>
          </p:cNvSpPr>
          <p:nvPr/>
        </p:nvSpPr>
        <p:spPr>
          <a:xfrm xmlns:a="http://schemas.openxmlformats.org/drawingml/2006/main">
            <a:off x="6096000" y="23717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71" name="diagram-line-448">
            <a:extLst xmlns:a="http://schemas.openxmlformats.org/drawingml/2006/main">
              <a:ext uri="{FF2B5EF4-FFF2-40B4-BE49-F238E27FC236}">
                <a16:creationId xmlns:a16="http://schemas.microsoft.com/office/drawing/2014/main" id="{172761FD-0935-485E-A0BA-F175EE416C2C}"/>
              </a:ext>
            </a:extLst>
          </p:cNvPr>
          <p:cNvSpPr>
            <a:spLocks xmlns:a="http://schemas.openxmlformats.org/drawingml/2006/main" noGrp="1"/>
          </p:cNvSpPr>
          <p:nvPr/>
        </p:nvSpPr>
        <p:spPr>
          <a:xfrm xmlns:a="http://schemas.openxmlformats.org/drawingml/2006/main">
            <a:off x="6096000" y="22574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72" name="diagram-line-449">
            <a:extLst xmlns:a="http://schemas.openxmlformats.org/drawingml/2006/main">
              <a:ext uri="{FF2B5EF4-FFF2-40B4-BE49-F238E27FC236}">
                <a16:creationId xmlns:a16="http://schemas.microsoft.com/office/drawing/2014/main" id="{42E23C44-5984-41D9-A153-DEDA0F6D599C}"/>
              </a:ext>
            </a:extLst>
          </p:cNvPr>
          <p:cNvSpPr>
            <a:spLocks xmlns:a="http://schemas.openxmlformats.org/drawingml/2006/main" noGrp="1"/>
          </p:cNvSpPr>
          <p:nvPr/>
        </p:nvSpPr>
        <p:spPr>
          <a:xfrm xmlns:a="http://schemas.openxmlformats.org/drawingml/2006/main">
            <a:off x="60293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3" name="diagram-line-450">
            <a:extLst xmlns:a="http://schemas.openxmlformats.org/drawingml/2006/main">
              <a:ext uri="{FF2B5EF4-FFF2-40B4-BE49-F238E27FC236}">
                <a16:creationId xmlns:a16="http://schemas.microsoft.com/office/drawing/2014/main" id="{EB4B43D9-9DD0-4E58-9957-8C469DB4F164}"/>
              </a:ext>
            </a:extLst>
          </p:cNvPr>
          <p:cNvSpPr>
            <a:spLocks xmlns:a="http://schemas.openxmlformats.org/drawingml/2006/main" noGrp="1"/>
          </p:cNvSpPr>
          <p:nvPr/>
        </p:nvSpPr>
        <p:spPr>
          <a:xfrm xmlns:a="http://schemas.openxmlformats.org/drawingml/2006/main">
            <a:off x="59150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4" name="diagram-line-451">
            <a:extLst xmlns:a="http://schemas.openxmlformats.org/drawingml/2006/main">
              <a:ext uri="{FF2B5EF4-FFF2-40B4-BE49-F238E27FC236}">
                <a16:creationId xmlns:a16="http://schemas.microsoft.com/office/drawing/2014/main" id="{04FFD347-EEE5-45A4-996A-D14ED8EAEDEB}"/>
              </a:ext>
            </a:extLst>
          </p:cNvPr>
          <p:cNvSpPr>
            <a:spLocks xmlns:a="http://schemas.openxmlformats.org/drawingml/2006/main" noGrp="1"/>
          </p:cNvSpPr>
          <p:nvPr/>
        </p:nvSpPr>
        <p:spPr>
          <a:xfrm xmlns:a="http://schemas.openxmlformats.org/drawingml/2006/main">
            <a:off x="58007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5" name="diagram-line-452">
            <a:extLst xmlns:a="http://schemas.openxmlformats.org/drawingml/2006/main">
              <a:ext uri="{FF2B5EF4-FFF2-40B4-BE49-F238E27FC236}">
                <a16:creationId xmlns:a16="http://schemas.microsoft.com/office/drawing/2014/main" id="{9F9D4D33-9255-406F-BD79-763371F2C1D7}"/>
              </a:ext>
            </a:extLst>
          </p:cNvPr>
          <p:cNvSpPr>
            <a:spLocks xmlns:a="http://schemas.openxmlformats.org/drawingml/2006/main" noGrp="1"/>
          </p:cNvSpPr>
          <p:nvPr/>
        </p:nvSpPr>
        <p:spPr>
          <a:xfrm xmlns:a="http://schemas.openxmlformats.org/drawingml/2006/main">
            <a:off x="56864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6" name="diagram-line-453">
            <a:extLst xmlns:a="http://schemas.openxmlformats.org/drawingml/2006/main">
              <a:ext uri="{FF2B5EF4-FFF2-40B4-BE49-F238E27FC236}">
                <a16:creationId xmlns:a16="http://schemas.microsoft.com/office/drawing/2014/main" id="{94B0C5D5-BBCB-4645-B0C1-19994381D986}"/>
              </a:ext>
            </a:extLst>
          </p:cNvPr>
          <p:cNvSpPr>
            <a:spLocks xmlns:a="http://schemas.openxmlformats.org/drawingml/2006/main" noGrp="1"/>
          </p:cNvSpPr>
          <p:nvPr/>
        </p:nvSpPr>
        <p:spPr>
          <a:xfrm xmlns:a="http://schemas.openxmlformats.org/drawingml/2006/main">
            <a:off x="55721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7" name="diagram-line-454">
            <a:extLst xmlns:a="http://schemas.openxmlformats.org/drawingml/2006/main">
              <a:ext uri="{FF2B5EF4-FFF2-40B4-BE49-F238E27FC236}">
                <a16:creationId xmlns:a16="http://schemas.microsoft.com/office/drawing/2014/main" id="{9A9E9C65-C7EC-4E6F-BACA-7F68DACA3DAF}"/>
              </a:ext>
            </a:extLst>
          </p:cNvPr>
          <p:cNvSpPr>
            <a:spLocks xmlns:a="http://schemas.openxmlformats.org/drawingml/2006/main" noGrp="1"/>
          </p:cNvSpPr>
          <p:nvPr/>
        </p:nvSpPr>
        <p:spPr>
          <a:xfrm xmlns:a="http://schemas.openxmlformats.org/drawingml/2006/main">
            <a:off x="54578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8" name="diagram-line-455">
            <a:extLst xmlns:a="http://schemas.openxmlformats.org/drawingml/2006/main">
              <a:ext uri="{FF2B5EF4-FFF2-40B4-BE49-F238E27FC236}">
                <a16:creationId xmlns:a16="http://schemas.microsoft.com/office/drawing/2014/main" id="{0FBB0227-D694-418A-86DF-05AC9B373BAB}"/>
              </a:ext>
            </a:extLst>
          </p:cNvPr>
          <p:cNvSpPr>
            <a:spLocks xmlns:a="http://schemas.openxmlformats.org/drawingml/2006/main" noGrp="1"/>
          </p:cNvSpPr>
          <p:nvPr/>
        </p:nvSpPr>
        <p:spPr>
          <a:xfrm xmlns:a="http://schemas.openxmlformats.org/drawingml/2006/main">
            <a:off x="53435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9" name="diagram-line-456">
            <a:extLst xmlns:a="http://schemas.openxmlformats.org/drawingml/2006/main">
              <a:ext uri="{FF2B5EF4-FFF2-40B4-BE49-F238E27FC236}">
                <a16:creationId xmlns:a16="http://schemas.microsoft.com/office/drawing/2014/main" id="{3FB4A156-16E3-4C3C-84D5-45D643EF020A}"/>
              </a:ext>
            </a:extLst>
          </p:cNvPr>
          <p:cNvSpPr>
            <a:spLocks xmlns:a="http://schemas.openxmlformats.org/drawingml/2006/main" noGrp="1"/>
          </p:cNvSpPr>
          <p:nvPr/>
        </p:nvSpPr>
        <p:spPr>
          <a:xfrm xmlns:a="http://schemas.openxmlformats.org/drawingml/2006/main">
            <a:off x="52292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0" name="diagram-line-457">
            <a:extLst xmlns:a="http://schemas.openxmlformats.org/drawingml/2006/main">
              <a:ext uri="{FF2B5EF4-FFF2-40B4-BE49-F238E27FC236}">
                <a16:creationId xmlns:a16="http://schemas.microsoft.com/office/drawing/2014/main" id="{8277A738-C729-4FA0-BD3A-204C8826AC71}"/>
              </a:ext>
            </a:extLst>
          </p:cNvPr>
          <p:cNvSpPr>
            <a:spLocks xmlns:a="http://schemas.openxmlformats.org/drawingml/2006/main" noGrp="1"/>
          </p:cNvSpPr>
          <p:nvPr/>
        </p:nvSpPr>
        <p:spPr>
          <a:xfrm xmlns:a="http://schemas.openxmlformats.org/drawingml/2006/main">
            <a:off x="51149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1" name="diagram-line-458">
            <a:extLst xmlns:a="http://schemas.openxmlformats.org/drawingml/2006/main">
              <a:ext uri="{FF2B5EF4-FFF2-40B4-BE49-F238E27FC236}">
                <a16:creationId xmlns:a16="http://schemas.microsoft.com/office/drawing/2014/main" id="{5C2406D1-20E4-4EB5-B868-945FD596154E}"/>
              </a:ext>
            </a:extLst>
          </p:cNvPr>
          <p:cNvSpPr>
            <a:spLocks xmlns:a="http://schemas.openxmlformats.org/drawingml/2006/main" noGrp="1"/>
          </p:cNvSpPr>
          <p:nvPr/>
        </p:nvSpPr>
        <p:spPr>
          <a:xfrm xmlns:a="http://schemas.openxmlformats.org/drawingml/2006/main">
            <a:off x="50006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2" name="diagram-line-459">
            <a:extLst xmlns:a="http://schemas.openxmlformats.org/drawingml/2006/main">
              <a:ext uri="{FF2B5EF4-FFF2-40B4-BE49-F238E27FC236}">
                <a16:creationId xmlns:a16="http://schemas.microsoft.com/office/drawing/2014/main" id="{556B6558-DB7A-421C-88E6-63528CD1CD23}"/>
              </a:ext>
            </a:extLst>
          </p:cNvPr>
          <p:cNvSpPr>
            <a:spLocks xmlns:a="http://schemas.openxmlformats.org/drawingml/2006/main" noGrp="1"/>
          </p:cNvSpPr>
          <p:nvPr/>
        </p:nvSpPr>
        <p:spPr>
          <a:xfrm xmlns:a="http://schemas.openxmlformats.org/drawingml/2006/main">
            <a:off x="48863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3" name="diagram-line-460">
            <a:extLst xmlns:a="http://schemas.openxmlformats.org/drawingml/2006/main">
              <a:ext uri="{FF2B5EF4-FFF2-40B4-BE49-F238E27FC236}">
                <a16:creationId xmlns:a16="http://schemas.microsoft.com/office/drawing/2014/main" id="{F4D7E6F2-5667-47D0-A936-1B5A4A62C7B7}"/>
              </a:ext>
            </a:extLst>
          </p:cNvPr>
          <p:cNvSpPr>
            <a:spLocks xmlns:a="http://schemas.openxmlformats.org/drawingml/2006/main" noGrp="1"/>
          </p:cNvSpPr>
          <p:nvPr/>
        </p:nvSpPr>
        <p:spPr>
          <a:xfrm xmlns:a="http://schemas.openxmlformats.org/drawingml/2006/main">
            <a:off x="4810125" y="2247900"/>
            <a:ext cx="28575" cy="191"/>
          </a:xfrm>
          <a:custGeom xmlns:a="http://schemas.openxmlformats.org/drawingml/2006/main">
            <a:pathLst>
              <a:path w="28575" h="191">
                <a:moveTo>
                  <a:pt x="28575" y="0"/>
                </a:moveTo>
                <a:lnTo>
                  <a:pt x="0" y="0"/>
                </a:lnTo>
              </a:path>
            </a:pathLst>
          </a:custGeom>
          <a:noFill xmlns:a="http://schemas.openxmlformats.org/drawingml/2006/main"/>
          <a:ln xmlns:a="http://schemas.openxmlformats.org/drawingml/2006/main" w="14288">
            <a:solidFill>
              <a:srgbClr val="B15F20"/>
            </a:solidFill>
          </a:ln>
        </p:spPr>
      </p:sp>
      <p:sp>
        <p:nvSpPr>
          <p:cNvPr id="184" name="diagram-poly-461">
            <a:extLst xmlns:a="http://schemas.openxmlformats.org/drawingml/2006/main">
              <a:ext uri="{FF2B5EF4-FFF2-40B4-BE49-F238E27FC236}">
                <a16:creationId xmlns:a16="http://schemas.microsoft.com/office/drawing/2014/main" id="{D6E50208-C296-4A7C-9F48-AF051E2A1109}"/>
              </a:ext>
            </a:extLst>
          </p:cNvPr>
          <p:cNvSpPr>
            <a:spLocks xmlns:a="http://schemas.openxmlformats.org/drawingml/2006/main" noGrp="1"/>
          </p:cNvSpPr>
          <p:nvPr/>
        </p:nvSpPr>
        <p:spPr>
          <a:xfrm xmlns:a="http://schemas.openxmlformats.org/drawingml/2006/main">
            <a:off x="4810125" y="2218373"/>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B15F20"/>
          </a:solidFill>
          <a:ln xmlns:a="http://schemas.openxmlformats.org/drawingml/2006/main" w="953">
            <a:solidFill>
              <a:srgbClr val="B15F20"/>
            </a:solidFill>
          </a:ln>
        </p:spPr>
      </p:sp>
      <p:sp>
        <p:nvSpPr>
          <p:cNvPr id="185" name="diagram-line-462">
            <a:extLst xmlns:a="http://schemas.openxmlformats.org/drawingml/2006/main">
              <a:ext uri="{FF2B5EF4-FFF2-40B4-BE49-F238E27FC236}">
                <a16:creationId xmlns:a16="http://schemas.microsoft.com/office/drawing/2014/main" id="{085F71D5-F0A0-48D2-BEC6-41B4E5F47AC7}"/>
              </a:ext>
            </a:extLst>
          </p:cNvPr>
          <p:cNvSpPr>
            <a:spLocks xmlns:a="http://schemas.openxmlformats.org/drawingml/2006/main" noGrp="1"/>
          </p:cNvSpPr>
          <p:nvPr/>
        </p:nvSpPr>
        <p:spPr>
          <a:xfrm xmlns:a="http://schemas.openxmlformats.org/drawingml/2006/main">
            <a:off x="60960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86" name="diagram-line-463">
            <a:extLst xmlns:a="http://schemas.openxmlformats.org/drawingml/2006/main">
              <a:ext uri="{FF2B5EF4-FFF2-40B4-BE49-F238E27FC236}">
                <a16:creationId xmlns:a16="http://schemas.microsoft.com/office/drawing/2014/main" id="{AEC1CFBA-4421-42B6-A37A-2184229D58A6}"/>
              </a:ext>
            </a:extLst>
          </p:cNvPr>
          <p:cNvSpPr>
            <a:spLocks xmlns:a="http://schemas.openxmlformats.org/drawingml/2006/main" noGrp="1"/>
          </p:cNvSpPr>
          <p:nvPr/>
        </p:nvSpPr>
        <p:spPr>
          <a:xfrm xmlns:a="http://schemas.openxmlformats.org/drawingml/2006/main">
            <a:off x="62103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87" name="diagram-line-464">
            <a:extLst xmlns:a="http://schemas.openxmlformats.org/drawingml/2006/main">
              <a:ext uri="{FF2B5EF4-FFF2-40B4-BE49-F238E27FC236}">
                <a16:creationId xmlns:a16="http://schemas.microsoft.com/office/drawing/2014/main" id="{7D297D36-FC32-4467-AD5A-3E5B31C96963}"/>
              </a:ext>
            </a:extLst>
          </p:cNvPr>
          <p:cNvSpPr>
            <a:spLocks xmlns:a="http://schemas.openxmlformats.org/drawingml/2006/main" noGrp="1"/>
          </p:cNvSpPr>
          <p:nvPr/>
        </p:nvSpPr>
        <p:spPr>
          <a:xfrm xmlns:a="http://schemas.openxmlformats.org/drawingml/2006/main">
            <a:off x="63246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88" name="diagram-line-465">
            <a:extLst xmlns:a="http://schemas.openxmlformats.org/drawingml/2006/main">
              <a:ext uri="{FF2B5EF4-FFF2-40B4-BE49-F238E27FC236}">
                <a16:creationId xmlns:a16="http://schemas.microsoft.com/office/drawing/2014/main" id="{6EB2C7D3-E7BC-4625-8E47-0DAD9A3B3518}"/>
              </a:ext>
            </a:extLst>
          </p:cNvPr>
          <p:cNvSpPr>
            <a:spLocks xmlns:a="http://schemas.openxmlformats.org/drawingml/2006/main" noGrp="1"/>
          </p:cNvSpPr>
          <p:nvPr/>
        </p:nvSpPr>
        <p:spPr>
          <a:xfrm xmlns:a="http://schemas.openxmlformats.org/drawingml/2006/main">
            <a:off x="64389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89" name="diagram-line-466">
            <a:extLst xmlns:a="http://schemas.openxmlformats.org/drawingml/2006/main">
              <a:ext uri="{FF2B5EF4-FFF2-40B4-BE49-F238E27FC236}">
                <a16:creationId xmlns:a16="http://schemas.microsoft.com/office/drawing/2014/main" id="{3E897E0C-C52C-406F-938B-272621278D25}"/>
              </a:ext>
            </a:extLst>
          </p:cNvPr>
          <p:cNvSpPr>
            <a:spLocks xmlns:a="http://schemas.openxmlformats.org/drawingml/2006/main" noGrp="1"/>
          </p:cNvSpPr>
          <p:nvPr/>
        </p:nvSpPr>
        <p:spPr>
          <a:xfrm xmlns:a="http://schemas.openxmlformats.org/drawingml/2006/main">
            <a:off x="65532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0" name="diagram-line-467">
            <a:extLst xmlns:a="http://schemas.openxmlformats.org/drawingml/2006/main">
              <a:ext uri="{FF2B5EF4-FFF2-40B4-BE49-F238E27FC236}">
                <a16:creationId xmlns:a16="http://schemas.microsoft.com/office/drawing/2014/main" id="{0096694E-5DD8-4A2D-A054-1F45AF1AF3D1}"/>
              </a:ext>
            </a:extLst>
          </p:cNvPr>
          <p:cNvSpPr>
            <a:spLocks xmlns:a="http://schemas.openxmlformats.org/drawingml/2006/main" noGrp="1"/>
          </p:cNvSpPr>
          <p:nvPr/>
        </p:nvSpPr>
        <p:spPr>
          <a:xfrm xmlns:a="http://schemas.openxmlformats.org/drawingml/2006/main">
            <a:off x="66675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1" name="diagram-line-468">
            <a:extLst xmlns:a="http://schemas.openxmlformats.org/drawingml/2006/main">
              <a:ext uri="{FF2B5EF4-FFF2-40B4-BE49-F238E27FC236}">
                <a16:creationId xmlns:a16="http://schemas.microsoft.com/office/drawing/2014/main" id="{1F5EC6D0-35E2-4E1E-8AD7-079D232B405C}"/>
              </a:ext>
            </a:extLst>
          </p:cNvPr>
          <p:cNvSpPr>
            <a:spLocks xmlns:a="http://schemas.openxmlformats.org/drawingml/2006/main" noGrp="1"/>
          </p:cNvSpPr>
          <p:nvPr/>
        </p:nvSpPr>
        <p:spPr>
          <a:xfrm xmlns:a="http://schemas.openxmlformats.org/drawingml/2006/main">
            <a:off x="67818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2" name="diagram-line-469">
            <a:extLst xmlns:a="http://schemas.openxmlformats.org/drawingml/2006/main">
              <a:ext uri="{FF2B5EF4-FFF2-40B4-BE49-F238E27FC236}">
                <a16:creationId xmlns:a16="http://schemas.microsoft.com/office/drawing/2014/main" id="{FABE3C0D-BA74-4DFC-BC40-8DCE6D14258D}"/>
              </a:ext>
            </a:extLst>
          </p:cNvPr>
          <p:cNvSpPr>
            <a:spLocks xmlns:a="http://schemas.openxmlformats.org/drawingml/2006/main" noGrp="1"/>
          </p:cNvSpPr>
          <p:nvPr/>
        </p:nvSpPr>
        <p:spPr>
          <a:xfrm xmlns:a="http://schemas.openxmlformats.org/drawingml/2006/main">
            <a:off x="68961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3" name="diagram-line-470">
            <a:extLst xmlns:a="http://schemas.openxmlformats.org/drawingml/2006/main">
              <a:ext uri="{FF2B5EF4-FFF2-40B4-BE49-F238E27FC236}">
                <a16:creationId xmlns:a16="http://schemas.microsoft.com/office/drawing/2014/main" id="{DD170C0D-B06F-4C7A-B634-B06D15ACCEE0}"/>
              </a:ext>
            </a:extLst>
          </p:cNvPr>
          <p:cNvSpPr>
            <a:spLocks xmlns:a="http://schemas.openxmlformats.org/drawingml/2006/main" noGrp="1"/>
          </p:cNvSpPr>
          <p:nvPr/>
        </p:nvSpPr>
        <p:spPr>
          <a:xfrm xmlns:a="http://schemas.openxmlformats.org/drawingml/2006/main">
            <a:off x="70104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4" name="diagram-line-471">
            <a:extLst xmlns:a="http://schemas.openxmlformats.org/drawingml/2006/main">
              <a:ext uri="{FF2B5EF4-FFF2-40B4-BE49-F238E27FC236}">
                <a16:creationId xmlns:a16="http://schemas.microsoft.com/office/drawing/2014/main" id="{4456CE21-5830-46C1-9F4F-19E12ACF6DFB}"/>
              </a:ext>
            </a:extLst>
          </p:cNvPr>
          <p:cNvSpPr>
            <a:spLocks xmlns:a="http://schemas.openxmlformats.org/drawingml/2006/main" noGrp="1"/>
          </p:cNvSpPr>
          <p:nvPr/>
        </p:nvSpPr>
        <p:spPr>
          <a:xfrm xmlns:a="http://schemas.openxmlformats.org/drawingml/2006/main">
            <a:off x="71247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5" name="diagram-line-472">
            <a:extLst xmlns:a="http://schemas.openxmlformats.org/drawingml/2006/main">
              <a:ext uri="{FF2B5EF4-FFF2-40B4-BE49-F238E27FC236}">
                <a16:creationId xmlns:a16="http://schemas.microsoft.com/office/drawing/2014/main" id="{14DF53E3-B819-422A-9116-A90EC948C231}"/>
              </a:ext>
            </a:extLst>
          </p:cNvPr>
          <p:cNvSpPr>
            <a:spLocks xmlns:a="http://schemas.openxmlformats.org/drawingml/2006/main" noGrp="1"/>
          </p:cNvSpPr>
          <p:nvPr/>
        </p:nvSpPr>
        <p:spPr>
          <a:xfrm xmlns:a="http://schemas.openxmlformats.org/drawingml/2006/main">
            <a:off x="72390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6" name="diagram-line-473">
            <a:extLst xmlns:a="http://schemas.openxmlformats.org/drawingml/2006/main">
              <a:ext uri="{FF2B5EF4-FFF2-40B4-BE49-F238E27FC236}">
                <a16:creationId xmlns:a16="http://schemas.microsoft.com/office/drawing/2014/main" id="{54FC32F0-7E45-409E-A613-5E52684794E6}"/>
              </a:ext>
            </a:extLst>
          </p:cNvPr>
          <p:cNvSpPr>
            <a:spLocks xmlns:a="http://schemas.openxmlformats.org/drawingml/2006/main" noGrp="1"/>
          </p:cNvSpPr>
          <p:nvPr/>
        </p:nvSpPr>
        <p:spPr>
          <a:xfrm xmlns:a="http://schemas.openxmlformats.org/drawingml/2006/main">
            <a:off x="7353300" y="2247900"/>
            <a:ext cx="28575" cy="191"/>
          </a:xfrm>
          <a:custGeom xmlns:a="http://schemas.openxmlformats.org/drawingml/2006/main">
            <a:pathLst>
              <a:path w="28575" h="191">
                <a:moveTo>
                  <a:pt x="0" y="0"/>
                </a:moveTo>
                <a:lnTo>
                  <a:pt x="28575" y="0"/>
                </a:lnTo>
              </a:path>
            </a:pathLst>
          </a:custGeom>
          <a:noFill xmlns:a="http://schemas.openxmlformats.org/drawingml/2006/main"/>
          <a:ln xmlns:a="http://schemas.openxmlformats.org/drawingml/2006/main" w="14288">
            <a:solidFill>
              <a:srgbClr val="B15F20"/>
            </a:solidFill>
          </a:ln>
        </p:spPr>
      </p:sp>
      <p:sp>
        <p:nvSpPr>
          <p:cNvPr id="197" name="diagram-poly-474">
            <a:extLst xmlns:a="http://schemas.openxmlformats.org/drawingml/2006/main">
              <a:ext uri="{FF2B5EF4-FFF2-40B4-BE49-F238E27FC236}">
                <a16:creationId xmlns:a16="http://schemas.microsoft.com/office/drawing/2014/main" id="{39B5D076-E083-4475-9BC9-144046DB0FC7}"/>
              </a:ext>
            </a:extLst>
          </p:cNvPr>
          <p:cNvSpPr>
            <a:spLocks xmlns:a="http://schemas.openxmlformats.org/drawingml/2006/main" noGrp="1"/>
          </p:cNvSpPr>
          <p:nvPr/>
        </p:nvSpPr>
        <p:spPr>
          <a:xfrm xmlns:a="http://schemas.openxmlformats.org/drawingml/2006/main">
            <a:off x="7315200" y="22183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B15F20"/>
          </a:solidFill>
          <a:ln xmlns:a="http://schemas.openxmlformats.org/drawingml/2006/main" w="953">
            <a:solidFill>
              <a:srgbClr val="B15F20"/>
            </a:solidFill>
          </a:ln>
        </p:spPr>
      </p:sp>
      <p:sp>
        <p:nvSpPr>
          <p:cNvPr id="198" name="revision-text-475">
            <a:extLst xmlns:a="http://schemas.openxmlformats.org/drawingml/2006/main">
              <a:ext uri="{FF2B5EF4-FFF2-40B4-BE49-F238E27FC236}">
                <a16:creationId xmlns:a16="http://schemas.microsoft.com/office/drawing/2014/main" id="{3D33144E-85DA-4292-8029-B52FB7D2BF6A}"/>
              </a:ext>
            </a:extLst>
          </p:cNvPr>
          <p:cNvSpPr>
            <a:spLocks xmlns:a="http://schemas.openxmlformats.org/drawingml/2006/main" noGrp="1"/>
          </p:cNvSpPr>
          <p:nvPr/>
        </p:nvSpPr>
        <p:spPr>
          <a:xfrm xmlns:a="http://schemas.openxmlformats.org/drawingml/2006/main">
            <a:off x="6953250" y="3495675"/>
            <a:ext cx="3905250"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25" b="0">
                <a:solidFill>
                  <a:srgbClr val="B15F20"/>
                </a:solidFill>
                <a:latin typeface="微软雅黑"/>
                <a:ea typeface="微软雅黑"/>
                <a:cs typeface="微软雅黑"/>
              </a:defRPr>
            </a:pPr>
            <a:r>
              <a:rPr sz="1425" b="0">
                <a:solidFill>
                  <a:srgbClr val="B15F20"/>
                </a:solidFill>
                <a:latin typeface="微软雅黑"/>
                <a:ea typeface="微软雅黑"/>
                <a:cs typeface="微软雅黑"/>
              </a:rPr>
              <a:t>Actions → Node / State-machine interfaces</a:t>
            </a:r>
          </a:p>
        </p:txBody>
      </p:sp>
      <p:sp>
        <p:nvSpPr>
          <p:cNvPr id="199" name="revision-text-476">
            <a:extLst xmlns:a="http://schemas.openxmlformats.org/drawingml/2006/main">
              <a:ext uri="{FF2B5EF4-FFF2-40B4-BE49-F238E27FC236}">
                <a16:creationId xmlns:a16="http://schemas.microsoft.com/office/drawing/2014/main" id="{7D7AF629-49B2-410B-BBCB-83CB6DDF2C7F}"/>
              </a:ext>
            </a:extLst>
          </p:cNvPr>
          <p:cNvSpPr>
            <a:spLocks xmlns:a="http://schemas.openxmlformats.org/drawingml/2006/main" noGrp="1"/>
          </p:cNvSpPr>
          <p:nvPr/>
        </p:nvSpPr>
        <p:spPr>
          <a:xfrm xmlns:a="http://schemas.openxmlformats.org/drawingml/2006/main">
            <a:off x="619125" y="5314950"/>
            <a:ext cx="331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025" b="1">
                <a:solidFill>
                  <a:srgbClr val="1C3C5C"/>
                </a:solidFill>
                <a:latin typeface="微软雅黑"/>
                <a:ea typeface="微软雅黑"/>
                <a:cs typeface="微软雅黑"/>
              </a:defRPr>
            </a:pPr>
            <a:r>
              <a:rPr sz="2025" b="1">
                <a:solidFill>
                  <a:srgbClr val="1C3C5C"/>
                </a:solidFill>
                <a:latin typeface="微软雅黑"/>
                <a:ea typeface="微软雅黑"/>
                <a:cs typeface="微软雅黑"/>
              </a:rPr>
              <a:t>Intrinsic constraints</a:t>
            </a:r>
          </a:p>
        </p:txBody>
      </p:sp>
      <p:sp>
        <p:nvSpPr>
          <p:cNvPr id="200" name="revision-text-477">
            <a:extLst xmlns:a="http://schemas.openxmlformats.org/drawingml/2006/main">
              <a:ext uri="{FF2B5EF4-FFF2-40B4-BE49-F238E27FC236}">
                <a16:creationId xmlns:a16="http://schemas.microsoft.com/office/drawing/2014/main" id="{C93053CF-A694-4F89-AB27-B70D11C8DE51}"/>
              </a:ext>
            </a:extLst>
          </p:cNvPr>
          <p:cNvSpPr>
            <a:spLocks xmlns:a="http://schemas.openxmlformats.org/drawingml/2006/main" noGrp="1"/>
          </p:cNvSpPr>
          <p:nvPr/>
        </p:nvSpPr>
        <p:spPr>
          <a:xfrm xmlns:a="http://schemas.openxmlformats.org/drawingml/2006/main">
            <a:off x="619125" y="576262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470" b="0">
                <a:solidFill>
                  <a:srgbClr val="152C40"/>
                </a:solidFill>
                <a:latin typeface="微软雅黑"/>
                <a:ea typeface="微软雅黑"/>
                <a:cs typeface="微软雅黑"/>
              </a:defRPr>
            </a:pPr>
            <a:r>
              <a:rPr sz="1470" b="0">
                <a:solidFill>
                  <a:srgbClr val="152C40"/>
                </a:solidFill>
                <a:latin typeface="微软雅黑"/>
                <a:ea typeface="微软雅黑"/>
                <a:cs typeface="微软雅黑"/>
              </a:rPr>
              <a:t>Handled by the device state machine</a:t>
            </a:r>
          </a:p>
        </p:txBody>
      </p:sp>
      <p:sp>
        <p:nvSpPr>
          <p:cNvPr id="201" name="revision-text-478">
            <a:extLst xmlns:a="http://schemas.openxmlformats.org/drawingml/2006/main">
              <a:ext uri="{FF2B5EF4-FFF2-40B4-BE49-F238E27FC236}">
                <a16:creationId xmlns:a16="http://schemas.microsoft.com/office/drawing/2014/main" id="{D0283CD1-C73F-40DF-B681-A5B5BAD38C99}"/>
              </a:ext>
            </a:extLst>
          </p:cNvPr>
          <p:cNvSpPr>
            <a:spLocks xmlns:a="http://schemas.openxmlformats.org/drawingml/2006/main" noGrp="1"/>
          </p:cNvSpPr>
          <p:nvPr/>
        </p:nvSpPr>
        <p:spPr>
          <a:xfrm xmlns:a="http://schemas.openxmlformats.org/drawingml/2006/main">
            <a:off x="4429125" y="5314950"/>
            <a:ext cx="331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27" b="1">
                <a:solidFill>
                  <a:srgbClr val="1C3C5C"/>
                </a:solidFill>
                <a:latin typeface="微软雅黑"/>
                <a:ea typeface="微软雅黑"/>
                <a:cs typeface="微软雅黑"/>
              </a:defRPr>
            </a:pPr>
            <a:r>
              <a:rPr sz="1627" b="1">
                <a:solidFill>
                  <a:srgbClr val="1C3C5C"/>
                </a:solidFill>
                <a:latin typeface="微软雅黑"/>
                <a:ea typeface="微软雅黑"/>
                <a:cs typeface="微软雅黑"/>
              </a:rPr>
              <a:t>Laboratory baseline constraints</a:t>
            </a:r>
          </a:p>
        </p:txBody>
      </p:sp>
      <p:sp>
        <p:nvSpPr>
          <p:cNvPr id="202" name="revision-text-479">
            <a:extLst xmlns:a="http://schemas.openxmlformats.org/drawingml/2006/main">
              <a:ext uri="{FF2B5EF4-FFF2-40B4-BE49-F238E27FC236}">
                <a16:creationId xmlns:a16="http://schemas.microsoft.com/office/drawing/2014/main" id="{3C8E8CA5-450D-4907-BE8E-F868FFC5436B}"/>
              </a:ext>
            </a:extLst>
          </p:cNvPr>
          <p:cNvSpPr>
            <a:spLocks xmlns:a="http://schemas.openxmlformats.org/drawingml/2006/main" noGrp="1"/>
          </p:cNvSpPr>
          <p:nvPr/>
        </p:nvSpPr>
        <p:spPr>
          <a:xfrm xmlns:a="http://schemas.openxmlformats.org/drawingml/2006/main">
            <a:off x="4429125" y="576262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425" b="0">
                <a:solidFill>
                  <a:srgbClr val="152C40"/>
                </a:solidFill>
                <a:latin typeface="微软雅黑"/>
                <a:ea typeface="微软雅黑"/>
                <a:cs typeface="微软雅黑"/>
              </a:defRPr>
            </a:pPr>
            <a:r>
              <a:rPr sz="1425" b="0">
                <a:solidFill>
                  <a:srgbClr val="152C40"/>
                </a:solidFill>
                <a:latin typeface="微软雅黑"/>
                <a:ea typeface="微软雅黑"/>
                <a:cs typeface="微软雅黑"/>
              </a:rPr>
              <a:t>Continuously supervise the laboratory</a:t>
            </a:r>
          </a:p>
        </p:txBody>
      </p:sp>
      <p:sp>
        <p:nvSpPr>
          <p:cNvPr id="203" name="revision-text-480">
            <a:extLst xmlns:a="http://schemas.openxmlformats.org/drawingml/2006/main">
              <a:ext uri="{FF2B5EF4-FFF2-40B4-BE49-F238E27FC236}">
                <a16:creationId xmlns:a16="http://schemas.microsoft.com/office/drawing/2014/main" id="{FDCD0919-CE3A-407C-B7CA-49F4574EB683}"/>
              </a:ext>
            </a:extLst>
          </p:cNvPr>
          <p:cNvSpPr>
            <a:spLocks xmlns:a="http://schemas.openxmlformats.org/drawingml/2006/main" noGrp="1"/>
          </p:cNvSpPr>
          <p:nvPr/>
        </p:nvSpPr>
        <p:spPr>
          <a:xfrm xmlns:a="http://schemas.openxmlformats.org/drawingml/2006/main">
            <a:off x="8239125" y="5314950"/>
            <a:ext cx="331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025" b="1">
                <a:solidFill>
                  <a:srgbClr val="1C3C5C"/>
                </a:solidFill>
                <a:latin typeface="微软雅黑"/>
                <a:ea typeface="微软雅黑"/>
                <a:cs typeface="微软雅黑"/>
              </a:defRPr>
            </a:pPr>
            <a:r>
              <a:rPr sz="2025" b="1">
                <a:solidFill>
                  <a:srgbClr val="1C3C5C"/>
                </a:solidFill>
                <a:latin typeface="微软雅黑"/>
                <a:ea typeface="微软雅黑"/>
                <a:cs typeface="微软雅黑"/>
              </a:rPr>
              <a:t>Task constraints</a:t>
            </a:r>
          </a:p>
        </p:txBody>
      </p:sp>
      <p:sp>
        <p:nvSpPr>
          <p:cNvPr id="204" name="revision-text-481">
            <a:extLst xmlns:a="http://schemas.openxmlformats.org/drawingml/2006/main">
              <a:ext uri="{FF2B5EF4-FFF2-40B4-BE49-F238E27FC236}">
                <a16:creationId xmlns:a16="http://schemas.microsoft.com/office/drawing/2014/main" id="{194C9726-1A51-446C-8F29-825282B1282A}"/>
              </a:ext>
            </a:extLst>
          </p:cNvPr>
          <p:cNvSpPr>
            <a:spLocks xmlns:a="http://schemas.openxmlformats.org/drawingml/2006/main" noGrp="1"/>
          </p:cNvSpPr>
          <p:nvPr/>
        </p:nvSpPr>
        <p:spPr>
          <a:xfrm xmlns:a="http://schemas.openxmlformats.org/drawingml/2006/main">
            <a:off x="8239125" y="576262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50" b="0">
                <a:solidFill>
                  <a:srgbClr val="152C40"/>
                </a:solidFill>
                <a:latin typeface="微软雅黑"/>
                <a:ea typeface="微软雅黑"/>
                <a:cs typeface="微软雅黑"/>
              </a:defRPr>
            </a:pPr>
            <a:r>
              <a:rPr sz="1650" b="0">
                <a:solidFill>
                  <a:srgbClr val="152C40"/>
                </a:solidFill>
                <a:latin typeface="微软雅黑"/>
                <a:ea typeface="微软雅黑"/>
                <a:cs typeface="微软雅黑"/>
              </a:rPr>
              <a:t>Active during the associated task</a:t>
            </a:r>
          </a:p>
        </p:txBody>
      </p:sp>
    </p:spTree>
    <p:extLst>
      <p:ext uri="{BB962C8B-B14F-4D97-AF65-F5344CB8AC3E}">
        <p14:creationId xmlns:p14="http://schemas.microsoft.com/office/powerpoint/2010/main" val="38561811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28AAFB1-5111-40FE-8DCC-2BBFC2DDFAA7}"/>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2AF71EAD-36CE-4921-98BC-071A06456CD9}"/>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7  Shared device execution path</a:t>
            </a:r>
          </a:p>
        </p:txBody>
      </p:sp>
      <p:sp>
        <p:nvSpPr>
          <p:cNvPr id="10" name="TextBox 9">
            <a:extLst xmlns:a="http://schemas.openxmlformats.org/drawingml/2006/main">
              <a:ext uri="{FF2B5EF4-FFF2-40B4-BE49-F238E27FC236}">
                <a16:creationId xmlns:a16="http://schemas.microsoft.com/office/drawing/2014/main" id="{7537C702-E5BC-427A-A108-9B666D423B0D}"/>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11" name="TextBox 10">
            <a:extLst xmlns:a="http://schemas.openxmlformats.org/drawingml/2006/main">
              <a:ext uri="{FF2B5EF4-FFF2-40B4-BE49-F238E27FC236}">
                <a16:creationId xmlns:a16="http://schemas.microsoft.com/office/drawing/2014/main" id="{CB41B90F-F851-41ED-81F8-5BD1200BA19F}"/>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7/10</a:t>
            </a:r>
          </a:p>
        </p:txBody>
      </p:sp>
      <p:sp>
        <p:nvSpPr>
          <p:cNvPr id="12" name="revision-text-482">
            <a:extLst xmlns:a="http://schemas.openxmlformats.org/drawingml/2006/main">
              <a:ext uri="{FF2B5EF4-FFF2-40B4-BE49-F238E27FC236}">
                <a16:creationId xmlns:a16="http://schemas.microsoft.com/office/drawing/2014/main" id="{C6377D4F-632A-47F6-9482-2E9058CC85E7}"/>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785" b="0">
                <a:solidFill>
                  <a:srgbClr val="152C40"/>
                </a:solidFill>
                <a:latin typeface="微软雅黑"/>
                <a:ea typeface="微软雅黑"/>
                <a:cs typeface="微软雅黑"/>
              </a:defRPr>
            </a:pPr>
            <a:r>
              <a:rPr sz="1785" b="0">
                <a:solidFill>
                  <a:srgbClr val="152C40"/>
                </a:solidFill>
                <a:latin typeface="微软雅黑"/>
                <a:ea typeface="微软雅黑"/>
                <a:cs typeface="微软雅黑"/>
              </a:rPr>
              <a:t>Workflows organize steps; state machines and Adapters execute device requests and return feedback.</a:t>
            </a:r>
          </a:p>
        </p:txBody>
      </p:sp>
      <p:sp>
        <p:nvSpPr>
          <p:cNvPr id="13" name="diagram-poly-483">
            <a:extLst xmlns:a="http://schemas.openxmlformats.org/drawingml/2006/main">
              <a:ext uri="{FF2B5EF4-FFF2-40B4-BE49-F238E27FC236}">
                <a16:creationId xmlns:a16="http://schemas.microsoft.com/office/drawing/2014/main" id="{96BBD72A-B24A-4E54-841A-73EFE14CFF1E}"/>
              </a:ext>
            </a:extLst>
          </p:cNvPr>
          <p:cNvSpPr>
            <a:spLocks xmlns:a="http://schemas.openxmlformats.org/drawingml/2006/main" noGrp="1"/>
          </p:cNvSpPr>
          <p:nvPr/>
        </p:nvSpPr>
        <p:spPr>
          <a:xfrm xmlns:a="http://schemas.openxmlformats.org/drawingml/2006/main">
            <a:off x="381000" y="1524000"/>
            <a:ext cx="3502304" cy="455657"/>
          </a:xfrm>
          <a:custGeom xmlns:a="http://schemas.openxmlformats.org/drawingml/2006/main">
            <a:pathLst>
              <a:path w="3733800" h="485775">
                <a:moveTo>
                  <a:pt x="0" y="485775"/>
                </a:moveTo>
                <a:lnTo>
                  <a:pt x="609600" y="0"/>
                </a:lnTo>
                <a:lnTo>
                  <a:pt x="3733800" y="0"/>
                </a:lnTo>
                <a:lnTo>
                  <a:pt x="3124200" y="485775"/>
                </a:lnTo>
                <a:close/>
              </a:path>
            </a:pathLst>
          </a:custGeom>
          <a:solidFill xmlns:a="http://schemas.openxmlformats.org/drawingml/2006/main">
            <a:srgbClr val="FAF8FC"/>
          </a:solidFill>
          <a:ln xmlns:a="http://schemas.openxmlformats.org/drawingml/2006/main" w="8934">
            <a:solidFill>
              <a:srgbClr val="6F7B83"/>
            </a:solidFill>
          </a:ln>
        </p:spPr>
      </p:sp>
      <p:sp>
        <p:nvSpPr>
          <p:cNvPr id="14" name="diagram-poly-484">
            <a:extLst xmlns:a="http://schemas.openxmlformats.org/drawingml/2006/main">
              <a:ext uri="{FF2B5EF4-FFF2-40B4-BE49-F238E27FC236}">
                <a16:creationId xmlns:a16="http://schemas.microsoft.com/office/drawing/2014/main" id="{21FFF2EC-903C-4A7F-993A-DD7EAEBB5532}"/>
              </a:ext>
            </a:extLst>
          </p:cNvPr>
          <p:cNvSpPr>
            <a:spLocks xmlns:a="http://schemas.openxmlformats.org/drawingml/2006/main" noGrp="1"/>
          </p:cNvSpPr>
          <p:nvPr/>
        </p:nvSpPr>
        <p:spPr>
          <a:xfrm xmlns:a="http://schemas.openxmlformats.org/drawingml/2006/main">
            <a:off x="381000" y="1979657"/>
            <a:ext cx="2930500" cy="62541"/>
          </a:xfrm>
          <a:custGeom xmlns:a="http://schemas.openxmlformats.org/drawingml/2006/main">
            <a:pathLst>
              <a:path w="3124200" h="66675">
                <a:moveTo>
                  <a:pt x="0" y="0"/>
                </a:moveTo>
                <a:lnTo>
                  <a:pt x="3124200" y="0"/>
                </a:lnTo>
                <a:lnTo>
                  <a:pt x="3124200" y="66675"/>
                </a:lnTo>
                <a:lnTo>
                  <a:pt x="0" y="66675"/>
                </a:lnTo>
                <a:close/>
              </a:path>
            </a:pathLst>
          </a:custGeom>
          <a:solidFill xmlns:a="http://schemas.openxmlformats.org/drawingml/2006/main">
            <a:srgbClr val="EEE9F2"/>
          </a:solidFill>
          <a:ln xmlns:a="http://schemas.openxmlformats.org/drawingml/2006/main" w="8934">
            <a:solidFill>
              <a:srgbClr val="6F7B83"/>
            </a:solidFill>
          </a:ln>
        </p:spPr>
      </p:sp>
      <p:sp>
        <p:nvSpPr>
          <p:cNvPr id="15" name="diagram-poly-485">
            <a:extLst xmlns:a="http://schemas.openxmlformats.org/drawingml/2006/main">
              <a:ext uri="{FF2B5EF4-FFF2-40B4-BE49-F238E27FC236}">
                <a16:creationId xmlns:a16="http://schemas.microsoft.com/office/drawing/2014/main" id="{E106AAD2-10EE-4C6F-B57A-B3663B680538}"/>
              </a:ext>
            </a:extLst>
          </p:cNvPr>
          <p:cNvSpPr>
            <a:spLocks xmlns:a="http://schemas.openxmlformats.org/drawingml/2006/main" noGrp="1"/>
          </p:cNvSpPr>
          <p:nvPr/>
        </p:nvSpPr>
        <p:spPr>
          <a:xfrm xmlns:a="http://schemas.openxmlformats.org/drawingml/2006/main">
            <a:off x="3311500" y="1524000"/>
            <a:ext cx="571805" cy="518198"/>
          </a:xfrm>
          <a:custGeom xmlns:a="http://schemas.openxmlformats.org/drawingml/2006/main">
            <a:pathLst>
              <a:path w="609600" h="552450">
                <a:moveTo>
                  <a:pt x="0" y="485775"/>
                </a:moveTo>
                <a:lnTo>
                  <a:pt x="609600" y="0"/>
                </a:lnTo>
                <a:lnTo>
                  <a:pt x="609600" y="66675"/>
                </a:lnTo>
                <a:lnTo>
                  <a:pt x="0" y="552450"/>
                </a:lnTo>
                <a:close/>
              </a:path>
            </a:pathLst>
          </a:custGeom>
          <a:solidFill xmlns:a="http://schemas.openxmlformats.org/drawingml/2006/main">
            <a:srgbClr val="EEE9F2"/>
          </a:solidFill>
          <a:ln xmlns:a="http://schemas.openxmlformats.org/drawingml/2006/main" w="8934">
            <a:solidFill>
              <a:srgbClr val="6F7B83"/>
            </a:solidFill>
          </a:ln>
        </p:spPr>
      </p:sp>
      <p:sp>
        <p:nvSpPr>
          <p:cNvPr id="16" name="revision-text-486">
            <a:extLst xmlns:a="http://schemas.openxmlformats.org/drawingml/2006/main">
              <a:ext uri="{FF2B5EF4-FFF2-40B4-BE49-F238E27FC236}">
                <a16:creationId xmlns:a16="http://schemas.microsoft.com/office/drawing/2014/main" id="{A5133E09-CA1D-4006-8A77-E8E5CB0C7E49}"/>
              </a:ext>
            </a:extLst>
          </p:cNvPr>
          <p:cNvSpPr>
            <a:spLocks xmlns:a="http://schemas.openxmlformats.org/drawingml/2006/main" noGrp="1"/>
          </p:cNvSpPr>
          <p:nvPr/>
        </p:nvSpPr>
        <p:spPr>
          <a:xfrm xmlns:a="http://schemas.openxmlformats.org/drawingml/2006/main">
            <a:off x="1256576" y="1532934"/>
            <a:ext cx="2126399" cy="2761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618" b="1">
                <a:solidFill>
                  <a:srgbClr val="152C40"/>
                </a:solidFill>
                <a:latin typeface="微软雅黑"/>
                <a:ea typeface="微软雅黑"/>
                <a:cs typeface="微软雅黑"/>
              </a:defRPr>
            </a:pPr>
            <a:r>
              <a:rPr sz="1618" b="1">
                <a:solidFill>
                  <a:srgbClr val="152C40"/>
                </a:solidFill>
                <a:latin typeface="微软雅黑"/>
                <a:ea typeface="微软雅黑"/>
                <a:cs typeface="微软雅黑"/>
              </a:rPr>
              <a:t>Workflow layer</a:t>
            </a:r>
          </a:p>
        </p:txBody>
      </p:sp>
      <p:sp>
        <p:nvSpPr>
          <p:cNvPr id="17" name="diagram-poly-487">
            <a:extLst xmlns:a="http://schemas.openxmlformats.org/drawingml/2006/main">
              <a:ext uri="{FF2B5EF4-FFF2-40B4-BE49-F238E27FC236}">
                <a16:creationId xmlns:a16="http://schemas.microsoft.com/office/drawing/2014/main" id="{4A97286A-B739-4272-B620-0B418F25532E}"/>
              </a:ext>
            </a:extLst>
          </p:cNvPr>
          <p:cNvSpPr>
            <a:spLocks xmlns:a="http://schemas.openxmlformats.org/drawingml/2006/main" noGrp="1"/>
          </p:cNvSpPr>
          <p:nvPr/>
        </p:nvSpPr>
        <p:spPr>
          <a:xfrm xmlns:a="http://schemas.openxmlformats.org/drawingml/2006/main">
            <a:off x="515017" y="1836706"/>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18" name="revision-text-488">
            <a:extLst xmlns:a="http://schemas.openxmlformats.org/drawingml/2006/main">
              <a:ext uri="{FF2B5EF4-FFF2-40B4-BE49-F238E27FC236}">
                <a16:creationId xmlns:a16="http://schemas.microsoft.com/office/drawing/2014/main" id="{1AB0CEF2-B48C-4484-98BC-33E87779BE57}"/>
              </a:ext>
            </a:extLst>
          </p:cNvPr>
          <p:cNvSpPr>
            <a:spLocks xmlns:a="http://schemas.openxmlformats.org/drawingml/2006/main" noGrp="1"/>
          </p:cNvSpPr>
          <p:nvPr/>
        </p:nvSpPr>
        <p:spPr>
          <a:xfrm xmlns:a="http://schemas.openxmlformats.org/drawingml/2006/main">
            <a:off x="559689" y="1818837"/>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Exec. node</a:t>
            </a:r>
          </a:p>
        </p:txBody>
      </p:sp>
      <p:sp>
        <p:nvSpPr>
          <p:cNvPr id="19" name="diagram-poly-489">
            <a:extLst xmlns:a="http://schemas.openxmlformats.org/drawingml/2006/main">
              <a:ext uri="{FF2B5EF4-FFF2-40B4-BE49-F238E27FC236}">
                <a16:creationId xmlns:a16="http://schemas.microsoft.com/office/drawing/2014/main" id="{D65E61EB-1155-4BB2-BA3F-B4C3D59646C8}"/>
              </a:ext>
            </a:extLst>
          </p:cNvPr>
          <p:cNvSpPr>
            <a:spLocks xmlns:a="http://schemas.openxmlformats.org/drawingml/2006/main" noGrp="1"/>
          </p:cNvSpPr>
          <p:nvPr/>
        </p:nvSpPr>
        <p:spPr>
          <a:xfrm xmlns:a="http://schemas.openxmlformats.org/drawingml/2006/main">
            <a:off x="1453134" y="1836706"/>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20" name="revision-text-490">
            <a:extLst xmlns:a="http://schemas.openxmlformats.org/drawingml/2006/main">
              <a:ext uri="{FF2B5EF4-FFF2-40B4-BE49-F238E27FC236}">
                <a16:creationId xmlns:a16="http://schemas.microsoft.com/office/drawing/2014/main" id="{6DC43C0F-FFF0-44D6-8D7F-7CA82B03FCC7}"/>
              </a:ext>
            </a:extLst>
          </p:cNvPr>
          <p:cNvSpPr>
            <a:spLocks xmlns:a="http://schemas.openxmlformats.org/drawingml/2006/main" noGrp="1"/>
          </p:cNvSpPr>
          <p:nvPr/>
        </p:nvSpPr>
        <p:spPr>
          <a:xfrm xmlns:a="http://schemas.openxmlformats.org/drawingml/2006/main">
            <a:off x="1497806" y="1818837"/>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Exec. node</a:t>
            </a:r>
          </a:p>
        </p:txBody>
      </p:sp>
      <p:sp>
        <p:nvSpPr>
          <p:cNvPr id="21" name="diagram-poly-491">
            <a:extLst xmlns:a="http://schemas.openxmlformats.org/drawingml/2006/main">
              <a:ext uri="{FF2B5EF4-FFF2-40B4-BE49-F238E27FC236}">
                <a16:creationId xmlns:a16="http://schemas.microsoft.com/office/drawing/2014/main" id="{11BF08EA-C657-47AF-B236-A59DB050A0FB}"/>
              </a:ext>
            </a:extLst>
          </p:cNvPr>
          <p:cNvSpPr>
            <a:spLocks xmlns:a="http://schemas.openxmlformats.org/drawingml/2006/main" noGrp="1"/>
          </p:cNvSpPr>
          <p:nvPr/>
        </p:nvSpPr>
        <p:spPr>
          <a:xfrm xmlns:a="http://schemas.openxmlformats.org/drawingml/2006/main">
            <a:off x="2391251" y="1836706"/>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22" name="revision-text-492">
            <a:extLst xmlns:a="http://schemas.openxmlformats.org/drawingml/2006/main">
              <a:ext uri="{FF2B5EF4-FFF2-40B4-BE49-F238E27FC236}">
                <a16:creationId xmlns:a16="http://schemas.microsoft.com/office/drawing/2014/main" id="{1AAA35F1-C41A-4864-AE2F-E0275D335579}"/>
              </a:ext>
            </a:extLst>
          </p:cNvPr>
          <p:cNvSpPr>
            <a:spLocks xmlns:a="http://schemas.openxmlformats.org/drawingml/2006/main" noGrp="1"/>
          </p:cNvSpPr>
          <p:nvPr/>
        </p:nvSpPr>
        <p:spPr>
          <a:xfrm xmlns:a="http://schemas.openxmlformats.org/drawingml/2006/main">
            <a:off x="2435924" y="1818837"/>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Exec. node</a:t>
            </a:r>
          </a:p>
        </p:txBody>
      </p:sp>
      <p:sp>
        <p:nvSpPr>
          <p:cNvPr id="23" name="diagram-line-493">
            <a:extLst xmlns:a="http://schemas.openxmlformats.org/drawingml/2006/main">
              <a:ext uri="{FF2B5EF4-FFF2-40B4-BE49-F238E27FC236}">
                <a16:creationId xmlns:a16="http://schemas.microsoft.com/office/drawing/2014/main" id="{DC2090F8-B4A5-4A99-B3A5-BC41168F691D}"/>
              </a:ext>
            </a:extLst>
          </p:cNvPr>
          <p:cNvSpPr>
            <a:spLocks xmlns:a="http://schemas.openxmlformats.org/drawingml/2006/main" noGrp="1"/>
          </p:cNvSpPr>
          <p:nvPr/>
        </p:nvSpPr>
        <p:spPr>
          <a:xfrm xmlns:a="http://schemas.openxmlformats.org/drawingml/2006/main">
            <a:off x="1319117" y="1890312"/>
            <a:ext cx="151886" cy="179"/>
          </a:xfrm>
          <a:custGeom xmlns:a="http://schemas.openxmlformats.org/drawingml/2006/main">
            <a:pathLst>
              <a:path w="161925" h="191">
                <a:moveTo>
                  <a:pt x="0" y="0"/>
                </a:moveTo>
                <a:lnTo>
                  <a:pt x="161925" y="0"/>
                </a:lnTo>
              </a:path>
            </a:pathLst>
          </a:custGeom>
          <a:noFill xmlns:a="http://schemas.openxmlformats.org/drawingml/2006/main"/>
          <a:ln xmlns:a="http://schemas.openxmlformats.org/drawingml/2006/main" w="13402">
            <a:solidFill>
              <a:srgbClr val="28849C"/>
            </a:solidFill>
          </a:ln>
        </p:spPr>
      </p:sp>
      <p:sp>
        <p:nvSpPr>
          <p:cNvPr id="24" name="diagram-poly-494">
            <a:extLst xmlns:a="http://schemas.openxmlformats.org/drawingml/2006/main">
              <a:ext uri="{FF2B5EF4-FFF2-40B4-BE49-F238E27FC236}">
                <a16:creationId xmlns:a16="http://schemas.microsoft.com/office/drawing/2014/main" id="{3814F026-67C3-46E8-A582-D49FE11D90E9}"/>
              </a:ext>
            </a:extLst>
          </p:cNvPr>
          <p:cNvSpPr>
            <a:spLocks xmlns:a="http://schemas.openxmlformats.org/drawingml/2006/main" noGrp="1"/>
          </p:cNvSpPr>
          <p:nvPr/>
        </p:nvSpPr>
        <p:spPr>
          <a:xfrm xmlns:a="http://schemas.openxmlformats.org/drawingml/2006/main">
            <a:off x="1408462" y="1862616"/>
            <a:ext cx="62541" cy="55394"/>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28849C"/>
          </a:solidFill>
          <a:ln xmlns:a="http://schemas.openxmlformats.org/drawingml/2006/main" w="893">
            <a:solidFill>
              <a:srgbClr val="28849C"/>
            </a:solidFill>
          </a:ln>
        </p:spPr>
      </p:sp>
      <p:sp>
        <p:nvSpPr>
          <p:cNvPr id="25" name="diagram-line-495">
            <a:extLst xmlns:a="http://schemas.openxmlformats.org/drawingml/2006/main">
              <a:ext uri="{FF2B5EF4-FFF2-40B4-BE49-F238E27FC236}">
                <a16:creationId xmlns:a16="http://schemas.microsoft.com/office/drawing/2014/main" id="{1B714668-B3EC-4200-BD30-4C75F937DB56}"/>
              </a:ext>
            </a:extLst>
          </p:cNvPr>
          <p:cNvSpPr>
            <a:spLocks xmlns:a="http://schemas.openxmlformats.org/drawingml/2006/main" noGrp="1"/>
          </p:cNvSpPr>
          <p:nvPr/>
        </p:nvSpPr>
        <p:spPr>
          <a:xfrm xmlns:a="http://schemas.openxmlformats.org/drawingml/2006/main">
            <a:off x="2257235" y="1890312"/>
            <a:ext cx="151886" cy="179"/>
          </a:xfrm>
          <a:custGeom xmlns:a="http://schemas.openxmlformats.org/drawingml/2006/main">
            <a:pathLst>
              <a:path w="161925" h="191">
                <a:moveTo>
                  <a:pt x="0" y="0"/>
                </a:moveTo>
                <a:lnTo>
                  <a:pt x="161925" y="0"/>
                </a:lnTo>
              </a:path>
            </a:pathLst>
          </a:custGeom>
          <a:noFill xmlns:a="http://schemas.openxmlformats.org/drawingml/2006/main"/>
          <a:ln xmlns:a="http://schemas.openxmlformats.org/drawingml/2006/main" w="13402">
            <a:solidFill>
              <a:srgbClr val="28849C"/>
            </a:solidFill>
          </a:ln>
        </p:spPr>
      </p:sp>
      <p:sp>
        <p:nvSpPr>
          <p:cNvPr id="26" name="diagram-poly-496">
            <a:extLst xmlns:a="http://schemas.openxmlformats.org/drawingml/2006/main">
              <a:ext uri="{FF2B5EF4-FFF2-40B4-BE49-F238E27FC236}">
                <a16:creationId xmlns:a16="http://schemas.microsoft.com/office/drawing/2014/main" id="{8A81D061-099B-4C0E-AF3D-9C12E40DD864}"/>
              </a:ext>
            </a:extLst>
          </p:cNvPr>
          <p:cNvSpPr>
            <a:spLocks xmlns:a="http://schemas.openxmlformats.org/drawingml/2006/main" noGrp="1"/>
          </p:cNvSpPr>
          <p:nvPr/>
        </p:nvSpPr>
        <p:spPr>
          <a:xfrm xmlns:a="http://schemas.openxmlformats.org/drawingml/2006/main">
            <a:off x="2346579" y="1862616"/>
            <a:ext cx="62541" cy="55394"/>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28849C"/>
          </a:solidFill>
          <a:ln xmlns:a="http://schemas.openxmlformats.org/drawingml/2006/main" w="893">
            <a:solidFill>
              <a:srgbClr val="28849C"/>
            </a:solidFill>
          </a:ln>
        </p:spPr>
      </p:sp>
      <p:sp>
        <p:nvSpPr>
          <p:cNvPr id="27" name="diagram-poly-497">
            <a:extLst xmlns:a="http://schemas.openxmlformats.org/drawingml/2006/main">
              <a:ext uri="{FF2B5EF4-FFF2-40B4-BE49-F238E27FC236}">
                <a16:creationId xmlns:a16="http://schemas.microsoft.com/office/drawing/2014/main" id="{95F085A6-B7A4-4D7A-B93E-528CE314444F}"/>
              </a:ext>
            </a:extLst>
          </p:cNvPr>
          <p:cNvSpPr>
            <a:spLocks xmlns:a="http://schemas.openxmlformats.org/drawingml/2006/main" noGrp="1"/>
          </p:cNvSpPr>
          <p:nvPr/>
        </p:nvSpPr>
        <p:spPr>
          <a:xfrm xmlns:a="http://schemas.openxmlformats.org/drawingml/2006/main">
            <a:off x="381000" y="2917774"/>
            <a:ext cx="3502304" cy="455657"/>
          </a:xfrm>
          <a:custGeom xmlns:a="http://schemas.openxmlformats.org/drawingml/2006/main">
            <a:pathLst>
              <a:path w="3733800" h="485775">
                <a:moveTo>
                  <a:pt x="0" y="485775"/>
                </a:moveTo>
                <a:lnTo>
                  <a:pt x="609600" y="0"/>
                </a:lnTo>
                <a:lnTo>
                  <a:pt x="3733800" y="0"/>
                </a:lnTo>
                <a:lnTo>
                  <a:pt x="3124200" y="485775"/>
                </a:lnTo>
                <a:close/>
              </a:path>
            </a:pathLst>
          </a:custGeom>
          <a:solidFill xmlns:a="http://schemas.openxmlformats.org/drawingml/2006/main">
            <a:srgbClr val="F6F9EF"/>
          </a:solidFill>
          <a:ln xmlns:a="http://schemas.openxmlformats.org/drawingml/2006/main" w="8934">
            <a:solidFill>
              <a:srgbClr val="6F7B83"/>
            </a:solidFill>
          </a:ln>
        </p:spPr>
      </p:sp>
      <p:sp>
        <p:nvSpPr>
          <p:cNvPr id="28" name="diagram-poly-498">
            <a:extLst xmlns:a="http://schemas.openxmlformats.org/drawingml/2006/main">
              <a:ext uri="{FF2B5EF4-FFF2-40B4-BE49-F238E27FC236}">
                <a16:creationId xmlns:a16="http://schemas.microsoft.com/office/drawing/2014/main" id="{84F144C5-7FC9-46BB-9E0C-22FFA8E67F22}"/>
              </a:ext>
            </a:extLst>
          </p:cNvPr>
          <p:cNvSpPr>
            <a:spLocks xmlns:a="http://schemas.openxmlformats.org/drawingml/2006/main" noGrp="1"/>
          </p:cNvSpPr>
          <p:nvPr/>
        </p:nvSpPr>
        <p:spPr>
          <a:xfrm xmlns:a="http://schemas.openxmlformats.org/drawingml/2006/main">
            <a:off x="381000" y="3373431"/>
            <a:ext cx="2930500" cy="62541"/>
          </a:xfrm>
          <a:custGeom xmlns:a="http://schemas.openxmlformats.org/drawingml/2006/main">
            <a:pathLst>
              <a:path w="3124200" h="66675">
                <a:moveTo>
                  <a:pt x="0" y="0"/>
                </a:moveTo>
                <a:lnTo>
                  <a:pt x="3124200" y="0"/>
                </a:lnTo>
                <a:lnTo>
                  <a:pt x="3124200" y="66675"/>
                </a:lnTo>
                <a:lnTo>
                  <a:pt x="0" y="66675"/>
                </a:lnTo>
                <a:close/>
              </a:path>
            </a:pathLst>
          </a:custGeom>
          <a:solidFill xmlns:a="http://schemas.openxmlformats.org/drawingml/2006/main">
            <a:srgbClr val="E9F0DB"/>
          </a:solidFill>
          <a:ln xmlns:a="http://schemas.openxmlformats.org/drawingml/2006/main" w="8934">
            <a:solidFill>
              <a:srgbClr val="6F7B83"/>
            </a:solidFill>
          </a:ln>
        </p:spPr>
      </p:sp>
      <p:sp>
        <p:nvSpPr>
          <p:cNvPr id="29" name="diagram-poly-499">
            <a:extLst xmlns:a="http://schemas.openxmlformats.org/drawingml/2006/main">
              <a:ext uri="{FF2B5EF4-FFF2-40B4-BE49-F238E27FC236}">
                <a16:creationId xmlns:a16="http://schemas.microsoft.com/office/drawing/2014/main" id="{2101010C-3120-460E-8BFB-E4D50B225C03}"/>
              </a:ext>
            </a:extLst>
          </p:cNvPr>
          <p:cNvSpPr>
            <a:spLocks xmlns:a="http://schemas.openxmlformats.org/drawingml/2006/main" noGrp="1"/>
          </p:cNvSpPr>
          <p:nvPr/>
        </p:nvSpPr>
        <p:spPr>
          <a:xfrm xmlns:a="http://schemas.openxmlformats.org/drawingml/2006/main">
            <a:off x="3311500" y="2917774"/>
            <a:ext cx="571805" cy="518198"/>
          </a:xfrm>
          <a:custGeom xmlns:a="http://schemas.openxmlformats.org/drawingml/2006/main">
            <a:pathLst>
              <a:path w="609600" h="552450">
                <a:moveTo>
                  <a:pt x="0" y="485775"/>
                </a:moveTo>
                <a:lnTo>
                  <a:pt x="609600" y="0"/>
                </a:lnTo>
                <a:lnTo>
                  <a:pt x="609600" y="66675"/>
                </a:lnTo>
                <a:lnTo>
                  <a:pt x="0" y="552450"/>
                </a:lnTo>
                <a:close/>
              </a:path>
            </a:pathLst>
          </a:custGeom>
          <a:solidFill xmlns:a="http://schemas.openxmlformats.org/drawingml/2006/main">
            <a:srgbClr val="E9F0DB"/>
          </a:solidFill>
          <a:ln xmlns:a="http://schemas.openxmlformats.org/drawingml/2006/main" w="8934">
            <a:solidFill>
              <a:srgbClr val="6F7B83"/>
            </a:solidFill>
          </a:ln>
        </p:spPr>
      </p:sp>
      <p:sp>
        <p:nvSpPr>
          <p:cNvPr id="30" name="revision-text-500">
            <a:extLst xmlns:a="http://schemas.openxmlformats.org/drawingml/2006/main">
              <a:ext uri="{FF2B5EF4-FFF2-40B4-BE49-F238E27FC236}">
                <a16:creationId xmlns:a16="http://schemas.microsoft.com/office/drawing/2014/main" id="{EB2E7E33-6BA8-45EE-AA67-986D2A2E7AE1}"/>
              </a:ext>
            </a:extLst>
          </p:cNvPr>
          <p:cNvSpPr>
            <a:spLocks xmlns:a="http://schemas.openxmlformats.org/drawingml/2006/main" noGrp="1"/>
          </p:cNvSpPr>
          <p:nvPr/>
        </p:nvSpPr>
        <p:spPr>
          <a:xfrm xmlns:a="http://schemas.openxmlformats.org/drawingml/2006/main">
            <a:off x="1256576" y="2926709"/>
            <a:ext cx="2126399" cy="2761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618" b="1">
                <a:solidFill>
                  <a:srgbClr val="152C40"/>
                </a:solidFill>
                <a:latin typeface="微软雅黑"/>
                <a:ea typeface="微软雅黑"/>
                <a:cs typeface="微软雅黑"/>
              </a:defRPr>
            </a:pPr>
            <a:r>
              <a:rPr sz="1618" b="1">
                <a:solidFill>
                  <a:srgbClr val="152C40"/>
                </a:solidFill>
                <a:latin typeface="微软雅黑"/>
                <a:ea typeface="微软雅黑"/>
                <a:cs typeface="微软雅黑"/>
              </a:rPr>
              <a:t>Device model layer</a:t>
            </a:r>
          </a:p>
        </p:txBody>
      </p:sp>
      <p:sp>
        <p:nvSpPr>
          <p:cNvPr id="31" name="diagram-poly-501">
            <a:extLst xmlns:a="http://schemas.openxmlformats.org/drawingml/2006/main">
              <a:ext uri="{FF2B5EF4-FFF2-40B4-BE49-F238E27FC236}">
                <a16:creationId xmlns:a16="http://schemas.microsoft.com/office/drawing/2014/main" id="{185EFCC1-CE3F-4856-94EB-01645AD9240D}"/>
              </a:ext>
            </a:extLst>
          </p:cNvPr>
          <p:cNvSpPr>
            <a:spLocks xmlns:a="http://schemas.openxmlformats.org/drawingml/2006/main" noGrp="1"/>
          </p:cNvSpPr>
          <p:nvPr/>
        </p:nvSpPr>
        <p:spPr>
          <a:xfrm xmlns:a="http://schemas.openxmlformats.org/drawingml/2006/main">
            <a:off x="515017" y="3230480"/>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32" name="revision-text-502">
            <a:extLst xmlns:a="http://schemas.openxmlformats.org/drawingml/2006/main">
              <a:ext uri="{FF2B5EF4-FFF2-40B4-BE49-F238E27FC236}">
                <a16:creationId xmlns:a16="http://schemas.microsoft.com/office/drawing/2014/main" id="{5C3548B4-66D5-45A6-B384-0D197AC9E1E9}"/>
              </a:ext>
            </a:extLst>
          </p:cNvPr>
          <p:cNvSpPr>
            <a:spLocks xmlns:a="http://schemas.openxmlformats.org/drawingml/2006/main" noGrp="1"/>
          </p:cNvSpPr>
          <p:nvPr/>
        </p:nvSpPr>
        <p:spPr>
          <a:xfrm xmlns:a="http://schemas.openxmlformats.org/drawingml/2006/main">
            <a:off x="559689" y="3212611"/>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53" b="0">
                <a:solidFill>
                  <a:srgbClr val="152C40"/>
                </a:solidFill>
                <a:latin typeface="微软雅黑"/>
                <a:ea typeface="微软雅黑"/>
                <a:cs typeface="微软雅黑"/>
              </a:defRPr>
            </a:pPr>
            <a:r>
              <a:rPr sz="953" b="0">
                <a:solidFill>
                  <a:srgbClr val="152C40"/>
                </a:solidFill>
                <a:latin typeface="微软雅黑"/>
                <a:ea typeface="微软雅黑"/>
                <a:cs typeface="微软雅黑"/>
              </a:rPr>
              <a:t>Device model</a:t>
            </a:r>
          </a:p>
        </p:txBody>
      </p:sp>
      <p:sp>
        <p:nvSpPr>
          <p:cNvPr id="33" name="diagram-poly-503">
            <a:extLst xmlns:a="http://schemas.openxmlformats.org/drawingml/2006/main">
              <a:ext uri="{FF2B5EF4-FFF2-40B4-BE49-F238E27FC236}">
                <a16:creationId xmlns:a16="http://schemas.microsoft.com/office/drawing/2014/main" id="{769E272B-3E55-421A-B5E5-9430F5A41B3F}"/>
              </a:ext>
            </a:extLst>
          </p:cNvPr>
          <p:cNvSpPr>
            <a:spLocks xmlns:a="http://schemas.openxmlformats.org/drawingml/2006/main" noGrp="1"/>
          </p:cNvSpPr>
          <p:nvPr/>
        </p:nvSpPr>
        <p:spPr>
          <a:xfrm xmlns:a="http://schemas.openxmlformats.org/drawingml/2006/main">
            <a:off x="1453134" y="3230480"/>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34" name="revision-text-504">
            <a:extLst xmlns:a="http://schemas.openxmlformats.org/drawingml/2006/main">
              <a:ext uri="{FF2B5EF4-FFF2-40B4-BE49-F238E27FC236}">
                <a16:creationId xmlns:a16="http://schemas.microsoft.com/office/drawing/2014/main" id="{A71B12FE-6A43-4765-B62B-AECAF88B5B44}"/>
              </a:ext>
            </a:extLst>
          </p:cNvPr>
          <p:cNvSpPr>
            <a:spLocks xmlns:a="http://schemas.openxmlformats.org/drawingml/2006/main" noGrp="1"/>
          </p:cNvSpPr>
          <p:nvPr/>
        </p:nvSpPr>
        <p:spPr>
          <a:xfrm xmlns:a="http://schemas.openxmlformats.org/drawingml/2006/main">
            <a:off x="1497806" y="3212611"/>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53" b="0">
                <a:solidFill>
                  <a:srgbClr val="152C40"/>
                </a:solidFill>
                <a:latin typeface="微软雅黑"/>
                <a:ea typeface="微软雅黑"/>
                <a:cs typeface="微软雅黑"/>
              </a:defRPr>
            </a:pPr>
            <a:r>
              <a:rPr sz="953" b="0">
                <a:solidFill>
                  <a:srgbClr val="152C40"/>
                </a:solidFill>
                <a:latin typeface="微软雅黑"/>
                <a:ea typeface="微软雅黑"/>
                <a:cs typeface="微软雅黑"/>
              </a:rPr>
              <a:t>Device model</a:t>
            </a:r>
          </a:p>
        </p:txBody>
      </p:sp>
      <p:sp>
        <p:nvSpPr>
          <p:cNvPr id="35" name="diagram-poly-505">
            <a:extLst xmlns:a="http://schemas.openxmlformats.org/drawingml/2006/main">
              <a:ext uri="{FF2B5EF4-FFF2-40B4-BE49-F238E27FC236}">
                <a16:creationId xmlns:a16="http://schemas.microsoft.com/office/drawing/2014/main" id="{223FF219-ABF5-4712-A3BD-E56CEFE5AA2F}"/>
              </a:ext>
            </a:extLst>
          </p:cNvPr>
          <p:cNvSpPr>
            <a:spLocks xmlns:a="http://schemas.openxmlformats.org/drawingml/2006/main" noGrp="1"/>
          </p:cNvSpPr>
          <p:nvPr/>
        </p:nvSpPr>
        <p:spPr>
          <a:xfrm xmlns:a="http://schemas.openxmlformats.org/drawingml/2006/main">
            <a:off x="2391251" y="3230480"/>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36" name="revision-text-506">
            <a:extLst xmlns:a="http://schemas.openxmlformats.org/drawingml/2006/main">
              <a:ext uri="{FF2B5EF4-FFF2-40B4-BE49-F238E27FC236}">
                <a16:creationId xmlns:a16="http://schemas.microsoft.com/office/drawing/2014/main" id="{165F7636-727B-4078-B8ED-EAE5AFB5F321}"/>
              </a:ext>
            </a:extLst>
          </p:cNvPr>
          <p:cNvSpPr>
            <a:spLocks xmlns:a="http://schemas.openxmlformats.org/drawingml/2006/main" noGrp="1"/>
          </p:cNvSpPr>
          <p:nvPr/>
        </p:nvSpPr>
        <p:spPr>
          <a:xfrm xmlns:a="http://schemas.openxmlformats.org/drawingml/2006/main">
            <a:off x="2435924" y="3212611"/>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53" b="0">
                <a:solidFill>
                  <a:srgbClr val="152C40"/>
                </a:solidFill>
                <a:latin typeface="微软雅黑"/>
                <a:ea typeface="微软雅黑"/>
                <a:cs typeface="微软雅黑"/>
              </a:defRPr>
            </a:pPr>
            <a:r>
              <a:rPr sz="953" b="0">
                <a:solidFill>
                  <a:srgbClr val="152C40"/>
                </a:solidFill>
                <a:latin typeface="微软雅黑"/>
                <a:ea typeface="微软雅黑"/>
                <a:cs typeface="微软雅黑"/>
              </a:rPr>
              <a:t>Device model</a:t>
            </a:r>
          </a:p>
        </p:txBody>
      </p:sp>
      <p:sp>
        <p:nvSpPr>
          <p:cNvPr id="37" name="diagram-poly-507">
            <a:extLst xmlns:a="http://schemas.openxmlformats.org/drawingml/2006/main">
              <a:ext uri="{FF2B5EF4-FFF2-40B4-BE49-F238E27FC236}">
                <a16:creationId xmlns:a16="http://schemas.microsoft.com/office/drawing/2014/main" id="{B4857909-F3E8-4BB4-A6C2-F1E74916EAE0}"/>
              </a:ext>
            </a:extLst>
          </p:cNvPr>
          <p:cNvSpPr>
            <a:spLocks xmlns:a="http://schemas.openxmlformats.org/drawingml/2006/main" noGrp="1"/>
          </p:cNvSpPr>
          <p:nvPr/>
        </p:nvSpPr>
        <p:spPr>
          <a:xfrm xmlns:a="http://schemas.openxmlformats.org/drawingml/2006/main">
            <a:off x="381000" y="4400893"/>
            <a:ext cx="3502304" cy="455657"/>
          </a:xfrm>
          <a:custGeom xmlns:a="http://schemas.openxmlformats.org/drawingml/2006/main">
            <a:pathLst>
              <a:path w="3733800" h="485775">
                <a:moveTo>
                  <a:pt x="0" y="485775"/>
                </a:moveTo>
                <a:lnTo>
                  <a:pt x="609600" y="0"/>
                </a:lnTo>
                <a:lnTo>
                  <a:pt x="3733800" y="0"/>
                </a:lnTo>
                <a:lnTo>
                  <a:pt x="3124200" y="485775"/>
                </a:lnTo>
                <a:close/>
              </a:path>
            </a:pathLst>
          </a:custGeom>
          <a:solidFill xmlns:a="http://schemas.openxmlformats.org/drawingml/2006/main">
            <a:srgbClr val="FFF8E2"/>
          </a:solidFill>
          <a:ln xmlns:a="http://schemas.openxmlformats.org/drawingml/2006/main" w="8934">
            <a:solidFill>
              <a:srgbClr val="6F7B83"/>
            </a:solidFill>
          </a:ln>
        </p:spPr>
      </p:sp>
      <p:sp>
        <p:nvSpPr>
          <p:cNvPr id="38" name="diagram-poly-508">
            <a:extLst xmlns:a="http://schemas.openxmlformats.org/drawingml/2006/main">
              <a:ext uri="{FF2B5EF4-FFF2-40B4-BE49-F238E27FC236}">
                <a16:creationId xmlns:a16="http://schemas.microsoft.com/office/drawing/2014/main" id="{F1543E92-D7EE-4CAC-81A6-D17DCF3C7046}"/>
              </a:ext>
            </a:extLst>
          </p:cNvPr>
          <p:cNvSpPr>
            <a:spLocks xmlns:a="http://schemas.openxmlformats.org/drawingml/2006/main" noGrp="1"/>
          </p:cNvSpPr>
          <p:nvPr/>
        </p:nvSpPr>
        <p:spPr>
          <a:xfrm xmlns:a="http://schemas.openxmlformats.org/drawingml/2006/main">
            <a:off x="381000" y="4856550"/>
            <a:ext cx="2930500" cy="62541"/>
          </a:xfrm>
          <a:custGeom xmlns:a="http://schemas.openxmlformats.org/drawingml/2006/main">
            <a:pathLst>
              <a:path w="3124200" h="66675">
                <a:moveTo>
                  <a:pt x="0" y="0"/>
                </a:moveTo>
                <a:lnTo>
                  <a:pt x="3124200" y="0"/>
                </a:lnTo>
                <a:lnTo>
                  <a:pt x="3124200" y="66675"/>
                </a:lnTo>
                <a:lnTo>
                  <a:pt x="0" y="66675"/>
                </a:lnTo>
                <a:close/>
              </a:path>
            </a:pathLst>
          </a:custGeom>
          <a:solidFill xmlns:a="http://schemas.openxmlformats.org/drawingml/2006/main">
            <a:srgbClr val="F8E8B0"/>
          </a:solidFill>
          <a:ln xmlns:a="http://schemas.openxmlformats.org/drawingml/2006/main" w="8934">
            <a:solidFill>
              <a:srgbClr val="6F7B83"/>
            </a:solidFill>
          </a:ln>
        </p:spPr>
      </p:sp>
      <p:sp>
        <p:nvSpPr>
          <p:cNvPr id="39" name="diagram-poly-509">
            <a:extLst xmlns:a="http://schemas.openxmlformats.org/drawingml/2006/main">
              <a:ext uri="{FF2B5EF4-FFF2-40B4-BE49-F238E27FC236}">
                <a16:creationId xmlns:a16="http://schemas.microsoft.com/office/drawing/2014/main" id="{D4EEF13E-1B65-4DD8-A1CD-874E812F830A}"/>
              </a:ext>
            </a:extLst>
          </p:cNvPr>
          <p:cNvSpPr>
            <a:spLocks xmlns:a="http://schemas.openxmlformats.org/drawingml/2006/main" noGrp="1"/>
          </p:cNvSpPr>
          <p:nvPr/>
        </p:nvSpPr>
        <p:spPr>
          <a:xfrm xmlns:a="http://schemas.openxmlformats.org/drawingml/2006/main">
            <a:off x="3311500" y="4400893"/>
            <a:ext cx="571805" cy="518198"/>
          </a:xfrm>
          <a:custGeom xmlns:a="http://schemas.openxmlformats.org/drawingml/2006/main">
            <a:pathLst>
              <a:path w="609600" h="552450">
                <a:moveTo>
                  <a:pt x="0" y="485775"/>
                </a:moveTo>
                <a:lnTo>
                  <a:pt x="609600" y="0"/>
                </a:lnTo>
                <a:lnTo>
                  <a:pt x="609600" y="66675"/>
                </a:lnTo>
                <a:lnTo>
                  <a:pt x="0" y="552450"/>
                </a:lnTo>
                <a:close/>
              </a:path>
            </a:pathLst>
          </a:custGeom>
          <a:solidFill xmlns:a="http://schemas.openxmlformats.org/drawingml/2006/main">
            <a:srgbClr val="F8E8B0"/>
          </a:solidFill>
          <a:ln xmlns:a="http://schemas.openxmlformats.org/drawingml/2006/main" w="8934">
            <a:solidFill>
              <a:srgbClr val="6F7B83"/>
            </a:solidFill>
          </a:ln>
        </p:spPr>
      </p:sp>
      <p:sp>
        <p:nvSpPr>
          <p:cNvPr id="40" name="revision-text-510">
            <a:extLst xmlns:a="http://schemas.openxmlformats.org/drawingml/2006/main">
              <a:ext uri="{FF2B5EF4-FFF2-40B4-BE49-F238E27FC236}">
                <a16:creationId xmlns:a16="http://schemas.microsoft.com/office/drawing/2014/main" id="{D0ED65B6-923C-4948-B128-81DE4025D02F}"/>
              </a:ext>
            </a:extLst>
          </p:cNvPr>
          <p:cNvSpPr>
            <a:spLocks xmlns:a="http://schemas.openxmlformats.org/drawingml/2006/main" noGrp="1"/>
          </p:cNvSpPr>
          <p:nvPr/>
        </p:nvSpPr>
        <p:spPr>
          <a:xfrm xmlns:a="http://schemas.openxmlformats.org/drawingml/2006/main">
            <a:off x="1256576" y="4409827"/>
            <a:ext cx="2126399" cy="2761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618" b="1">
                <a:solidFill>
                  <a:srgbClr val="152C40"/>
                </a:solidFill>
                <a:latin typeface="微软雅黑"/>
                <a:ea typeface="微软雅黑"/>
                <a:cs typeface="微软雅黑"/>
              </a:defRPr>
            </a:pPr>
            <a:r>
              <a:rPr sz="1618" b="1">
                <a:solidFill>
                  <a:srgbClr val="152C40"/>
                </a:solidFill>
                <a:latin typeface="微软雅黑"/>
                <a:ea typeface="微软雅黑"/>
                <a:cs typeface="微软雅黑"/>
              </a:rPr>
              <a:t>Adapter layer</a:t>
            </a:r>
          </a:p>
        </p:txBody>
      </p:sp>
      <p:sp>
        <p:nvSpPr>
          <p:cNvPr id="41" name="diagram-poly-511">
            <a:extLst xmlns:a="http://schemas.openxmlformats.org/drawingml/2006/main">
              <a:ext uri="{FF2B5EF4-FFF2-40B4-BE49-F238E27FC236}">
                <a16:creationId xmlns:a16="http://schemas.microsoft.com/office/drawing/2014/main" id="{A54ADFD1-06A9-4CD7-877C-7297130B26AC}"/>
              </a:ext>
            </a:extLst>
          </p:cNvPr>
          <p:cNvSpPr>
            <a:spLocks xmlns:a="http://schemas.openxmlformats.org/drawingml/2006/main" noGrp="1"/>
          </p:cNvSpPr>
          <p:nvPr/>
        </p:nvSpPr>
        <p:spPr>
          <a:xfrm xmlns:a="http://schemas.openxmlformats.org/drawingml/2006/main">
            <a:off x="515017" y="4713599"/>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42" name="revision-text-512">
            <a:extLst xmlns:a="http://schemas.openxmlformats.org/drawingml/2006/main">
              <a:ext uri="{FF2B5EF4-FFF2-40B4-BE49-F238E27FC236}">
                <a16:creationId xmlns:a16="http://schemas.microsoft.com/office/drawing/2014/main" id="{7491ADB7-1FB3-4644-B760-5BCB8B894567}"/>
              </a:ext>
            </a:extLst>
          </p:cNvPr>
          <p:cNvSpPr>
            <a:spLocks xmlns:a="http://schemas.openxmlformats.org/drawingml/2006/main" noGrp="1"/>
          </p:cNvSpPr>
          <p:nvPr/>
        </p:nvSpPr>
        <p:spPr>
          <a:xfrm xmlns:a="http://schemas.openxmlformats.org/drawingml/2006/main">
            <a:off x="559689" y="4695730"/>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Adapter</a:t>
            </a:r>
          </a:p>
        </p:txBody>
      </p:sp>
      <p:sp>
        <p:nvSpPr>
          <p:cNvPr id="43" name="diagram-poly-513">
            <a:extLst xmlns:a="http://schemas.openxmlformats.org/drawingml/2006/main">
              <a:ext uri="{FF2B5EF4-FFF2-40B4-BE49-F238E27FC236}">
                <a16:creationId xmlns:a16="http://schemas.microsoft.com/office/drawing/2014/main" id="{A2A12EB1-51F9-4876-9FF0-2150D613C9F1}"/>
              </a:ext>
            </a:extLst>
          </p:cNvPr>
          <p:cNvSpPr>
            <a:spLocks xmlns:a="http://schemas.openxmlformats.org/drawingml/2006/main" noGrp="1"/>
          </p:cNvSpPr>
          <p:nvPr/>
        </p:nvSpPr>
        <p:spPr>
          <a:xfrm xmlns:a="http://schemas.openxmlformats.org/drawingml/2006/main">
            <a:off x="1453134" y="4713599"/>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44" name="revision-text-514">
            <a:extLst xmlns:a="http://schemas.openxmlformats.org/drawingml/2006/main">
              <a:ext uri="{FF2B5EF4-FFF2-40B4-BE49-F238E27FC236}">
                <a16:creationId xmlns:a16="http://schemas.microsoft.com/office/drawing/2014/main" id="{FF0517A1-EC5B-4D85-B6C5-EBBA616EF232}"/>
              </a:ext>
            </a:extLst>
          </p:cNvPr>
          <p:cNvSpPr>
            <a:spLocks xmlns:a="http://schemas.openxmlformats.org/drawingml/2006/main" noGrp="1"/>
          </p:cNvSpPr>
          <p:nvPr/>
        </p:nvSpPr>
        <p:spPr>
          <a:xfrm xmlns:a="http://schemas.openxmlformats.org/drawingml/2006/main">
            <a:off x="1497806" y="4695730"/>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Adapter</a:t>
            </a:r>
          </a:p>
        </p:txBody>
      </p:sp>
      <p:sp>
        <p:nvSpPr>
          <p:cNvPr id="45" name="diagram-poly-515">
            <a:extLst xmlns:a="http://schemas.openxmlformats.org/drawingml/2006/main">
              <a:ext uri="{FF2B5EF4-FFF2-40B4-BE49-F238E27FC236}">
                <a16:creationId xmlns:a16="http://schemas.microsoft.com/office/drawing/2014/main" id="{68F66A23-3644-4ECB-83A4-F4A724CC1A1E}"/>
              </a:ext>
            </a:extLst>
          </p:cNvPr>
          <p:cNvSpPr>
            <a:spLocks xmlns:a="http://schemas.openxmlformats.org/drawingml/2006/main" noGrp="1"/>
          </p:cNvSpPr>
          <p:nvPr/>
        </p:nvSpPr>
        <p:spPr>
          <a:xfrm xmlns:a="http://schemas.openxmlformats.org/drawingml/2006/main">
            <a:off x="2391251" y="4713599"/>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46" name="revision-text-516">
            <a:extLst xmlns:a="http://schemas.openxmlformats.org/drawingml/2006/main">
              <a:ext uri="{FF2B5EF4-FFF2-40B4-BE49-F238E27FC236}">
                <a16:creationId xmlns:a16="http://schemas.microsoft.com/office/drawing/2014/main" id="{AF944D3E-1FEE-4CC4-9CE4-4368ADD6791D}"/>
              </a:ext>
            </a:extLst>
          </p:cNvPr>
          <p:cNvSpPr>
            <a:spLocks xmlns:a="http://schemas.openxmlformats.org/drawingml/2006/main" noGrp="1"/>
          </p:cNvSpPr>
          <p:nvPr/>
        </p:nvSpPr>
        <p:spPr>
          <a:xfrm xmlns:a="http://schemas.openxmlformats.org/drawingml/2006/main">
            <a:off x="2435924" y="4695730"/>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Adapter</a:t>
            </a:r>
          </a:p>
        </p:txBody>
      </p:sp>
      <p:sp>
        <p:nvSpPr>
          <p:cNvPr id="47" name="diagram-poly-517">
            <a:extLst xmlns:a="http://schemas.openxmlformats.org/drawingml/2006/main">
              <a:ext uri="{FF2B5EF4-FFF2-40B4-BE49-F238E27FC236}">
                <a16:creationId xmlns:a16="http://schemas.microsoft.com/office/drawing/2014/main" id="{A67A6C52-CA41-434D-9BB9-6F6415F548BF}"/>
              </a:ext>
            </a:extLst>
          </p:cNvPr>
          <p:cNvSpPr>
            <a:spLocks xmlns:a="http://schemas.openxmlformats.org/drawingml/2006/main" noGrp="1"/>
          </p:cNvSpPr>
          <p:nvPr/>
        </p:nvSpPr>
        <p:spPr>
          <a:xfrm xmlns:a="http://schemas.openxmlformats.org/drawingml/2006/main">
            <a:off x="381000" y="5473027"/>
            <a:ext cx="3502304" cy="455657"/>
          </a:xfrm>
          <a:custGeom xmlns:a="http://schemas.openxmlformats.org/drawingml/2006/main">
            <a:pathLst>
              <a:path w="3733800" h="485775">
                <a:moveTo>
                  <a:pt x="0" y="485775"/>
                </a:moveTo>
                <a:lnTo>
                  <a:pt x="609600" y="0"/>
                </a:lnTo>
                <a:lnTo>
                  <a:pt x="3733800" y="0"/>
                </a:lnTo>
                <a:lnTo>
                  <a:pt x="3124200" y="485775"/>
                </a:lnTo>
                <a:close/>
              </a:path>
            </a:pathLst>
          </a:custGeom>
          <a:solidFill xmlns:a="http://schemas.openxmlformats.org/drawingml/2006/main">
            <a:srgbClr val="FEF5EE"/>
          </a:solidFill>
          <a:ln xmlns:a="http://schemas.openxmlformats.org/drawingml/2006/main" w="8934">
            <a:solidFill>
              <a:srgbClr val="6F7B83"/>
            </a:solidFill>
          </a:ln>
        </p:spPr>
      </p:sp>
      <p:sp>
        <p:nvSpPr>
          <p:cNvPr id="48" name="diagram-poly-518">
            <a:extLst xmlns:a="http://schemas.openxmlformats.org/drawingml/2006/main">
              <a:ext uri="{FF2B5EF4-FFF2-40B4-BE49-F238E27FC236}">
                <a16:creationId xmlns:a16="http://schemas.microsoft.com/office/drawing/2014/main" id="{7CC91B75-9372-4343-A123-5FFB5B1C4355}"/>
              </a:ext>
            </a:extLst>
          </p:cNvPr>
          <p:cNvSpPr>
            <a:spLocks xmlns:a="http://schemas.openxmlformats.org/drawingml/2006/main" noGrp="1"/>
          </p:cNvSpPr>
          <p:nvPr/>
        </p:nvSpPr>
        <p:spPr>
          <a:xfrm xmlns:a="http://schemas.openxmlformats.org/drawingml/2006/main">
            <a:off x="381000" y="5928684"/>
            <a:ext cx="2930500" cy="62541"/>
          </a:xfrm>
          <a:custGeom xmlns:a="http://schemas.openxmlformats.org/drawingml/2006/main">
            <a:pathLst>
              <a:path w="3124200" h="66675">
                <a:moveTo>
                  <a:pt x="0" y="0"/>
                </a:moveTo>
                <a:lnTo>
                  <a:pt x="3124200" y="0"/>
                </a:lnTo>
                <a:lnTo>
                  <a:pt x="3124200" y="66675"/>
                </a:lnTo>
                <a:lnTo>
                  <a:pt x="0" y="66675"/>
                </a:lnTo>
                <a:close/>
              </a:path>
            </a:pathLst>
          </a:custGeom>
          <a:solidFill xmlns:a="http://schemas.openxmlformats.org/drawingml/2006/main">
            <a:srgbClr val="FBEADB"/>
          </a:solidFill>
          <a:ln xmlns:a="http://schemas.openxmlformats.org/drawingml/2006/main" w="8934">
            <a:solidFill>
              <a:srgbClr val="6F7B83"/>
            </a:solidFill>
          </a:ln>
        </p:spPr>
      </p:sp>
      <p:sp>
        <p:nvSpPr>
          <p:cNvPr id="49" name="diagram-poly-519">
            <a:extLst xmlns:a="http://schemas.openxmlformats.org/drawingml/2006/main">
              <a:ext uri="{FF2B5EF4-FFF2-40B4-BE49-F238E27FC236}">
                <a16:creationId xmlns:a16="http://schemas.microsoft.com/office/drawing/2014/main" id="{82A8EF75-ABF5-4798-A9C1-423133CA10B7}"/>
              </a:ext>
            </a:extLst>
          </p:cNvPr>
          <p:cNvSpPr>
            <a:spLocks xmlns:a="http://schemas.openxmlformats.org/drawingml/2006/main" noGrp="1"/>
          </p:cNvSpPr>
          <p:nvPr/>
        </p:nvSpPr>
        <p:spPr>
          <a:xfrm xmlns:a="http://schemas.openxmlformats.org/drawingml/2006/main">
            <a:off x="3311500" y="5473027"/>
            <a:ext cx="571805" cy="518198"/>
          </a:xfrm>
          <a:custGeom xmlns:a="http://schemas.openxmlformats.org/drawingml/2006/main">
            <a:pathLst>
              <a:path w="609600" h="552450">
                <a:moveTo>
                  <a:pt x="0" y="485775"/>
                </a:moveTo>
                <a:lnTo>
                  <a:pt x="609600" y="0"/>
                </a:lnTo>
                <a:lnTo>
                  <a:pt x="609600" y="66675"/>
                </a:lnTo>
                <a:lnTo>
                  <a:pt x="0" y="552450"/>
                </a:lnTo>
                <a:close/>
              </a:path>
            </a:pathLst>
          </a:custGeom>
          <a:solidFill xmlns:a="http://schemas.openxmlformats.org/drawingml/2006/main">
            <a:srgbClr val="FBEADB"/>
          </a:solidFill>
          <a:ln xmlns:a="http://schemas.openxmlformats.org/drawingml/2006/main" w="8934">
            <a:solidFill>
              <a:srgbClr val="6F7B83"/>
            </a:solidFill>
          </a:ln>
        </p:spPr>
      </p:sp>
      <p:sp>
        <p:nvSpPr>
          <p:cNvPr id="50" name="revision-text-520">
            <a:extLst xmlns:a="http://schemas.openxmlformats.org/drawingml/2006/main">
              <a:ext uri="{FF2B5EF4-FFF2-40B4-BE49-F238E27FC236}">
                <a16:creationId xmlns:a16="http://schemas.microsoft.com/office/drawing/2014/main" id="{80B6717F-AFFF-4FE1-8450-CCAB08D09E6A}"/>
              </a:ext>
            </a:extLst>
          </p:cNvPr>
          <p:cNvSpPr>
            <a:spLocks xmlns:a="http://schemas.openxmlformats.org/drawingml/2006/main" noGrp="1"/>
          </p:cNvSpPr>
          <p:nvPr/>
        </p:nvSpPr>
        <p:spPr>
          <a:xfrm xmlns:a="http://schemas.openxmlformats.org/drawingml/2006/main">
            <a:off x="1256576" y="5481961"/>
            <a:ext cx="2126399" cy="2761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618" b="1">
                <a:solidFill>
                  <a:srgbClr val="152C40"/>
                </a:solidFill>
                <a:latin typeface="微软雅黑"/>
                <a:ea typeface="微软雅黑"/>
                <a:cs typeface="微软雅黑"/>
              </a:defRPr>
            </a:pPr>
            <a:r>
              <a:rPr sz="1618" b="1">
                <a:solidFill>
                  <a:srgbClr val="152C40"/>
                </a:solidFill>
                <a:latin typeface="微软雅黑"/>
                <a:ea typeface="微软雅黑"/>
                <a:cs typeface="微软雅黑"/>
              </a:rPr>
              <a:t>Physical device</a:t>
            </a:r>
          </a:p>
        </p:txBody>
      </p:sp>
      <p:sp>
        <p:nvSpPr>
          <p:cNvPr id="51" name="diagram-poly-521">
            <a:extLst xmlns:a="http://schemas.openxmlformats.org/drawingml/2006/main">
              <a:ext uri="{FF2B5EF4-FFF2-40B4-BE49-F238E27FC236}">
                <a16:creationId xmlns:a16="http://schemas.microsoft.com/office/drawing/2014/main" id="{D986E6DD-111D-46EF-83D9-DDC9C8298ED4}"/>
              </a:ext>
            </a:extLst>
          </p:cNvPr>
          <p:cNvSpPr>
            <a:spLocks xmlns:a="http://schemas.openxmlformats.org/drawingml/2006/main" noGrp="1"/>
          </p:cNvSpPr>
          <p:nvPr/>
        </p:nvSpPr>
        <p:spPr>
          <a:xfrm xmlns:a="http://schemas.openxmlformats.org/drawingml/2006/main">
            <a:off x="515017" y="5785733"/>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52" name="revision-text-522">
            <a:extLst xmlns:a="http://schemas.openxmlformats.org/drawingml/2006/main">
              <a:ext uri="{FF2B5EF4-FFF2-40B4-BE49-F238E27FC236}">
                <a16:creationId xmlns:a16="http://schemas.microsoft.com/office/drawing/2014/main" id="{D481C098-8BF5-48A3-80EE-251D9289B1EC}"/>
              </a:ext>
            </a:extLst>
          </p:cNvPr>
          <p:cNvSpPr>
            <a:spLocks xmlns:a="http://schemas.openxmlformats.org/drawingml/2006/main" noGrp="1"/>
          </p:cNvSpPr>
          <p:nvPr/>
        </p:nvSpPr>
        <p:spPr>
          <a:xfrm xmlns:a="http://schemas.openxmlformats.org/drawingml/2006/main">
            <a:off x="559689" y="5767864"/>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18" b="1">
                <a:solidFill>
                  <a:srgbClr val="152C40"/>
                </a:solidFill>
                <a:latin typeface="微软雅黑"/>
                <a:ea typeface="微软雅黑"/>
                <a:cs typeface="微软雅黑"/>
              </a:defRPr>
            </a:pPr>
            <a:r>
              <a:rPr sz="818" b="1">
                <a:solidFill>
                  <a:srgbClr val="152C40"/>
                </a:solidFill>
                <a:latin typeface="微软雅黑"/>
                <a:ea typeface="微软雅黑"/>
                <a:cs typeface="微软雅黑"/>
              </a:rPr>
              <a:t>Physical device</a:t>
            </a:r>
          </a:p>
        </p:txBody>
      </p:sp>
      <p:sp>
        <p:nvSpPr>
          <p:cNvPr id="53" name="diagram-poly-523">
            <a:extLst xmlns:a="http://schemas.openxmlformats.org/drawingml/2006/main">
              <a:ext uri="{FF2B5EF4-FFF2-40B4-BE49-F238E27FC236}">
                <a16:creationId xmlns:a16="http://schemas.microsoft.com/office/drawing/2014/main" id="{426AE25C-4E3D-4384-A5EA-C9A4ACC8A52D}"/>
              </a:ext>
            </a:extLst>
          </p:cNvPr>
          <p:cNvSpPr>
            <a:spLocks xmlns:a="http://schemas.openxmlformats.org/drawingml/2006/main" noGrp="1"/>
          </p:cNvSpPr>
          <p:nvPr/>
        </p:nvSpPr>
        <p:spPr>
          <a:xfrm xmlns:a="http://schemas.openxmlformats.org/drawingml/2006/main">
            <a:off x="1453134" y="5785733"/>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54" name="revision-text-524">
            <a:extLst xmlns:a="http://schemas.openxmlformats.org/drawingml/2006/main">
              <a:ext uri="{FF2B5EF4-FFF2-40B4-BE49-F238E27FC236}">
                <a16:creationId xmlns:a16="http://schemas.microsoft.com/office/drawing/2014/main" id="{42942DAE-2A3C-4E00-BE5C-95B6A509330E}"/>
              </a:ext>
            </a:extLst>
          </p:cNvPr>
          <p:cNvSpPr>
            <a:spLocks xmlns:a="http://schemas.openxmlformats.org/drawingml/2006/main" noGrp="1"/>
          </p:cNvSpPr>
          <p:nvPr/>
        </p:nvSpPr>
        <p:spPr>
          <a:xfrm xmlns:a="http://schemas.openxmlformats.org/drawingml/2006/main">
            <a:off x="1497806" y="5767864"/>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18" b="1">
                <a:solidFill>
                  <a:srgbClr val="152C40"/>
                </a:solidFill>
                <a:latin typeface="微软雅黑"/>
                <a:ea typeface="微软雅黑"/>
                <a:cs typeface="微软雅黑"/>
              </a:defRPr>
            </a:pPr>
            <a:r>
              <a:rPr sz="818" b="1">
                <a:solidFill>
                  <a:srgbClr val="152C40"/>
                </a:solidFill>
                <a:latin typeface="微软雅黑"/>
                <a:ea typeface="微软雅黑"/>
                <a:cs typeface="微软雅黑"/>
              </a:rPr>
              <a:t>Physical device</a:t>
            </a:r>
          </a:p>
        </p:txBody>
      </p:sp>
      <p:sp>
        <p:nvSpPr>
          <p:cNvPr id="55" name="diagram-poly-525">
            <a:extLst xmlns:a="http://schemas.openxmlformats.org/drawingml/2006/main">
              <a:ext uri="{FF2B5EF4-FFF2-40B4-BE49-F238E27FC236}">
                <a16:creationId xmlns:a16="http://schemas.microsoft.com/office/drawing/2014/main" id="{A601DD13-4C82-4161-B5C7-AF67C91C0747}"/>
              </a:ext>
            </a:extLst>
          </p:cNvPr>
          <p:cNvSpPr>
            <a:spLocks xmlns:a="http://schemas.openxmlformats.org/drawingml/2006/main" noGrp="1"/>
          </p:cNvSpPr>
          <p:nvPr/>
        </p:nvSpPr>
        <p:spPr>
          <a:xfrm xmlns:a="http://schemas.openxmlformats.org/drawingml/2006/main">
            <a:off x="2391251" y="5785733"/>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56" name="revision-text-526">
            <a:extLst xmlns:a="http://schemas.openxmlformats.org/drawingml/2006/main">
              <a:ext uri="{FF2B5EF4-FFF2-40B4-BE49-F238E27FC236}">
                <a16:creationId xmlns:a16="http://schemas.microsoft.com/office/drawing/2014/main" id="{38A4EB9D-E1A4-46BA-9891-C7DFAC24BFA1}"/>
              </a:ext>
            </a:extLst>
          </p:cNvPr>
          <p:cNvSpPr>
            <a:spLocks xmlns:a="http://schemas.openxmlformats.org/drawingml/2006/main" noGrp="1"/>
          </p:cNvSpPr>
          <p:nvPr/>
        </p:nvSpPr>
        <p:spPr>
          <a:xfrm xmlns:a="http://schemas.openxmlformats.org/drawingml/2006/main">
            <a:off x="2435924" y="5767864"/>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18" b="1">
                <a:solidFill>
                  <a:srgbClr val="152C40"/>
                </a:solidFill>
                <a:latin typeface="微软雅黑"/>
                <a:ea typeface="微软雅黑"/>
                <a:cs typeface="微软雅黑"/>
              </a:defRPr>
            </a:pPr>
            <a:r>
              <a:rPr sz="818" b="1">
                <a:solidFill>
                  <a:srgbClr val="152C40"/>
                </a:solidFill>
                <a:latin typeface="微软雅黑"/>
                <a:ea typeface="微软雅黑"/>
                <a:cs typeface="微软雅黑"/>
              </a:rPr>
              <a:t>Physical device</a:t>
            </a:r>
          </a:p>
        </p:txBody>
      </p:sp>
      <p:sp>
        <p:nvSpPr>
          <p:cNvPr id="57" name="diagram-line-527">
            <a:extLst xmlns:a="http://schemas.openxmlformats.org/drawingml/2006/main">
              <a:ext uri="{FF2B5EF4-FFF2-40B4-BE49-F238E27FC236}">
                <a16:creationId xmlns:a16="http://schemas.microsoft.com/office/drawing/2014/main" id="{1BA62E02-A574-4B8B-A4A0-271132E5A71B}"/>
              </a:ext>
            </a:extLst>
          </p:cNvPr>
          <p:cNvSpPr>
            <a:spLocks xmlns:a="http://schemas.openxmlformats.org/drawingml/2006/main" noGrp="1"/>
          </p:cNvSpPr>
          <p:nvPr/>
        </p:nvSpPr>
        <p:spPr>
          <a:xfrm xmlns:a="http://schemas.openxmlformats.org/drawingml/2006/main">
            <a:off x="613296" y="204219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58" name="diagram-line-528">
            <a:extLst xmlns:a="http://schemas.openxmlformats.org/drawingml/2006/main">
              <a:ext uri="{FF2B5EF4-FFF2-40B4-BE49-F238E27FC236}">
                <a16:creationId xmlns:a16="http://schemas.microsoft.com/office/drawing/2014/main" id="{C654FD9F-DB31-4F2A-8A17-0F120241CADB}"/>
              </a:ext>
            </a:extLst>
          </p:cNvPr>
          <p:cNvSpPr>
            <a:spLocks xmlns:a="http://schemas.openxmlformats.org/drawingml/2006/main" noGrp="1"/>
          </p:cNvSpPr>
          <p:nvPr/>
        </p:nvSpPr>
        <p:spPr>
          <a:xfrm xmlns:a="http://schemas.openxmlformats.org/drawingml/2006/main">
            <a:off x="613296" y="214941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59" name="diagram-line-529">
            <a:extLst xmlns:a="http://schemas.openxmlformats.org/drawingml/2006/main">
              <a:ext uri="{FF2B5EF4-FFF2-40B4-BE49-F238E27FC236}">
                <a16:creationId xmlns:a16="http://schemas.microsoft.com/office/drawing/2014/main" id="{275A50C5-2C9F-4EAE-B80B-8187AF0E8365}"/>
              </a:ext>
            </a:extLst>
          </p:cNvPr>
          <p:cNvSpPr>
            <a:spLocks xmlns:a="http://schemas.openxmlformats.org/drawingml/2006/main" noGrp="1"/>
          </p:cNvSpPr>
          <p:nvPr/>
        </p:nvSpPr>
        <p:spPr>
          <a:xfrm xmlns:a="http://schemas.openxmlformats.org/drawingml/2006/main">
            <a:off x="613296" y="225662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0" name="diagram-line-530">
            <a:extLst xmlns:a="http://schemas.openxmlformats.org/drawingml/2006/main">
              <a:ext uri="{FF2B5EF4-FFF2-40B4-BE49-F238E27FC236}">
                <a16:creationId xmlns:a16="http://schemas.microsoft.com/office/drawing/2014/main" id="{E22501D2-DCB0-442D-BEB4-D4C7EEC48DE7}"/>
              </a:ext>
            </a:extLst>
          </p:cNvPr>
          <p:cNvSpPr>
            <a:spLocks xmlns:a="http://schemas.openxmlformats.org/drawingml/2006/main" noGrp="1"/>
          </p:cNvSpPr>
          <p:nvPr/>
        </p:nvSpPr>
        <p:spPr>
          <a:xfrm xmlns:a="http://schemas.openxmlformats.org/drawingml/2006/main">
            <a:off x="613296" y="236383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1" name="diagram-line-531">
            <a:extLst xmlns:a="http://schemas.openxmlformats.org/drawingml/2006/main">
              <a:ext uri="{FF2B5EF4-FFF2-40B4-BE49-F238E27FC236}">
                <a16:creationId xmlns:a16="http://schemas.microsoft.com/office/drawing/2014/main" id="{20ECBDC7-3A63-479D-A4FE-9340671B88C8}"/>
              </a:ext>
            </a:extLst>
          </p:cNvPr>
          <p:cNvSpPr>
            <a:spLocks xmlns:a="http://schemas.openxmlformats.org/drawingml/2006/main" noGrp="1"/>
          </p:cNvSpPr>
          <p:nvPr/>
        </p:nvSpPr>
        <p:spPr>
          <a:xfrm xmlns:a="http://schemas.openxmlformats.org/drawingml/2006/main">
            <a:off x="613296" y="247105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2" name="diagram-line-532">
            <a:extLst xmlns:a="http://schemas.openxmlformats.org/drawingml/2006/main">
              <a:ext uri="{FF2B5EF4-FFF2-40B4-BE49-F238E27FC236}">
                <a16:creationId xmlns:a16="http://schemas.microsoft.com/office/drawing/2014/main" id="{57B7FBD2-0356-4CC7-887C-C5B70B35F961}"/>
              </a:ext>
            </a:extLst>
          </p:cNvPr>
          <p:cNvSpPr>
            <a:spLocks xmlns:a="http://schemas.openxmlformats.org/drawingml/2006/main" noGrp="1"/>
          </p:cNvSpPr>
          <p:nvPr/>
        </p:nvSpPr>
        <p:spPr>
          <a:xfrm xmlns:a="http://schemas.openxmlformats.org/drawingml/2006/main">
            <a:off x="613296" y="257826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3" name="diagram-line-533">
            <a:extLst xmlns:a="http://schemas.openxmlformats.org/drawingml/2006/main">
              <a:ext uri="{FF2B5EF4-FFF2-40B4-BE49-F238E27FC236}">
                <a16:creationId xmlns:a16="http://schemas.microsoft.com/office/drawing/2014/main" id="{335E6A39-5063-4B75-B7FF-5DEA0D7DD413}"/>
              </a:ext>
            </a:extLst>
          </p:cNvPr>
          <p:cNvSpPr>
            <a:spLocks xmlns:a="http://schemas.openxmlformats.org/drawingml/2006/main" noGrp="1"/>
          </p:cNvSpPr>
          <p:nvPr/>
        </p:nvSpPr>
        <p:spPr>
          <a:xfrm xmlns:a="http://schemas.openxmlformats.org/drawingml/2006/main">
            <a:off x="613296" y="268547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4" name="diagram-line-534">
            <a:extLst xmlns:a="http://schemas.openxmlformats.org/drawingml/2006/main">
              <a:ext uri="{FF2B5EF4-FFF2-40B4-BE49-F238E27FC236}">
                <a16:creationId xmlns:a16="http://schemas.microsoft.com/office/drawing/2014/main" id="{724D7067-20DD-4B28-80F9-387EF61D11CF}"/>
              </a:ext>
            </a:extLst>
          </p:cNvPr>
          <p:cNvSpPr>
            <a:spLocks xmlns:a="http://schemas.openxmlformats.org/drawingml/2006/main" noGrp="1"/>
          </p:cNvSpPr>
          <p:nvPr/>
        </p:nvSpPr>
        <p:spPr>
          <a:xfrm xmlns:a="http://schemas.openxmlformats.org/drawingml/2006/main">
            <a:off x="613296" y="279269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5" name="diagram-line-535">
            <a:extLst xmlns:a="http://schemas.openxmlformats.org/drawingml/2006/main">
              <a:ext uri="{FF2B5EF4-FFF2-40B4-BE49-F238E27FC236}">
                <a16:creationId xmlns:a16="http://schemas.microsoft.com/office/drawing/2014/main" id="{6EEC8D02-8160-4B1D-95B0-2B70949346F0}"/>
              </a:ext>
            </a:extLst>
          </p:cNvPr>
          <p:cNvSpPr>
            <a:spLocks xmlns:a="http://schemas.openxmlformats.org/drawingml/2006/main" noGrp="1"/>
          </p:cNvSpPr>
          <p:nvPr/>
        </p:nvSpPr>
        <p:spPr>
          <a:xfrm xmlns:a="http://schemas.openxmlformats.org/drawingml/2006/main">
            <a:off x="613296" y="289990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6" name="diagram-line-536">
            <a:extLst xmlns:a="http://schemas.openxmlformats.org/drawingml/2006/main">
              <a:ext uri="{FF2B5EF4-FFF2-40B4-BE49-F238E27FC236}">
                <a16:creationId xmlns:a16="http://schemas.microsoft.com/office/drawing/2014/main" id="{9FFA6114-7AD9-4C36-92EA-EA2FEAF26CA9}"/>
              </a:ext>
            </a:extLst>
          </p:cNvPr>
          <p:cNvSpPr>
            <a:spLocks xmlns:a="http://schemas.openxmlformats.org/drawingml/2006/main" noGrp="1"/>
          </p:cNvSpPr>
          <p:nvPr/>
        </p:nvSpPr>
        <p:spPr>
          <a:xfrm xmlns:a="http://schemas.openxmlformats.org/drawingml/2006/main">
            <a:off x="613296" y="300711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7" name="diagram-line-537">
            <a:extLst xmlns:a="http://schemas.openxmlformats.org/drawingml/2006/main">
              <a:ext uri="{FF2B5EF4-FFF2-40B4-BE49-F238E27FC236}">
                <a16:creationId xmlns:a16="http://schemas.microsoft.com/office/drawing/2014/main" id="{6F45EDA0-D81E-4A66-9167-8B15F0355388}"/>
              </a:ext>
            </a:extLst>
          </p:cNvPr>
          <p:cNvSpPr>
            <a:spLocks xmlns:a="http://schemas.openxmlformats.org/drawingml/2006/main" noGrp="1"/>
          </p:cNvSpPr>
          <p:nvPr/>
        </p:nvSpPr>
        <p:spPr>
          <a:xfrm xmlns:a="http://schemas.openxmlformats.org/drawingml/2006/main">
            <a:off x="613296" y="311433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8" name="diagram-line-538">
            <a:extLst xmlns:a="http://schemas.openxmlformats.org/drawingml/2006/main">
              <a:ext uri="{FF2B5EF4-FFF2-40B4-BE49-F238E27FC236}">
                <a16:creationId xmlns:a16="http://schemas.microsoft.com/office/drawing/2014/main" id="{F1AE1E23-ED9A-4931-8336-35A659D8BA94}"/>
              </a:ext>
            </a:extLst>
          </p:cNvPr>
          <p:cNvSpPr>
            <a:spLocks xmlns:a="http://schemas.openxmlformats.org/drawingml/2006/main" noGrp="1"/>
          </p:cNvSpPr>
          <p:nvPr/>
        </p:nvSpPr>
        <p:spPr>
          <a:xfrm xmlns:a="http://schemas.openxmlformats.org/drawingml/2006/main">
            <a:off x="613296" y="3221546"/>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69" name="diagram-line-539">
            <a:extLst xmlns:a="http://schemas.openxmlformats.org/drawingml/2006/main">
              <a:ext uri="{FF2B5EF4-FFF2-40B4-BE49-F238E27FC236}">
                <a16:creationId xmlns:a16="http://schemas.microsoft.com/office/drawing/2014/main" id="{4D7AEC51-E696-4361-9FF6-CB7830CEF0B9}"/>
              </a:ext>
            </a:extLst>
          </p:cNvPr>
          <p:cNvSpPr>
            <a:spLocks xmlns:a="http://schemas.openxmlformats.org/drawingml/2006/main" noGrp="1"/>
          </p:cNvSpPr>
          <p:nvPr/>
        </p:nvSpPr>
        <p:spPr>
          <a:xfrm xmlns:a="http://schemas.openxmlformats.org/drawingml/2006/main">
            <a:off x="1542479" y="204219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0" name="diagram-line-540">
            <a:extLst xmlns:a="http://schemas.openxmlformats.org/drawingml/2006/main">
              <a:ext uri="{FF2B5EF4-FFF2-40B4-BE49-F238E27FC236}">
                <a16:creationId xmlns:a16="http://schemas.microsoft.com/office/drawing/2014/main" id="{D1DEE276-B71D-41C3-A2E4-4A3B49401A96}"/>
              </a:ext>
            </a:extLst>
          </p:cNvPr>
          <p:cNvSpPr>
            <a:spLocks xmlns:a="http://schemas.openxmlformats.org/drawingml/2006/main" noGrp="1"/>
          </p:cNvSpPr>
          <p:nvPr/>
        </p:nvSpPr>
        <p:spPr>
          <a:xfrm xmlns:a="http://schemas.openxmlformats.org/drawingml/2006/main">
            <a:off x="1542479" y="214941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1" name="diagram-line-541">
            <a:extLst xmlns:a="http://schemas.openxmlformats.org/drawingml/2006/main">
              <a:ext uri="{FF2B5EF4-FFF2-40B4-BE49-F238E27FC236}">
                <a16:creationId xmlns:a16="http://schemas.microsoft.com/office/drawing/2014/main" id="{BCAB525D-8BDF-4B4C-8F4A-FA0C8B79872D}"/>
              </a:ext>
            </a:extLst>
          </p:cNvPr>
          <p:cNvSpPr>
            <a:spLocks xmlns:a="http://schemas.openxmlformats.org/drawingml/2006/main" noGrp="1"/>
          </p:cNvSpPr>
          <p:nvPr/>
        </p:nvSpPr>
        <p:spPr>
          <a:xfrm xmlns:a="http://schemas.openxmlformats.org/drawingml/2006/main">
            <a:off x="1542479" y="225662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2" name="diagram-line-542">
            <a:extLst xmlns:a="http://schemas.openxmlformats.org/drawingml/2006/main">
              <a:ext uri="{FF2B5EF4-FFF2-40B4-BE49-F238E27FC236}">
                <a16:creationId xmlns:a16="http://schemas.microsoft.com/office/drawing/2014/main" id="{422C9AD9-0C05-4074-B672-F5760735AF1E}"/>
              </a:ext>
            </a:extLst>
          </p:cNvPr>
          <p:cNvSpPr>
            <a:spLocks xmlns:a="http://schemas.openxmlformats.org/drawingml/2006/main" noGrp="1"/>
          </p:cNvSpPr>
          <p:nvPr/>
        </p:nvSpPr>
        <p:spPr>
          <a:xfrm xmlns:a="http://schemas.openxmlformats.org/drawingml/2006/main">
            <a:off x="1542479" y="236383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3" name="diagram-line-543">
            <a:extLst xmlns:a="http://schemas.openxmlformats.org/drawingml/2006/main">
              <a:ext uri="{FF2B5EF4-FFF2-40B4-BE49-F238E27FC236}">
                <a16:creationId xmlns:a16="http://schemas.microsoft.com/office/drawing/2014/main" id="{59CBB77A-624C-4A79-A101-10E8CB8ADD40}"/>
              </a:ext>
            </a:extLst>
          </p:cNvPr>
          <p:cNvSpPr>
            <a:spLocks xmlns:a="http://schemas.openxmlformats.org/drawingml/2006/main" noGrp="1"/>
          </p:cNvSpPr>
          <p:nvPr/>
        </p:nvSpPr>
        <p:spPr>
          <a:xfrm xmlns:a="http://schemas.openxmlformats.org/drawingml/2006/main">
            <a:off x="1542479" y="247105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4" name="diagram-line-544">
            <a:extLst xmlns:a="http://schemas.openxmlformats.org/drawingml/2006/main">
              <a:ext uri="{FF2B5EF4-FFF2-40B4-BE49-F238E27FC236}">
                <a16:creationId xmlns:a16="http://schemas.microsoft.com/office/drawing/2014/main" id="{07147EBB-E38D-44F6-A580-D46A2B9228A7}"/>
              </a:ext>
            </a:extLst>
          </p:cNvPr>
          <p:cNvSpPr>
            <a:spLocks xmlns:a="http://schemas.openxmlformats.org/drawingml/2006/main" noGrp="1"/>
          </p:cNvSpPr>
          <p:nvPr/>
        </p:nvSpPr>
        <p:spPr>
          <a:xfrm xmlns:a="http://schemas.openxmlformats.org/drawingml/2006/main">
            <a:off x="1542479" y="257826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5" name="diagram-line-545">
            <a:extLst xmlns:a="http://schemas.openxmlformats.org/drawingml/2006/main">
              <a:ext uri="{FF2B5EF4-FFF2-40B4-BE49-F238E27FC236}">
                <a16:creationId xmlns:a16="http://schemas.microsoft.com/office/drawing/2014/main" id="{FDFF8437-8C69-42C0-9C97-75793B12B935}"/>
              </a:ext>
            </a:extLst>
          </p:cNvPr>
          <p:cNvSpPr>
            <a:spLocks xmlns:a="http://schemas.openxmlformats.org/drawingml/2006/main" noGrp="1"/>
          </p:cNvSpPr>
          <p:nvPr/>
        </p:nvSpPr>
        <p:spPr>
          <a:xfrm xmlns:a="http://schemas.openxmlformats.org/drawingml/2006/main">
            <a:off x="1542479" y="268547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6" name="diagram-line-546">
            <a:extLst xmlns:a="http://schemas.openxmlformats.org/drawingml/2006/main">
              <a:ext uri="{FF2B5EF4-FFF2-40B4-BE49-F238E27FC236}">
                <a16:creationId xmlns:a16="http://schemas.microsoft.com/office/drawing/2014/main" id="{ABF4A0FE-609E-4553-8B5E-6FF4F19CE67F}"/>
              </a:ext>
            </a:extLst>
          </p:cNvPr>
          <p:cNvSpPr>
            <a:spLocks xmlns:a="http://schemas.openxmlformats.org/drawingml/2006/main" noGrp="1"/>
          </p:cNvSpPr>
          <p:nvPr/>
        </p:nvSpPr>
        <p:spPr>
          <a:xfrm xmlns:a="http://schemas.openxmlformats.org/drawingml/2006/main">
            <a:off x="1542479" y="279269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7" name="diagram-line-547">
            <a:extLst xmlns:a="http://schemas.openxmlformats.org/drawingml/2006/main">
              <a:ext uri="{FF2B5EF4-FFF2-40B4-BE49-F238E27FC236}">
                <a16:creationId xmlns:a16="http://schemas.microsoft.com/office/drawing/2014/main" id="{BDF11F9E-E6D7-4D5E-8C18-54FC8004C8D9}"/>
              </a:ext>
            </a:extLst>
          </p:cNvPr>
          <p:cNvSpPr>
            <a:spLocks xmlns:a="http://schemas.openxmlformats.org/drawingml/2006/main" noGrp="1"/>
          </p:cNvSpPr>
          <p:nvPr/>
        </p:nvSpPr>
        <p:spPr>
          <a:xfrm xmlns:a="http://schemas.openxmlformats.org/drawingml/2006/main">
            <a:off x="1542479" y="289990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8" name="diagram-line-548">
            <a:extLst xmlns:a="http://schemas.openxmlformats.org/drawingml/2006/main">
              <a:ext uri="{FF2B5EF4-FFF2-40B4-BE49-F238E27FC236}">
                <a16:creationId xmlns:a16="http://schemas.microsoft.com/office/drawing/2014/main" id="{6A0D3440-BF6F-49A8-94F3-B5871F8C7B16}"/>
              </a:ext>
            </a:extLst>
          </p:cNvPr>
          <p:cNvSpPr>
            <a:spLocks xmlns:a="http://schemas.openxmlformats.org/drawingml/2006/main" noGrp="1"/>
          </p:cNvSpPr>
          <p:nvPr/>
        </p:nvSpPr>
        <p:spPr>
          <a:xfrm xmlns:a="http://schemas.openxmlformats.org/drawingml/2006/main">
            <a:off x="1542479" y="300711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9" name="diagram-line-549">
            <a:extLst xmlns:a="http://schemas.openxmlformats.org/drawingml/2006/main">
              <a:ext uri="{FF2B5EF4-FFF2-40B4-BE49-F238E27FC236}">
                <a16:creationId xmlns:a16="http://schemas.microsoft.com/office/drawing/2014/main" id="{450B594D-CB09-4A8C-99DB-F8C236353A1D}"/>
              </a:ext>
            </a:extLst>
          </p:cNvPr>
          <p:cNvSpPr>
            <a:spLocks xmlns:a="http://schemas.openxmlformats.org/drawingml/2006/main" noGrp="1"/>
          </p:cNvSpPr>
          <p:nvPr/>
        </p:nvSpPr>
        <p:spPr>
          <a:xfrm xmlns:a="http://schemas.openxmlformats.org/drawingml/2006/main">
            <a:off x="1542479" y="311433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0" name="diagram-line-550">
            <a:extLst xmlns:a="http://schemas.openxmlformats.org/drawingml/2006/main">
              <a:ext uri="{FF2B5EF4-FFF2-40B4-BE49-F238E27FC236}">
                <a16:creationId xmlns:a16="http://schemas.microsoft.com/office/drawing/2014/main" id="{14D98A22-2547-4E86-A83D-37D106AD3421}"/>
              </a:ext>
            </a:extLst>
          </p:cNvPr>
          <p:cNvSpPr>
            <a:spLocks xmlns:a="http://schemas.openxmlformats.org/drawingml/2006/main" noGrp="1"/>
          </p:cNvSpPr>
          <p:nvPr/>
        </p:nvSpPr>
        <p:spPr>
          <a:xfrm xmlns:a="http://schemas.openxmlformats.org/drawingml/2006/main">
            <a:off x="1542479" y="3221546"/>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81" name="diagram-line-551">
            <a:extLst xmlns:a="http://schemas.openxmlformats.org/drawingml/2006/main">
              <a:ext uri="{FF2B5EF4-FFF2-40B4-BE49-F238E27FC236}">
                <a16:creationId xmlns:a16="http://schemas.microsoft.com/office/drawing/2014/main" id="{1A0A19B7-9F1A-4358-827A-DC470BE9CEF7}"/>
              </a:ext>
            </a:extLst>
          </p:cNvPr>
          <p:cNvSpPr>
            <a:spLocks xmlns:a="http://schemas.openxmlformats.org/drawingml/2006/main" noGrp="1"/>
          </p:cNvSpPr>
          <p:nvPr/>
        </p:nvSpPr>
        <p:spPr>
          <a:xfrm xmlns:a="http://schemas.openxmlformats.org/drawingml/2006/main">
            <a:off x="2480596" y="204219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2" name="diagram-line-552">
            <a:extLst xmlns:a="http://schemas.openxmlformats.org/drawingml/2006/main">
              <a:ext uri="{FF2B5EF4-FFF2-40B4-BE49-F238E27FC236}">
                <a16:creationId xmlns:a16="http://schemas.microsoft.com/office/drawing/2014/main" id="{BF923804-7B89-4E08-8B73-C6D015E8EE5A}"/>
              </a:ext>
            </a:extLst>
          </p:cNvPr>
          <p:cNvSpPr>
            <a:spLocks xmlns:a="http://schemas.openxmlformats.org/drawingml/2006/main" noGrp="1"/>
          </p:cNvSpPr>
          <p:nvPr/>
        </p:nvSpPr>
        <p:spPr>
          <a:xfrm xmlns:a="http://schemas.openxmlformats.org/drawingml/2006/main">
            <a:off x="2480596" y="214941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3" name="diagram-line-553">
            <a:extLst xmlns:a="http://schemas.openxmlformats.org/drawingml/2006/main">
              <a:ext uri="{FF2B5EF4-FFF2-40B4-BE49-F238E27FC236}">
                <a16:creationId xmlns:a16="http://schemas.microsoft.com/office/drawing/2014/main" id="{59BB95C7-1230-4D70-9272-C88B1C33BC86}"/>
              </a:ext>
            </a:extLst>
          </p:cNvPr>
          <p:cNvSpPr>
            <a:spLocks xmlns:a="http://schemas.openxmlformats.org/drawingml/2006/main" noGrp="1"/>
          </p:cNvSpPr>
          <p:nvPr/>
        </p:nvSpPr>
        <p:spPr>
          <a:xfrm xmlns:a="http://schemas.openxmlformats.org/drawingml/2006/main">
            <a:off x="2480596" y="225662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4" name="diagram-line-554">
            <a:extLst xmlns:a="http://schemas.openxmlformats.org/drawingml/2006/main">
              <a:ext uri="{FF2B5EF4-FFF2-40B4-BE49-F238E27FC236}">
                <a16:creationId xmlns:a16="http://schemas.microsoft.com/office/drawing/2014/main" id="{6691A384-24AC-460E-AB39-3DC107B5D25C}"/>
              </a:ext>
            </a:extLst>
          </p:cNvPr>
          <p:cNvSpPr>
            <a:spLocks xmlns:a="http://schemas.openxmlformats.org/drawingml/2006/main" noGrp="1"/>
          </p:cNvSpPr>
          <p:nvPr/>
        </p:nvSpPr>
        <p:spPr>
          <a:xfrm xmlns:a="http://schemas.openxmlformats.org/drawingml/2006/main">
            <a:off x="2480596" y="236383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5" name="diagram-line-555">
            <a:extLst xmlns:a="http://schemas.openxmlformats.org/drawingml/2006/main">
              <a:ext uri="{FF2B5EF4-FFF2-40B4-BE49-F238E27FC236}">
                <a16:creationId xmlns:a16="http://schemas.microsoft.com/office/drawing/2014/main" id="{9576FDA6-8E10-4528-BE7E-D836442EFAFB}"/>
              </a:ext>
            </a:extLst>
          </p:cNvPr>
          <p:cNvSpPr>
            <a:spLocks xmlns:a="http://schemas.openxmlformats.org/drawingml/2006/main" noGrp="1"/>
          </p:cNvSpPr>
          <p:nvPr/>
        </p:nvSpPr>
        <p:spPr>
          <a:xfrm xmlns:a="http://schemas.openxmlformats.org/drawingml/2006/main">
            <a:off x="2480596" y="247105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6" name="diagram-line-556">
            <a:extLst xmlns:a="http://schemas.openxmlformats.org/drawingml/2006/main">
              <a:ext uri="{FF2B5EF4-FFF2-40B4-BE49-F238E27FC236}">
                <a16:creationId xmlns:a16="http://schemas.microsoft.com/office/drawing/2014/main" id="{16094F5B-3DC7-4CF7-AC7E-2D489A0BA82B}"/>
              </a:ext>
            </a:extLst>
          </p:cNvPr>
          <p:cNvSpPr>
            <a:spLocks xmlns:a="http://schemas.openxmlformats.org/drawingml/2006/main" noGrp="1"/>
          </p:cNvSpPr>
          <p:nvPr/>
        </p:nvSpPr>
        <p:spPr>
          <a:xfrm xmlns:a="http://schemas.openxmlformats.org/drawingml/2006/main">
            <a:off x="2480596" y="257826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7" name="diagram-line-557">
            <a:extLst xmlns:a="http://schemas.openxmlformats.org/drawingml/2006/main">
              <a:ext uri="{FF2B5EF4-FFF2-40B4-BE49-F238E27FC236}">
                <a16:creationId xmlns:a16="http://schemas.microsoft.com/office/drawing/2014/main" id="{F50EF680-3F0C-4C46-AD7F-B7354C07F249}"/>
              </a:ext>
            </a:extLst>
          </p:cNvPr>
          <p:cNvSpPr>
            <a:spLocks xmlns:a="http://schemas.openxmlformats.org/drawingml/2006/main" noGrp="1"/>
          </p:cNvSpPr>
          <p:nvPr/>
        </p:nvSpPr>
        <p:spPr>
          <a:xfrm xmlns:a="http://schemas.openxmlformats.org/drawingml/2006/main">
            <a:off x="2480596" y="268547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8" name="diagram-line-558">
            <a:extLst xmlns:a="http://schemas.openxmlformats.org/drawingml/2006/main">
              <a:ext uri="{FF2B5EF4-FFF2-40B4-BE49-F238E27FC236}">
                <a16:creationId xmlns:a16="http://schemas.microsoft.com/office/drawing/2014/main" id="{9A7D27E7-0B2E-45B9-8CA9-325411ABE741}"/>
              </a:ext>
            </a:extLst>
          </p:cNvPr>
          <p:cNvSpPr>
            <a:spLocks xmlns:a="http://schemas.openxmlformats.org/drawingml/2006/main" noGrp="1"/>
          </p:cNvSpPr>
          <p:nvPr/>
        </p:nvSpPr>
        <p:spPr>
          <a:xfrm xmlns:a="http://schemas.openxmlformats.org/drawingml/2006/main">
            <a:off x="2480596" y="279269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9" name="diagram-line-559">
            <a:extLst xmlns:a="http://schemas.openxmlformats.org/drawingml/2006/main">
              <a:ext uri="{FF2B5EF4-FFF2-40B4-BE49-F238E27FC236}">
                <a16:creationId xmlns:a16="http://schemas.microsoft.com/office/drawing/2014/main" id="{FE90F789-70FC-4771-83AD-E71A5DF49911}"/>
              </a:ext>
            </a:extLst>
          </p:cNvPr>
          <p:cNvSpPr>
            <a:spLocks xmlns:a="http://schemas.openxmlformats.org/drawingml/2006/main" noGrp="1"/>
          </p:cNvSpPr>
          <p:nvPr/>
        </p:nvSpPr>
        <p:spPr>
          <a:xfrm xmlns:a="http://schemas.openxmlformats.org/drawingml/2006/main">
            <a:off x="2480596" y="289990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0" name="diagram-line-560">
            <a:extLst xmlns:a="http://schemas.openxmlformats.org/drawingml/2006/main">
              <a:ext uri="{FF2B5EF4-FFF2-40B4-BE49-F238E27FC236}">
                <a16:creationId xmlns:a16="http://schemas.microsoft.com/office/drawing/2014/main" id="{1D7EAA73-A08D-4548-B734-81709D788061}"/>
              </a:ext>
            </a:extLst>
          </p:cNvPr>
          <p:cNvSpPr>
            <a:spLocks xmlns:a="http://schemas.openxmlformats.org/drawingml/2006/main" noGrp="1"/>
          </p:cNvSpPr>
          <p:nvPr/>
        </p:nvSpPr>
        <p:spPr>
          <a:xfrm xmlns:a="http://schemas.openxmlformats.org/drawingml/2006/main">
            <a:off x="2480596" y="300711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1" name="diagram-line-561">
            <a:extLst xmlns:a="http://schemas.openxmlformats.org/drawingml/2006/main">
              <a:ext uri="{FF2B5EF4-FFF2-40B4-BE49-F238E27FC236}">
                <a16:creationId xmlns:a16="http://schemas.microsoft.com/office/drawing/2014/main" id="{492CC2A8-B2A3-4D0A-9075-DDC9AB72481C}"/>
              </a:ext>
            </a:extLst>
          </p:cNvPr>
          <p:cNvSpPr>
            <a:spLocks xmlns:a="http://schemas.openxmlformats.org/drawingml/2006/main" noGrp="1"/>
          </p:cNvSpPr>
          <p:nvPr/>
        </p:nvSpPr>
        <p:spPr>
          <a:xfrm xmlns:a="http://schemas.openxmlformats.org/drawingml/2006/main">
            <a:off x="2480596" y="311433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2" name="diagram-line-562">
            <a:extLst xmlns:a="http://schemas.openxmlformats.org/drawingml/2006/main">
              <a:ext uri="{FF2B5EF4-FFF2-40B4-BE49-F238E27FC236}">
                <a16:creationId xmlns:a16="http://schemas.microsoft.com/office/drawing/2014/main" id="{CFE66518-0FDC-45D4-A90A-8D65C0B0C079}"/>
              </a:ext>
            </a:extLst>
          </p:cNvPr>
          <p:cNvSpPr>
            <a:spLocks xmlns:a="http://schemas.openxmlformats.org/drawingml/2006/main" noGrp="1"/>
          </p:cNvSpPr>
          <p:nvPr/>
        </p:nvSpPr>
        <p:spPr>
          <a:xfrm xmlns:a="http://schemas.openxmlformats.org/drawingml/2006/main">
            <a:off x="2480596" y="3221546"/>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93" name="diagram-line-563">
            <a:extLst xmlns:a="http://schemas.openxmlformats.org/drawingml/2006/main">
              <a:ext uri="{FF2B5EF4-FFF2-40B4-BE49-F238E27FC236}">
                <a16:creationId xmlns:a16="http://schemas.microsoft.com/office/drawing/2014/main" id="{14D0960B-739C-4807-B458-38D65968C0EC}"/>
              </a:ext>
            </a:extLst>
          </p:cNvPr>
          <p:cNvSpPr>
            <a:spLocks xmlns:a="http://schemas.openxmlformats.org/drawingml/2006/main" noGrp="1"/>
          </p:cNvSpPr>
          <p:nvPr/>
        </p:nvSpPr>
        <p:spPr>
          <a:xfrm xmlns:a="http://schemas.openxmlformats.org/drawingml/2006/main">
            <a:off x="3240024" y="204219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4" name="diagram-line-564">
            <a:extLst xmlns:a="http://schemas.openxmlformats.org/drawingml/2006/main">
              <a:ext uri="{FF2B5EF4-FFF2-40B4-BE49-F238E27FC236}">
                <a16:creationId xmlns:a16="http://schemas.microsoft.com/office/drawing/2014/main" id="{C507EEF8-0E52-4B4D-B905-85202EC44DB6}"/>
              </a:ext>
            </a:extLst>
          </p:cNvPr>
          <p:cNvSpPr>
            <a:spLocks xmlns:a="http://schemas.openxmlformats.org/drawingml/2006/main" noGrp="1"/>
          </p:cNvSpPr>
          <p:nvPr/>
        </p:nvSpPr>
        <p:spPr>
          <a:xfrm xmlns:a="http://schemas.openxmlformats.org/drawingml/2006/main">
            <a:off x="3240024" y="214941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5" name="diagram-line-565">
            <a:extLst xmlns:a="http://schemas.openxmlformats.org/drawingml/2006/main">
              <a:ext uri="{FF2B5EF4-FFF2-40B4-BE49-F238E27FC236}">
                <a16:creationId xmlns:a16="http://schemas.microsoft.com/office/drawing/2014/main" id="{CBB882E3-E165-401D-ACAA-AB54B6924501}"/>
              </a:ext>
            </a:extLst>
          </p:cNvPr>
          <p:cNvSpPr>
            <a:spLocks xmlns:a="http://schemas.openxmlformats.org/drawingml/2006/main" noGrp="1"/>
          </p:cNvSpPr>
          <p:nvPr/>
        </p:nvSpPr>
        <p:spPr>
          <a:xfrm xmlns:a="http://schemas.openxmlformats.org/drawingml/2006/main">
            <a:off x="3240024" y="225662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6" name="diagram-line-566">
            <a:extLst xmlns:a="http://schemas.openxmlformats.org/drawingml/2006/main">
              <a:ext uri="{FF2B5EF4-FFF2-40B4-BE49-F238E27FC236}">
                <a16:creationId xmlns:a16="http://schemas.microsoft.com/office/drawing/2014/main" id="{D1168FB4-A28C-4BA1-835C-8746F9B57132}"/>
              </a:ext>
            </a:extLst>
          </p:cNvPr>
          <p:cNvSpPr>
            <a:spLocks xmlns:a="http://schemas.openxmlformats.org/drawingml/2006/main" noGrp="1"/>
          </p:cNvSpPr>
          <p:nvPr/>
        </p:nvSpPr>
        <p:spPr>
          <a:xfrm xmlns:a="http://schemas.openxmlformats.org/drawingml/2006/main">
            <a:off x="3240024" y="236383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7" name="diagram-line-567">
            <a:extLst xmlns:a="http://schemas.openxmlformats.org/drawingml/2006/main">
              <a:ext uri="{FF2B5EF4-FFF2-40B4-BE49-F238E27FC236}">
                <a16:creationId xmlns:a16="http://schemas.microsoft.com/office/drawing/2014/main" id="{010759E0-6B1F-4D82-AEBD-1C3A948B3078}"/>
              </a:ext>
            </a:extLst>
          </p:cNvPr>
          <p:cNvSpPr>
            <a:spLocks xmlns:a="http://schemas.openxmlformats.org/drawingml/2006/main" noGrp="1"/>
          </p:cNvSpPr>
          <p:nvPr/>
        </p:nvSpPr>
        <p:spPr>
          <a:xfrm xmlns:a="http://schemas.openxmlformats.org/drawingml/2006/main">
            <a:off x="3240024" y="247105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8" name="diagram-line-568">
            <a:extLst xmlns:a="http://schemas.openxmlformats.org/drawingml/2006/main">
              <a:ext uri="{FF2B5EF4-FFF2-40B4-BE49-F238E27FC236}">
                <a16:creationId xmlns:a16="http://schemas.microsoft.com/office/drawing/2014/main" id="{6C221BB0-1538-4423-8A71-196CB6C2A658}"/>
              </a:ext>
            </a:extLst>
          </p:cNvPr>
          <p:cNvSpPr>
            <a:spLocks xmlns:a="http://schemas.openxmlformats.org/drawingml/2006/main" noGrp="1"/>
          </p:cNvSpPr>
          <p:nvPr/>
        </p:nvSpPr>
        <p:spPr>
          <a:xfrm xmlns:a="http://schemas.openxmlformats.org/drawingml/2006/main">
            <a:off x="3240024" y="257826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9" name="diagram-line-569">
            <a:extLst xmlns:a="http://schemas.openxmlformats.org/drawingml/2006/main">
              <a:ext uri="{FF2B5EF4-FFF2-40B4-BE49-F238E27FC236}">
                <a16:creationId xmlns:a16="http://schemas.microsoft.com/office/drawing/2014/main" id="{BE5AD261-31FA-4211-89AC-87C9BFDE62B7}"/>
              </a:ext>
            </a:extLst>
          </p:cNvPr>
          <p:cNvSpPr>
            <a:spLocks xmlns:a="http://schemas.openxmlformats.org/drawingml/2006/main" noGrp="1"/>
          </p:cNvSpPr>
          <p:nvPr/>
        </p:nvSpPr>
        <p:spPr>
          <a:xfrm xmlns:a="http://schemas.openxmlformats.org/drawingml/2006/main">
            <a:off x="3240024" y="268547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00" name="diagram-line-570">
            <a:extLst xmlns:a="http://schemas.openxmlformats.org/drawingml/2006/main">
              <a:ext uri="{FF2B5EF4-FFF2-40B4-BE49-F238E27FC236}">
                <a16:creationId xmlns:a16="http://schemas.microsoft.com/office/drawing/2014/main" id="{7EF211C8-83F3-43B0-96C9-2F822728AAB9}"/>
              </a:ext>
            </a:extLst>
          </p:cNvPr>
          <p:cNvSpPr>
            <a:spLocks xmlns:a="http://schemas.openxmlformats.org/drawingml/2006/main" noGrp="1"/>
          </p:cNvSpPr>
          <p:nvPr/>
        </p:nvSpPr>
        <p:spPr>
          <a:xfrm xmlns:a="http://schemas.openxmlformats.org/drawingml/2006/main">
            <a:off x="3240024" y="279269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01" name="diagram-line-571">
            <a:extLst xmlns:a="http://schemas.openxmlformats.org/drawingml/2006/main">
              <a:ext uri="{FF2B5EF4-FFF2-40B4-BE49-F238E27FC236}">
                <a16:creationId xmlns:a16="http://schemas.microsoft.com/office/drawing/2014/main" id="{F8F4F123-6252-4BBB-97F9-9FA10AE0E543}"/>
              </a:ext>
            </a:extLst>
          </p:cNvPr>
          <p:cNvSpPr>
            <a:spLocks xmlns:a="http://schemas.openxmlformats.org/drawingml/2006/main" noGrp="1"/>
          </p:cNvSpPr>
          <p:nvPr/>
        </p:nvSpPr>
        <p:spPr>
          <a:xfrm xmlns:a="http://schemas.openxmlformats.org/drawingml/2006/main">
            <a:off x="3240024" y="289990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02" name="diagram-line-572">
            <a:extLst xmlns:a="http://schemas.openxmlformats.org/drawingml/2006/main">
              <a:ext uri="{FF2B5EF4-FFF2-40B4-BE49-F238E27FC236}">
                <a16:creationId xmlns:a16="http://schemas.microsoft.com/office/drawing/2014/main" id="{4BA2BBB5-A932-4443-A420-2ED154F34B3A}"/>
              </a:ext>
            </a:extLst>
          </p:cNvPr>
          <p:cNvSpPr>
            <a:spLocks xmlns:a="http://schemas.openxmlformats.org/drawingml/2006/main" noGrp="1"/>
          </p:cNvSpPr>
          <p:nvPr/>
        </p:nvSpPr>
        <p:spPr>
          <a:xfrm xmlns:a="http://schemas.openxmlformats.org/drawingml/2006/main">
            <a:off x="3240024" y="300711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03" name="diagram-line-573">
            <a:extLst xmlns:a="http://schemas.openxmlformats.org/drawingml/2006/main">
              <a:ext uri="{FF2B5EF4-FFF2-40B4-BE49-F238E27FC236}">
                <a16:creationId xmlns:a16="http://schemas.microsoft.com/office/drawing/2014/main" id="{DA3CDE4C-9108-4571-88FA-FD6F05EDD0C9}"/>
              </a:ext>
            </a:extLst>
          </p:cNvPr>
          <p:cNvSpPr>
            <a:spLocks xmlns:a="http://schemas.openxmlformats.org/drawingml/2006/main" noGrp="1"/>
          </p:cNvSpPr>
          <p:nvPr/>
        </p:nvSpPr>
        <p:spPr>
          <a:xfrm xmlns:a="http://schemas.openxmlformats.org/drawingml/2006/main">
            <a:off x="3240024" y="311433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04" name="diagram-line-574">
            <a:extLst xmlns:a="http://schemas.openxmlformats.org/drawingml/2006/main">
              <a:ext uri="{FF2B5EF4-FFF2-40B4-BE49-F238E27FC236}">
                <a16:creationId xmlns:a16="http://schemas.microsoft.com/office/drawing/2014/main" id="{D284FF17-49AB-4AFD-97F3-601F307099B8}"/>
              </a:ext>
            </a:extLst>
          </p:cNvPr>
          <p:cNvSpPr>
            <a:spLocks xmlns:a="http://schemas.openxmlformats.org/drawingml/2006/main" noGrp="1"/>
          </p:cNvSpPr>
          <p:nvPr/>
        </p:nvSpPr>
        <p:spPr>
          <a:xfrm xmlns:a="http://schemas.openxmlformats.org/drawingml/2006/main">
            <a:off x="3240024" y="3221546"/>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105" name="diagram-line-575">
            <a:extLst xmlns:a="http://schemas.openxmlformats.org/drawingml/2006/main">
              <a:ext uri="{FF2B5EF4-FFF2-40B4-BE49-F238E27FC236}">
                <a16:creationId xmlns:a16="http://schemas.microsoft.com/office/drawing/2014/main" id="{29EC31C4-828B-40D1-9279-8790925348AC}"/>
              </a:ext>
            </a:extLst>
          </p:cNvPr>
          <p:cNvSpPr>
            <a:spLocks xmlns:a="http://schemas.openxmlformats.org/drawingml/2006/main" noGrp="1"/>
          </p:cNvSpPr>
          <p:nvPr/>
        </p:nvSpPr>
        <p:spPr>
          <a:xfrm xmlns:a="http://schemas.openxmlformats.org/drawingml/2006/main">
            <a:off x="943870" y="2131543"/>
            <a:ext cx="179" cy="1009593"/>
          </a:xfrm>
          <a:custGeom xmlns:a="http://schemas.openxmlformats.org/drawingml/2006/main">
            <a:pathLst>
              <a:path w="191" h="1076325">
                <a:moveTo>
                  <a:pt x="0" y="0"/>
                </a:moveTo>
                <a:lnTo>
                  <a:pt x="0" y="1076325"/>
                </a:lnTo>
              </a:path>
            </a:pathLst>
          </a:custGeom>
          <a:noFill xmlns:a="http://schemas.openxmlformats.org/drawingml/2006/main"/>
          <a:ln xmlns:a="http://schemas.openxmlformats.org/drawingml/2006/main" w="13402">
            <a:solidFill>
              <a:srgbClr val="28849C"/>
            </a:solidFill>
          </a:ln>
        </p:spPr>
      </p:sp>
      <p:sp>
        <p:nvSpPr>
          <p:cNvPr id="106" name="diagram-poly-576">
            <a:extLst xmlns:a="http://schemas.openxmlformats.org/drawingml/2006/main">
              <a:ext uri="{FF2B5EF4-FFF2-40B4-BE49-F238E27FC236}">
                <a16:creationId xmlns:a16="http://schemas.microsoft.com/office/drawing/2014/main" id="{393CA95B-69E5-4AFE-8222-612BDA80AB65}"/>
              </a:ext>
            </a:extLst>
          </p:cNvPr>
          <p:cNvSpPr>
            <a:spLocks xmlns:a="http://schemas.openxmlformats.org/drawingml/2006/main" noGrp="1"/>
          </p:cNvSpPr>
          <p:nvPr/>
        </p:nvSpPr>
        <p:spPr>
          <a:xfrm xmlns:a="http://schemas.openxmlformats.org/drawingml/2006/main">
            <a:off x="916174" y="3078594"/>
            <a:ext cx="55394" cy="62541"/>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893">
            <a:solidFill>
              <a:srgbClr val="28849C"/>
            </a:solidFill>
          </a:ln>
        </p:spPr>
      </p:sp>
      <p:sp>
        <p:nvSpPr>
          <p:cNvPr id="107" name="diagram-line-577">
            <a:extLst xmlns:a="http://schemas.openxmlformats.org/drawingml/2006/main">
              <a:ext uri="{FF2B5EF4-FFF2-40B4-BE49-F238E27FC236}">
                <a16:creationId xmlns:a16="http://schemas.microsoft.com/office/drawing/2014/main" id="{D55C09AD-F13D-4903-BB2E-D7DFDC041753}"/>
              </a:ext>
            </a:extLst>
          </p:cNvPr>
          <p:cNvSpPr>
            <a:spLocks xmlns:a="http://schemas.openxmlformats.org/drawingml/2006/main" noGrp="1"/>
          </p:cNvSpPr>
          <p:nvPr/>
        </p:nvSpPr>
        <p:spPr>
          <a:xfrm xmlns:a="http://schemas.openxmlformats.org/drawingml/2006/main">
            <a:off x="1336986" y="2131543"/>
            <a:ext cx="179" cy="1009593"/>
          </a:xfrm>
          <a:custGeom xmlns:a="http://schemas.openxmlformats.org/drawingml/2006/main">
            <a:pathLst>
              <a:path w="191" h="1076325">
                <a:moveTo>
                  <a:pt x="0" y="1076325"/>
                </a:moveTo>
                <a:lnTo>
                  <a:pt x="0" y="0"/>
                </a:lnTo>
              </a:path>
            </a:pathLst>
          </a:custGeom>
          <a:noFill xmlns:a="http://schemas.openxmlformats.org/drawingml/2006/main"/>
          <a:ln xmlns:a="http://schemas.openxmlformats.org/drawingml/2006/main" w="13402">
            <a:solidFill>
              <a:srgbClr val="799A39"/>
            </a:solidFill>
          </a:ln>
        </p:spPr>
      </p:sp>
      <p:sp>
        <p:nvSpPr>
          <p:cNvPr id="108" name="diagram-poly-578">
            <a:extLst xmlns:a="http://schemas.openxmlformats.org/drawingml/2006/main">
              <a:ext uri="{FF2B5EF4-FFF2-40B4-BE49-F238E27FC236}">
                <a16:creationId xmlns:a16="http://schemas.microsoft.com/office/drawing/2014/main" id="{935E56F8-C14E-489D-BAC7-1BD6F9BB9013}"/>
              </a:ext>
            </a:extLst>
          </p:cNvPr>
          <p:cNvSpPr>
            <a:spLocks xmlns:a="http://schemas.openxmlformats.org/drawingml/2006/main" noGrp="1"/>
          </p:cNvSpPr>
          <p:nvPr/>
        </p:nvSpPr>
        <p:spPr>
          <a:xfrm xmlns:a="http://schemas.openxmlformats.org/drawingml/2006/main">
            <a:off x="1309289" y="2131543"/>
            <a:ext cx="55394" cy="62541"/>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893">
            <a:solidFill>
              <a:srgbClr val="799A39"/>
            </a:solidFill>
          </a:ln>
        </p:spPr>
      </p:sp>
      <p:sp>
        <p:nvSpPr>
          <p:cNvPr id="109" name="revision-text-579">
            <a:extLst xmlns:a="http://schemas.openxmlformats.org/drawingml/2006/main">
              <a:ext uri="{FF2B5EF4-FFF2-40B4-BE49-F238E27FC236}">
                <a16:creationId xmlns:a16="http://schemas.microsoft.com/office/drawing/2014/main" id="{C01779A8-E664-4588-B669-4DC8872B6939}"/>
              </a:ext>
            </a:extLst>
          </p:cNvPr>
          <p:cNvSpPr>
            <a:spLocks xmlns:a="http://schemas.openxmlformats.org/drawingml/2006/main" noGrp="1"/>
          </p:cNvSpPr>
          <p:nvPr/>
        </p:nvSpPr>
        <p:spPr>
          <a:xfrm xmlns:a="http://schemas.openxmlformats.org/drawingml/2006/main">
            <a:off x="613296" y="2448716"/>
            <a:ext cx="321640" cy="370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18" b="0">
                <a:solidFill>
                  <a:srgbClr val="28849C"/>
                </a:solidFill>
                <a:latin typeface="微软雅黑"/>
                <a:ea typeface="微软雅黑"/>
                <a:cs typeface="微软雅黑"/>
              </a:defRPr>
            </a:pPr>
            <a:r>
              <a:rPr sz="818" b="0">
                <a:solidFill>
                  <a:srgbClr val="28849C"/>
                </a:solidFill>
                <a:latin typeface="微软雅黑"/>
                <a:ea typeface="微软雅黑"/>
                <a:cs typeface="微软雅黑"/>
              </a:rPr>
              <a:t>Run</a:t>
            </a:r>
          </a:p>
          <a:p xmlns:a="http://schemas.openxmlformats.org/drawingml/2006/main">
            <a:pPr algn="ctr">
              <a:lnSpc>
                <a:spcPct val="104000"/>
              </a:lnSpc>
              <a:spcBef>
                <a:spcPts val="0"/>
              </a:spcBef>
              <a:spcAft>
                <a:spcPts val="0"/>
              </a:spcAft>
              <a:buNone/>
              <a:defRPr sz="818" b="0">
                <a:solidFill>
                  <a:srgbClr val="28849C"/>
                </a:solidFill>
                <a:latin typeface="微软雅黑"/>
                <a:ea typeface="微软雅黑"/>
                <a:cs typeface="微软雅黑"/>
              </a:defRPr>
            </a:pPr>
            <a:r>
              <a:rPr sz="818" b="0">
                <a:solidFill>
                  <a:srgbClr val="28849C"/>
                </a:solidFill>
                <a:latin typeface="微软雅黑"/>
                <a:ea typeface="微软雅黑"/>
                <a:cs typeface="微软雅黑"/>
              </a:rPr>
              <a:t>signal</a:t>
            </a:r>
          </a:p>
        </p:txBody>
      </p:sp>
      <p:sp>
        <p:nvSpPr>
          <p:cNvPr id="110" name="revision-text-580">
            <a:extLst xmlns:a="http://schemas.openxmlformats.org/drawingml/2006/main">
              <a:ext uri="{FF2B5EF4-FFF2-40B4-BE49-F238E27FC236}">
                <a16:creationId xmlns:a16="http://schemas.microsoft.com/office/drawing/2014/main" id="{26A59E21-08C7-4FC9-B3B3-1E53A9B9877A}"/>
              </a:ext>
            </a:extLst>
          </p:cNvPr>
          <p:cNvSpPr>
            <a:spLocks xmlns:a="http://schemas.openxmlformats.org/drawingml/2006/main" noGrp="1"/>
          </p:cNvSpPr>
          <p:nvPr/>
        </p:nvSpPr>
        <p:spPr>
          <a:xfrm xmlns:a="http://schemas.openxmlformats.org/drawingml/2006/main">
            <a:off x="1363790" y="2448716"/>
            <a:ext cx="321640" cy="370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525" b="0">
                <a:solidFill>
                  <a:srgbClr val="799A39"/>
                </a:solidFill>
                <a:latin typeface="微软雅黑"/>
                <a:ea typeface="微软雅黑"/>
                <a:cs typeface="微软雅黑"/>
              </a:defRPr>
            </a:pPr>
            <a:r>
              <a:rPr sz="525" b="0">
                <a:solidFill>
                  <a:srgbClr val="799A39"/>
                </a:solidFill>
                <a:latin typeface="微软雅黑"/>
                <a:ea typeface="微软雅黑"/>
                <a:cs typeface="微软雅黑"/>
              </a:rPr>
              <a:t>State</a:t>
            </a:r>
          </a:p>
          <a:p xmlns:a="http://schemas.openxmlformats.org/drawingml/2006/main">
            <a:pPr algn="ctr">
              <a:lnSpc>
                <a:spcPct val="104000"/>
              </a:lnSpc>
              <a:spcBef>
                <a:spcPts val="0"/>
              </a:spcBef>
              <a:spcAft>
                <a:spcPts val="0"/>
              </a:spcAft>
              <a:buNone/>
              <a:defRPr sz="525" b="0">
                <a:solidFill>
                  <a:srgbClr val="799A39"/>
                </a:solidFill>
                <a:latin typeface="微软雅黑"/>
                <a:ea typeface="微软雅黑"/>
                <a:cs typeface="微软雅黑"/>
              </a:defRPr>
            </a:pPr>
            <a:r>
              <a:rPr sz="525" b="0">
                <a:solidFill>
                  <a:srgbClr val="799A39"/>
                </a:solidFill>
                <a:latin typeface="微软雅黑"/>
                <a:ea typeface="微软雅黑"/>
                <a:cs typeface="微软雅黑"/>
              </a:rPr>
              <a:t>feedback</a:t>
            </a:r>
          </a:p>
        </p:txBody>
      </p:sp>
      <p:sp>
        <p:nvSpPr>
          <p:cNvPr id="111" name="diagram-line-581">
            <a:extLst xmlns:a="http://schemas.openxmlformats.org/drawingml/2006/main">
              <a:ext uri="{FF2B5EF4-FFF2-40B4-BE49-F238E27FC236}">
                <a16:creationId xmlns:a16="http://schemas.microsoft.com/office/drawing/2014/main" id="{C342B24D-0A70-4E4C-A4AC-95388410F302}"/>
              </a:ext>
            </a:extLst>
          </p:cNvPr>
          <p:cNvSpPr>
            <a:spLocks xmlns:a="http://schemas.openxmlformats.org/drawingml/2006/main" noGrp="1"/>
          </p:cNvSpPr>
          <p:nvPr/>
        </p:nvSpPr>
        <p:spPr>
          <a:xfrm xmlns:a="http://schemas.openxmlformats.org/drawingml/2006/main">
            <a:off x="613296" y="343597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2" name="diagram-line-582">
            <a:extLst xmlns:a="http://schemas.openxmlformats.org/drawingml/2006/main">
              <a:ext uri="{FF2B5EF4-FFF2-40B4-BE49-F238E27FC236}">
                <a16:creationId xmlns:a16="http://schemas.microsoft.com/office/drawing/2014/main" id="{96022175-939D-4B14-988E-D6728D147096}"/>
              </a:ext>
            </a:extLst>
          </p:cNvPr>
          <p:cNvSpPr>
            <a:spLocks xmlns:a="http://schemas.openxmlformats.org/drawingml/2006/main" noGrp="1"/>
          </p:cNvSpPr>
          <p:nvPr/>
        </p:nvSpPr>
        <p:spPr>
          <a:xfrm xmlns:a="http://schemas.openxmlformats.org/drawingml/2006/main">
            <a:off x="613296" y="354318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3" name="diagram-line-583">
            <a:extLst xmlns:a="http://schemas.openxmlformats.org/drawingml/2006/main">
              <a:ext uri="{FF2B5EF4-FFF2-40B4-BE49-F238E27FC236}">
                <a16:creationId xmlns:a16="http://schemas.microsoft.com/office/drawing/2014/main" id="{899F29A8-2A51-4B74-834D-6D6360E02456}"/>
              </a:ext>
            </a:extLst>
          </p:cNvPr>
          <p:cNvSpPr>
            <a:spLocks xmlns:a="http://schemas.openxmlformats.org/drawingml/2006/main" noGrp="1"/>
          </p:cNvSpPr>
          <p:nvPr/>
        </p:nvSpPr>
        <p:spPr>
          <a:xfrm xmlns:a="http://schemas.openxmlformats.org/drawingml/2006/main">
            <a:off x="613296" y="365039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4" name="diagram-line-584">
            <a:extLst xmlns:a="http://schemas.openxmlformats.org/drawingml/2006/main">
              <a:ext uri="{FF2B5EF4-FFF2-40B4-BE49-F238E27FC236}">
                <a16:creationId xmlns:a16="http://schemas.microsoft.com/office/drawing/2014/main" id="{C2037DD4-7062-4DCC-BF46-872CE257100C}"/>
              </a:ext>
            </a:extLst>
          </p:cNvPr>
          <p:cNvSpPr>
            <a:spLocks xmlns:a="http://schemas.openxmlformats.org/drawingml/2006/main" noGrp="1"/>
          </p:cNvSpPr>
          <p:nvPr/>
        </p:nvSpPr>
        <p:spPr>
          <a:xfrm xmlns:a="http://schemas.openxmlformats.org/drawingml/2006/main">
            <a:off x="613296" y="375761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5" name="diagram-line-585">
            <a:extLst xmlns:a="http://schemas.openxmlformats.org/drawingml/2006/main">
              <a:ext uri="{FF2B5EF4-FFF2-40B4-BE49-F238E27FC236}">
                <a16:creationId xmlns:a16="http://schemas.microsoft.com/office/drawing/2014/main" id="{E03A4141-56FF-4C5C-BC9D-7F84421D8690}"/>
              </a:ext>
            </a:extLst>
          </p:cNvPr>
          <p:cNvSpPr>
            <a:spLocks xmlns:a="http://schemas.openxmlformats.org/drawingml/2006/main" noGrp="1"/>
          </p:cNvSpPr>
          <p:nvPr/>
        </p:nvSpPr>
        <p:spPr>
          <a:xfrm xmlns:a="http://schemas.openxmlformats.org/drawingml/2006/main">
            <a:off x="613296" y="386482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6" name="diagram-line-586">
            <a:extLst xmlns:a="http://schemas.openxmlformats.org/drawingml/2006/main">
              <a:ext uri="{FF2B5EF4-FFF2-40B4-BE49-F238E27FC236}">
                <a16:creationId xmlns:a16="http://schemas.microsoft.com/office/drawing/2014/main" id="{B68A3A7A-51A0-4A1C-8DEB-BDB8F3A8B627}"/>
              </a:ext>
            </a:extLst>
          </p:cNvPr>
          <p:cNvSpPr>
            <a:spLocks xmlns:a="http://schemas.openxmlformats.org/drawingml/2006/main" noGrp="1"/>
          </p:cNvSpPr>
          <p:nvPr/>
        </p:nvSpPr>
        <p:spPr>
          <a:xfrm xmlns:a="http://schemas.openxmlformats.org/drawingml/2006/main">
            <a:off x="613296" y="397203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7" name="diagram-line-587">
            <a:extLst xmlns:a="http://schemas.openxmlformats.org/drawingml/2006/main">
              <a:ext uri="{FF2B5EF4-FFF2-40B4-BE49-F238E27FC236}">
                <a16:creationId xmlns:a16="http://schemas.microsoft.com/office/drawing/2014/main" id="{C382EBA3-B010-4FD7-BC5C-2BE8B19F316D}"/>
              </a:ext>
            </a:extLst>
          </p:cNvPr>
          <p:cNvSpPr>
            <a:spLocks xmlns:a="http://schemas.openxmlformats.org/drawingml/2006/main" noGrp="1"/>
          </p:cNvSpPr>
          <p:nvPr/>
        </p:nvSpPr>
        <p:spPr>
          <a:xfrm xmlns:a="http://schemas.openxmlformats.org/drawingml/2006/main">
            <a:off x="613296" y="407925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8" name="diagram-line-588">
            <a:extLst xmlns:a="http://schemas.openxmlformats.org/drawingml/2006/main">
              <a:ext uri="{FF2B5EF4-FFF2-40B4-BE49-F238E27FC236}">
                <a16:creationId xmlns:a16="http://schemas.microsoft.com/office/drawing/2014/main" id="{6D4903DF-BFDB-4362-BE83-A0542F3B3D1E}"/>
              </a:ext>
            </a:extLst>
          </p:cNvPr>
          <p:cNvSpPr>
            <a:spLocks xmlns:a="http://schemas.openxmlformats.org/drawingml/2006/main" noGrp="1"/>
          </p:cNvSpPr>
          <p:nvPr/>
        </p:nvSpPr>
        <p:spPr>
          <a:xfrm xmlns:a="http://schemas.openxmlformats.org/drawingml/2006/main">
            <a:off x="613296" y="418646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9" name="diagram-line-589">
            <a:extLst xmlns:a="http://schemas.openxmlformats.org/drawingml/2006/main">
              <a:ext uri="{FF2B5EF4-FFF2-40B4-BE49-F238E27FC236}">
                <a16:creationId xmlns:a16="http://schemas.microsoft.com/office/drawing/2014/main" id="{EF8F72FE-5824-48AE-954E-22A0F17618A7}"/>
              </a:ext>
            </a:extLst>
          </p:cNvPr>
          <p:cNvSpPr>
            <a:spLocks xmlns:a="http://schemas.openxmlformats.org/drawingml/2006/main" noGrp="1"/>
          </p:cNvSpPr>
          <p:nvPr/>
        </p:nvSpPr>
        <p:spPr>
          <a:xfrm xmlns:a="http://schemas.openxmlformats.org/drawingml/2006/main">
            <a:off x="613296" y="429368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0" name="diagram-line-590">
            <a:extLst xmlns:a="http://schemas.openxmlformats.org/drawingml/2006/main">
              <a:ext uri="{FF2B5EF4-FFF2-40B4-BE49-F238E27FC236}">
                <a16:creationId xmlns:a16="http://schemas.microsoft.com/office/drawing/2014/main" id="{4C662789-25C3-4332-8952-411169B32AE2}"/>
              </a:ext>
            </a:extLst>
          </p:cNvPr>
          <p:cNvSpPr>
            <a:spLocks xmlns:a="http://schemas.openxmlformats.org/drawingml/2006/main" noGrp="1"/>
          </p:cNvSpPr>
          <p:nvPr/>
        </p:nvSpPr>
        <p:spPr>
          <a:xfrm xmlns:a="http://schemas.openxmlformats.org/drawingml/2006/main">
            <a:off x="613296" y="440089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1" name="diagram-line-591">
            <a:extLst xmlns:a="http://schemas.openxmlformats.org/drawingml/2006/main">
              <a:ext uri="{FF2B5EF4-FFF2-40B4-BE49-F238E27FC236}">
                <a16:creationId xmlns:a16="http://schemas.microsoft.com/office/drawing/2014/main" id="{66EEC97C-9BB2-49D3-8BF0-7FBE7529D621}"/>
              </a:ext>
            </a:extLst>
          </p:cNvPr>
          <p:cNvSpPr>
            <a:spLocks xmlns:a="http://schemas.openxmlformats.org/drawingml/2006/main" noGrp="1"/>
          </p:cNvSpPr>
          <p:nvPr/>
        </p:nvSpPr>
        <p:spPr>
          <a:xfrm xmlns:a="http://schemas.openxmlformats.org/drawingml/2006/main">
            <a:off x="613296" y="450810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2" name="diagram-line-592">
            <a:extLst xmlns:a="http://schemas.openxmlformats.org/drawingml/2006/main">
              <a:ext uri="{FF2B5EF4-FFF2-40B4-BE49-F238E27FC236}">
                <a16:creationId xmlns:a16="http://schemas.microsoft.com/office/drawing/2014/main" id="{DA57F1D2-7281-4077-8AFE-C479F0679DA7}"/>
              </a:ext>
            </a:extLst>
          </p:cNvPr>
          <p:cNvSpPr>
            <a:spLocks xmlns:a="http://schemas.openxmlformats.org/drawingml/2006/main" noGrp="1"/>
          </p:cNvSpPr>
          <p:nvPr/>
        </p:nvSpPr>
        <p:spPr>
          <a:xfrm xmlns:a="http://schemas.openxmlformats.org/drawingml/2006/main">
            <a:off x="613296" y="461532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3" name="diagram-line-593">
            <a:extLst xmlns:a="http://schemas.openxmlformats.org/drawingml/2006/main">
              <a:ext uri="{FF2B5EF4-FFF2-40B4-BE49-F238E27FC236}">
                <a16:creationId xmlns:a16="http://schemas.microsoft.com/office/drawing/2014/main" id="{2085BE7D-9B95-4881-9571-3616F3255B02}"/>
              </a:ext>
            </a:extLst>
          </p:cNvPr>
          <p:cNvSpPr>
            <a:spLocks xmlns:a="http://schemas.openxmlformats.org/drawingml/2006/main" noGrp="1"/>
          </p:cNvSpPr>
          <p:nvPr/>
        </p:nvSpPr>
        <p:spPr>
          <a:xfrm xmlns:a="http://schemas.openxmlformats.org/drawingml/2006/main">
            <a:off x="1542479" y="343597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4" name="diagram-line-594">
            <a:extLst xmlns:a="http://schemas.openxmlformats.org/drawingml/2006/main">
              <a:ext uri="{FF2B5EF4-FFF2-40B4-BE49-F238E27FC236}">
                <a16:creationId xmlns:a16="http://schemas.microsoft.com/office/drawing/2014/main" id="{463365AD-8AA0-440A-9937-333062A8BB00}"/>
              </a:ext>
            </a:extLst>
          </p:cNvPr>
          <p:cNvSpPr>
            <a:spLocks xmlns:a="http://schemas.openxmlformats.org/drawingml/2006/main" noGrp="1"/>
          </p:cNvSpPr>
          <p:nvPr/>
        </p:nvSpPr>
        <p:spPr>
          <a:xfrm xmlns:a="http://schemas.openxmlformats.org/drawingml/2006/main">
            <a:off x="1542479" y="354318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5" name="diagram-line-595">
            <a:extLst xmlns:a="http://schemas.openxmlformats.org/drawingml/2006/main">
              <a:ext uri="{FF2B5EF4-FFF2-40B4-BE49-F238E27FC236}">
                <a16:creationId xmlns:a16="http://schemas.microsoft.com/office/drawing/2014/main" id="{B2527023-3ADD-4980-A53A-F52238CBB1D5}"/>
              </a:ext>
            </a:extLst>
          </p:cNvPr>
          <p:cNvSpPr>
            <a:spLocks xmlns:a="http://schemas.openxmlformats.org/drawingml/2006/main" noGrp="1"/>
          </p:cNvSpPr>
          <p:nvPr/>
        </p:nvSpPr>
        <p:spPr>
          <a:xfrm xmlns:a="http://schemas.openxmlformats.org/drawingml/2006/main">
            <a:off x="1542479" y="365039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6" name="diagram-line-596">
            <a:extLst xmlns:a="http://schemas.openxmlformats.org/drawingml/2006/main">
              <a:ext uri="{FF2B5EF4-FFF2-40B4-BE49-F238E27FC236}">
                <a16:creationId xmlns:a16="http://schemas.microsoft.com/office/drawing/2014/main" id="{6A4AB5BD-E233-4D3F-A734-928E8B2774FE}"/>
              </a:ext>
            </a:extLst>
          </p:cNvPr>
          <p:cNvSpPr>
            <a:spLocks xmlns:a="http://schemas.openxmlformats.org/drawingml/2006/main" noGrp="1"/>
          </p:cNvSpPr>
          <p:nvPr/>
        </p:nvSpPr>
        <p:spPr>
          <a:xfrm xmlns:a="http://schemas.openxmlformats.org/drawingml/2006/main">
            <a:off x="1542479" y="375761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7" name="diagram-line-597">
            <a:extLst xmlns:a="http://schemas.openxmlformats.org/drawingml/2006/main">
              <a:ext uri="{FF2B5EF4-FFF2-40B4-BE49-F238E27FC236}">
                <a16:creationId xmlns:a16="http://schemas.microsoft.com/office/drawing/2014/main" id="{70DB09F5-50C7-485A-9095-71EF69DE4E3F}"/>
              </a:ext>
            </a:extLst>
          </p:cNvPr>
          <p:cNvSpPr>
            <a:spLocks xmlns:a="http://schemas.openxmlformats.org/drawingml/2006/main" noGrp="1"/>
          </p:cNvSpPr>
          <p:nvPr/>
        </p:nvSpPr>
        <p:spPr>
          <a:xfrm xmlns:a="http://schemas.openxmlformats.org/drawingml/2006/main">
            <a:off x="1542479" y="386482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8" name="diagram-line-598">
            <a:extLst xmlns:a="http://schemas.openxmlformats.org/drawingml/2006/main">
              <a:ext uri="{FF2B5EF4-FFF2-40B4-BE49-F238E27FC236}">
                <a16:creationId xmlns:a16="http://schemas.microsoft.com/office/drawing/2014/main" id="{3A35300C-8FA1-4E28-AA9C-D59FA417E04A}"/>
              </a:ext>
            </a:extLst>
          </p:cNvPr>
          <p:cNvSpPr>
            <a:spLocks xmlns:a="http://schemas.openxmlformats.org/drawingml/2006/main" noGrp="1"/>
          </p:cNvSpPr>
          <p:nvPr/>
        </p:nvSpPr>
        <p:spPr>
          <a:xfrm xmlns:a="http://schemas.openxmlformats.org/drawingml/2006/main">
            <a:off x="1542479" y="397203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9" name="diagram-line-599">
            <a:extLst xmlns:a="http://schemas.openxmlformats.org/drawingml/2006/main">
              <a:ext uri="{FF2B5EF4-FFF2-40B4-BE49-F238E27FC236}">
                <a16:creationId xmlns:a16="http://schemas.microsoft.com/office/drawing/2014/main" id="{A7353203-74EB-4FE0-8FCF-E9085D030FBE}"/>
              </a:ext>
            </a:extLst>
          </p:cNvPr>
          <p:cNvSpPr>
            <a:spLocks xmlns:a="http://schemas.openxmlformats.org/drawingml/2006/main" noGrp="1"/>
          </p:cNvSpPr>
          <p:nvPr/>
        </p:nvSpPr>
        <p:spPr>
          <a:xfrm xmlns:a="http://schemas.openxmlformats.org/drawingml/2006/main">
            <a:off x="1542479" y="407925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0" name="diagram-line-600">
            <a:extLst xmlns:a="http://schemas.openxmlformats.org/drawingml/2006/main">
              <a:ext uri="{FF2B5EF4-FFF2-40B4-BE49-F238E27FC236}">
                <a16:creationId xmlns:a16="http://schemas.microsoft.com/office/drawing/2014/main" id="{1BDCF773-D078-469C-A825-0B9D9E4083FC}"/>
              </a:ext>
            </a:extLst>
          </p:cNvPr>
          <p:cNvSpPr>
            <a:spLocks xmlns:a="http://schemas.openxmlformats.org/drawingml/2006/main" noGrp="1"/>
          </p:cNvSpPr>
          <p:nvPr/>
        </p:nvSpPr>
        <p:spPr>
          <a:xfrm xmlns:a="http://schemas.openxmlformats.org/drawingml/2006/main">
            <a:off x="1542479" y="418646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1" name="diagram-line-601">
            <a:extLst xmlns:a="http://schemas.openxmlformats.org/drawingml/2006/main">
              <a:ext uri="{FF2B5EF4-FFF2-40B4-BE49-F238E27FC236}">
                <a16:creationId xmlns:a16="http://schemas.microsoft.com/office/drawing/2014/main" id="{88890F26-6591-417C-BB2D-F2E7965FB8A3}"/>
              </a:ext>
            </a:extLst>
          </p:cNvPr>
          <p:cNvSpPr>
            <a:spLocks xmlns:a="http://schemas.openxmlformats.org/drawingml/2006/main" noGrp="1"/>
          </p:cNvSpPr>
          <p:nvPr/>
        </p:nvSpPr>
        <p:spPr>
          <a:xfrm xmlns:a="http://schemas.openxmlformats.org/drawingml/2006/main">
            <a:off x="1542479" y="429368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2" name="diagram-line-602">
            <a:extLst xmlns:a="http://schemas.openxmlformats.org/drawingml/2006/main">
              <a:ext uri="{FF2B5EF4-FFF2-40B4-BE49-F238E27FC236}">
                <a16:creationId xmlns:a16="http://schemas.microsoft.com/office/drawing/2014/main" id="{CB65931F-36D0-4640-B4AE-0DBADE5C2BFF}"/>
              </a:ext>
            </a:extLst>
          </p:cNvPr>
          <p:cNvSpPr>
            <a:spLocks xmlns:a="http://schemas.openxmlformats.org/drawingml/2006/main" noGrp="1"/>
          </p:cNvSpPr>
          <p:nvPr/>
        </p:nvSpPr>
        <p:spPr>
          <a:xfrm xmlns:a="http://schemas.openxmlformats.org/drawingml/2006/main">
            <a:off x="1542479" y="440089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3" name="diagram-line-603">
            <a:extLst xmlns:a="http://schemas.openxmlformats.org/drawingml/2006/main">
              <a:ext uri="{FF2B5EF4-FFF2-40B4-BE49-F238E27FC236}">
                <a16:creationId xmlns:a16="http://schemas.microsoft.com/office/drawing/2014/main" id="{3579B169-89DE-490C-81B5-15A355596A5E}"/>
              </a:ext>
            </a:extLst>
          </p:cNvPr>
          <p:cNvSpPr>
            <a:spLocks xmlns:a="http://schemas.openxmlformats.org/drawingml/2006/main" noGrp="1"/>
          </p:cNvSpPr>
          <p:nvPr/>
        </p:nvSpPr>
        <p:spPr>
          <a:xfrm xmlns:a="http://schemas.openxmlformats.org/drawingml/2006/main">
            <a:off x="1542479" y="450810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4" name="diagram-line-604">
            <a:extLst xmlns:a="http://schemas.openxmlformats.org/drawingml/2006/main">
              <a:ext uri="{FF2B5EF4-FFF2-40B4-BE49-F238E27FC236}">
                <a16:creationId xmlns:a16="http://schemas.microsoft.com/office/drawing/2014/main" id="{97811E10-D863-4139-8BF3-A3A1F0E70D2A}"/>
              </a:ext>
            </a:extLst>
          </p:cNvPr>
          <p:cNvSpPr>
            <a:spLocks xmlns:a="http://schemas.openxmlformats.org/drawingml/2006/main" noGrp="1"/>
          </p:cNvSpPr>
          <p:nvPr/>
        </p:nvSpPr>
        <p:spPr>
          <a:xfrm xmlns:a="http://schemas.openxmlformats.org/drawingml/2006/main">
            <a:off x="1542479" y="461532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5" name="diagram-line-605">
            <a:extLst xmlns:a="http://schemas.openxmlformats.org/drawingml/2006/main">
              <a:ext uri="{FF2B5EF4-FFF2-40B4-BE49-F238E27FC236}">
                <a16:creationId xmlns:a16="http://schemas.microsoft.com/office/drawing/2014/main" id="{660ADFB1-DE03-441D-B0E3-E9BE5F8EE21E}"/>
              </a:ext>
            </a:extLst>
          </p:cNvPr>
          <p:cNvSpPr>
            <a:spLocks xmlns:a="http://schemas.openxmlformats.org/drawingml/2006/main" noGrp="1"/>
          </p:cNvSpPr>
          <p:nvPr/>
        </p:nvSpPr>
        <p:spPr>
          <a:xfrm xmlns:a="http://schemas.openxmlformats.org/drawingml/2006/main">
            <a:off x="2480596" y="343597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6" name="diagram-line-606">
            <a:extLst xmlns:a="http://schemas.openxmlformats.org/drawingml/2006/main">
              <a:ext uri="{FF2B5EF4-FFF2-40B4-BE49-F238E27FC236}">
                <a16:creationId xmlns:a16="http://schemas.microsoft.com/office/drawing/2014/main" id="{945040B7-C71E-49DF-98C6-2E244BEC6046}"/>
              </a:ext>
            </a:extLst>
          </p:cNvPr>
          <p:cNvSpPr>
            <a:spLocks xmlns:a="http://schemas.openxmlformats.org/drawingml/2006/main" noGrp="1"/>
          </p:cNvSpPr>
          <p:nvPr/>
        </p:nvSpPr>
        <p:spPr>
          <a:xfrm xmlns:a="http://schemas.openxmlformats.org/drawingml/2006/main">
            <a:off x="2480596" y="354318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7" name="diagram-line-607">
            <a:extLst xmlns:a="http://schemas.openxmlformats.org/drawingml/2006/main">
              <a:ext uri="{FF2B5EF4-FFF2-40B4-BE49-F238E27FC236}">
                <a16:creationId xmlns:a16="http://schemas.microsoft.com/office/drawing/2014/main" id="{8A6C8F11-ED27-4469-948D-5C0582DD5CC5}"/>
              </a:ext>
            </a:extLst>
          </p:cNvPr>
          <p:cNvSpPr>
            <a:spLocks xmlns:a="http://schemas.openxmlformats.org/drawingml/2006/main" noGrp="1"/>
          </p:cNvSpPr>
          <p:nvPr/>
        </p:nvSpPr>
        <p:spPr>
          <a:xfrm xmlns:a="http://schemas.openxmlformats.org/drawingml/2006/main">
            <a:off x="2480596" y="365039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8" name="diagram-line-608">
            <a:extLst xmlns:a="http://schemas.openxmlformats.org/drawingml/2006/main">
              <a:ext uri="{FF2B5EF4-FFF2-40B4-BE49-F238E27FC236}">
                <a16:creationId xmlns:a16="http://schemas.microsoft.com/office/drawing/2014/main" id="{94F51D7C-0070-4F57-9A01-378C443CC7E1}"/>
              </a:ext>
            </a:extLst>
          </p:cNvPr>
          <p:cNvSpPr>
            <a:spLocks xmlns:a="http://schemas.openxmlformats.org/drawingml/2006/main" noGrp="1"/>
          </p:cNvSpPr>
          <p:nvPr/>
        </p:nvSpPr>
        <p:spPr>
          <a:xfrm xmlns:a="http://schemas.openxmlformats.org/drawingml/2006/main">
            <a:off x="2480596" y="375761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9" name="diagram-line-609">
            <a:extLst xmlns:a="http://schemas.openxmlformats.org/drawingml/2006/main">
              <a:ext uri="{FF2B5EF4-FFF2-40B4-BE49-F238E27FC236}">
                <a16:creationId xmlns:a16="http://schemas.microsoft.com/office/drawing/2014/main" id="{A5FC78FC-E0F1-461C-9512-BE94DC98E8A9}"/>
              </a:ext>
            </a:extLst>
          </p:cNvPr>
          <p:cNvSpPr>
            <a:spLocks xmlns:a="http://schemas.openxmlformats.org/drawingml/2006/main" noGrp="1"/>
          </p:cNvSpPr>
          <p:nvPr/>
        </p:nvSpPr>
        <p:spPr>
          <a:xfrm xmlns:a="http://schemas.openxmlformats.org/drawingml/2006/main">
            <a:off x="2480596" y="386482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0" name="diagram-line-610">
            <a:extLst xmlns:a="http://schemas.openxmlformats.org/drawingml/2006/main">
              <a:ext uri="{FF2B5EF4-FFF2-40B4-BE49-F238E27FC236}">
                <a16:creationId xmlns:a16="http://schemas.microsoft.com/office/drawing/2014/main" id="{FE152AF0-EE8B-4F1C-973E-D0484DA79111}"/>
              </a:ext>
            </a:extLst>
          </p:cNvPr>
          <p:cNvSpPr>
            <a:spLocks xmlns:a="http://schemas.openxmlformats.org/drawingml/2006/main" noGrp="1"/>
          </p:cNvSpPr>
          <p:nvPr/>
        </p:nvSpPr>
        <p:spPr>
          <a:xfrm xmlns:a="http://schemas.openxmlformats.org/drawingml/2006/main">
            <a:off x="2480596" y="397203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1" name="diagram-line-611">
            <a:extLst xmlns:a="http://schemas.openxmlformats.org/drawingml/2006/main">
              <a:ext uri="{FF2B5EF4-FFF2-40B4-BE49-F238E27FC236}">
                <a16:creationId xmlns:a16="http://schemas.microsoft.com/office/drawing/2014/main" id="{31EBBD0C-641A-4164-A0DB-F6E874EF4392}"/>
              </a:ext>
            </a:extLst>
          </p:cNvPr>
          <p:cNvSpPr>
            <a:spLocks xmlns:a="http://schemas.openxmlformats.org/drawingml/2006/main" noGrp="1"/>
          </p:cNvSpPr>
          <p:nvPr/>
        </p:nvSpPr>
        <p:spPr>
          <a:xfrm xmlns:a="http://schemas.openxmlformats.org/drawingml/2006/main">
            <a:off x="2480596" y="407925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2" name="diagram-line-612">
            <a:extLst xmlns:a="http://schemas.openxmlformats.org/drawingml/2006/main">
              <a:ext uri="{FF2B5EF4-FFF2-40B4-BE49-F238E27FC236}">
                <a16:creationId xmlns:a16="http://schemas.microsoft.com/office/drawing/2014/main" id="{D1A75AC5-BDA9-482F-A026-17DF7EF89F73}"/>
              </a:ext>
            </a:extLst>
          </p:cNvPr>
          <p:cNvSpPr>
            <a:spLocks xmlns:a="http://schemas.openxmlformats.org/drawingml/2006/main" noGrp="1"/>
          </p:cNvSpPr>
          <p:nvPr/>
        </p:nvSpPr>
        <p:spPr>
          <a:xfrm xmlns:a="http://schemas.openxmlformats.org/drawingml/2006/main">
            <a:off x="2480596" y="418646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3" name="diagram-line-613">
            <a:extLst xmlns:a="http://schemas.openxmlformats.org/drawingml/2006/main">
              <a:ext uri="{FF2B5EF4-FFF2-40B4-BE49-F238E27FC236}">
                <a16:creationId xmlns:a16="http://schemas.microsoft.com/office/drawing/2014/main" id="{CE162E5A-DC18-43B8-BBF7-6A5667DC8B13}"/>
              </a:ext>
            </a:extLst>
          </p:cNvPr>
          <p:cNvSpPr>
            <a:spLocks xmlns:a="http://schemas.openxmlformats.org/drawingml/2006/main" noGrp="1"/>
          </p:cNvSpPr>
          <p:nvPr/>
        </p:nvSpPr>
        <p:spPr>
          <a:xfrm xmlns:a="http://schemas.openxmlformats.org/drawingml/2006/main">
            <a:off x="2480596" y="429368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4" name="diagram-line-614">
            <a:extLst xmlns:a="http://schemas.openxmlformats.org/drawingml/2006/main">
              <a:ext uri="{FF2B5EF4-FFF2-40B4-BE49-F238E27FC236}">
                <a16:creationId xmlns:a16="http://schemas.microsoft.com/office/drawing/2014/main" id="{A422D95B-3BAB-4035-9F38-0F529695F7B8}"/>
              </a:ext>
            </a:extLst>
          </p:cNvPr>
          <p:cNvSpPr>
            <a:spLocks xmlns:a="http://schemas.openxmlformats.org/drawingml/2006/main" noGrp="1"/>
          </p:cNvSpPr>
          <p:nvPr/>
        </p:nvSpPr>
        <p:spPr>
          <a:xfrm xmlns:a="http://schemas.openxmlformats.org/drawingml/2006/main">
            <a:off x="2480596" y="440089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5" name="diagram-line-615">
            <a:extLst xmlns:a="http://schemas.openxmlformats.org/drawingml/2006/main">
              <a:ext uri="{FF2B5EF4-FFF2-40B4-BE49-F238E27FC236}">
                <a16:creationId xmlns:a16="http://schemas.microsoft.com/office/drawing/2014/main" id="{82581021-892F-49A4-AA13-38707B823DD6}"/>
              </a:ext>
            </a:extLst>
          </p:cNvPr>
          <p:cNvSpPr>
            <a:spLocks xmlns:a="http://schemas.openxmlformats.org/drawingml/2006/main" noGrp="1"/>
          </p:cNvSpPr>
          <p:nvPr/>
        </p:nvSpPr>
        <p:spPr>
          <a:xfrm xmlns:a="http://schemas.openxmlformats.org/drawingml/2006/main">
            <a:off x="2480596" y="450810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6" name="diagram-line-616">
            <a:extLst xmlns:a="http://schemas.openxmlformats.org/drawingml/2006/main">
              <a:ext uri="{FF2B5EF4-FFF2-40B4-BE49-F238E27FC236}">
                <a16:creationId xmlns:a16="http://schemas.microsoft.com/office/drawing/2014/main" id="{BCED48E3-8054-43B4-AF4D-21CA147AAE3A}"/>
              </a:ext>
            </a:extLst>
          </p:cNvPr>
          <p:cNvSpPr>
            <a:spLocks xmlns:a="http://schemas.openxmlformats.org/drawingml/2006/main" noGrp="1"/>
          </p:cNvSpPr>
          <p:nvPr/>
        </p:nvSpPr>
        <p:spPr>
          <a:xfrm xmlns:a="http://schemas.openxmlformats.org/drawingml/2006/main">
            <a:off x="2480596" y="461532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7" name="diagram-line-617">
            <a:extLst xmlns:a="http://schemas.openxmlformats.org/drawingml/2006/main">
              <a:ext uri="{FF2B5EF4-FFF2-40B4-BE49-F238E27FC236}">
                <a16:creationId xmlns:a16="http://schemas.microsoft.com/office/drawing/2014/main" id="{4C8CD542-D76E-4FCE-A0A2-787F393DF02D}"/>
              </a:ext>
            </a:extLst>
          </p:cNvPr>
          <p:cNvSpPr>
            <a:spLocks xmlns:a="http://schemas.openxmlformats.org/drawingml/2006/main" noGrp="1"/>
          </p:cNvSpPr>
          <p:nvPr/>
        </p:nvSpPr>
        <p:spPr>
          <a:xfrm xmlns:a="http://schemas.openxmlformats.org/drawingml/2006/main">
            <a:off x="3240024" y="343597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8" name="diagram-line-618">
            <a:extLst xmlns:a="http://schemas.openxmlformats.org/drawingml/2006/main">
              <a:ext uri="{FF2B5EF4-FFF2-40B4-BE49-F238E27FC236}">
                <a16:creationId xmlns:a16="http://schemas.microsoft.com/office/drawing/2014/main" id="{A2528ECF-8B26-4144-A66A-2D67A16324F1}"/>
              </a:ext>
            </a:extLst>
          </p:cNvPr>
          <p:cNvSpPr>
            <a:spLocks xmlns:a="http://schemas.openxmlformats.org/drawingml/2006/main" noGrp="1"/>
          </p:cNvSpPr>
          <p:nvPr/>
        </p:nvSpPr>
        <p:spPr>
          <a:xfrm xmlns:a="http://schemas.openxmlformats.org/drawingml/2006/main">
            <a:off x="3240024" y="354318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9" name="diagram-line-619">
            <a:extLst xmlns:a="http://schemas.openxmlformats.org/drawingml/2006/main">
              <a:ext uri="{FF2B5EF4-FFF2-40B4-BE49-F238E27FC236}">
                <a16:creationId xmlns:a16="http://schemas.microsoft.com/office/drawing/2014/main" id="{81151338-B549-40A2-B1EB-B89FE8E2D201}"/>
              </a:ext>
            </a:extLst>
          </p:cNvPr>
          <p:cNvSpPr>
            <a:spLocks xmlns:a="http://schemas.openxmlformats.org/drawingml/2006/main" noGrp="1"/>
          </p:cNvSpPr>
          <p:nvPr/>
        </p:nvSpPr>
        <p:spPr>
          <a:xfrm xmlns:a="http://schemas.openxmlformats.org/drawingml/2006/main">
            <a:off x="3240024" y="365039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0" name="diagram-line-620">
            <a:extLst xmlns:a="http://schemas.openxmlformats.org/drawingml/2006/main">
              <a:ext uri="{FF2B5EF4-FFF2-40B4-BE49-F238E27FC236}">
                <a16:creationId xmlns:a16="http://schemas.microsoft.com/office/drawing/2014/main" id="{F230E1AC-D329-4E66-9BAD-51F75DC83672}"/>
              </a:ext>
            </a:extLst>
          </p:cNvPr>
          <p:cNvSpPr>
            <a:spLocks xmlns:a="http://schemas.openxmlformats.org/drawingml/2006/main" noGrp="1"/>
          </p:cNvSpPr>
          <p:nvPr/>
        </p:nvSpPr>
        <p:spPr>
          <a:xfrm xmlns:a="http://schemas.openxmlformats.org/drawingml/2006/main">
            <a:off x="3240024" y="375761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1" name="diagram-line-621">
            <a:extLst xmlns:a="http://schemas.openxmlformats.org/drawingml/2006/main">
              <a:ext uri="{FF2B5EF4-FFF2-40B4-BE49-F238E27FC236}">
                <a16:creationId xmlns:a16="http://schemas.microsoft.com/office/drawing/2014/main" id="{A9916A11-E338-4CF8-88B7-C35F2C146BA0}"/>
              </a:ext>
            </a:extLst>
          </p:cNvPr>
          <p:cNvSpPr>
            <a:spLocks xmlns:a="http://schemas.openxmlformats.org/drawingml/2006/main" noGrp="1"/>
          </p:cNvSpPr>
          <p:nvPr/>
        </p:nvSpPr>
        <p:spPr>
          <a:xfrm xmlns:a="http://schemas.openxmlformats.org/drawingml/2006/main">
            <a:off x="3240024" y="386482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2" name="diagram-line-622">
            <a:extLst xmlns:a="http://schemas.openxmlformats.org/drawingml/2006/main">
              <a:ext uri="{FF2B5EF4-FFF2-40B4-BE49-F238E27FC236}">
                <a16:creationId xmlns:a16="http://schemas.microsoft.com/office/drawing/2014/main" id="{E1981750-D71C-4748-89FD-BBE3F042C0F4}"/>
              </a:ext>
            </a:extLst>
          </p:cNvPr>
          <p:cNvSpPr>
            <a:spLocks xmlns:a="http://schemas.openxmlformats.org/drawingml/2006/main" noGrp="1"/>
          </p:cNvSpPr>
          <p:nvPr/>
        </p:nvSpPr>
        <p:spPr>
          <a:xfrm xmlns:a="http://schemas.openxmlformats.org/drawingml/2006/main">
            <a:off x="3240024" y="397203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3" name="diagram-line-623">
            <a:extLst xmlns:a="http://schemas.openxmlformats.org/drawingml/2006/main">
              <a:ext uri="{FF2B5EF4-FFF2-40B4-BE49-F238E27FC236}">
                <a16:creationId xmlns:a16="http://schemas.microsoft.com/office/drawing/2014/main" id="{8809A510-9E05-460A-A174-E13CC442BE07}"/>
              </a:ext>
            </a:extLst>
          </p:cNvPr>
          <p:cNvSpPr>
            <a:spLocks xmlns:a="http://schemas.openxmlformats.org/drawingml/2006/main" noGrp="1"/>
          </p:cNvSpPr>
          <p:nvPr/>
        </p:nvSpPr>
        <p:spPr>
          <a:xfrm xmlns:a="http://schemas.openxmlformats.org/drawingml/2006/main">
            <a:off x="3240024" y="407925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4" name="diagram-line-624">
            <a:extLst xmlns:a="http://schemas.openxmlformats.org/drawingml/2006/main">
              <a:ext uri="{FF2B5EF4-FFF2-40B4-BE49-F238E27FC236}">
                <a16:creationId xmlns:a16="http://schemas.microsoft.com/office/drawing/2014/main" id="{76D1B96B-F77A-40D8-9DB1-1C11E26339F6}"/>
              </a:ext>
            </a:extLst>
          </p:cNvPr>
          <p:cNvSpPr>
            <a:spLocks xmlns:a="http://schemas.openxmlformats.org/drawingml/2006/main" noGrp="1"/>
          </p:cNvSpPr>
          <p:nvPr/>
        </p:nvSpPr>
        <p:spPr>
          <a:xfrm xmlns:a="http://schemas.openxmlformats.org/drawingml/2006/main">
            <a:off x="3240024" y="418646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5" name="diagram-line-625">
            <a:extLst xmlns:a="http://schemas.openxmlformats.org/drawingml/2006/main">
              <a:ext uri="{FF2B5EF4-FFF2-40B4-BE49-F238E27FC236}">
                <a16:creationId xmlns:a16="http://schemas.microsoft.com/office/drawing/2014/main" id="{5A3F5ACD-B840-4557-B331-86C68B6590CA}"/>
              </a:ext>
            </a:extLst>
          </p:cNvPr>
          <p:cNvSpPr>
            <a:spLocks xmlns:a="http://schemas.openxmlformats.org/drawingml/2006/main" noGrp="1"/>
          </p:cNvSpPr>
          <p:nvPr/>
        </p:nvSpPr>
        <p:spPr>
          <a:xfrm xmlns:a="http://schemas.openxmlformats.org/drawingml/2006/main">
            <a:off x="3240024" y="429368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6" name="diagram-line-626">
            <a:extLst xmlns:a="http://schemas.openxmlformats.org/drawingml/2006/main">
              <a:ext uri="{FF2B5EF4-FFF2-40B4-BE49-F238E27FC236}">
                <a16:creationId xmlns:a16="http://schemas.microsoft.com/office/drawing/2014/main" id="{7CA6ABDC-97AF-4640-9663-7C094C8576A8}"/>
              </a:ext>
            </a:extLst>
          </p:cNvPr>
          <p:cNvSpPr>
            <a:spLocks xmlns:a="http://schemas.openxmlformats.org/drawingml/2006/main" noGrp="1"/>
          </p:cNvSpPr>
          <p:nvPr/>
        </p:nvSpPr>
        <p:spPr>
          <a:xfrm xmlns:a="http://schemas.openxmlformats.org/drawingml/2006/main">
            <a:off x="3240024" y="440089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7" name="diagram-line-627">
            <a:extLst xmlns:a="http://schemas.openxmlformats.org/drawingml/2006/main">
              <a:ext uri="{FF2B5EF4-FFF2-40B4-BE49-F238E27FC236}">
                <a16:creationId xmlns:a16="http://schemas.microsoft.com/office/drawing/2014/main" id="{C18B4440-1E20-4AA1-8034-6C047E073370}"/>
              </a:ext>
            </a:extLst>
          </p:cNvPr>
          <p:cNvSpPr>
            <a:spLocks xmlns:a="http://schemas.openxmlformats.org/drawingml/2006/main" noGrp="1"/>
          </p:cNvSpPr>
          <p:nvPr/>
        </p:nvSpPr>
        <p:spPr>
          <a:xfrm xmlns:a="http://schemas.openxmlformats.org/drawingml/2006/main">
            <a:off x="3240024" y="450810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8" name="diagram-line-628">
            <a:extLst xmlns:a="http://schemas.openxmlformats.org/drawingml/2006/main">
              <a:ext uri="{FF2B5EF4-FFF2-40B4-BE49-F238E27FC236}">
                <a16:creationId xmlns:a16="http://schemas.microsoft.com/office/drawing/2014/main" id="{3DDAF032-C0D3-43D9-8475-35D8F8CBB541}"/>
              </a:ext>
            </a:extLst>
          </p:cNvPr>
          <p:cNvSpPr>
            <a:spLocks xmlns:a="http://schemas.openxmlformats.org/drawingml/2006/main" noGrp="1"/>
          </p:cNvSpPr>
          <p:nvPr/>
        </p:nvSpPr>
        <p:spPr>
          <a:xfrm xmlns:a="http://schemas.openxmlformats.org/drawingml/2006/main">
            <a:off x="3240024" y="461532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9" name="diagram-line-629">
            <a:extLst xmlns:a="http://schemas.openxmlformats.org/drawingml/2006/main">
              <a:ext uri="{FF2B5EF4-FFF2-40B4-BE49-F238E27FC236}">
                <a16:creationId xmlns:a16="http://schemas.microsoft.com/office/drawing/2014/main" id="{9F3C818C-3ECD-4328-A285-A72E6DED3A1F}"/>
              </a:ext>
            </a:extLst>
          </p:cNvPr>
          <p:cNvSpPr>
            <a:spLocks xmlns:a="http://schemas.openxmlformats.org/drawingml/2006/main" noGrp="1"/>
          </p:cNvSpPr>
          <p:nvPr/>
        </p:nvSpPr>
        <p:spPr>
          <a:xfrm xmlns:a="http://schemas.openxmlformats.org/drawingml/2006/main">
            <a:off x="943870" y="3525317"/>
            <a:ext cx="179" cy="1098937"/>
          </a:xfrm>
          <a:custGeom xmlns:a="http://schemas.openxmlformats.org/drawingml/2006/main">
            <a:pathLst>
              <a:path w="191" h="1171575">
                <a:moveTo>
                  <a:pt x="0" y="0"/>
                </a:moveTo>
                <a:lnTo>
                  <a:pt x="0" y="1171575"/>
                </a:lnTo>
              </a:path>
            </a:pathLst>
          </a:custGeom>
          <a:noFill xmlns:a="http://schemas.openxmlformats.org/drawingml/2006/main"/>
          <a:ln xmlns:a="http://schemas.openxmlformats.org/drawingml/2006/main" w="13402">
            <a:solidFill>
              <a:srgbClr val="28849C"/>
            </a:solidFill>
          </a:ln>
        </p:spPr>
      </p:sp>
      <p:sp>
        <p:nvSpPr>
          <p:cNvPr id="160" name="diagram-poly-630">
            <a:extLst xmlns:a="http://schemas.openxmlformats.org/drawingml/2006/main">
              <a:ext uri="{FF2B5EF4-FFF2-40B4-BE49-F238E27FC236}">
                <a16:creationId xmlns:a16="http://schemas.microsoft.com/office/drawing/2014/main" id="{82B70D10-8762-42D6-939F-C9FA0C1292FF}"/>
              </a:ext>
            </a:extLst>
          </p:cNvPr>
          <p:cNvSpPr>
            <a:spLocks xmlns:a="http://schemas.openxmlformats.org/drawingml/2006/main" noGrp="1"/>
          </p:cNvSpPr>
          <p:nvPr/>
        </p:nvSpPr>
        <p:spPr>
          <a:xfrm xmlns:a="http://schemas.openxmlformats.org/drawingml/2006/main">
            <a:off x="916174" y="4561713"/>
            <a:ext cx="55394" cy="62541"/>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893">
            <a:solidFill>
              <a:srgbClr val="28849C"/>
            </a:solidFill>
          </a:ln>
        </p:spPr>
      </p:sp>
      <p:sp>
        <p:nvSpPr>
          <p:cNvPr id="161" name="diagram-line-631">
            <a:extLst xmlns:a="http://schemas.openxmlformats.org/drawingml/2006/main">
              <a:ext uri="{FF2B5EF4-FFF2-40B4-BE49-F238E27FC236}">
                <a16:creationId xmlns:a16="http://schemas.microsoft.com/office/drawing/2014/main" id="{80D96714-4EF5-4EE1-A3D8-471C77010178}"/>
              </a:ext>
            </a:extLst>
          </p:cNvPr>
          <p:cNvSpPr>
            <a:spLocks xmlns:a="http://schemas.openxmlformats.org/drawingml/2006/main" noGrp="1"/>
          </p:cNvSpPr>
          <p:nvPr/>
        </p:nvSpPr>
        <p:spPr>
          <a:xfrm xmlns:a="http://schemas.openxmlformats.org/drawingml/2006/main">
            <a:off x="1336986" y="3525317"/>
            <a:ext cx="179" cy="1098937"/>
          </a:xfrm>
          <a:custGeom xmlns:a="http://schemas.openxmlformats.org/drawingml/2006/main">
            <a:pathLst>
              <a:path w="191" h="1171575">
                <a:moveTo>
                  <a:pt x="0" y="1171575"/>
                </a:moveTo>
                <a:lnTo>
                  <a:pt x="0" y="0"/>
                </a:lnTo>
              </a:path>
            </a:pathLst>
          </a:custGeom>
          <a:noFill xmlns:a="http://schemas.openxmlformats.org/drawingml/2006/main"/>
          <a:ln xmlns:a="http://schemas.openxmlformats.org/drawingml/2006/main" w="13402">
            <a:solidFill>
              <a:srgbClr val="799A39"/>
            </a:solidFill>
          </a:ln>
        </p:spPr>
      </p:sp>
      <p:sp>
        <p:nvSpPr>
          <p:cNvPr id="162" name="diagram-poly-632">
            <a:extLst xmlns:a="http://schemas.openxmlformats.org/drawingml/2006/main">
              <a:ext uri="{FF2B5EF4-FFF2-40B4-BE49-F238E27FC236}">
                <a16:creationId xmlns:a16="http://schemas.microsoft.com/office/drawing/2014/main" id="{C3C4F5B0-88A4-4C6E-867E-5E3699B10E12}"/>
              </a:ext>
            </a:extLst>
          </p:cNvPr>
          <p:cNvSpPr>
            <a:spLocks xmlns:a="http://schemas.openxmlformats.org/drawingml/2006/main" noGrp="1"/>
          </p:cNvSpPr>
          <p:nvPr/>
        </p:nvSpPr>
        <p:spPr>
          <a:xfrm xmlns:a="http://schemas.openxmlformats.org/drawingml/2006/main">
            <a:off x="1309289" y="3525317"/>
            <a:ext cx="55394" cy="62541"/>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893">
            <a:solidFill>
              <a:srgbClr val="799A39"/>
            </a:solidFill>
          </a:ln>
        </p:spPr>
      </p:sp>
      <p:sp>
        <p:nvSpPr>
          <p:cNvPr id="163" name="revision-text-633">
            <a:extLst xmlns:a="http://schemas.openxmlformats.org/drawingml/2006/main">
              <a:ext uri="{FF2B5EF4-FFF2-40B4-BE49-F238E27FC236}">
                <a16:creationId xmlns:a16="http://schemas.microsoft.com/office/drawing/2014/main" id="{FF6A0DAD-F826-4E5E-9FDD-1322E973EB09}"/>
              </a:ext>
            </a:extLst>
          </p:cNvPr>
          <p:cNvSpPr>
            <a:spLocks xmlns:a="http://schemas.openxmlformats.org/drawingml/2006/main" noGrp="1"/>
          </p:cNvSpPr>
          <p:nvPr/>
        </p:nvSpPr>
        <p:spPr>
          <a:xfrm xmlns:a="http://schemas.openxmlformats.org/drawingml/2006/main">
            <a:off x="613296" y="3887162"/>
            <a:ext cx="321640" cy="370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472" b="0">
                <a:solidFill>
                  <a:srgbClr val="28849C"/>
                </a:solidFill>
                <a:latin typeface="微软雅黑"/>
                <a:ea typeface="微软雅黑"/>
                <a:cs typeface="微软雅黑"/>
              </a:defRPr>
            </a:pPr>
            <a:r>
              <a:rPr sz="472" b="0">
                <a:solidFill>
                  <a:srgbClr val="28849C"/>
                </a:solidFill>
                <a:latin typeface="微软雅黑"/>
                <a:ea typeface="微软雅黑"/>
                <a:cs typeface="微软雅黑"/>
              </a:rPr>
              <a:t>Control</a:t>
            </a:r>
          </a:p>
          <a:p xmlns:a="http://schemas.openxmlformats.org/drawingml/2006/main">
            <a:pPr algn="ctr">
              <a:lnSpc>
                <a:spcPct val="104000"/>
              </a:lnSpc>
              <a:spcBef>
                <a:spcPts val="0"/>
              </a:spcBef>
              <a:spcAft>
                <a:spcPts val="0"/>
              </a:spcAft>
              <a:buNone/>
              <a:defRPr sz="472" b="0">
                <a:solidFill>
                  <a:srgbClr val="28849C"/>
                </a:solidFill>
                <a:latin typeface="微软雅黑"/>
                <a:ea typeface="微软雅黑"/>
                <a:cs typeface="微软雅黑"/>
              </a:defRPr>
            </a:pPr>
            <a:r>
              <a:rPr sz="472" b="0">
                <a:solidFill>
                  <a:srgbClr val="28849C"/>
                </a:solidFill>
                <a:latin typeface="微软雅黑"/>
                <a:ea typeface="微软雅黑"/>
                <a:cs typeface="微软雅黑"/>
              </a:rPr>
              <a:t>command</a:t>
            </a:r>
          </a:p>
        </p:txBody>
      </p:sp>
      <p:sp>
        <p:nvSpPr>
          <p:cNvPr id="164" name="revision-text-634">
            <a:extLst xmlns:a="http://schemas.openxmlformats.org/drawingml/2006/main">
              <a:ext uri="{FF2B5EF4-FFF2-40B4-BE49-F238E27FC236}">
                <a16:creationId xmlns:a16="http://schemas.microsoft.com/office/drawing/2014/main" id="{47F2EB55-5E54-4DFF-A2A5-14CCCA726C42}"/>
              </a:ext>
            </a:extLst>
          </p:cNvPr>
          <p:cNvSpPr>
            <a:spLocks xmlns:a="http://schemas.openxmlformats.org/drawingml/2006/main" noGrp="1"/>
          </p:cNvSpPr>
          <p:nvPr/>
        </p:nvSpPr>
        <p:spPr>
          <a:xfrm xmlns:a="http://schemas.openxmlformats.org/drawingml/2006/main">
            <a:off x="1363790" y="3887162"/>
            <a:ext cx="321640" cy="370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525" b="0">
                <a:solidFill>
                  <a:srgbClr val="799A39"/>
                </a:solidFill>
                <a:latin typeface="微软雅黑"/>
                <a:ea typeface="微软雅黑"/>
                <a:cs typeface="微软雅黑"/>
              </a:defRPr>
            </a:pPr>
            <a:r>
              <a:rPr sz="525" b="0">
                <a:solidFill>
                  <a:srgbClr val="799A39"/>
                </a:solidFill>
                <a:latin typeface="微软雅黑"/>
                <a:ea typeface="微软雅黑"/>
                <a:cs typeface="微软雅黑"/>
              </a:rPr>
              <a:t>Data</a:t>
            </a:r>
          </a:p>
          <a:p xmlns:a="http://schemas.openxmlformats.org/drawingml/2006/main">
            <a:pPr algn="ctr">
              <a:lnSpc>
                <a:spcPct val="104000"/>
              </a:lnSpc>
              <a:spcBef>
                <a:spcPts val="0"/>
              </a:spcBef>
              <a:spcAft>
                <a:spcPts val="0"/>
              </a:spcAft>
              <a:buNone/>
              <a:defRPr sz="525" b="0">
                <a:solidFill>
                  <a:srgbClr val="799A39"/>
                </a:solidFill>
                <a:latin typeface="微软雅黑"/>
                <a:ea typeface="微软雅黑"/>
                <a:cs typeface="微软雅黑"/>
              </a:defRPr>
            </a:pPr>
            <a:r>
              <a:rPr sz="525" b="0">
                <a:solidFill>
                  <a:srgbClr val="799A39"/>
                </a:solidFill>
                <a:latin typeface="微软雅黑"/>
                <a:ea typeface="微软雅黑"/>
                <a:cs typeface="微软雅黑"/>
              </a:rPr>
              <a:t>feedback</a:t>
            </a:r>
          </a:p>
        </p:txBody>
      </p:sp>
      <p:sp>
        <p:nvSpPr>
          <p:cNvPr id="165" name="diagram-line-635">
            <a:extLst xmlns:a="http://schemas.openxmlformats.org/drawingml/2006/main">
              <a:ext uri="{FF2B5EF4-FFF2-40B4-BE49-F238E27FC236}">
                <a16:creationId xmlns:a16="http://schemas.microsoft.com/office/drawing/2014/main" id="{7051A056-E588-4007-B77C-94C67CA53B33}"/>
              </a:ext>
            </a:extLst>
          </p:cNvPr>
          <p:cNvSpPr>
            <a:spLocks xmlns:a="http://schemas.openxmlformats.org/drawingml/2006/main" noGrp="1"/>
          </p:cNvSpPr>
          <p:nvPr/>
        </p:nvSpPr>
        <p:spPr>
          <a:xfrm xmlns:a="http://schemas.openxmlformats.org/drawingml/2006/main">
            <a:off x="613296" y="491909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66" name="diagram-line-636">
            <a:extLst xmlns:a="http://schemas.openxmlformats.org/drawingml/2006/main">
              <a:ext uri="{FF2B5EF4-FFF2-40B4-BE49-F238E27FC236}">
                <a16:creationId xmlns:a16="http://schemas.microsoft.com/office/drawing/2014/main" id="{34050F61-650C-4D1D-B01F-FBB13B95734C}"/>
              </a:ext>
            </a:extLst>
          </p:cNvPr>
          <p:cNvSpPr>
            <a:spLocks xmlns:a="http://schemas.openxmlformats.org/drawingml/2006/main" noGrp="1"/>
          </p:cNvSpPr>
          <p:nvPr/>
        </p:nvSpPr>
        <p:spPr>
          <a:xfrm xmlns:a="http://schemas.openxmlformats.org/drawingml/2006/main">
            <a:off x="613296" y="5026304"/>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67" name="diagram-line-637">
            <a:extLst xmlns:a="http://schemas.openxmlformats.org/drawingml/2006/main">
              <a:ext uri="{FF2B5EF4-FFF2-40B4-BE49-F238E27FC236}">
                <a16:creationId xmlns:a16="http://schemas.microsoft.com/office/drawing/2014/main" id="{1431DBE8-F5FB-4FF5-A304-9A51B1069E35}"/>
              </a:ext>
            </a:extLst>
          </p:cNvPr>
          <p:cNvSpPr>
            <a:spLocks xmlns:a="http://schemas.openxmlformats.org/drawingml/2006/main" noGrp="1"/>
          </p:cNvSpPr>
          <p:nvPr/>
        </p:nvSpPr>
        <p:spPr>
          <a:xfrm xmlns:a="http://schemas.openxmlformats.org/drawingml/2006/main">
            <a:off x="613296" y="513351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68" name="diagram-line-638">
            <a:extLst xmlns:a="http://schemas.openxmlformats.org/drawingml/2006/main">
              <a:ext uri="{FF2B5EF4-FFF2-40B4-BE49-F238E27FC236}">
                <a16:creationId xmlns:a16="http://schemas.microsoft.com/office/drawing/2014/main" id="{B9FCE04D-2513-460E-A4CC-76B65E68A8D1}"/>
              </a:ext>
            </a:extLst>
          </p:cNvPr>
          <p:cNvSpPr>
            <a:spLocks xmlns:a="http://schemas.openxmlformats.org/drawingml/2006/main" noGrp="1"/>
          </p:cNvSpPr>
          <p:nvPr/>
        </p:nvSpPr>
        <p:spPr>
          <a:xfrm xmlns:a="http://schemas.openxmlformats.org/drawingml/2006/main">
            <a:off x="613296" y="524073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69" name="diagram-line-639">
            <a:extLst xmlns:a="http://schemas.openxmlformats.org/drawingml/2006/main">
              <a:ext uri="{FF2B5EF4-FFF2-40B4-BE49-F238E27FC236}">
                <a16:creationId xmlns:a16="http://schemas.microsoft.com/office/drawing/2014/main" id="{2B80CAEA-6DAA-4767-AE26-64BA02C2D83A}"/>
              </a:ext>
            </a:extLst>
          </p:cNvPr>
          <p:cNvSpPr>
            <a:spLocks xmlns:a="http://schemas.openxmlformats.org/drawingml/2006/main" noGrp="1"/>
          </p:cNvSpPr>
          <p:nvPr/>
        </p:nvSpPr>
        <p:spPr>
          <a:xfrm xmlns:a="http://schemas.openxmlformats.org/drawingml/2006/main">
            <a:off x="613296" y="534794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0" name="diagram-line-640">
            <a:extLst xmlns:a="http://schemas.openxmlformats.org/drawingml/2006/main">
              <a:ext uri="{FF2B5EF4-FFF2-40B4-BE49-F238E27FC236}">
                <a16:creationId xmlns:a16="http://schemas.microsoft.com/office/drawing/2014/main" id="{C65C70D4-7313-4F93-BD9E-DEFE973E3202}"/>
              </a:ext>
            </a:extLst>
          </p:cNvPr>
          <p:cNvSpPr>
            <a:spLocks xmlns:a="http://schemas.openxmlformats.org/drawingml/2006/main" noGrp="1"/>
          </p:cNvSpPr>
          <p:nvPr/>
        </p:nvSpPr>
        <p:spPr>
          <a:xfrm xmlns:a="http://schemas.openxmlformats.org/drawingml/2006/main">
            <a:off x="613296" y="545515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1" name="diagram-line-641">
            <a:extLst xmlns:a="http://schemas.openxmlformats.org/drawingml/2006/main">
              <a:ext uri="{FF2B5EF4-FFF2-40B4-BE49-F238E27FC236}">
                <a16:creationId xmlns:a16="http://schemas.microsoft.com/office/drawing/2014/main" id="{4C543D40-3184-48DE-AC11-2051A3BAA6D0}"/>
              </a:ext>
            </a:extLst>
          </p:cNvPr>
          <p:cNvSpPr>
            <a:spLocks xmlns:a="http://schemas.openxmlformats.org/drawingml/2006/main" noGrp="1"/>
          </p:cNvSpPr>
          <p:nvPr/>
        </p:nvSpPr>
        <p:spPr>
          <a:xfrm xmlns:a="http://schemas.openxmlformats.org/drawingml/2006/main">
            <a:off x="613296" y="556237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2" name="diagram-line-642">
            <a:extLst xmlns:a="http://schemas.openxmlformats.org/drawingml/2006/main">
              <a:ext uri="{FF2B5EF4-FFF2-40B4-BE49-F238E27FC236}">
                <a16:creationId xmlns:a16="http://schemas.microsoft.com/office/drawing/2014/main" id="{C603FC67-9619-4546-96EE-D3F913A3D9ED}"/>
              </a:ext>
            </a:extLst>
          </p:cNvPr>
          <p:cNvSpPr>
            <a:spLocks xmlns:a="http://schemas.openxmlformats.org/drawingml/2006/main" noGrp="1"/>
          </p:cNvSpPr>
          <p:nvPr/>
        </p:nvSpPr>
        <p:spPr>
          <a:xfrm xmlns:a="http://schemas.openxmlformats.org/drawingml/2006/main">
            <a:off x="613296" y="566958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3" name="diagram-line-643">
            <a:extLst xmlns:a="http://schemas.openxmlformats.org/drawingml/2006/main">
              <a:ext uri="{FF2B5EF4-FFF2-40B4-BE49-F238E27FC236}">
                <a16:creationId xmlns:a16="http://schemas.microsoft.com/office/drawing/2014/main" id="{9AF26A5A-FF86-4370-92C7-A31FF2988432}"/>
              </a:ext>
            </a:extLst>
          </p:cNvPr>
          <p:cNvSpPr>
            <a:spLocks xmlns:a="http://schemas.openxmlformats.org/drawingml/2006/main" noGrp="1"/>
          </p:cNvSpPr>
          <p:nvPr/>
        </p:nvSpPr>
        <p:spPr>
          <a:xfrm xmlns:a="http://schemas.openxmlformats.org/drawingml/2006/main">
            <a:off x="613296" y="5776798"/>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174" name="diagram-line-644">
            <a:extLst xmlns:a="http://schemas.openxmlformats.org/drawingml/2006/main">
              <a:ext uri="{FF2B5EF4-FFF2-40B4-BE49-F238E27FC236}">
                <a16:creationId xmlns:a16="http://schemas.microsoft.com/office/drawing/2014/main" id="{133A9F43-B8BC-46E4-83C2-9162BBABA5EB}"/>
              </a:ext>
            </a:extLst>
          </p:cNvPr>
          <p:cNvSpPr>
            <a:spLocks xmlns:a="http://schemas.openxmlformats.org/drawingml/2006/main" noGrp="1"/>
          </p:cNvSpPr>
          <p:nvPr/>
        </p:nvSpPr>
        <p:spPr>
          <a:xfrm xmlns:a="http://schemas.openxmlformats.org/drawingml/2006/main">
            <a:off x="1542479" y="491909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5" name="diagram-line-645">
            <a:extLst xmlns:a="http://schemas.openxmlformats.org/drawingml/2006/main">
              <a:ext uri="{FF2B5EF4-FFF2-40B4-BE49-F238E27FC236}">
                <a16:creationId xmlns:a16="http://schemas.microsoft.com/office/drawing/2014/main" id="{496BE79F-F6AF-4DF5-B008-D93C83AFAAD7}"/>
              </a:ext>
            </a:extLst>
          </p:cNvPr>
          <p:cNvSpPr>
            <a:spLocks xmlns:a="http://schemas.openxmlformats.org/drawingml/2006/main" noGrp="1"/>
          </p:cNvSpPr>
          <p:nvPr/>
        </p:nvSpPr>
        <p:spPr>
          <a:xfrm xmlns:a="http://schemas.openxmlformats.org/drawingml/2006/main">
            <a:off x="1542479" y="5026304"/>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6" name="diagram-line-646">
            <a:extLst xmlns:a="http://schemas.openxmlformats.org/drawingml/2006/main">
              <a:ext uri="{FF2B5EF4-FFF2-40B4-BE49-F238E27FC236}">
                <a16:creationId xmlns:a16="http://schemas.microsoft.com/office/drawing/2014/main" id="{02FBF9E1-C450-4972-AB7E-3EFF5FE9190E}"/>
              </a:ext>
            </a:extLst>
          </p:cNvPr>
          <p:cNvSpPr>
            <a:spLocks xmlns:a="http://schemas.openxmlformats.org/drawingml/2006/main" noGrp="1"/>
          </p:cNvSpPr>
          <p:nvPr/>
        </p:nvSpPr>
        <p:spPr>
          <a:xfrm xmlns:a="http://schemas.openxmlformats.org/drawingml/2006/main">
            <a:off x="1542479" y="513351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7" name="diagram-line-647">
            <a:extLst xmlns:a="http://schemas.openxmlformats.org/drawingml/2006/main">
              <a:ext uri="{FF2B5EF4-FFF2-40B4-BE49-F238E27FC236}">
                <a16:creationId xmlns:a16="http://schemas.microsoft.com/office/drawing/2014/main" id="{CD67C977-E4C5-4858-99BE-5366625274D6}"/>
              </a:ext>
            </a:extLst>
          </p:cNvPr>
          <p:cNvSpPr>
            <a:spLocks xmlns:a="http://schemas.openxmlformats.org/drawingml/2006/main" noGrp="1"/>
          </p:cNvSpPr>
          <p:nvPr/>
        </p:nvSpPr>
        <p:spPr>
          <a:xfrm xmlns:a="http://schemas.openxmlformats.org/drawingml/2006/main">
            <a:off x="1542479" y="524073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8" name="diagram-line-648">
            <a:extLst xmlns:a="http://schemas.openxmlformats.org/drawingml/2006/main">
              <a:ext uri="{FF2B5EF4-FFF2-40B4-BE49-F238E27FC236}">
                <a16:creationId xmlns:a16="http://schemas.microsoft.com/office/drawing/2014/main" id="{1978AC43-9C28-43FD-984F-AEE98135BA81}"/>
              </a:ext>
            </a:extLst>
          </p:cNvPr>
          <p:cNvSpPr>
            <a:spLocks xmlns:a="http://schemas.openxmlformats.org/drawingml/2006/main" noGrp="1"/>
          </p:cNvSpPr>
          <p:nvPr/>
        </p:nvSpPr>
        <p:spPr>
          <a:xfrm xmlns:a="http://schemas.openxmlformats.org/drawingml/2006/main">
            <a:off x="1542479" y="534794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9" name="diagram-line-649">
            <a:extLst xmlns:a="http://schemas.openxmlformats.org/drawingml/2006/main">
              <a:ext uri="{FF2B5EF4-FFF2-40B4-BE49-F238E27FC236}">
                <a16:creationId xmlns:a16="http://schemas.microsoft.com/office/drawing/2014/main" id="{B805F464-FC54-4160-9610-BC4FC6039F51}"/>
              </a:ext>
            </a:extLst>
          </p:cNvPr>
          <p:cNvSpPr>
            <a:spLocks xmlns:a="http://schemas.openxmlformats.org/drawingml/2006/main" noGrp="1"/>
          </p:cNvSpPr>
          <p:nvPr/>
        </p:nvSpPr>
        <p:spPr>
          <a:xfrm xmlns:a="http://schemas.openxmlformats.org/drawingml/2006/main">
            <a:off x="1542479" y="545515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0" name="diagram-line-650">
            <a:extLst xmlns:a="http://schemas.openxmlformats.org/drawingml/2006/main">
              <a:ext uri="{FF2B5EF4-FFF2-40B4-BE49-F238E27FC236}">
                <a16:creationId xmlns:a16="http://schemas.microsoft.com/office/drawing/2014/main" id="{A8D01125-7A32-40B3-A900-BEEFD82DC18C}"/>
              </a:ext>
            </a:extLst>
          </p:cNvPr>
          <p:cNvSpPr>
            <a:spLocks xmlns:a="http://schemas.openxmlformats.org/drawingml/2006/main" noGrp="1"/>
          </p:cNvSpPr>
          <p:nvPr/>
        </p:nvSpPr>
        <p:spPr>
          <a:xfrm xmlns:a="http://schemas.openxmlformats.org/drawingml/2006/main">
            <a:off x="1542479" y="556237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1" name="diagram-line-651">
            <a:extLst xmlns:a="http://schemas.openxmlformats.org/drawingml/2006/main">
              <a:ext uri="{FF2B5EF4-FFF2-40B4-BE49-F238E27FC236}">
                <a16:creationId xmlns:a16="http://schemas.microsoft.com/office/drawing/2014/main" id="{2FB173C9-430F-4395-A7E4-5042B7787E8E}"/>
              </a:ext>
            </a:extLst>
          </p:cNvPr>
          <p:cNvSpPr>
            <a:spLocks xmlns:a="http://schemas.openxmlformats.org/drawingml/2006/main" noGrp="1"/>
          </p:cNvSpPr>
          <p:nvPr/>
        </p:nvSpPr>
        <p:spPr>
          <a:xfrm xmlns:a="http://schemas.openxmlformats.org/drawingml/2006/main">
            <a:off x="1542479" y="566958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2" name="diagram-line-652">
            <a:extLst xmlns:a="http://schemas.openxmlformats.org/drawingml/2006/main">
              <a:ext uri="{FF2B5EF4-FFF2-40B4-BE49-F238E27FC236}">
                <a16:creationId xmlns:a16="http://schemas.microsoft.com/office/drawing/2014/main" id="{21210F1A-0FCE-4C6C-A9A3-D566C72941F9}"/>
              </a:ext>
            </a:extLst>
          </p:cNvPr>
          <p:cNvSpPr>
            <a:spLocks xmlns:a="http://schemas.openxmlformats.org/drawingml/2006/main" noGrp="1"/>
          </p:cNvSpPr>
          <p:nvPr/>
        </p:nvSpPr>
        <p:spPr>
          <a:xfrm xmlns:a="http://schemas.openxmlformats.org/drawingml/2006/main">
            <a:off x="1542479" y="5776798"/>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183" name="diagram-line-653">
            <a:extLst xmlns:a="http://schemas.openxmlformats.org/drawingml/2006/main">
              <a:ext uri="{FF2B5EF4-FFF2-40B4-BE49-F238E27FC236}">
                <a16:creationId xmlns:a16="http://schemas.microsoft.com/office/drawing/2014/main" id="{15BA0DDA-4FB3-4E21-B350-4058B2B8E928}"/>
              </a:ext>
            </a:extLst>
          </p:cNvPr>
          <p:cNvSpPr>
            <a:spLocks xmlns:a="http://schemas.openxmlformats.org/drawingml/2006/main" noGrp="1"/>
          </p:cNvSpPr>
          <p:nvPr/>
        </p:nvSpPr>
        <p:spPr>
          <a:xfrm xmlns:a="http://schemas.openxmlformats.org/drawingml/2006/main">
            <a:off x="2480596" y="491909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4" name="diagram-line-654">
            <a:extLst xmlns:a="http://schemas.openxmlformats.org/drawingml/2006/main">
              <a:ext uri="{FF2B5EF4-FFF2-40B4-BE49-F238E27FC236}">
                <a16:creationId xmlns:a16="http://schemas.microsoft.com/office/drawing/2014/main" id="{E4BAD42C-F08C-4F96-8445-FF6A7FED1AF3}"/>
              </a:ext>
            </a:extLst>
          </p:cNvPr>
          <p:cNvSpPr>
            <a:spLocks xmlns:a="http://schemas.openxmlformats.org/drawingml/2006/main" noGrp="1"/>
          </p:cNvSpPr>
          <p:nvPr/>
        </p:nvSpPr>
        <p:spPr>
          <a:xfrm xmlns:a="http://schemas.openxmlformats.org/drawingml/2006/main">
            <a:off x="2480596" y="5026304"/>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5" name="diagram-line-655">
            <a:extLst xmlns:a="http://schemas.openxmlformats.org/drawingml/2006/main">
              <a:ext uri="{FF2B5EF4-FFF2-40B4-BE49-F238E27FC236}">
                <a16:creationId xmlns:a16="http://schemas.microsoft.com/office/drawing/2014/main" id="{A0F6F158-D353-4B84-BB4D-774371A0CAC8}"/>
              </a:ext>
            </a:extLst>
          </p:cNvPr>
          <p:cNvSpPr>
            <a:spLocks xmlns:a="http://schemas.openxmlformats.org/drawingml/2006/main" noGrp="1"/>
          </p:cNvSpPr>
          <p:nvPr/>
        </p:nvSpPr>
        <p:spPr>
          <a:xfrm xmlns:a="http://schemas.openxmlformats.org/drawingml/2006/main">
            <a:off x="2480596" y="513351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6" name="diagram-line-656">
            <a:extLst xmlns:a="http://schemas.openxmlformats.org/drawingml/2006/main">
              <a:ext uri="{FF2B5EF4-FFF2-40B4-BE49-F238E27FC236}">
                <a16:creationId xmlns:a16="http://schemas.microsoft.com/office/drawing/2014/main" id="{E4502BCA-AEA6-43E8-87F1-4FF312355F95}"/>
              </a:ext>
            </a:extLst>
          </p:cNvPr>
          <p:cNvSpPr>
            <a:spLocks xmlns:a="http://schemas.openxmlformats.org/drawingml/2006/main" noGrp="1"/>
          </p:cNvSpPr>
          <p:nvPr/>
        </p:nvSpPr>
        <p:spPr>
          <a:xfrm xmlns:a="http://schemas.openxmlformats.org/drawingml/2006/main">
            <a:off x="2480596" y="524073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7" name="diagram-line-657">
            <a:extLst xmlns:a="http://schemas.openxmlformats.org/drawingml/2006/main">
              <a:ext uri="{FF2B5EF4-FFF2-40B4-BE49-F238E27FC236}">
                <a16:creationId xmlns:a16="http://schemas.microsoft.com/office/drawing/2014/main" id="{AB1F2D36-E3A7-49AA-B389-A6B747E515F2}"/>
              </a:ext>
            </a:extLst>
          </p:cNvPr>
          <p:cNvSpPr>
            <a:spLocks xmlns:a="http://schemas.openxmlformats.org/drawingml/2006/main" noGrp="1"/>
          </p:cNvSpPr>
          <p:nvPr/>
        </p:nvSpPr>
        <p:spPr>
          <a:xfrm xmlns:a="http://schemas.openxmlformats.org/drawingml/2006/main">
            <a:off x="2480596" y="534794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8" name="diagram-line-658">
            <a:extLst xmlns:a="http://schemas.openxmlformats.org/drawingml/2006/main">
              <a:ext uri="{FF2B5EF4-FFF2-40B4-BE49-F238E27FC236}">
                <a16:creationId xmlns:a16="http://schemas.microsoft.com/office/drawing/2014/main" id="{4200DAD3-D997-4452-8BB8-8D5E88A5C08E}"/>
              </a:ext>
            </a:extLst>
          </p:cNvPr>
          <p:cNvSpPr>
            <a:spLocks xmlns:a="http://schemas.openxmlformats.org/drawingml/2006/main" noGrp="1"/>
          </p:cNvSpPr>
          <p:nvPr/>
        </p:nvSpPr>
        <p:spPr>
          <a:xfrm xmlns:a="http://schemas.openxmlformats.org/drawingml/2006/main">
            <a:off x="2480596" y="545515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9" name="diagram-line-659">
            <a:extLst xmlns:a="http://schemas.openxmlformats.org/drawingml/2006/main">
              <a:ext uri="{FF2B5EF4-FFF2-40B4-BE49-F238E27FC236}">
                <a16:creationId xmlns:a16="http://schemas.microsoft.com/office/drawing/2014/main" id="{97800AA7-C188-4BCC-B0C9-D2910365B8B4}"/>
              </a:ext>
            </a:extLst>
          </p:cNvPr>
          <p:cNvSpPr>
            <a:spLocks xmlns:a="http://schemas.openxmlformats.org/drawingml/2006/main" noGrp="1"/>
          </p:cNvSpPr>
          <p:nvPr/>
        </p:nvSpPr>
        <p:spPr>
          <a:xfrm xmlns:a="http://schemas.openxmlformats.org/drawingml/2006/main">
            <a:off x="2480596" y="556237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0" name="diagram-line-660">
            <a:extLst xmlns:a="http://schemas.openxmlformats.org/drawingml/2006/main">
              <a:ext uri="{FF2B5EF4-FFF2-40B4-BE49-F238E27FC236}">
                <a16:creationId xmlns:a16="http://schemas.microsoft.com/office/drawing/2014/main" id="{DB63A9A7-AF6B-46F7-A9F0-B03AD2BD89E5}"/>
              </a:ext>
            </a:extLst>
          </p:cNvPr>
          <p:cNvSpPr>
            <a:spLocks xmlns:a="http://schemas.openxmlformats.org/drawingml/2006/main" noGrp="1"/>
          </p:cNvSpPr>
          <p:nvPr/>
        </p:nvSpPr>
        <p:spPr>
          <a:xfrm xmlns:a="http://schemas.openxmlformats.org/drawingml/2006/main">
            <a:off x="2480596" y="566958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1" name="diagram-line-661">
            <a:extLst xmlns:a="http://schemas.openxmlformats.org/drawingml/2006/main">
              <a:ext uri="{FF2B5EF4-FFF2-40B4-BE49-F238E27FC236}">
                <a16:creationId xmlns:a16="http://schemas.microsoft.com/office/drawing/2014/main" id="{6E175906-F9D9-49D8-9080-5FF2EBED5EEB}"/>
              </a:ext>
            </a:extLst>
          </p:cNvPr>
          <p:cNvSpPr>
            <a:spLocks xmlns:a="http://schemas.openxmlformats.org/drawingml/2006/main" noGrp="1"/>
          </p:cNvSpPr>
          <p:nvPr/>
        </p:nvSpPr>
        <p:spPr>
          <a:xfrm xmlns:a="http://schemas.openxmlformats.org/drawingml/2006/main">
            <a:off x="2480596" y="5776798"/>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192" name="diagram-line-662">
            <a:extLst xmlns:a="http://schemas.openxmlformats.org/drawingml/2006/main">
              <a:ext uri="{FF2B5EF4-FFF2-40B4-BE49-F238E27FC236}">
                <a16:creationId xmlns:a16="http://schemas.microsoft.com/office/drawing/2014/main" id="{84D6B0DF-3B22-4D3D-9D95-3FA53B45D18D}"/>
              </a:ext>
            </a:extLst>
          </p:cNvPr>
          <p:cNvSpPr>
            <a:spLocks xmlns:a="http://schemas.openxmlformats.org/drawingml/2006/main" noGrp="1"/>
          </p:cNvSpPr>
          <p:nvPr/>
        </p:nvSpPr>
        <p:spPr>
          <a:xfrm xmlns:a="http://schemas.openxmlformats.org/drawingml/2006/main">
            <a:off x="3240024" y="491909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3" name="diagram-line-663">
            <a:extLst xmlns:a="http://schemas.openxmlformats.org/drawingml/2006/main">
              <a:ext uri="{FF2B5EF4-FFF2-40B4-BE49-F238E27FC236}">
                <a16:creationId xmlns:a16="http://schemas.microsoft.com/office/drawing/2014/main" id="{A2E1C391-5FD0-4C0F-807C-89650F5B483C}"/>
              </a:ext>
            </a:extLst>
          </p:cNvPr>
          <p:cNvSpPr>
            <a:spLocks xmlns:a="http://schemas.openxmlformats.org/drawingml/2006/main" noGrp="1"/>
          </p:cNvSpPr>
          <p:nvPr/>
        </p:nvSpPr>
        <p:spPr>
          <a:xfrm xmlns:a="http://schemas.openxmlformats.org/drawingml/2006/main">
            <a:off x="3240024" y="5026304"/>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4" name="diagram-line-664">
            <a:extLst xmlns:a="http://schemas.openxmlformats.org/drawingml/2006/main">
              <a:ext uri="{FF2B5EF4-FFF2-40B4-BE49-F238E27FC236}">
                <a16:creationId xmlns:a16="http://schemas.microsoft.com/office/drawing/2014/main" id="{4B9F1AB2-B3AB-4880-80A9-3C2B6C511C5D}"/>
              </a:ext>
            </a:extLst>
          </p:cNvPr>
          <p:cNvSpPr>
            <a:spLocks xmlns:a="http://schemas.openxmlformats.org/drawingml/2006/main" noGrp="1"/>
          </p:cNvSpPr>
          <p:nvPr/>
        </p:nvSpPr>
        <p:spPr>
          <a:xfrm xmlns:a="http://schemas.openxmlformats.org/drawingml/2006/main">
            <a:off x="3240024" y="513351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5" name="diagram-line-665">
            <a:extLst xmlns:a="http://schemas.openxmlformats.org/drawingml/2006/main">
              <a:ext uri="{FF2B5EF4-FFF2-40B4-BE49-F238E27FC236}">
                <a16:creationId xmlns:a16="http://schemas.microsoft.com/office/drawing/2014/main" id="{4D990717-0201-4391-928A-655255015584}"/>
              </a:ext>
            </a:extLst>
          </p:cNvPr>
          <p:cNvSpPr>
            <a:spLocks xmlns:a="http://schemas.openxmlformats.org/drawingml/2006/main" noGrp="1"/>
          </p:cNvSpPr>
          <p:nvPr/>
        </p:nvSpPr>
        <p:spPr>
          <a:xfrm xmlns:a="http://schemas.openxmlformats.org/drawingml/2006/main">
            <a:off x="3240024" y="524073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6" name="diagram-line-666">
            <a:extLst xmlns:a="http://schemas.openxmlformats.org/drawingml/2006/main">
              <a:ext uri="{FF2B5EF4-FFF2-40B4-BE49-F238E27FC236}">
                <a16:creationId xmlns:a16="http://schemas.microsoft.com/office/drawing/2014/main" id="{DA758160-E0C4-48FD-8B8B-3F50CDBF3EB6}"/>
              </a:ext>
            </a:extLst>
          </p:cNvPr>
          <p:cNvSpPr>
            <a:spLocks xmlns:a="http://schemas.openxmlformats.org/drawingml/2006/main" noGrp="1"/>
          </p:cNvSpPr>
          <p:nvPr/>
        </p:nvSpPr>
        <p:spPr>
          <a:xfrm xmlns:a="http://schemas.openxmlformats.org/drawingml/2006/main">
            <a:off x="3240024" y="534794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7" name="diagram-line-667">
            <a:extLst xmlns:a="http://schemas.openxmlformats.org/drawingml/2006/main">
              <a:ext uri="{FF2B5EF4-FFF2-40B4-BE49-F238E27FC236}">
                <a16:creationId xmlns:a16="http://schemas.microsoft.com/office/drawing/2014/main" id="{66197C94-50BB-4C86-9E84-26244834EF58}"/>
              </a:ext>
            </a:extLst>
          </p:cNvPr>
          <p:cNvSpPr>
            <a:spLocks xmlns:a="http://schemas.openxmlformats.org/drawingml/2006/main" noGrp="1"/>
          </p:cNvSpPr>
          <p:nvPr/>
        </p:nvSpPr>
        <p:spPr>
          <a:xfrm xmlns:a="http://schemas.openxmlformats.org/drawingml/2006/main">
            <a:off x="3240024" y="545515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8" name="diagram-line-668">
            <a:extLst xmlns:a="http://schemas.openxmlformats.org/drawingml/2006/main">
              <a:ext uri="{FF2B5EF4-FFF2-40B4-BE49-F238E27FC236}">
                <a16:creationId xmlns:a16="http://schemas.microsoft.com/office/drawing/2014/main" id="{F01511C2-9756-409C-A6B1-3C571D4D60E9}"/>
              </a:ext>
            </a:extLst>
          </p:cNvPr>
          <p:cNvSpPr>
            <a:spLocks xmlns:a="http://schemas.openxmlformats.org/drawingml/2006/main" noGrp="1"/>
          </p:cNvSpPr>
          <p:nvPr/>
        </p:nvSpPr>
        <p:spPr>
          <a:xfrm xmlns:a="http://schemas.openxmlformats.org/drawingml/2006/main">
            <a:off x="3240024" y="556237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9" name="diagram-line-669">
            <a:extLst xmlns:a="http://schemas.openxmlformats.org/drawingml/2006/main">
              <a:ext uri="{FF2B5EF4-FFF2-40B4-BE49-F238E27FC236}">
                <a16:creationId xmlns:a16="http://schemas.microsoft.com/office/drawing/2014/main" id="{29232605-37AF-4CC0-9A33-785B18098601}"/>
              </a:ext>
            </a:extLst>
          </p:cNvPr>
          <p:cNvSpPr>
            <a:spLocks xmlns:a="http://schemas.openxmlformats.org/drawingml/2006/main" noGrp="1"/>
          </p:cNvSpPr>
          <p:nvPr/>
        </p:nvSpPr>
        <p:spPr>
          <a:xfrm xmlns:a="http://schemas.openxmlformats.org/drawingml/2006/main">
            <a:off x="3240024" y="566958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200" name="diagram-line-670">
            <a:extLst xmlns:a="http://schemas.openxmlformats.org/drawingml/2006/main">
              <a:ext uri="{FF2B5EF4-FFF2-40B4-BE49-F238E27FC236}">
                <a16:creationId xmlns:a16="http://schemas.microsoft.com/office/drawing/2014/main" id="{C0787EE0-2457-40FE-B879-3EE10A02B833}"/>
              </a:ext>
            </a:extLst>
          </p:cNvPr>
          <p:cNvSpPr>
            <a:spLocks xmlns:a="http://schemas.openxmlformats.org/drawingml/2006/main" noGrp="1"/>
          </p:cNvSpPr>
          <p:nvPr/>
        </p:nvSpPr>
        <p:spPr>
          <a:xfrm xmlns:a="http://schemas.openxmlformats.org/drawingml/2006/main">
            <a:off x="3240024" y="5776798"/>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201" name="diagram-line-671">
            <a:extLst xmlns:a="http://schemas.openxmlformats.org/drawingml/2006/main">
              <a:ext uri="{FF2B5EF4-FFF2-40B4-BE49-F238E27FC236}">
                <a16:creationId xmlns:a16="http://schemas.microsoft.com/office/drawing/2014/main" id="{0648DEA0-1116-4929-A4DC-B37389E62232}"/>
              </a:ext>
            </a:extLst>
          </p:cNvPr>
          <p:cNvSpPr>
            <a:spLocks xmlns:a="http://schemas.openxmlformats.org/drawingml/2006/main" noGrp="1"/>
          </p:cNvSpPr>
          <p:nvPr/>
        </p:nvSpPr>
        <p:spPr>
          <a:xfrm xmlns:a="http://schemas.openxmlformats.org/drawingml/2006/main">
            <a:off x="943870" y="5008435"/>
            <a:ext cx="179" cy="687953"/>
          </a:xfrm>
          <a:custGeom xmlns:a="http://schemas.openxmlformats.org/drawingml/2006/main">
            <a:pathLst>
              <a:path w="191" h="733425">
                <a:moveTo>
                  <a:pt x="0" y="0"/>
                </a:moveTo>
                <a:lnTo>
                  <a:pt x="0" y="733425"/>
                </a:lnTo>
              </a:path>
            </a:pathLst>
          </a:custGeom>
          <a:noFill xmlns:a="http://schemas.openxmlformats.org/drawingml/2006/main"/>
          <a:ln xmlns:a="http://schemas.openxmlformats.org/drawingml/2006/main" w="13402">
            <a:solidFill>
              <a:srgbClr val="28849C"/>
            </a:solidFill>
          </a:ln>
        </p:spPr>
      </p:sp>
      <p:sp>
        <p:nvSpPr>
          <p:cNvPr id="202" name="diagram-poly-672">
            <a:extLst xmlns:a="http://schemas.openxmlformats.org/drawingml/2006/main">
              <a:ext uri="{FF2B5EF4-FFF2-40B4-BE49-F238E27FC236}">
                <a16:creationId xmlns:a16="http://schemas.microsoft.com/office/drawing/2014/main" id="{13BBE605-A0C8-4EBF-B07B-96620F3F40A7}"/>
              </a:ext>
            </a:extLst>
          </p:cNvPr>
          <p:cNvSpPr>
            <a:spLocks xmlns:a="http://schemas.openxmlformats.org/drawingml/2006/main" noGrp="1"/>
          </p:cNvSpPr>
          <p:nvPr/>
        </p:nvSpPr>
        <p:spPr>
          <a:xfrm xmlns:a="http://schemas.openxmlformats.org/drawingml/2006/main">
            <a:off x="916174" y="5633847"/>
            <a:ext cx="55394" cy="62541"/>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893">
            <a:solidFill>
              <a:srgbClr val="28849C"/>
            </a:solidFill>
          </a:ln>
        </p:spPr>
      </p:sp>
      <p:sp>
        <p:nvSpPr>
          <p:cNvPr id="203" name="diagram-line-673">
            <a:extLst xmlns:a="http://schemas.openxmlformats.org/drawingml/2006/main">
              <a:ext uri="{FF2B5EF4-FFF2-40B4-BE49-F238E27FC236}">
                <a16:creationId xmlns:a16="http://schemas.microsoft.com/office/drawing/2014/main" id="{274AA487-312B-419E-9D24-701F3C8CF834}"/>
              </a:ext>
            </a:extLst>
          </p:cNvPr>
          <p:cNvSpPr>
            <a:spLocks xmlns:a="http://schemas.openxmlformats.org/drawingml/2006/main" noGrp="1"/>
          </p:cNvSpPr>
          <p:nvPr/>
        </p:nvSpPr>
        <p:spPr>
          <a:xfrm xmlns:a="http://schemas.openxmlformats.org/drawingml/2006/main">
            <a:off x="1336986" y="5008435"/>
            <a:ext cx="179" cy="687953"/>
          </a:xfrm>
          <a:custGeom xmlns:a="http://schemas.openxmlformats.org/drawingml/2006/main">
            <a:pathLst>
              <a:path w="191" h="733425">
                <a:moveTo>
                  <a:pt x="0" y="733425"/>
                </a:moveTo>
                <a:lnTo>
                  <a:pt x="0" y="0"/>
                </a:lnTo>
              </a:path>
            </a:pathLst>
          </a:custGeom>
          <a:noFill xmlns:a="http://schemas.openxmlformats.org/drawingml/2006/main"/>
          <a:ln xmlns:a="http://schemas.openxmlformats.org/drawingml/2006/main" w="13402">
            <a:solidFill>
              <a:srgbClr val="799A39"/>
            </a:solidFill>
          </a:ln>
        </p:spPr>
      </p:sp>
      <p:sp>
        <p:nvSpPr>
          <p:cNvPr id="204" name="diagram-poly-674">
            <a:extLst xmlns:a="http://schemas.openxmlformats.org/drawingml/2006/main">
              <a:ext uri="{FF2B5EF4-FFF2-40B4-BE49-F238E27FC236}">
                <a16:creationId xmlns:a16="http://schemas.microsoft.com/office/drawing/2014/main" id="{A74C0A19-1E58-4696-A324-CE13D05B2CAE}"/>
              </a:ext>
            </a:extLst>
          </p:cNvPr>
          <p:cNvSpPr>
            <a:spLocks xmlns:a="http://schemas.openxmlformats.org/drawingml/2006/main" noGrp="1"/>
          </p:cNvSpPr>
          <p:nvPr/>
        </p:nvSpPr>
        <p:spPr>
          <a:xfrm xmlns:a="http://schemas.openxmlformats.org/drawingml/2006/main">
            <a:off x="1309289" y="5008435"/>
            <a:ext cx="55394" cy="62541"/>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893">
            <a:solidFill>
              <a:srgbClr val="799A39"/>
            </a:solidFill>
          </a:ln>
        </p:spPr>
      </p:sp>
      <p:sp>
        <p:nvSpPr>
          <p:cNvPr id="205" name="revision-text-675">
            <a:extLst xmlns:a="http://schemas.openxmlformats.org/drawingml/2006/main">
              <a:ext uri="{FF2B5EF4-FFF2-40B4-BE49-F238E27FC236}">
                <a16:creationId xmlns:a16="http://schemas.microsoft.com/office/drawing/2014/main" id="{73F3DFB3-F4F5-4BA4-9FE7-E162AA729245}"/>
              </a:ext>
            </a:extLst>
          </p:cNvPr>
          <p:cNvSpPr>
            <a:spLocks xmlns:a="http://schemas.openxmlformats.org/drawingml/2006/main" noGrp="1"/>
          </p:cNvSpPr>
          <p:nvPr/>
        </p:nvSpPr>
        <p:spPr>
          <a:xfrm xmlns:a="http://schemas.openxmlformats.org/drawingml/2006/main">
            <a:off x="613296" y="5164788"/>
            <a:ext cx="321640" cy="370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472" b="0">
                <a:solidFill>
                  <a:srgbClr val="28849C"/>
                </a:solidFill>
                <a:latin typeface="微软雅黑"/>
                <a:ea typeface="微软雅黑"/>
                <a:cs typeface="微软雅黑"/>
              </a:defRPr>
            </a:pPr>
            <a:r>
              <a:rPr sz="472" b="0">
                <a:solidFill>
                  <a:srgbClr val="28849C"/>
                </a:solidFill>
                <a:latin typeface="微软雅黑"/>
                <a:ea typeface="微软雅黑"/>
                <a:cs typeface="微软雅黑"/>
              </a:rPr>
              <a:t>Device</a:t>
            </a:r>
          </a:p>
          <a:p xmlns:a="http://schemas.openxmlformats.org/drawingml/2006/main">
            <a:pPr algn="ctr">
              <a:lnSpc>
                <a:spcPct val="104000"/>
              </a:lnSpc>
              <a:spcBef>
                <a:spcPts val="0"/>
              </a:spcBef>
              <a:spcAft>
                <a:spcPts val="0"/>
              </a:spcAft>
              <a:buNone/>
              <a:defRPr sz="472" b="0">
                <a:solidFill>
                  <a:srgbClr val="28849C"/>
                </a:solidFill>
                <a:latin typeface="微软雅黑"/>
                <a:ea typeface="微软雅黑"/>
                <a:cs typeface="微软雅黑"/>
              </a:defRPr>
            </a:pPr>
            <a:r>
              <a:rPr sz="472" b="0">
                <a:solidFill>
                  <a:srgbClr val="28849C"/>
                </a:solidFill>
                <a:latin typeface="微软雅黑"/>
                <a:ea typeface="微软雅黑"/>
                <a:cs typeface="微软雅黑"/>
              </a:rPr>
              <a:t>command</a:t>
            </a:r>
          </a:p>
        </p:txBody>
      </p:sp>
      <p:sp>
        <p:nvSpPr>
          <p:cNvPr id="206" name="revision-text-676">
            <a:extLst xmlns:a="http://schemas.openxmlformats.org/drawingml/2006/main">
              <a:ext uri="{FF2B5EF4-FFF2-40B4-BE49-F238E27FC236}">
                <a16:creationId xmlns:a16="http://schemas.microsoft.com/office/drawing/2014/main" id="{1F82E294-F3BA-45C2-9CCE-AFD8B56A5216}"/>
              </a:ext>
            </a:extLst>
          </p:cNvPr>
          <p:cNvSpPr>
            <a:spLocks xmlns:a="http://schemas.openxmlformats.org/drawingml/2006/main" noGrp="1"/>
          </p:cNvSpPr>
          <p:nvPr/>
        </p:nvSpPr>
        <p:spPr>
          <a:xfrm xmlns:a="http://schemas.openxmlformats.org/drawingml/2006/main">
            <a:off x="1363790" y="5164788"/>
            <a:ext cx="321640" cy="370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10" b="0">
                <a:solidFill>
                  <a:srgbClr val="799A39"/>
                </a:solidFill>
                <a:latin typeface="微软雅黑"/>
                <a:ea typeface="微软雅黑"/>
                <a:cs typeface="微软雅黑"/>
              </a:defRPr>
            </a:pPr>
            <a:r>
              <a:rPr sz="810" b="0">
                <a:solidFill>
                  <a:srgbClr val="799A39"/>
                </a:solidFill>
                <a:latin typeface="微软雅黑"/>
                <a:ea typeface="微软雅黑"/>
                <a:cs typeface="微软雅黑"/>
              </a:rPr>
              <a:t>Data</a:t>
            </a:r>
          </a:p>
          <a:p xmlns:a="http://schemas.openxmlformats.org/drawingml/2006/main">
            <a:pPr algn="ctr">
              <a:lnSpc>
                <a:spcPct val="104000"/>
              </a:lnSpc>
              <a:spcBef>
                <a:spcPts val="0"/>
              </a:spcBef>
              <a:spcAft>
                <a:spcPts val="0"/>
              </a:spcAft>
              <a:buNone/>
              <a:defRPr sz="810" b="0">
                <a:solidFill>
                  <a:srgbClr val="799A39"/>
                </a:solidFill>
                <a:latin typeface="微软雅黑"/>
                <a:ea typeface="微软雅黑"/>
                <a:cs typeface="微软雅黑"/>
              </a:defRPr>
            </a:pPr>
            <a:r>
              <a:rPr sz="810" b="0">
                <a:solidFill>
                  <a:srgbClr val="799A39"/>
                </a:solidFill>
                <a:latin typeface="微软雅黑"/>
                <a:ea typeface="微软雅黑"/>
                <a:cs typeface="微软雅黑"/>
              </a:rPr>
              <a:t>status</a:t>
            </a:r>
          </a:p>
        </p:txBody>
      </p:sp>
      <p:sp>
        <p:nvSpPr>
          <p:cNvPr id="207" name="diagram-line-677">
            <a:extLst xmlns:a="http://schemas.openxmlformats.org/drawingml/2006/main">
              <a:ext uri="{FF2B5EF4-FFF2-40B4-BE49-F238E27FC236}">
                <a16:creationId xmlns:a16="http://schemas.microsoft.com/office/drawing/2014/main" id="{57A05BDF-2AC7-4692-A14B-09AB0BFCFE40}"/>
              </a:ext>
            </a:extLst>
          </p:cNvPr>
          <p:cNvSpPr>
            <a:spLocks xmlns:a="http://schemas.openxmlformats.org/drawingml/2006/main" noGrp="1"/>
          </p:cNvSpPr>
          <p:nvPr/>
        </p:nvSpPr>
        <p:spPr>
          <a:xfrm xmlns:a="http://schemas.openxmlformats.org/drawingml/2006/main">
            <a:off x="3686747" y="170268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08" name="diagram-line-678">
            <a:extLst xmlns:a="http://schemas.openxmlformats.org/drawingml/2006/main">
              <a:ext uri="{FF2B5EF4-FFF2-40B4-BE49-F238E27FC236}">
                <a16:creationId xmlns:a16="http://schemas.microsoft.com/office/drawing/2014/main" id="{DB0DC9A2-97C6-465C-97A3-1312D6C3AA48}"/>
              </a:ext>
            </a:extLst>
          </p:cNvPr>
          <p:cNvSpPr>
            <a:spLocks xmlns:a="http://schemas.openxmlformats.org/drawingml/2006/main" noGrp="1"/>
          </p:cNvSpPr>
          <p:nvPr/>
        </p:nvSpPr>
        <p:spPr>
          <a:xfrm xmlns:a="http://schemas.openxmlformats.org/drawingml/2006/main">
            <a:off x="3793960" y="170268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09" name="diagram-line-679">
            <a:extLst xmlns:a="http://schemas.openxmlformats.org/drawingml/2006/main">
              <a:ext uri="{FF2B5EF4-FFF2-40B4-BE49-F238E27FC236}">
                <a16:creationId xmlns:a16="http://schemas.microsoft.com/office/drawing/2014/main" id="{25313392-1928-4757-B418-155936969448}"/>
              </a:ext>
            </a:extLst>
          </p:cNvPr>
          <p:cNvSpPr>
            <a:spLocks xmlns:a="http://schemas.openxmlformats.org/drawingml/2006/main" noGrp="1"/>
          </p:cNvSpPr>
          <p:nvPr/>
        </p:nvSpPr>
        <p:spPr>
          <a:xfrm xmlns:a="http://schemas.openxmlformats.org/drawingml/2006/main">
            <a:off x="3901173" y="1702689"/>
            <a:ext cx="8934" cy="179"/>
          </a:xfrm>
          <a:custGeom xmlns:a="http://schemas.openxmlformats.org/drawingml/2006/main">
            <a:pathLst>
              <a:path w="9525" h="191">
                <a:moveTo>
                  <a:pt x="0" y="0"/>
                </a:moveTo>
                <a:lnTo>
                  <a:pt x="9525" y="0"/>
                </a:lnTo>
              </a:path>
            </a:pathLst>
          </a:custGeom>
          <a:noFill xmlns:a="http://schemas.openxmlformats.org/drawingml/2006/main"/>
          <a:ln xmlns:a="http://schemas.openxmlformats.org/drawingml/2006/main" w="7148">
            <a:solidFill>
              <a:srgbClr val="939CA3"/>
            </a:solidFill>
          </a:ln>
        </p:spPr>
      </p:sp>
      <p:sp>
        <p:nvSpPr>
          <p:cNvPr id="210" name="diagram-line-680">
            <a:extLst xmlns:a="http://schemas.openxmlformats.org/drawingml/2006/main">
              <a:ext uri="{FF2B5EF4-FFF2-40B4-BE49-F238E27FC236}">
                <a16:creationId xmlns:a16="http://schemas.microsoft.com/office/drawing/2014/main" id="{2C5D9ED2-F2FC-4244-B56C-E2296E0F6CF7}"/>
              </a:ext>
            </a:extLst>
          </p:cNvPr>
          <p:cNvSpPr>
            <a:spLocks xmlns:a="http://schemas.openxmlformats.org/drawingml/2006/main" noGrp="1"/>
          </p:cNvSpPr>
          <p:nvPr/>
        </p:nvSpPr>
        <p:spPr>
          <a:xfrm xmlns:a="http://schemas.openxmlformats.org/drawingml/2006/main">
            <a:off x="3910108" y="170268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1" name="diagram-line-681">
            <a:extLst xmlns:a="http://schemas.openxmlformats.org/drawingml/2006/main">
              <a:ext uri="{FF2B5EF4-FFF2-40B4-BE49-F238E27FC236}">
                <a16:creationId xmlns:a16="http://schemas.microsoft.com/office/drawing/2014/main" id="{06C7905F-8660-4308-87E5-E4938EBF5A67}"/>
              </a:ext>
            </a:extLst>
          </p:cNvPr>
          <p:cNvSpPr>
            <a:spLocks xmlns:a="http://schemas.openxmlformats.org/drawingml/2006/main" noGrp="1"/>
          </p:cNvSpPr>
          <p:nvPr/>
        </p:nvSpPr>
        <p:spPr>
          <a:xfrm xmlns:a="http://schemas.openxmlformats.org/drawingml/2006/main">
            <a:off x="4017321" y="170268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2" name="diagram-line-682">
            <a:extLst xmlns:a="http://schemas.openxmlformats.org/drawingml/2006/main">
              <a:ext uri="{FF2B5EF4-FFF2-40B4-BE49-F238E27FC236}">
                <a16:creationId xmlns:a16="http://schemas.microsoft.com/office/drawing/2014/main" id="{DFB1B234-0E4B-4E73-AD52-331409999F49}"/>
              </a:ext>
            </a:extLst>
          </p:cNvPr>
          <p:cNvSpPr>
            <a:spLocks xmlns:a="http://schemas.openxmlformats.org/drawingml/2006/main" noGrp="1"/>
          </p:cNvSpPr>
          <p:nvPr/>
        </p:nvSpPr>
        <p:spPr>
          <a:xfrm xmlns:a="http://schemas.openxmlformats.org/drawingml/2006/main">
            <a:off x="4124535" y="170268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3" name="diagram-line-683">
            <a:extLst xmlns:a="http://schemas.openxmlformats.org/drawingml/2006/main">
              <a:ext uri="{FF2B5EF4-FFF2-40B4-BE49-F238E27FC236}">
                <a16:creationId xmlns:a16="http://schemas.microsoft.com/office/drawing/2014/main" id="{99E85F8C-813A-4095-9B96-D1B5A8A5C004}"/>
              </a:ext>
            </a:extLst>
          </p:cNvPr>
          <p:cNvSpPr>
            <a:spLocks xmlns:a="http://schemas.openxmlformats.org/drawingml/2006/main" noGrp="1"/>
          </p:cNvSpPr>
          <p:nvPr/>
        </p:nvSpPr>
        <p:spPr>
          <a:xfrm xmlns:a="http://schemas.openxmlformats.org/drawingml/2006/main">
            <a:off x="3686747" y="3114332"/>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4" name="diagram-line-684">
            <a:extLst xmlns:a="http://schemas.openxmlformats.org/drawingml/2006/main">
              <a:ext uri="{FF2B5EF4-FFF2-40B4-BE49-F238E27FC236}">
                <a16:creationId xmlns:a16="http://schemas.microsoft.com/office/drawing/2014/main" id="{B5715109-C932-4B58-AB5B-C3A06705DC19}"/>
              </a:ext>
            </a:extLst>
          </p:cNvPr>
          <p:cNvSpPr>
            <a:spLocks xmlns:a="http://schemas.openxmlformats.org/drawingml/2006/main" noGrp="1"/>
          </p:cNvSpPr>
          <p:nvPr/>
        </p:nvSpPr>
        <p:spPr>
          <a:xfrm xmlns:a="http://schemas.openxmlformats.org/drawingml/2006/main">
            <a:off x="3793960" y="3114332"/>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5" name="diagram-line-685">
            <a:extLst xmlns:a="http://schemas.openxmlformats.org/drawingml/2006/main">
              <a:ext uri="{FF2B5EF4-FFF2-40B4-BE49-F238E27FC236}">
                <a16:creationId xmlns:a16="http://schemas.microsoft.com/office/drawing/2014/main" id="{2A2BDF39-3D0F-48C7-97C9-C61EB5A3C03D}"/>
              </a:ext>
            </a:extLst>
          </p:cNvPr>
          <p:cNvSpPr>
            <a:spLocks xmlns:a="http://schemas.openxmlformats.org/drawingml/2006/main" noGrp="1"/>
          </p:cNvSpPr>
          <p:nvPr/>
        </p:nvSpPr>
        <p:spPr>
          <a:xfrm xmlns:a="http://schemas.openxmlformats.org/drawingml/2006/main">
            <a:off x="3901173" y="3114332"/>
            <a:ext cx="8934" cy="179"/>
          </a:xfrm>
          <a:custGeom xmlns:a="http://schemas.openxmlformats.org/drawingml/2006/main">
            <a:pathLst>
              <a:path w="9525" h="191">
                <a:moveTo>
                  <a:pt x="0" y="0"/>
                </a:moveTo>
                <a:lnTo>
                  <a:pt x="9525" y="0"/>
                </a:lnTo>
              </a:path>
            </a:pathLst>
          </a:custGeom>
          <a:noFill xmlns:a="http://schemas.openxmlformats.org/drawingml/2006/main"/>
          <a:ln xmlns:a="http://schemas.openxmlformats.org/drawingml/2006/main" w="7148">
            <a:solidFill>
              <a:srgbClr val="939CA3"/>
            </a:solidFill>
          </a:ln>
        </p:spPr>
      </p:sp>
      <p:sp>
        <p:nvSpPr>
          <p:cNvPr id="216" name="diagram-line-686">
            <a:extLst xmlns:a="http://schemas.openxmlformats.org/drawingml/2006/main">
              <a:ext uri="{FF2B5EF4-FFF2-40B4-BE49-F238E27FC236}">
                <a16:creationId xmlns:a16="http://schemas.microsoft.com/office/drawing/2014/main" id="{31534B64-2E8B-4349-819F-040017FE0C05}"/>
              </a:ext>
            </a:extLst>
          </p:cNvPr>
          <p:cNvSpPr>
            <a:spLocks xmlns:a="http://schemas.openxmlformats.org/drawingml/2006/main" noGrp="1"/>
          </p:cNvSpPr>
          <p:nvPr/>
        </p:nvSpPr>
        <p:spPr>
          <a:xfrm xmlns:a="http://schemas.openxmlformats.org/drawingml/2006/main">
            <a:off x="3910108" y="3114332"/>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7" name="diagram-line-687">
            <a:extLst xmlns:a="http://schemas.openxmlformats.org/drawingml/2006/main">
              <a:ext uri="{FF2B5EF4-FFF2-40B4-BE49-F238E27FC236}">
                <a16:creationId xmlns:a16="http://schemas.microsoft.com/office/drawing/2014/main" id="{2391C167-3AB8-43CA-93B2-8BF0BA913EB1}"/>
              </a:ext>
            </a:extLst>
          </p:cNvPr>
          <p:cNvSpPr>
            <a:spLocks xmlns:a="http://schemas.openxmlformats.org/drawingml/2006/main" noGrp="1"/>
          </p:cNvSpPr>
          <p:nvPr/>
        </p:nvSpPr>
        <p:spPr>
          <a:xfrm xmlns:a="http://schemas.openxmlformats.org/drawingml/2006/main">
            <a:off x="4017321" y="3114332"/>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8" name="diagram-line-688">
            <a:extLst xmlns:a="http://schemas.openxmlformats.org/drawingml/2006/main">
              <a:ext uri="{FF2B5EF4-FFF2-40B4-BE49-F238E27FC236}">
                <a16:creationId xmlns:a16="http://schemas.microsoft.com/office/drawing/2014/main" id="{2D1A4789-307F-445C-B42F-07A83D553D20}"/>
              </a:ext>
            </a:extLst>
          </p:cNvPr>
          <p:cNvSpPr>
            <a:spLocks xmlns:a="http://schemas.openxmlformats.org/drawingml/2006/main" noGrp="1"/>
          </p:cNvSpPr>
          <p:nvPr/>
        </p:nvSpPr>
        <p:spPr>
          <a:xfrm xmlns:a="http://schemas.openxmlformats.org/drawingml/2006/main">
            <a:off x="4124535" y="3114332"/>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9" name="diagram-line-689">
            <a:extLst xmlns:a="http://schemas.openxmlformats.org/drawingml/2006/main">
              <a:ext uri="{FF2B5EF4-FFF2-40B4-BE49-F238E27FC236}">
                <a16:creationId xmlns:a16="http://schemas.microsoft.com/office/drawing/2014/main" id="{60E10859-9772-436C-A21C-D069915252B2}"/>
              </a:ext>
            </a:extLst>
          </p:cNvPr>
          <p:cNvSpPr>
            <a:spLocks xmlns:a="http://schemas.openxmlformats.org/drawingml/2006/main" noGrp="1"/>
          </p:cNvSpPr>
          <p:nvPr/>
        </p:nvSpPr>
        <p:spPr>
          <a:xfrm xmlns:a="http://schemas.openxmlformats.org/drawingml/2006/main">
            <a:off x="3686747" y="455277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0" name="diagram-line-690">
            <a:extLst xmlns:a="http://schemas.openxmlformats.org/drawingml/2006/main">
              <a:ext uri="{FF2B5EF4-FFF2-40B4-BE49-F238E27FC236}">
                <a16:creationId xmlns:a16="http://schemas.microsoft.com/office/drawing/2014/main" id="{68E8A07A-6C74-4359-9C01-07A2A5185583}"/>
              </a:ext>
            </a:extLst>
          </p:cNvPr>
          <p:cNvSpPr>
            <a:spLocks xmlns:a="http://schemas.openxmlformats.org/drawingml/2006/main" noGrp="1"/>
          </p:cNvSpPr>
          <p:nvPr/>
        </p:nvSpPr>
        <p:spPr>
          <a:xfrm xmlns:a="http://schemas.openxmlformats.org/drawingml/2006/main">
            <a:off x="3793960" y="455277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1" name="diagram-line-691">
            <a:extLst xmlns:a="http://schemas.openxmlformats.org/drawingml/2006/main">
              <a:ext uri="{FF2B5EF4-FFF2-40B4-BE49-F238E27FC236}">
                <a16:creationId xmlns:a16="http://schemas.microsoft.com/office/drawing/2014/main" id="{3B59F6A5-CCBD-477E-82AC-5982F3ED5822}"/>
              </a:ext>
            </a:extLst>
          </p:cNvPr>
          <p:cNvSpPr>
            <a:spLocks xmlns:a="http://schemas.openxmlformats.org/drawingml/2006/main" noGrp="1"/>
          </p:cNvSpPr>
          <p:nvPr/>
        </p:nvSpPr>
        <p:spPr>
          <a:xfrm xmlns:a="http://schemas.openxmlformats.org/drawingml/2006/main">
            <a:off x="3901173" y="4552779"/>
            <a:ext cx="8934" cy="179"/>
          </a:xfrm>
          <a:custGeom xmlns:a="http://schemas.openxmlformats.org/drawingml/2006/main">
            <a:pathLst>
              <a:path w="9525" h="191">
                <a:moveTo>
                  <a:pt x="0" y="0"/>
                </a:moveTo>
                <a:lnTo>
                  <a:pt x="9525" y="0"/>
                </a:lnTo>
              </a:path>
            </a:pathLst>
          </a:custGeom>
          <a:noFill xmlns:a="http://schemas.openxmlformats.org/drawingml/2006/main"/>
          <a:ln xmlns:a="http://schemas.openxmlformats.org/drawingml/2006/main" w="7148">
            <a:solidFill>
              <a:srgbClr val="939CA3"/>
            </a:solidFill>
          </a:ln>
        </p:spPr>
      </p:sp>
      <p:sp>
        <p:nvSpPr>
          <p:cNvPr id="222" name="diagram-line-692">
            <a:extLst xmlns:a="http://schemas.openxmlformats.org/drawingml/2006/main">
              <a:ext uri="{FF2B5EF4-FFF2-40B4-BE49-F238E27FC236}">
                <a16:creationId xmlns:a16="http://schemas.microsoft.com/office/drawing/2014/main" id="{99AC58B0-9727-4C40-8036-2FFB9F743BC5}"/>
              </a:ext>
            </a:extLst>
          </p:cNvPr>
          <p:cNvSpPr>
            <a:spLocks xmlns:a="http://schemas.openxmlformats.org/drawingml/2006/main" noGrp="1"/>
          </p:cNvSpPr>
          <p:nvPr/>
        </p:nvSpPr>
        <p:spPr>
          <a:xfrm xmlns:a="http://schemas.openxmlformats.org/drawingml/2006/main">
            <a:off x="3910108" y="455277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3" name="diagram-line-693">
            <a:extLst xmlns:a="http://schemas.openxmlformats.org/drawingml/2006/main">
              <a:ext uri="{FF2B5EF4-FFF2-40B4-BE49-F238E27FC236}">
                <a16:creationId xmlns:a16="http://schemas.microsoft.com/office/drawing/2014/main" id="{9307152E-644F-441A-B456-725F20A584CA}"/>
              </a:ext>
            </a:extLst>
          </p:cNvPr>
          <p:cNvSpPr>
            <a:spLocks xmlns:a="http://schemas.openxmlformats.org/drawingml/2006/main" noGrp="1"/>
          </p:cNvSpPr>
          <p:nvPr/>
        </p:nvSpPr>
        <p:spPr>
          <a:xfrm xmlns:a="http://schemas.openxmlformats.org/drawingml/2006/main">
            <a:off x="4017321" y="455277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4" name="diagram-line-694">
            <a:extLst xmlns:a="http://schemas.openxmlformats.org/drawingml/2006/main">
              <a:ext uri="{FF2B5EF4-FFF2-40B4-BE49-F238E27FC236}">
                <a16:creationId xmlns:a16="http://schemas.microsoft.com/office/drawing/2014/main" id="{5AF74202-CEC7-469D-AB82-D689EE2FB721}"/>
              </a:ext>
            </a:extLst>
          </p:cNvPr>
          <p:cNvSpPr>
            <a:spLocks xmlns:a="http://schemas.openxmlformats.org/drawingml/2006/main" noGrp="1"/>
          </p:cNvSpPr>
          <p:nvPr/>
        </p:nvSpPr>
        <p:spPr>
          <a:xfrm xmlns:a="http://schemas.openxmlformats.org/drawingml/2006/main">
            <a:off x="4124535" y="455277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5" name="diagram-line-695">
            <a:extLst xmlns:a="http://schemas.openxmlformats.org/drawingml/2006/main">
              <a:ext uri="{FF2B5EF4-FFF2-40B4-BE49-F238E27FC236}">
                <a16:creationId xmlns:a16="http://schemas.microsoft.com/office/drawing/2014/main" id="{5777B149-D80E-4874-96D7-17E4B77084F3}"/>
              </a:ext>
            </a:extLst>
          </p:cNvPr>
          <p:cNvSpPr>
            <a:spLocks xmlns:a="http://schemas.openxmlformats.org/drawingml/2006/main" noGrp="1"/>
          </p:cNvSpPr>
          <p:nvPr/>
        </p:nvSpPr>
        <p:spPr>
          <a:xfrm xmlns:a="http://schemas.openxmlformats.org/drawingml/2006/main">
            <a:off x="3686747" y="5687454"/>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6" name="diagram-line-696">
            <a:extLst xmlns:a="http://schemas.openxmlformats.org/drawingml/2006/main">
              <a:ext uri="{FF2B5EF4-FFF2-40B4-BE49-F238E27FC236}">
                <a16:creationId xmlns:a16="http://schemas.microsoft.com/office/drawing/2014/main" id="{DDAC6A5E-3663-4B7A-A123-EE4EC86C095E}"/>
              </a:ext>
            </a:extLst>
          </p:cNvPr>
          <p:cNvSpPr>
            <a:spLocks xmlns:a="http://schemas.openxmlformats.org/drawingml/2006/main" noGrp="1"/>
          </p:cNvSpPr>
          <p:nvPr/>
        </p:nvSpPr>
        <p:spPr>
          <a:xfrm xmlns:a="http://schemas.openxmlformats.org/drawingml/2006/main">
            <a:off x="3793960" y="5687454"/>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7" name="diagram-line-697">
            <a:extLst xmlns:a="http://schemas.openxmlformats.org/drawingml/2006/main">
              <a:ext uri="{FF2B5EF4-FFF2-40B4-BE49-F238E27FC236}">
                <a16:creationId xmlns:a16="http://schemas.microsoft.com/office/drawing/2014/main" id="{9C9C2574-58BA-406C-99D0-B776BD0D1130}"/>
              </a:ext>
            </a:extLst>
          </p:cNvPr>
          <p:cNvSpPr>
            <a:spLocks xmlns:a="http://schemas.openxmlformats.org/drawingml/2006/main" noGrp="1"/>
          </p:cNvSpPr>
          <p:nvPr/>
        </p:nvSpPr>
        <p:spPr>
          <a:xfrm xmlns:a="http://schemas.openxmlformats.org/drawingml/2006/main">
            <a:off x="3901173" y="5687454"/>
            <a:ext cx="8934" cy="179"/>
          </a:xfrm>
          <a:custGeom xmlns:a="http://schemas.openxmlformats.org/drawingml/2006/main">
            <a:pathLst>
              <a:path w="9525" h="191">
                <a:moveTo>
                  <a:pt x="0" y="0"/>
                </a:moveTo>
                <a:lnTo>
                  <a:pt x="9525" y="0"/>
                </a:lnTo>
              </a:path>
            </a:pathLst>
          </a:custGeom>
          <a:noFill xmlns:a="http://schemas.openxmlformats.org/drawingml/2006/main"/>
          <a:ln xmlns:a="http://schemas.openxmlformats.org/drawingml/2006/main" w="7148">
            <a:solidFill>
              <a:srgbClr val="939CA3"/>
            </a:solidFill>
          </a:ln>
        </p:spPr>
      </p:sp>
      <p:sp>
        <p:nvSpPr>
          <p:cNvPr id="228" name="diagram-line-698">
            <a:extLst xmlns:a="http://schemas.openxmlformats.org/drawingml/2006/main">
              <a:ext uri="{FF2B5EF4-FFF2-40B4-BE49-F238E27FC236}">
                <a16:creationId xmlns:a16="http://schemas.microsoft.com/office/drawing/2014/main" id="{58A70116-732E-40CD-BD18-2667BFE71495}"/>
              </a:ext>
            </a:extLst>
          </p:cNvPr>
          <p:cNvSpPr>
            <a:spLocks xmlns:a="http://schemas.openxmlformats.org/drawingml/2006/main" noGrp="1"/>
          </p:cNvSpPr>
          <p:nvPr/>
        </p:nvSpPr>
        <p:spPr>
          <a:xfrm xmlns:a="http://schemas.openxmlformats.org/drawingml/2006/main">
            <a:off x="3910108" y="5687454"/>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9" name="diagram-line-699">
            <a:extLst xmlns:a="http://schemas.openxmlformats.org/drawingml/2006/main">
              <a:ext uri="{FF2B5EF4-FFF2-40B4-BE49-F238E27FC236}">
                <a16:creationId xmlns:a16="http://schemas.microsoft.com/office/drawing/2014/main" id="{833F1A59-3425-4C0C-AD2A-0869E6E2600B}"/>
              </a:ext>
            </a:extLst>
          </p:cNvPr>
          <p:cNvSpPr>
            <a:spLocks xmlns:a="http://schemas.openxmlformats.org/drawingml/2006/main" noGrp="1"/>
          </p:cNvSpPr>
          <p:nvPr/>
        </p:nvSpPr>
        <p:spPr>
          <a:xfrm xmlns:a="http://schemas.openxmlformats.org/drawingml/2006/main">
            <a:off x="4017321" y="5687454"/>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30" name="diagram-line-700">
            <a:extLst xmlns:a="http://schemas.openxmlformats.org/drawingml/2006/main">
              <a:ext uri="{FF2B5EF4-FFF2-40B4-BE49-F238E27FC236}">
                <a16:creationId xmlns:a16="http://schemas.microsoft.com/office/drawing/2014/main" id="{5557BD40-583D-4C4D-8996-B2874193705B}"/>
              </a:ext>
            </a:extLst>
          </p:cNvPr>
          <p:cNvSpPr>
            <a:spLocks xmlns:a="http://schemas.openxmlformats.org/drawingml/2006/main" noGrp="1"/>
          </p:cNvSpPr>
          <p:nvPr/>
        </p:nvSpPr>
        <p:spPr>
          <a:xfrm xmlns:a="http://schemas.openxmlformats.org/drawingml/2006/main">
            <a:off x="4124535" y="5687454"/>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31" name="diagram-box-701">
            <a:extLst xmlns:a="http://schemas.openxmlformats.org/drawingml/2006/main">
              <a:ext uri="{FF2B5EF4-FFF2-40B4-BE49-F238E27FC236}">
                <a16:creationId xmlns:a16="http://schemas.microsoft.com/office/drawing/2014/main" id="{7BA70FB8-9F41-4DB9-816D-BE658C38F669}"/>
              </a:ext>
            </a:extLst>
          </p:cNvPr>
          <p:cNvSpPr>
            <a:spLocks xmlns:a="http://schemas.openxmlformats.org/drawingml/2006/main" noGrp="1"/>
          </p:cNvSpPr>
          <p:nvPr/>
        </p:nvSpPr>
        <p:spPr>
          <a:xfrm xmlns:a="http://schemas.openxmlformats.org/drawingml/2006/main">
            <a:off x="4222814" y="1524000"/>
            <a:ext cx="6879527" cy="1018527"/>
          </a:xfrm>
          <a:prstGeom xmlns:a="http://schemas.openxmlformats.org/drawingml/2006/main" prst="rect">
            <a:avLst/>
          </a:prstGeom>
          <a:solidFill xmlns:a="http://schemas.openxmlformats.org/drawingml/2006/main">
            <a:srgbClr val="FAF8FC"/>
          </a:solidFill>
          <a:ln xmlns:a="http://schemas.openxmlformats.org/drawingml/2006/main" w="8934">
            <a:solidFill>
              <a:srgbClr val="6F7B83"/>
            </a:solidFill>
          </a:ln>
        </p:spPr>
      </p:sp>
      <p:sp>
        <p:nvSpPr>
          <p:cNvPr id="232" name="diagram-box-702">
            <a:extLst xmlns:a="http://schemas.openxmlformats.org/drawingml/2006/main">
              <a:ext uri="{FF2B5EF4-FFF2-40B4-BE49-F238E27FC236}">
                <a16:creationId xmlns:a16="http://schemas.microsoft.com/office/drawing/2014/main" id="{514C1C62-33AD-483E-8872-B048853CA419}"/>
              </a:ext>
            </a:extLst>
          </p:cNvPr>
          <p:cNvSpPr>
            <a:spLocks xmlns:a="http://schemas.openxmlformats.org/drawingml/2006/main" noGrp="1"/>
          </p:cNvSpPr>
          <p:nvPr/>
        </p:nvSpPr>
        <p:spPr>
          <a:xfrm xmlns:a="http://schemas.openxmlformats.org/drawingml/2006/main">
            <a:off x="4222814" y="1524000"/>
            <a:ext cx="6879527" cy="285902"/>
          </a:xfrm>
          <a:prstGeom xmlns:a="http://schemas.openxmlformats.org/drawingml/2006/main" prst="rect">
            <a:avLst/>
          </a:prstGeom>
          <a:solidFill xmlns:a="http://schemas.openxmlformats.org/drawingml/2006/main">
            <a:srgbClr val="EEE9F2"/>
          </a:solidFill>
          <a:ln xmlns:a="http://schemas.openxmlformats.org/drawingml/2006/main" w="8934">
            <a:solidFill>
              <a:srgbClr val="6F7B83"/>
            </a:solidFill>
          </a:ln>
        </p:spPr>
      </p:sp>
      <p:sp>
        <p:nvSpPr>
          <p:cNvPr id="233" name="revision-text-703">
            <a:extLst xmlns:a="http://schemas.openxmlformats.org/drawingml/2006/main">
              <a:ext uri="{FF2B5EF4-FFF2-40B4-BE49-F238E27FC236}">
                <a16:creationId xmlns:a16="http://schemas.microsoft.com/office/drawing/2014/main" id="{821AB986-14D6-432B-9F9B-D7C7499E18C4}"/>
              </a:ext>
            </a:extLst>
          </p:cNvPr>
          <p:cNvSpPr>
            <a:spLocks xmlns:a="http://schemas.openxmlformats.org/drawingml/2006/main" noGrp="1"/>
          </p:cNvSpPr>
          <p:nvPr/>
        </p:nvSpPr>
        <p:spPr>
          <a:xfrm xmlns:a="http://schemas.openxmlformats.org/drawingml/2006/main">
            <a:off x="4294289" y="1550803"/>
            <a:ext cx="6736575" cy="2657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48" b="1">
                <a:solidFill>
                  <a:srgbClr val="111111"/>
                </a:solidFill>
                <a:latin typeface="微软雅黑"/>
                <a:ea typeface="微软雅黑"/>
                <a:cs typeface="微软雅黑"/>
              </a:defRPr>
            </a:pPr>
            <a:r>
              <a:rPr sz="1548" b="1">
                <a:solidFill>
                  <a:srgbClr val="111111"/>
                </a:solidFill>
                <a:latin typeface="微软雅黑"/>
                <a:ea typeface="微软雅黑"/>
                <a:cs typeface="微软雅黑"/>
              </a:rPr>
              <a:t>Workflow node</a:t>
            </a:r>
          </a:p>
        </p:txBody>
      </p:sp>
      <p:sp>
        <p:nvSpPr>
          <p:cNvPr id="234" name="revision-text-704">
            <a:extLst xmlns:a="http://schemas.openxmlformats.org/drawingml/2006/main">
              <a:ext uri="{FF2B5EF4-FFF2-40B4-BE49-F238E27FC236}">
                <a16:creationId xmlns:a16="http://schemas.microsoft.com/office/drawing/2014/main" id="{92A84A8E-9DF6-467C-8A81-A45673597AE8}"/>
              </a:ext>
            </a:extLst>
          </p:cNvPr>
          <p:cNvSpPr>
            <a:spLocks xmlns:a="http://schemas.openxmlformats.org/drawingml/2006/main" noGrp="1"/>
          </p:cNvSpPr>
          <p:nvPr/>
        </p:nvSpPr>
        <p:spPr>
          <a:xfrm xmlns:a="http://schemas.openxmlformats.org/drawingml/2006/main">
            <a:off x="8439874" y="1586541"/>
            <a:ext cx="2492712"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6" b="0">
                <a:solidFill>
                  <a:srgbClr val="152C40"/>
                </a:solidFill>
                <a:latin typeface="微软雅黑"/>
                <a:ea typeface="微软雅黑"/>
                <a:cs typeface="微软雅黑"/>
              </a:defRPr>
            </a:pPr>
            <a:r>
              <a:rPr sz="1266" b="0">
                <a:solidFill>
                  <a:srgbClr val="152C40"/>
                </a:solidFill>
                <a:latin typeface="微软雅黑"/>
                <a:ea typeface="微软雅黑"/>
                <a:cs typeface="微软雅黑"/>
              </a:rPr>
              <a:t>Control interfaces / Data ports</a:t>
            </a:r>
          </a:p>
        </p:txBody>
      </p:sp>
      <p:sp>
        <p:nvSpPr>
          <p:cNvPr id="235" name="diagram-box-705">
            <a:extLst xmlns:a="http://schemas.openxmlformats.org/drawingml/2006/main">
              <a:ext uri="{FF2B5EF4-FFF2-40B4-BE49-F238E27FC236}">
                <a16:creationId xmlns:a16="http://schemas.microsoft.com/office/drawing/2014/main" id="{39FE9D39-7344-454B-B45C-69D5062CB7E1}"/>
              </a:ext>
            </a:extLst>
          </p:cNvPr>
          <p:cNvSpPr>
            <a:spLocks xmlns:a="http://schemas.openxmlformats.org/drawingml/2006/main" noGrp="1"/>
          </p:cNvSpPr>
          <p:nvPr/>
        </p:nvSpPr>
        <p:spPr>
          <a:xfrm xmlns:a="http://schemas.openxmlformats.org/drawingml/2006/main">
            <a:off x="4383634" y="1908181"/>
            <a:ext cx="1938776" cy="259099"/>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36" name="revision-text-706">
            <a:extLst xmlns:a="http://schemas.openxmlformats.org/drawingml/2006/main">
              <a:ext uri="{FF2B5EF4-FFF2-40B4-BE49-F238E27FC236}">
                <a16:creationId xmlns:a16="http://schemas.microsoft.com/office/drawing/2014/main" id="{757A9112-B395-4001-9A4C-47347BA62E56}"/>
              </a:ext>
            </a:extLst>
          </p:cNvPr>
          <p:cNvSpPr>
            <a:spLocks xmlns:a="http://schemas.openxmlformats.org/drawingml/2006/main" noGrp="1"/>
          </p:cNvSpPr>
          <p:nvPr/>
        </p:nvSpPr>
        <p:spPr>
          <a:xfrm xmlns:a="http://schemas.openxmlformats.org/drawingml/2006/main">
            <a:off x="4428306" y="1934985"/>
            <a:ext cx="1849431"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6" b="1">
                <a:solidFill>
                  <a:srgbClr val="111111"/>
                </a:solidFill>
                <a:latin typeface="微软雅黑"/>
                <a:ea typeface="微软雅黑"/>
                <a:cs typeface="微软雅黑"/>
              </a:defRPr>
            </a:pPr>
            <a:r>
              <a:rPr sz="1266" b="1">
                <a:solidFill>
                  <a:srgbClr val="111111"/>
                </a:solidFill>
                <a:latin typeface="微软雅黑"/>
                <a:ea typeface="微软雅黑"/>
                <a:cs typeface="微软雅黑"/>
              </a:rPr>
              <a:t>Variable space</a:t>
            </a:r>
          </a:p>
        </p:txBody>
      </p:sp>
      <p:sp>
        <p:nvSpPr>
          <p:cNvPr id="237" name="diagram-box-707">
            <a:extLst xmlns:a="http://schemas.openxmlformats.org/drawingml/2006/main">
              <a:ext uri="{FF2B5EF4-FFF2-40B4-BE49-F238E27FC236}">
                <a16:creationId xmlns:a16="http://schemas.microsoft.com/office/drawing/2014/main" id="{9457A02D-C018-476E-8A5B-6F30D40163D2}"/>
              </a:ext>
            </a:extLst>
          </p:cNvPr>
          <p:cNvSpPr>
            <a:spLocks xmlns:a="http://schemas.openxmlformats.org/drawingml/2006/main" noGrp="1"/>
          </p:cNvSpPr>
          <p:nvPr/>
        </p:nvSpPr>
        <p:spPr>
          <a:xfrm xmlns:a="http://schemas.openxmlformats.org/drawingml/2006/main">
            <a:off x="4383634" y="2229822"/>
            <a:ext cx="1938776" cy="241230"/>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38" name="revision-text-708">
            <a:extLst xmlns:a="http://schemas.openxmlformats.org/drawingml/2006/main">
              <a:ext uri="{FF2B5EF4-FFF2-40B4-BE49-F238E27FC236}">
                <a16:creationId xmlns:a16="http://schemas.microsoft.com/office/drawing/2014/main" id="{E36BD967-CE21-4887-BD56-2D9E16BE149B}"/>
              </a:ext>
            </a:extLst>
          </p:cNvPr>
          <p:cNvSpPr>
            <a:spLocks xmlns:a="http://schemas.openxmlformats.org/drawingml/2006/main" noGrp="1"/>
          </p:cNvSpPr>
          <p:nvPr/>
        </p:nvSpPr>
        <p:spPr>
          <a:xfrm xmlns:a="http://schemas.openxmlformats.org/drawingml/2006/main">
            <a:off x="4428306" y="2256625"/>
            <a:ext cx="1849431"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6" b="1">
                <a:solidFill>
                  <a:srgbClr val="111111"/>
                </a:solidFill>
                <a:latin typeface="微软雅黑"/>
                <a:ea typeface="微软雅黑"/>
                <a:cs typeface="微软雅黑"/>
              </a:defRPr>
            </a:pPr>
            <a:r>
              <a:rPr sz="1266" b="1">
                <a:solidFill>
                  <a:srgbClr val="111111"/>
                </a:solidFill>
                <a:latin typeface="微软雅黑"/>
                <a:ea typeface="微软雅黑"/>
                <a:cs typeface="微软雅黑"/>
              </a:rPr>
              <a:t>Node lifecycle</a:t>
            </a:r>
          </a:p>
        </p:txBody>
      </p:sp>
      <p:sp>
        <p:nvSpPr>
          <p:cNvPr id="239" name="diagram-box-709">
            <a:extLst xmlns:a="http://schemas.openxmlformats.org/drawingml/2006/main">
              <a:ext uri="{FF2B5EF4-FFF2-40B4-BE49-F238E27FC236}">
                <a16:creationId xmlns:a16="http://schemas.microsoft.com/office/drawing/2014/main" id="{6095082B-6598-4320-A09F-9D967F53AF86}"/>
              </a:ext>
            </a:extLst>
          </p:cNvPr>
          <p:cNvSpPr>
            <a:spLocks xmlns:a="http://schemas.openxmlformats.org/drawingml/2006/main" noGrp="1"/>
          </p:cNvSpPr>
          <p:nvPr/>
        </p:nvSpPr>
        <p:spPr>
          <a:xfrm xmlns:a="http://schemas.openxmlformats.org/drawingml/2006/main">
            <a:off x="6813804" y="1908181"/>
            <a:ext cx="4109847" cy="562870"/>
          </a:xfrm>
          <a:prstGeom xmlns:a="http://schemas.openxmlformats.org/drawingml/2006/main" prst="rect">
            <a:avLst/>
          </a:prstGeom>
          <a:solidFill xmlns:a="http://schemas.openxmlformats.org/drawingml/2006/main">
            <a:srgbClr val="FFFFFF"/>
          </a:solidFill>
          <a:ln xmlns:a="http://schemas.openxmlformats.org/drawingml/2006/main" w="8934">
            <a:solidFill>
              <a:srgbClr val="9A83BB"/>
            </a:solidFill>
          </a:ln>
        </p:spPr>
      </p:sp>
      <p:sp>
        <p:nvSpPr>
          <p:cNvPr id="240" name="revision-text-710">
            <a:extLst xmlns:a="http://schemas.openxmlformats.org/drawingml/2006/main">
              <a:ext uri="{FF2B5EF4-FFF2-40B4-BE49-F238E27FC236}">
                <a16:creationId xmlns:a16="http://schemas.microsoft.com/office/drawing/2014/main" id="{76273F12-2575-4927-B31C-E411EDA74FD6}"/>
              </a:ext>
            </a:extLst>
          </p:cNvPr>
          <p:cNvSpPr>
            <a:spLocks xmlns:a="http://schemas.openxmlformats.org/drawingml/2006/main" noGrp="1"/>
          </p:cNvSpPr>
          <p:nvPr/>
        </p:nvSpPr>
        <p:spPr>
          <a:xfrm xmlns:a="http://schemas.openxmlformats.org/drawingml/2006/main">
            <a:off x="6858476" y="1934985"/>
            <a:ext cx="4020502" cy="244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07" b="1">
                <a:solidFill>
                  <a:srgbClr val="111111"/>
                </a:solidFill>
                <a:latin typeface="微软雅黑"/>
                <a:ea typeface="微软雅黑"/>
                <a:cs typeface="微软雅黑"/>
              </a:defRPr>
            </a:pPr>
            <a:r>
              <a:rPr sz="1407" b="1">
                <a:solidFill>
                  <a:srgbClr val="111111"/>
                </a:solidFill>
                <a:latin typeface="微软雅黑"/>
                <a:ea typeface="微软雅黑"/>
                <a:cs typeface="微软雅黑"/>
              </a:rPr>
              <a:t>Trigger: condition → action</a:t>
            </a:r>
          </a:p>
        </p:txBody>
      </p:sp>
      <p:sp>
        <p:nvSpPr>
          <p:cNvPr id="241" name="revision-text-711">
            <a:extLst xmlns:a="http://schemas.openxmlformats.org/drawingml/2006/main">
              <a:ext uri="{FF2B5EF4-FFF2-40B4-BE49-F238E27FC236}">
                <a16:creationId xmlns:a16="http://schemas.microsoft.com/office/drawing/2014/main" id="{724F86D6-BE63-432A-B43B-C26C25AE722D}"/>
              </a:ext>
            </a:extLst>
          </p:cNvPr>
          <p:cNvSpPr>
            <a:spLocks xmlns:a="http://schemas.openxmlformats.org/drawingml/2006/main" noGrp="1"/>
          </p:cNvSpPr>
          <p:nvPr/>
        </p:nvSpPr>
        <p:spPr>
          <a:xfrm xmlns:a="http://schemas.openxmlformats.org/drawingml/2006/main">
            <a:off x="6867411" y="2122608"/>
            <a:ext cx="4002634" cy="370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6" b="0">
                <a:solidFill>
                  <a:srgbClr val="111111"/>
                </a:solidFill>
                <a:latin typeface="微软雅黑"/>
                <a:ea typeface="微软雅黑"/>
                <a:cs typeface="微软雅黑"/>
              </a:defRPr>
            </a:pPr>
            <a:r>
              <a:rPr sz="1126" b="0">
                <a:solidFill>
                  <a:srgbClr val="111111"/>
                </a:solidFill>
                <a:latin typeface="微软雅黑"/>
                <a:ea typeface="微软雅黑"/>
                <a:cs typeface="微软雅黑"/>
              </a:rPr>
              <a:t>Read variables, interface signals, and lifecycle</a:t>
            </a:r>
          </a:p>
          <a:p xmlns:a="http://schemas.openxmlformats.org/drawingml/2006/main">
            <a:pPr algn="ctr">
              <a:lnSpc>
                <a:spcPct val="104000"/>
              </a:lnSpc>
              <a:spcBef>
                <a:spcPts val="0"/>
              </a:spcBef>
              <a:spcAft>
                <a:spcPts val="0"/>
              </a:spcAft>
              <a:buNone/>
              <a:defRPr sz="1126" b="0">
                <a:solidFill>
                  <a:srgbClr val="111111"/>
                </a:solidFill>
                <a:latin typeface="微软雅黑"/>
                <a:ea typeface="微软雅黑"/>
                <a:cs typeface="微软雅黑"/>
              </a:defRPr>
            </a:pPr>
            <a:r>
              <a:rPr sz="1126" b="0">
                <a:solidFill>
                  <a:srgbClr val="111111"/>
                </a:solidFill>
                <a:latin typeface="微软雅黑"/>
                <a:ea typeface="微软雅黑"/>
                <a:cs typeface="微软雅黑"/>
              </a:rPr>
              <a:t>Update variables and state; emit signals</a:t>
            </a:r>
          </a:p>
        </p:txBody>
      </p:sp>
      <p:sp>
        <p:nvSpPr>
          <p:cNvPr id="242" name="diagram-line-712">
            <a:extLst xmlns:a="http://schemas.openxmlformats.org/drawingml/2006/main">
              <a:ext uri="{FF2B5EF4-FFF2-40B4-BE49-F238E27FC236}">
                <a16:creationId xmlns:a16="http://schemas.microsoft.com/office/drawing/2014/main" id="{94AE4EA0-01A4-4E61-8C4A-B7830C5BA134}"/>
              </a:ext>
            </a:extLst>
          </p:cNvPr>
          <p:cNvSpPr>
            <a:spLocks xmlns:a="http://schemas.openxmlformats.org/drawingml/2006/main" noGrp="1"/>
          </p:cNvSpPr>
          <p:nvPr/>
        </p:nvSpPr>
        <p:spPr>
          <a:xfrm xmlns:a="http://schemas.openxmlformats.org/drawingml/2006/main">
            <a:off x="6322409" y="2033264"/>
            <a:ext cx="491395" cy="179"/>
          </a:xfrm>
          <a:custGeom xmlns:a="http://schemas.openxmlformats.org/drawingml/2006/main">
            <a:pathLst>
              <a:path w="523875" h="191">
                <a:moveTo>
                  <a:pt x="0" y="0"/>
                </a:moveTo>
                <a:lnTo>
                  <a:pt x="523875" y="0"/>
                </a:lnTo>
              </a:path>
            </a:pathLst>
          </a:custGeom>
          <a:noFill xmlns:a="http://schemas.openxmlformats.org/drawingml/2006/main"/>
          <a:ln xmlns:a="http://schemas.openxmlformats.org/drawingml/2006/main" w="13402">
            <a:solidFill>
              <a:srgbClr val="939CA3"/>
            </a:solidFill>
          </a:ln>
        </p:spPr>
      </p:sp>
      <p:sp>
        <p:nvSpPr>
          <p:cNvPr id="243" name="diagram-poly-713">
            <a:extLst xmlns:a="http://schemas.openxmlformats.org/drawingml/2006/main">
              <a:ext uri="{FF2B5EF4-FFF2-40B4-BE49-F238E27FC236}">
                <a16:creationId xmlns:a16="http://schemas.microsoft.com/office/drawing/2014/main" id="{4DB64C87-4E74-4ED2-B51A-8D86B8A2340B}"/>
              </a:ext>
            </a:extLst>
          </p:cNvPr>
          <p:cNvSpPr>
            <a:spLocks xmlns:a="http://schemas.openxmlformats.org/drawingml/2006/main" noGrp="1"/>
          </p:cNvSpPr>
          <p:nvPr/>
        </p:nvSpPr>
        <p:spPr>
          <a:xfrm xmlns:a="http://schemas.openxmlformats.org/drawingml/2006/main">
            <a:off x="6751263" y="2005567"/>
            <a:ext cx="62541" cy="55394"/>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939CA3"/>
          </a:solidFill>
          <a:ln xmlns:a="http://schemas.openxmlformats.org/drawingml/2006/main" w="893">
            <a:solidFill>
              <a:srgbClr val="939CA3"/>
            </a:solidFill>
          </a:ln>
        </p:spPr>
      </p:sp>
      <p:sp>
        <p:nvSpPr>
          <p:cNvPr id="244" name="diagram-line-714">
            <a:extLst xmlns:a="http://schemas.openxmlformats.org/drawingml/2006/main">
              <a:ext uri="{FF2B5EF4-FFF2-40B4-BE49-F238E27FC236}">
                <a16:creationId xmlns:a16="http://schemas.microsoft.com/office/drawing/2014/main" id="{918F3DD0-5AB3-4CDF-9A20-E23455CE5245}"/>
              </a:ext>
            </a:extLst>
          </p:cNvPr>
          <p:cNvSpPr>
            <a:spLocks xmlns:a="http://schemas.openxmlformats.org/drawingml/2006/main" noGrp="1"/>
          </p:cNvSpPr>
          <p:nvPr/>
        </p:nvSpPr>
        <p:spPr>
          <a:xfrm xmlns:a="http://schemas.openxmlformats.org/drawingml/2006/main">
            <a:off x="6322409" y="2345969"/>
            <a:ext cx="491395" cy="179"/>
          </a:xfrm>
          <a:custGeom xmlns:a="http://schemas.openxmlformats.org/drawingml/2006/main">
            <a:pathLst>
              <a:path w="523875" h="191">
                <a:moveTo>
                  <a:pt x="0" y="0"/>
                </a:moveTo>
                <a:lnTo>
                  <a:pt x="523875" y="0"/>
                </a:lnTo>
              </a:path>
            </a:pathLst>
          </a:custGeom>
          <a:noFill xmlns:a="http://schemas.openxmlformats.org/drawingml/2006/main"/>
          <a:ln xmlns:a="http://schemas.openxmlformats.org/drawingml/2006/main" w="13402">
            <a:solidFill>
              <a:srgbClr val="939CA3"/>
            </a:solidFill>
          </a:ln>
        </p:spPr>
      </p:sp>
      <p:sp>
        <p:nvSpPr>
          <p:cNvPr id="245" name="diagram-poly-715">
            <a:extLst xmlns:a="http://schemas.openxmlformats.org/drawingml/2006/main">
              <a:ext uri="{FF2B5EF4-FFF2-40B4-BE49-F238E27FC236}">
                <a16:creationId xmlns:a16="http://schemas.microsoft.com/office/drawing/2014/main" id="{0AD66090-5E51-46B8-A3DE-99684E4A0CB8}"/>
              </a:ext>
            </a:extLst>
          </p:cNvPr>
          <p:cNvSpPr>
            <a:spLocks xmlns:a="http://schemas.openxmlformats.org/drawingml/2006/main" noGrp="1"/>
          </p:cNvSpPr>
          <p:nvPr/>
        </p:nvSpPr>
        <p:spPr>
          <a:xfrm xmlns:a="http://schemas.openxmlformats.org/drawingml/2006/main">
            <a:off x="6751263" y="2318273"/>
            <a:ext cx="62541" cy="55394"/>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939CA3"/>
          </a:solidFill>
          <a:ln xmlns:a="http://schemas.openxmlformats.org/drawingml/2006/main" w="893">
            <a:solidFill>
              <a:srgbClr val="939CA3"/>
            </a:solidFill>
          </a:ln>
        </p:spPr>
      </p:sp>
      <p:sp>
        <p:nvSpPr>
          <p:cNvPr id="246" name="diagram-line-716">
            <a:extLst xmlns:a="http://schemas.openxmlformats.org/drawingml/2006/main">
              <a:ext uri="{FF2B5EF4-FFF2-40B4-BE49-F238E27FC236}">
                <a16:creationId xmlns:a16="http://schemas.microsoft.com/office/drawing/2014/main" id="{85E8AF27-CDD7-4192-A460-11F00A0E243D}"/>
              </a:ext>
            </a:extLst>
          </p:cNvPr>
          <p:cNvSpPr>
            <a:spLocks xmlns:a="http://schemas.openxmlformats.org/drawingml/2006/main" noGrp="1"/>
          </p:cNvSpPr>
          <p:nvPr/>
        </p:nvSpPr>
        <p:spPr>
          <a:xfrm xmlns:a="http://schemas.openxmlformats.org/drawingml/2006/main">
            <a:off x="4937570" y="2542527"/>
            <a:ext cx="179" cy="491395"/>
          </a:xfrm>
          <a:custGeom xmlns:a="http://schemas.openxmlformats.org/drawingml/2006/main">
            <a:pathLst>
              <a:path w="191" h="523875">
                <a:moveTo>
                  <a:pt x="0" y="0"/>
                </a:moveTo>
                <a:lnTo>
                  <a:pt x="0" y="523875"/>
                </a:lnTo>
              </a:path>
            </a:pathLst>
          </a:custGeom>
          <a:noFill xmlns:a="http://schemas.openxmlformats.org/drawingml/2006/main"/>
          <a:ln xmlns:a="http://schemas.openxmlformats.org/drawingml/2006/main" w="13402">
            <a:solidFill>
              <a:srgbClr val="28849C"/>
            </a:solidFill>
          </a:ln>
        </p:spPr>
      </p:sp>
      <p:sp>
        <p:nvSpPr>
          <p:cNvPr id="247" name="diagram-poly-717">
            <a:extLst xmlns:a="http://schemas.openxmlformats.org/drawingml/2006/main">
              <a:ext uri="{FF2B5EF4-FFF2-40B4-BE49-F238E27FC236}">
                <a16:creationId xmlns:a16="http://schemas.microsoft.com/office/drawing/2014/main" id="{D68B7822-F4DE-4F9F-8D87-EE5CDE9DE584}"/>
              </a:ext>
            </a:extLst>
          </p:cNvPr>
          <p:cNvSpPr>
            <a:spLocks xmlns:a="http://schemas.openxmlformats.org/drawingml/2006/main" noGrp="1"/>
          </p:cNvSpPr>
          <p:nvPr/>
        </p:nvSpPr>
        <p:spPr>
          <a:xfrm xmlns:a="http://schemas.openxmlformats.org/drawingml/2006/main">
            <a:off x="4909873" y="2971381"/>
            <a:ext cx="55394" cy="62541"/>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893">
            <a:solidFill>
              <a:srgbClr val="28849C"/>
            </a:solidFill>
          </a:ln>
        </p:spPr>
      </p:sp>
      <p:sp>
        <p:nvSpPr>
          <p:cNvPr id="248" name="revision-text-718">
            <a:extLst xmlns:a="http://schemas.openxmlformats.org/drawingml/2006/main">
              <a:ext uri="{FF2B5EF4-FFF2-40B4-BE49-F238E27FC236}">
                <a16:creationId xmlns:a16="http://schemas.microsoft.com/office/drawing/2014/main" id="{48CD5621-F101-46C7-B61B-7B16970FE68B}"/>
              </a:ext>
            </a:extLst>
          </p:cNvPr>
          <p:cNvSpPr>
            <a:spLocks xmlns:a="http://schemas.openxmlformats.org/drawingml/2006/main" noGrp="1"/>
          </p:cNvSpPr>
          <p:nvPr/>
        </p:nvSpPr>
        <p:spPr>
          <a:xfrm xmlns:a="http://schemas.openxmlformats.org/drawingml/2006/main">
            <a:off x="5035848" y="2667610"/>
            <a:ext cx="2501646"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266" b="0">
                <a:solidFill>
                  <a:srgbClr val="28849C"/>
                </a:solidFill>
                <a:latin typeface="微软雅黑"/>
                <a:ea typeface="微软雅黑"/>
                <a:cs typeface="微软雅黑"/>
              </a:defRPr>
            </a:pPr>
            <a:r>
              <a:rPr sz="1266" b="0">
                <a:solidFill>
                  <a:srgbClr val="28849C"/>
                </a:solidFill>
                <a:latin typeface="微软雅黑"/>
                <a:ea typeface="微软雅黑"/>
                <a:cs typeface="微软雅黑"/>
              </a:rPr>
              <a:t>Control request / Parameters</a:t>
            </a:r>
          </a:p>
        </p:txBody>
      </p:sp>
      <p:sp>
        <p:nvSpPr>
          <p:cNvPr id="249" name="diagram-line-719">
            <a:extLst xmlns:a="http://schemas.openxmlformats.org/drawingml/2006/main">
              <a:ext uri="{FF2B5EF4-FFF2-40B4-BE49-F238E27FC236}">
                <a16:creationId xmlns:a16="http://schemas.microsoft.com/office/drawing/2014/main" id="{E5A5AAA8-043C-47F9-87C5-5A0E1EBA6E02}"/>
              </a:ext>
            </a:extLst>
          </p:cNvPr>
          <p:cNvSpPr>
            <a:spLocks xmlns:a="http://schemas.openxmlformats.org/drawingml/2006/main" noGrp="1"/>
          </p:cNvSpPr>
          <p:nvPr/>
        </p:nvSpPr>
        <p:spPr>
          <a:xfrm xmlns:a="http://schemas.openxmlformats.org/drawingml/2006/main">
            <a:off x="10208895" y="2542527"/>
            <a:ext cx="179" cy="491395"/>
          </a:xfrm>
          <a:custGeom xmlns:a="http://schemas.openxmlformats.org/drawingml/2006/main">
            <a:pathLst>
              <a:path w="191" h="523875">
                <a:moveTo>
                  <a:pt x="0" y="523875"/>
                </a:moveTo>
                <a:lnTo>
                  <a:pt x="0" y="0"/>
                </a:lnTo>
              </a:path>
            </a:pathLst>
          </a:custGeom>
          <a:noFill xmlns:a="http://schemas.openxmlformats.org/drawingml/2006/main"/>
          <a:ln xmlns:a="http://schemas.openxmlformats.org/drawingml/2006/main" w="13402">
            <a:solidFill>
              <a:srgbClr val="799A39"/>
            </a:solidFill>
          </a:ln>
        </p:spPr>
      </p:sp>
      <p:sp>
        <p:nvSpPr>
          <p:cNvPr id="250" name="diagram-poly-720">
            <a:extLst xmlns:a="http://schemas.openxmlformats.org/drawingml/2006/main">
              <a:ext uri="{FF2B5EF4-FFF2-40B4-BE49-F238E27FC236}">
                <a16:creationId xmlns:a16="http://schemas.microsoft.com/office/drawing/2014/main" id="{138F92FB-5801-41AE-A795-59B46479468C}"/>
              </a:ext>
            </a:extLst>
          </p:cNvPr>
          <p:cNvSpPr>
            <a:spLocks xmlns:a="http://schemas.openxmlformats.org/drawingml/2006/main" noGrp="1"/>
          </p:cNvSpPr>
          <p:nvPr/>
        </p:nvSpPr>
        <p:spPr>
          <a:xfrm xmlns:a="http://schemas.openxmlformats.org/drawingml/2006/main">
            <a:off x="10181198" y="2542527"/>
            <a:ext cx="55394" cy="62541"/>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893">
            <a:solidFill>
              <a:srgbClr val="799A39"/>
            </a:solidFill>
          </a:ln>
        </p:spPr>
      </p:sp>
      <p:sp>
        <p:nvSpPr>
          <p:cNvPr id="251" name="revision-text-721">
            <a:extLst xmlns:a="http://schemas.openxmlformats.org/drawingml/2006/main">
              <a:ext uri="{FF2B5EF4-FFF2-40B4-BE49-F238E27FC236}">
                <a16:creationId xmlns:a16="http://schemas.microsoft.com/office/drawing/2014/main" id="{4906C6DF-BBF8-4BBB-85E3-7C2998197041}"/>
              </a:ext>
            </a:extLst>
          </p:cNvPr>
          <p:cNvSpPr>
            <a:spLocks xmlns:a="http://schemas.openxmlformats.org/drawingml/2006/main" noGrp="1"/>
          </p:cNvSpPr>
          <p:nvPr/>
        </p:nvSpPr>
        <p:spPr>
          <a:xfrm xmlns:a="http://schemas.openxmlformats.org/drawingml/2006/main">
            <a:off x="7894872" y="2667610"/>
            <a:ext cx="2233613"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6" b="0">
                <a:solidFill>
                  <a:srgbClr val="799A39"/>
                </a:solidFill>
                <a:latin typeface="微软雅黑"/>
                <a:ea typeface="微软雅黑"/>
                <a:cs typeface="微软雅黑"/>
              </a:defRPr>
            </a:pPr>
            <a:r>
              <a:rPr sz="1266" b="0">
                <a:solidFill>
                  <a:srgbClr val="799A39"/>
                </a:solidFill>
                <a:latin typeface="微软雅黑"/>
                <a:ea typeface="微软雅黑"/>
                <a:cs typeface="微软雅黑"/>
              </a:rPr>
              <a:t>Execution state / Data</a:t>
            </a:r>
          </a:p>
        </p:txBody>
      </p:sp>
      <p:sp>
        <p:nvSpPr>
          <p:cNvPr id="252" name="diagram-box-722">
            <a:extLst xmlns:a="http://schemas.openxmlformats.org/drawingml/2006/main">
              <a:ext uri="{FF2B5EF4-FFF2-40B4-BE49-F238E27FC236}">
                <a16:creationId xmlns:a16="http://schemas.microsoft.com/office/drawing/2014/main" id="{86396D6D-38A4-4142-A7A2-174DF61AE22D}"/>
              </a:ext>
            </a:extLst>
          </p:cNvPr>
          <p:cNvSpPr>
            <a:spLocks xmlns:a="http://schemas.openxmlformats.org/drawingml/2006/main" noGrp="1"/>
          </p:cNvSpPr>
          <p:nvPr/>
        </p:nvSpPr>
        <p:spPr>
          <a:xfrm xmlns:a="http://schemas.openxmlformats.org/drawingml/2006/main">
            <a:off x="4222814" y="3033922"/>
            <a:ext cx="6879527" cy="1081068"/>
          </a:xfrm>
          <a:prstGeom xmlns:a="http://schemas.openxmlformats.org/drawingml/2006/main" prst="rect">
            <a:avLst/>
          </a:prstGeom>
          <a:solidFill xmlns:a="http://schemas.openxmlformats.org/drawingml/2006/main">
            <a:srgbClr val="F6F9EF"/>
          </a:solidFill>
          <a:ln xmlns:a="http://schemas.openxmlformats.org/drawingml/2006/main" w="8934">
            <a:solidFill>
              <a:srgbClr val="6F7B83"/>
            </a:solidFill>
          </a:ln>
        </p:spPr>
      </p:sp>
      <p:sp>
        <p:nvSpPr>
          <p:cNvPr id="253" name="diagram-box-723">
            <a:extLst xmlns:a="http://schemas.openxmlformats.org/drawingml/2006/main">
              <a:ext uri="{FF2B5EF4-FFF2-40B4-BE49-F238E27FC236}">
                <a16:creationId xmlns:a16="http://schemas.microsoft.com/office/drawing/2014/main" id="{890A46E2-9FC3-461C-A87B-17DF6BBF2C75}"/>
              </a:ext>
            </a:extLst>
          </p:cNvPr>
          <p:cNvSpPr>
            <a:spLocks xmlns:a="http://schemas.openxmlformats.org/drawingml/2006/main" noGrp="1"/>
          </p:cNvSpPr>
          <p:nvPr/>
        </p:nvSpPr>
        <p:spPr>
          <a:xfrm xmlns:a="http://schemas.openxmlformats.org/drawingml/2006/main">
            <a:off x="4222814" y="3033922"/>
            <a:ext cx="6879527" cy="285902"/>
          </a:xfrm>
          <a:prstGeom xmlns:a="http://schemas.openxmlformats.org/drawingml/2006/main" prst="rect">
            <a:avLst/>
          </a:prstGeom>
          <a:solidFill xmlns:a="http://schemas.openxmlformats.org/drawingml/2006/main">
            <a:srgbClr val="E9F0DB"/>
          </a:solidFill>
          <a:ln xmlns:a="http://schemas.openxmlformats.org/drawingml/2006/main" w="8934">
            <a:solidFill>
              <a:srgbClr val="6F7B83"/>
            </a:solidFill>
          </a:ln>
        </p:spPr>
      </p:sp>
      <p:sp>
        <p:nvSpPr>
          <p:cNvPr id="254" name="revision-text-724">
            <a:extLst xmlns:a="http://schemas.openxmlformats.org/drawingml/2006/main">
              <a:ext uri="{FF2B5EF4-FFF2-40B4-BE49-F238E27FC236}">
                <a16:creationId xmlns:a16="http://schemas.microsoft.com/office/drawing/2014/main" id="{676B3BDB-11D1-43C6-BAF9-AFFE11390152}"/>
              </a:ext>
            </a:extLst>
          </p:cNvPr>
          <p:cNvSpPr>
            <a:spLocks xmlns:a="http://schemas.openxmlformats.org/drawingml/2006/main" noGrp="1"/>
          </p:cNvSpPr>
          <p:nvPr/>
        </p:nvSpPr>
        <p:spPr>
          <a:xfrm xmlns:a="http://schemas.openxmlformats.org/drawingml/2006/main">
            <a:off x="4294289" y="3060725"/>
            <a:ext cx="6736575" cy="2657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48" b="1">
                <a:solidFill>
                  <a:srgbClr val="111111"/>
                </a:solidFill>
                <a:latin typeface="微软雅黑"/>
                <a:ea typeface="微软雅黑"/>
                <a:cs typeface="微软雅黑"/>
              </a:defRPr>
            </a:pPr>
            <a:r>
              <a:rPr sz="1548" b="1">
                <a:solidFill>
                  <a:srgbClr val="111111"/>
                </a:solidFill>
                <a:latin typeface="微软雅黑"/>
                <a:ea typeface="微软雅黑"/>
                <a:cs typeface="微软雅黑"/>
              </a:rPr>
              <a:t>Device state machine</a:t>
            </a:r>
          </a:p>
        </p:txBody>
      </p:sp>
      <p:sp>
        <p:nvSpPr>
          <p:cNvPr id="255" name="revision-text-725">
            <a:extLst xmlns:a="http://schemas.openxmlformats.org/drawingml/2006/main">
              <a:ext uri="{FF2B5EF4-FFF2-40B4-BE49-F238E27FC236}">
                <a16:creationId xmlns:a16="http://schemas.microsoft.com/office/drawing/2014/main" id="{6AAB5E61-8324-4C56-BC15-CBB53DA7B0A6}"/>
              </a:ext>
            </a:extLst>
          </p:cNvPr>
          <p:cNvSpPr>
            <a:spLocks xmlns:a="http://schemas.openxmlformats.org/drawingml/2006/main" noGrp="1"/>
          </p:cNvSpPr>
          <p:nvPr/>
        </p:nvSpPr>
        <p:spPr>
          <a:xfrm xmlns:a="http://schemas.openxmlformats.org/drawingml/2006/main">
            <a:off x="6724459" y="3096463"/>
            <a:ext cx="4217060" cy="2029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6" b="0">
                <a:solidFill>
                  <a:srgbClr val="152C40"/>
                </a:solidFill>
                <a:latin typeface="微软雅黑"/>
                <a:ea typeface="微软雅黑"/>
                <a:cs typeface="微软雅黑"/>
              </a:defRPr>
            </a:pPr>
            <a:r>
              <a:rPr sz="1126" b="0">
                <a:solidFill>
                  <a:srgbClr val="152C40"/>
                </a:solidFill>
                <a:latin typeface="微软雅黑"/>
                <a:ea typeface="微软雅黑"/>
                <a:cs typeface="微软雅黑"/>
              </a:rPr>
              <a:t>Capability model → state machine: operation + Adapter contract</a:t>
            </a:r>
          </a:p>
        </p:txBody>
      </p:sp>
      <p:sp>
        <p:nvSpPr>
          <p:cNvPr id="256" name="diagram-box-726">
            <a:extLst xmlns:a="http://schemas.openxmlformats.org/drawingml/2006/main">
              <a:ext uri="{FF2B5EF4-FFF2-40B4-BE49-F238E27FC236}">
                <a16:creationId xmlns:a16="http://schemas.microsoft.com/office/drawing/2014/main" id="{B8EEA25C-9280-4DB9-A6FF-ACBFEAF866EF}"/>
              </a:ext>
            </a:extLst>
          </p:cNvPr>
          <p:cNvSpPr>
            <a:spLocks xmlns:a="http://schemas.openxmlformats.org/drawingml/2006/main" noGrp="1"/>
          </p:cNvSpPr>
          <p:nvPr/>
        </p:nvSpPr>
        <p:spPr>
          <a:xfrm xmlns:a="http://schemas.openxmlformats.org/drawingml/2006/main">
            <a:off x="4383634" y="3418103"/>
            <a:ext cx="1876235" cy="419919"/>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57" name="revision-text-727">
            <a:extLst xmlns:a="http://schemas.openxmlformats.org/drawingml/2006/main">
              <a:ext uri="{FF2B5EF4-FFF2-40B4-BE49-F238E27FC236}">
                <a16:creationId xmlns:a16="http://schemas.microsoft.com/office/drawing/2014/main" id="{233E154D-D6A6-4634-BFFE-439F0A026932}"/>
              </a:ext>
            </a:extLst>
          </p:cNvPr>
          <p:cNvSpPr>
            <a:spLocks xmlns:a="http://schemas.openxmlformats.org/drawingml/2006/main" noGrp="1"/>
          </p:cNvSpPr>
          <p:nvPr/>
        </p:nvSpPr>
        <p:spPr>
          <a:xfrm xmlns:a="http://schemas.openxmlformats.org/drawingml/2006/main">
            <a:off x="4428306" y="3444907"/>
            <a:ext cx="1786890" cy="2343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37" b="1">
                <a:solidFill>
                  <a:srgbClr val="111111"/>
                </a:solidFill>
                <a:latin typeface="微软雅黑"/>
                <a:ea typeface="微软雅黑"/>
                <a:cs typeface="微软雅黑"/>
              </a:defRPr>
            </a:pPr>
            <a:r>
              <a:rPr sz="1337" b="1">
                <a:solidFill>
                  <a:srgbClr val="111111"/>
                </a:solidFill>
                <a:latin typeface="微软雅黑"/>
                <a:ea typeface="微软雅黑"/>
                <a:cs typeface="微软雅黑"/>
              </a:rPr>
              <a:t>Request handling</a:t>
            </a:r>
          </a:p>
        </p:txBody>
      </p:sp>
      <p:sp>
        <p:nvSpPr>
          <p:cNvPr id="258" name="revision-text-728">
            <a:extLst xmlns:a="http://schemas.openxmlformats.org/drawingml/2006/main">
              <a:ext uri="{FF2B5EF4-FFF2-40B4-BE49-F238E27FC236}">
                <a16:creationId xmlns:a16="http://schemas.microsoft.com/office/drawing/2014/main" id="{B5D5793F-F4C4-491A-9B8B-88C9B0C73682}"/>
              </a:ext>
            </a:extLst>
          </p:cNvPr>
          <p:cNvSpPr>
            <a:spLocks xmlns:a="http://schemas.openxmlformats.org/drawingml/2006/main" noGrp="1"/>
          </p:cNvSpPr>
          <p:nvPr/>
        </p:nvSpPr>
        <p:spPr>
          <a:xfrm xmlns:a="http://schemas.openxmlformats.org/drawingml/2006/main">
            <a:off x="4437240" y="3623596"/>
            <a:ext cx="1769021" cy="2029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6" b="0">
                <a:solidFill>
                  <a:srgbClr val="111111"/>
                </a:solidFill>
                <a:latin typeface="微软雅黑"/>
                <a:ea typeface="微软雅黑"/>
                <a:cs typeface="微软雅黑"/>
              </a:defRPr>
            </a:pPr>
            <a:r>
              <a:rPr sz="1126" b="0">
                <a:solidFill>
                  <a:srgbClr val="111111"/>
                </a:solidFill>
                <a:latin typeface="微软雅黑"/>
                <a:ea typeface="微软雅黑"/>
                <a:cs typeface="微软雅黑"/>
              </a:rPr>
              <a:t>Check request and state</a:t>
            </a:r>
          </a:p>
        </p:txBody>
      </p:sp>
      <p:sp>
        <p:nvSpPr>
          <p:cNvPr id="259" name="diagram-box-729">
            <a:extLst xmlns:a="http://schemas.openxmlformats.org/drawingml/2006/main">
              <a:ext uri="{FF2B5EF4-FFF2-40B4-BE49-F238E27FC236}">
                <a16:creationId xmlns:a16="http://schemas.microsoft.com/office/drawing/2014/main" id="{DF23EDB9-1117-43A4-A123-2A38042044D6}"/>
              </a:ext>
            </a:extLst>
          </p:cNvPr>
          <p:cNvSpPr>
            <a:spLocks xmlns:a="http://schemas.openxmlformats.org/drawingml/2006/main" noGrp="1"/>
          </p:cNvSpPr>
          <p:nvPr/>
        </p:nvSpPr>
        <p:spPr>
          <a:xfrm xmlns:a="http://schemas.openxmlformats.org/drawingml/2006/main">
            <a:off x="6706591" y="3418103"/>
            <a:ext cx="1876235" cy="419919"/>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60" name="revision-text-730">
            <a:extLst xmlns:a="http://schemas.openxmlformats.org/drawingml/2006/main">
              <a:ext uri="{FF2B5EF4-FFF2-40B4-BE49-F238E27FC236}">
                <a16:creationId xmlns:a16="http://schemas.microsoft.com/office/drawing/2014/main" id="{75659885-24CB-424C-995E-3FD67536A521}"/>
              </a:ext>
            </a:extLst>
          </p:cNvPr>
          <p:cNvSpPr>
            <a:spLocks xmlns:a="http://schemas.openxmlformats.org/drawingml/2006/main" noGrp="1"/>
          </p:cNvSpPr>
          <p:nvPr/>
        </p:nvSpPr>
        <p:spPr>
          <a:xfrm xmlns:a="http://schemas.openxmlformats.org/drawingml/2006/main">
            <a:off x="6751263" y="3444907"/>
            <a:ext cx="1786890" cy="2343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37" b="1">
                <a:solidFill>
                  <a:srgbClr val="111111"/>
                </a:solidFill>
                <a:latin typeface="微软雅黑"/>
                <a:ea typeface="微软雅黑"/>
                <a:cs typeface="微软雅黑"/>
              </a:defRPr>
            </a:pPr>
            <a:r>
              <a:rPr sz="1337" b="1">
                <a:solidFill>
                  <a:srgbClr val="111111"/>
                </a:solidFill>
                <a:latin typeface="微软雅黑"/>
                <a:ea typeface="微软雅黑"/>
                <a:cs typeface="微软雅黑"/>
              </a:rPr>
              <a:t>State transition</a:t>
            </a:r>
          </a:p>
        </p:txBody>
      </p:sp>
      <p:sp>
        <p:nvSpPr>
          <p:cNvPr id="261" name="revision-text-731">
            <a:extLst xmlns:a="http://schemas.openxmlformats.org/drawingml/2006/main">
              <a:ext uri="{FF2B5EF4-FFF2-40B4-BE49-F238E27FC236}">
                <a16:creationId xmlns:a16="http://schemas.microsoft.com/office/drawing/2014/main" id="{5CECA0B0-0E5C-4223-8E99-8EFD7475858B}"/>
              </a:ext>
            </a:extLst>
          </p:cNvPr>
          <p:cNvSpPr>
            <a:spLocks xmlns:a="http://schemas.openxmlformats.org/drawingml/2006/main" noGrp="1"/>
          </p:cNvSpPr>
          <p:nvPr/>
        </p:nvSpPr>
        <p:spPr>
          <a:xfrm xmlns:a="http://schemas.openxmlformats.org/drawingml/2006/main">
            <a:off x="6760197" y="3623596"/>
            <a:ext cx="1769021" cy="2029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6" b="0">
                <a:solidFill>
                  <a:srgbClr val="111111"/>
                </a:solidFill>
                <a:latin typeface="微软雅黑"/>
                <a:ea typeface="微软雅黑"/>
                <a:cs typeface="微软雅黑"/>
              </a:defRPr>
            </a:pPr>
            <a:r>
              <a:rPr sz="1126" b="0">
                <a:solidFill>
                  <a:srgbClr val="111111"/>
                </a:solidFill>
                <a:latin typeface="微软雅黑"/>
                <a:ea typeface="微软雅黑"/>
                <a:cs typeface="微软雅黑"/>
              </a:rPr>
              <a:t>Apply transition actions</a:t>
            </a:r>
          </a:p>
        </p:txBody>
      </p:sp>
      <p:sp>
        <p:nvSpPr>
          <p:cNvPr id="262" name="diagram-box-732">
            <a:extLst xmlns:a="http://schemas.openxmlformats.org/drawingml/2006/main">
              <a:ext uri="{FF2B5EF4-FFF2-40B4-BE49-F238E27FC236}">
                <a16:creationId xmlns:a16="http://schemas.microsoft.com/office/drawing/2014/main" id="{0D6F2DBC-8666-4042-8E85-B82083680729}"/>
              </a:ext>
            </a:extLst>
          </p:cNvPr>
          <p:cNvSpPr>
            <a:spLocks xmlns:a="http://schemas.openxmlformats.org/drawingml/2006/main" noGrp="1"/>
          </p:cNvSpPr>
          <p:nvPr/>
        </p:nvSpPr>
        <p:spPr>
          <a:xfrm xmlns:a="http://schemas.openxmlformats.org/drawingml/2006/main">
            <a:off x="9029548" y="3418103"/>
            <a:ext cx="1894103" cy="419919"/>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63" name="revision-text-733">
            <a:extLst xmlns:a="http://schemas.openxmlformats.org/drawingml/2006/main">
              <a:ext uri="{FF2B5EF4-FFF2-40B4-BE49-F238E27FC236}">
                <a16:creationId xmlns:a16="http://schemas.microsoft.com/office/drawing/2014/main" id="{EF96EB7D-C62C-4E69-B0AB-8B56F69AEB41}"/>
              </a:ext>
            </a:extLst>
          </p:cNvPr>
          <p:cNvSpPr>
            <a:spLocks xmlns:a="http://schemas.openxmlformats.org/drawingml/2006/main" noGrp="1"/>
          </p:cNvSpPr>
          <p:nvPr/>
        </p:nvSpPr>
        <p:spPr>
          <a:xfrm xmlns:a="http://schemas.openxmlformats.org/drawingml/2006/main">
            <a:off x="9074220" y="3444907"/>
            <a:ext cx="1804759" cy="2343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37" b="1">
                <a:solidFill>
                  <a:srgbClr val="111111"/>
                </a:solidFill>
                <a:latin typeface="微软雅黑"/>
                <a:ea typeface="微软雅黑"/>
                <a:cs typeface="微软雅黑"/>
              </a:defRPr>
            </a:pPr>
            <a:r>
              <a:rPr sz="1337" b="1">
                <a:solidFill>
                  <a:srgbClr val="111111"/>
                </a:solidFill>
                <a:latin typeface="微软雅黑"/>
                <a:ea typeface="微软雅黑"/>
                <a:cs typeface="微软雅黑"/>
              </a:rPr>
              <a:t>Command output</a:t>
            </a:r>
          </a:p>
        </p:txBody>
      </p:sp>
      <p:sp>
        <p:nvSpPr>
          <p:cNvPr id="264" name="revision-text-734">
            <a:extLst xmlns:a="http://schemas.openxmlformats.org/drawingml/2006/main">
              <a:ext uri="{FF2B5EF4-FFF2-40B4-BE49-F238E27FC236}">
                <a16:creationId xmlns:a16="http://schemas.microsoft.com/office/drawing/2014/main" id="{0CE973D3-482E-4324-89CE-C04A741D3C90}"/>
              </a:ext>
            </a:extLst>
          </p:cNvPr>
          <p:cNvSpPr>
            <a:spLocks xmlns:a="http://schemas.openxmlformats.org/drawingml/2006/main" noGrp="1"/>
          </p:cNvSpPr>
          <p:nvPr/>
        </p:nvSpPr>
        <p:spPr>
          <a:xfrm xmlns:a="http://schemas.openxmlformats.org/drawingml/2006/main">
            <a:off x="9083154" y="3623596"/>
            <a:ext cx="1786890" cy="2029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6" b="0">
                <a:solidFill>
                  <a:srgbClr val="111111"/>
                </a:solidFill>
                <a:latin typeface="微软雅黑"/>
                <a:ea typeface="微软雅黑"/>
                <a:cs typeface="微软雅黑"/>
              </a:defRPr>
            </a:pPr>
            <a:r>
              <a:rPr sz="1126" b="0">
                <a:solidFill>
                  <a:srgbClr val="111111"/>
                </a:solidFill>
                <a:latin typeface="微软雅黑"/>
                <a:ea typeface="微软雅黑"/>
                <a:cs typeface="微软雅黑"/>
              </a:rPr>
              <a:t>Generate upper-layer command from contract</a:t>
            </a:r>
          </a:p>
        </p:txBody>
      </p:sp>
      <p:sp>
        <p:nvSpPr>
          <p:cNvPr id="265" name="diagram-line-735">
            <a:extLst xmlns:a="http://schemas.openxmlformats.org/drawingml/2006/main">
              <a:ext uri="{FF2B5EF4-FFF2-40B4-BE49-F238E27FC236}">
                <a16:creationId xmlns:a16="http://schemas.microsoft.com/office/drawing/2014/main" id="{F3C6AF61-4CAD-42FF-8706-9B1246ACF924}"/>
              </a:ext>
            </a:extLst>
          </p:cNvPr>
          <p:cNvSpPr>
            <a:spLocks xmlns:a="http://schemas.openxmlformats.org/drawingml/2006/main" noGrp="1"/>
          </p:cNvSpPr>
          <p:nvPr/>
        </p:nvSpPr>
        <p:spPr>
          <a:xfrm xmlns:a="http://schemas.openxmlformats.org/drawingml/2006/main">
            <a:off x="6259868" y="3632530"/>
            <a:ext cx="446723" cy="179"/>
          </a:xfrm>
          <a:custGeom xmlns:a="http://schemas.openxmlformats.org/drawingml/2006/main">
            <a:pathLst>
              <a:path w="476250" h="191">
                <a:moveTo>
                  <a:pt x="0" y="0"/>
                </a:moveTo>
                <a:lnTo>
                  <a:pt x="476250" y="0"/>
                </a:lnTo>
              </a:path>
            </a:pathLst>
          </a:custGeom>
          <a:noFill xmlns:a="http://schemas.openxmlformats.org/drawingml/2006/main"/>
          <a:ln xmlns:a="http://schemas.openxmlformats.org/drawingml/2006/main" w="13402">
            <a:solidFill>
              <a:srgbClr val="28849C"/>
            </a:solidFill>
          </a:ln>
        </p:spPr>
      </p:sp>
      <p:sp>
        <p:nvSpPr>
          <p:cNvPr id="266" name="diagram-poly-736">
            <a:extLst xmlns:a="http://schemas.openxmlformats.org/drawingml/2006/main">
              <a:ext uri="{FF2B5EF4-FFF2-40B4-BE49-F238E27FC236}">
                <a16:creationId xmlns:a16="http://schemas.microsoft.com/office/drawing/2014/main" id="{3EA7A715-A02F-4BA2-A8AA-0A361F517D33}"/>
              </a:ext>
            </a:extLst>
          </p:cNvPr>
          <p:cNvSpPr>
            <a:spLocks xmlns:a="http://schemas.openxmlformats.org/drawingml/2006/main" noGrp="1"/>
          </p:cNvSpPr>
          <p:nvPr/>
        </p:nvSpPr>
        <p:spPr>
          <a:xfrm xmlns:a="http://schemas.openxmlformats.org/drawingml/2006/main">
            <a:off x="6644049" y="3604833"/>
            <a:ext cx="62541" cy="55394"/>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893">
            <a:solidFill>
              <a:srgbClr val="28849C"/>
            </a:solidFill>
          </a:ln>
        </p:spPr>
      </p:sp>
      <p:sp>
        <p:nvSpPr>
          <p:cNvPr id="267" name="diagram-line-737">
            <a:extLst xmlns:a="http://schemas.openxmlformats.org/drawingml/2006/main">
              <a:ext uri="{FF2B5EF4-FFF2-40B4-BE49-F238E27FC236}">
                <a16:creationId xmlns:a16="http://schemas.microsoft.com/office/drawing/2014/main" id="{0BDBC8A5-D659-4CFB-B214-09278F52B7BD}"/>
              </a:ext>
            </a:extLst>
          </p:cNvPr>
          <p:cNvSpPr>
            <a:spLocks xmlns:a="http://schemas.openxmlformats.org/drawingml/2006/main" noGrp="1"/>
          </p:cNvSpPr>
          <p:nvPr/>
        </p:nvSpPr>
        <p:spPr>
          <a:xfrm xmlns:a="http://schemas.openxmlformats.org/drawingml/2006/main">
            <a:off x="8582825" y="3632530"/>
            <a:ext cx="446723" cy="179"/>
          </a:xfrm>
          <a:custGeom xmlns:a="http://schemas.openxmlformats.org/drawingml/2006/main">
            <a:pathLst>
              <a:path w="476250" h="191">
                <a:moveTo>
                  <a:pt x="0" y="0"/>
                </a:moveTo>
                <a:lnTo>
                  <a:pt x="476250" y="0"/>
                </a:lnTo>
              </a:path>
            </a:pathLst>
          </a:custGeom>
          <a:noFill xmlns:a="http://schemas.openxmlformats.org/drawingml/2006/main"/>
          <a:ln xmlns:a="http://schemas.openxmlformats.org/drawingml/2006/main" w="13402">
            <a:solidFill>
              <a:srgbClr val="28849C"/>
            </a:solidFill>
          </a:ln>
        </p:spPr>
      </p:sp>
      <p:sp>
        <p:nvSpPr>
          <p:cNvPr id="268" name="diagram-poly-738">
            <a:extLst xmlns:a="http://schemas.openxmlformats.org/drawingml/2006/main">
              <a:ext uri="{FF2B5EF4-FFF2-40B4-BE49-F238E27FC236}">
                <a16:creationId xmlns:a16="http://schemas.microsoft.com/office/drawing/2014/main" id="{A443C20E-898A-43B4-BB04-77187D915455}"/>
              </a:ext>
            </a:extLst>
          </p:cNvPr>
          <p:cNvSpPr>
            <a:spLocks xmlns:a="http://schemas.openxmlformats.org/drawingml/2006/main" noGrp="1"/>
          </p:cNvSpPr>
          <p:nvPr/>
        </p:nvSpPr>
        <p:spPr>
          <a:xfrm xmlns:a="http://schemas.openxmlformats.org/drawingml/2006/main">
            <a:off x="8967006" y="3604833"/>
            <a:ext cx="62541" cy="55394"/>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893">
            <a:solidFill>
              <a:srgbClr val="28849C"/>
            </a:solidFill>
          </a:ln>
        </p:spPr>
      </p:sp>
      <p:sp>
        <p:nvSpPr>
          <p:cNvPr id="269" name="revision-text-739">
            <a:extLst xmlns:a="http://schemas.openxmlformats.org/drawingml/2006/main">
              <a:ext uri="{FF2B5EF4-FFF2-40B4-BE49-F238E27FC236}">
                <a16:creationId xmlns:a16="http://schemas.microsoft.com/office/drawing/2014/main" id="{F7170BB6-9646-4DCF-AF7F-BF9792187C42}"/>
              </a:ext>
            </a:extLst>
          </p:cNvPr>
          <p:cNvSpPr>
            <a:spLocks xmlns:a="http://schemas.openxmlformats.org/drawingml/2006/main" noGrp="1"/>
          </p:cNvSpPr>
          <p:nvPr/>
        </p:nvSpPr>
        <p:spPr>
          <a:xfrm xmlns:a="http://schemas.openxmlformats.org/drawingml/2006/main">
            <a:off x="4419371" y="3918433"/>
            <a:ext cx="6468542" cy="2134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96" b="0">
                <a:solidFill>
                  <a:srgbClr val="799A39"/>
                </a:solidFill>
                <a:latin typeface="微软雅黑"/>
                <a:ea typeface="微软雅黑"/>
                <a:cs typeface="微软雅黑"/>
              </a:defRPr>
            </a:pPr>
            <a:r>
              <a:rPr sz="1196" b="0">
                <a:solidFill>
                  <a:srgbClr val="799A39"/>
                </a:solidFill>
                <a:latin typeface="微软雅黑"/>
                <a:ea typeface="微软雅黑"/>
                <a:cs typeface="微软雅黑"/>
              </a:rPr>
              <a:t>Events and telemetry → Update device state and attributes</a:t>
            </a:r>
          </a:p>
        </p:txBody>
      </p:sp>
      <p:sp>
        <p:nvSpPr>
          <p:cNvPr id="270" name="diagram-line-740">
            <a:extLst xmlns:a="http://schemas.openxmlformats.org/drawingml/2006/main">
              <a:ext uri="{FF2B5EF4-FFF2-40B4-BE49-F238E27FC236}">
                <a16:creationId xmlns:a16="http://schemas.microsoft.com/office/drawing/2014/main" id="{FB34E911-CCE4-4AEF-B9F4-3C26E6C33ABF}"/>
              </a:ext>
            </a:extLst>
          </p:cNvPr>
          <p:cNvSpPr>
            <a:spLocks xmlns:a="http://schemas.openxmlformats.org/drawingml/2006/main" noGrp="1"/>
          </p:cNvSpPr>
          <p:nvPr/>
        </p:nvSpPr>
        <p:spPr>
          <a:xfrm xmlns:a="http://schemas.openxmlformats.org/drawingml/2006/main">
            <a:off x="4937570" y="4114991"/>
            <a:ext cx="179" cy="473526"/>
          </a:xfrm>
          <a:custGeom xmlns:a="http://schemas.openxmlformats.org/drawingml/2006/main">
            <a:pathLst>
              <a:path w="191" h="504825">
                <a:moveTo>
                  <a:pt x="0" y="0"/>
                </a:moveTo>
                <a:lnTo>
                  <a:pt x="0" y="504825"/>
                </a:lnTo>
              </a:path>
            </a:pathLst>
          </a:custGeom>
          <a:noFill xmlns:a="http://schemas.openxmlformats.org/drawingml/2006/main"/>
          <a:ln xmlns:a="http://schemas.openxmlformats.org/drawingml/2006/main" w="13402">
            <a:solidFill>
              <a:srgbClr val="28849C"/>
            </a:solidFill>
          </a:ln>
        </p:spPr>
      </p:sp>
      <p:sp>
        <p:nvSpPr>
          <p:cNvPr id="271" name="diagram-poly-741">
            <a:extLst xmlns:a="http://schemas.openxmlformats.org/drawingml/2006/main">
              <a:ext uri="{FF2B5EF4-FFF2-40B4-BE49-F238E27FC236}">
                <a16:creationId xmlns:a16="http://schemas.microsoft.com/office/drawing/2014/main" id="{ABCBE365-DA18-49E6-828A-1D341DDF9A88}"/>
              </a:ext>
            </a:extLst>
          </p:cNvPr>
          <p:cNvSpPr>
            <a:spLocks xmlns:a="http://schemas.openxmlformats.org/drawingml/2006/main" noGrp="1"/>
          </p:cNvSpPr>
          <p:nvPr/>
        </p:nvSpPr>
        <p:spPr>
          <a:xfrm xmlns:a="http://schemas.openxmlformats.org/drawingml/2006/main">
            <a:off x="4909873" y="4525975"/>
            <a:ext cx="55394" cy="62541"/>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893">
            <a:solidFill>
              <a:srgbClr val="28849C"/>
            </a:solidFill>
          </a:ln>
        </p:spPr>
      </p:sp>
      <p:sp>
        <p:nvSpPr>
          <p:cNvPr id="272" name="revision-text-742">
            <a:extLst xmlns:a="http://schemas.openxmlformats.org/drawingml/2006/main">
              <a:ext uri="{FF2B5EF4-FFF2-40B4-BE49-F238E27FC236}">
                <a16:creationId xmlns:a16="http://schemas.microsoft.com/office/drawing/2014/main" id="{6D05B50E-37AF-49A9-A6E5-56BAF750C428}"/>
              </a:ext>
            </a:extLst>
          </p:cNvPr>
          <p:cNvSpPr>
            <a:spLocks xmlns:a="http://schemas.openxmlformats.org/drawingml/2006/main" noGrp="1"/>
          </p:cNvSpPr>
          <p:nvPr/>
        </p:nvSpPr>
        <p:spPr>
          <a:xfrm xmlns:a="http://schemas.openxmlformats.org/drawingml/2006/main">
            <a:off x="5035848" y="4231138"/>
            <a:ext cx="2412302"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266" b="0">
                <a:solidFill>
                  <a:srgbClr val="28849C"/>
                </a:solidFill>
                <a:latin typeface="微软雅黑"/>
                <a:ea typeface="微软雅黑"/>
                <a:cs typeface="微软雅黑"/>
              </a:defRPr>
            </a:pPr>
            <a:r>
              <a:rPr sz="1266" b="0">
                <a:solidFill>
                  <a:srgbClr val="28849C"/>
                </a:solidFill>
                <a:latin typeface="微软雅黑"/>
                <a:ea typeface="微软雅黑"/>
                <a:cs typeface="微软雅黑"/>
              </a:rPr>
              <a:t>Standard command</a:t>
            </a:r>
          </a:p>
        </p:txBody>
      </p:sp>
      <p:sp>
        <p:nvSpPr>
          <p:cNvPr id="273" name="diagram-line-743">
            <a:extLst xmlns:a="http://schemas.openxmlformats.org/drawingml/2006/main">
              <a:ext uri="{FF2B5EF4-FFF2-40B4-BE49-F238E27FC236}">
                <a16:creationId xmlns:a16="http://schemas.microsoft.com/office/drawing/2014/main" id="{D9E8E818-9A16-4D27-95FE-D4EF248B930A}"/>
              </a:ext>
            </a:extLst>
          </p:cNvPr>
          <p:cNvSpPr>
            <a:spLocks xmlns:a="http://schemas.openxmlformats.org/drawingml/2006/main" noGrp="1"/>
          </p:cNvSpPr>
          <p:nvPr/>
        </p:nvSpPr>
        <p:spPr>
          <a:xfrm xmlns:a="http://schemas.openxmlformats.org/drawingml/2006/main">
            <a:off x="10208895" y="4114991"/>
            <a:ext cx="179" cy="473526"/>
          </a:xfrm>
          <a:custGeom xmlns:a="http://schemas.openxmlformats.org/drawingml/2006/main">
            <a:pathLst>
              <a:path w="191" h="504825">
                <a:moveTo>
                  <a:pt x="0" y="504825"/>
                </a:moveTo>
                <a:lnTo>
                  <a:pt x="0" y="0"/>
                </a:lnTo>
              </a:path>
            </a:pathLst>
          </a:custGeom>
          <a:noFill xmlns:a="http://schemas.openxmlformats.org/drawingml/2006/main"/>
          <a:ln xmlns:a="http://schemas.openxmlformats.org/drawingml/2006/main" w="13402">
            <a:solidFill>
              <a:srgbClr val="799A39"/>
            </a:solidFill>
          </a:ln>
        </p:spPr>
      </p:sp>
      <p:sp>
        <p:nvSpPr>
          <p:cNvPr id="274" name="diagram-poly-744">
            <a:extLst xmlns:a="http://schemas.openxmlformats.org/drawingml/2006/main">
              <a:ext uri="{FF2B5EF4-FFF2-40B4-BE49-F238E27FC236}">
                <a16:creationId xmlns:a16="http://schemas.microsoft.com/office/drawing/2014/main" id="{3D3E49A9-A457-41FB-B4EB-47D26AC8EE66}"/>
              </a:ext>
            </a:extLst>
          </p:cNvPr>
          <p:cNvSpPr>
            <a:spLocks xmlns:a="http://schemas.openxmlformats.org/drawingml/2006/main" noGrp="1"/>
          </p:cNvSpPr>
          <p:nvPr/>
        </p:nvSpPr>
        <p:spPr>
          <a:xfrm xmlns:a="http://schemas.openxmlformats.org/drawingml/2006/main">
            <a:off x="10181198" y="4114991"/>
            <a:ext cx="55394" cy="62541"/>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893">
            <a:solidFill>
              <a:srgbClr val="799A39"/>
            </a:solidFill>
          </a:ln>
        </p:spPr>
      </p:sp>
      <p:sp>
        <p:nvSpPr>
          <p:cNvPr id="275" name="revision-text-745">
            <a:extLst xmlns:a="http://schemas.openxmlformats.org/drawingml/2006/main">
              <a:ext uri="{FF2B5EF4-FFF2-40B4-BE49-F238E27FC236}">
                <a16:creationId xmlns:a16="http://schemas.microsoft.com/office/drawing/2014/main" id="{D56528CC-764F-4641-A72D-60E8597EFB7B}"/>
              </a:ext>
            </a:extLst>
          </p:cNvPr>
          <p:cNvSpPr>
            <a:spLocks xmlns:a="http://schemas.openxmlformats.org/drawingml/2006/main" noGrp="1"/>
          </p:cNvSpPr>
          <p:nvPr/>
        </p:nvSpPr>
        <p:spPr>
          <a:xfrm xmlns:a="http://schemas.openxmlformats.org/drawingml/2006/main">
            <a:off x="7939545" y="4231138"/>
            <a:ext cx="2215744"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70" b="0">
                <a:solidFill>
                  <a:srgbClr val="799A39"/>
                </a:solidFill>
                <a:latin typeface="微软雅黑"/>
                <a:ea typeface="微软雅黑"/>
                <a:cs typeface="微软雅黑"/>
              </a:defRPr>
            </a:pPr>
            <a:r>
              <a:rPr sz="1170" b="0">
                <a:solidFill>
                  <a:srgbClr val="799A39"/>
                </a:solidFill>
                <a:latin typeface="微软雅黑"/>
                <a:ea typeface="微软雅黑"/>
                <a:cs typeface="微软雅黑"/>
              </a:rPr>
              <a:t>Device events / Measurements</a:t>
            </a:r>
          </a:p>
        </p:txBody>
      </p:sp>
      <p:sp>
        <p:nvSpPr>
          <p:cNvPr id="276" name="diagram-box-746">
            <a:extLst xmlns:a="http://schemas.openxmlformats.org/drawingml/2006/main">
              <a:ext uri="{FF2B5EF4-FFF2-40B4-BE49-F238E27FC236}">
                <a16:creationId xmlns:a16="http://schemas.microsoft.com/office/drawing/2014/main" id="{2FA133DE-F742-445A-80E0-B803A229CBAB}"/>
              </a:ext>
            </a:extLst>
          </p:cNvPr>
          <p:cNvSpPr>
            <a:spLocks xmlns:a="http://schemas.openxmlformats.org/drawingml/2006/main" noGrp="1"/>
          </p:cNvSpPr>
          <p:nvPr/>
        </p:nvSpPr>
        <p:spPr>
          <a:xfrm xmlns:a="http://schemas.openxmlformats.org/drawingml/2006/main">
            <a:off x="4222814" y="4588516"/>
            <a:ext cx="6879527" cy="768363"/>
          </a:xfrm>
          <a:prstGeom xmlns:a="http://schemas.openxmlformats.org/drawingml/2006/main" prst="rect">
            <a:avLst/>
          </a:prstGeom>
          <a:solidFill xmlns:a="http://schemas.openxmlformats.org/drawingml/2006/main">
            <a:srgbClr val="FFF8E2"/>
          </a:solidFill>
          <a:ln xmlns:a="http://schemas.openxmlformats.org/drawingml/2006/main" w="8934">
            <a:solidFill>
              <a:srgbClr val="6F7B83"/>
            </a:solidFill>
          </a:ln>
        </p:spPr>
      </p:sp>
      <p:sp>
        <p:nvSpPr>
          <p:cNvPr id="277" name="diagram-box-747">
            <a:extLst xmlns:a="http://schemas.openxmlformats.org/drawingml/2006/main">
              <a:ext uri="{FF2B5EF4-FFF2-40B4-BE49-F238E27FC236}">
                <a16:creationId xmlns:a16="http://schemas.microsoft.com/office/drawing/2014/main" id="{294BC5BD-EC6A-498B-B766-18C36987C61A}"/>
              </a:ext>
            </a:extLst>
          </p:cNvPr>
          <p:cNvSpPr>
            <a:spLocks xmlns:a="http://schemas.openxmlformats.org/drawingml/2006/main" noGrp="1"/>
          </p:cNvSpPr>
          <p:nvPr/>
        </p:nvSpPr>
        <p:spPr>
          <a:xfrm xmlns:a="http://schemas.openxmlformats.org/drawingml/2006/main">
            <a:off x="4222814" y="4588516"/>
            <a:ext cx="6879527" cy="285902"/>
          </a:xfrm>
          <a:prstGeom xmlns:a="http://schemas.openxmlformats.org/drawingml/2006/main" prst="rect">
            <a:avLst/>
          </a:prstGeom>
          <a:solidFill xmlns:a="http://schemas.openxmlformats.org/drawingml/2006/main">
            <a:srgbClr val="F8E8B0"/>
          </a:solidFill>
          <a:ln xmlns:a="http://schemas.openxmlformats.org/drawingml/2006/main" w="8934">
            <a:solidFill>
              <a:srgbClr val="6F7B83"/>
            </a:solidFill>
          </a:ln>
        </p:spPr>
      </p:sp>
      <p:sp>
        <p:nvSpPr>
          <p:cNvPr id="278" name="revision-text-748">
            <a:extLst xmlns:a="http://schemas.openxmlformats.org/drawingml/2006/main">
              <a:ext uri="{FF2B5EF4-FFF2-40B4-BE49-F238E27FC236}">
                <a16:creationId xmlns:a16="http://schemas.microsoft.com/office/drawing/2014/main" id="{41756F86-517E-4118-A14C-538E7A094B72}"/>
              </a:ext>
            </a:extLst>
          </p:cNvPr>
          <p:cNvSpPr>
            <a:spLocks xmlns:a="http://schemas.openxmlformats.org/drawingml/2006/main" noGrp="1"/>
          </p:cNvSpPr>
          <p:nvPr/>
        </p:nvSpPr>
        <p:spPr>
          <a:xfrm xmlns:a="http://schemas.openxmlformats.org/drawingml/2006/main">
            <a:off x="4294289" y="4615320"/>
            <a:ext cx="6736575" cy="2657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Adapter</a:t>
            </a:r>
          </a:p>
        </p:txBody>
      </p:sp>
      <p:sp>
        <p:nvSpPr>
          <p:cNvPr id="279" name="diagram-box-749">
            <a:extLst xmlns:a="http://schemas.openxmlformats.org/drawingml/2006/main">
              <a:ext uri="{FF2B5EF4-FFF2-40B4-BE49-F238E27FC236}">
                <a16:creationId xmlns:a16="http://schemas.microsoft.com/office/drawing/2014/main" id="{433BFC4D-99C4-4B13-A759-3B9A525DF392}"/>
              </a:ext>
            </a:extLst>
          </p:cNvPr>
          <p:cNvSpPr>
            <a:spLocks xmlns:a="http://schemas.openxmlformats.org/drawingml/2006/main" noGrp="1"/>
          </p:cNvSpPr>
          <p:nvPr/>
        </p:nvSpPr>
        <p:spPr>
          <a:xfrm xmlns:a="http://schemas.openxmlformats.org/drawingml/2006/main">
            <a:off x="4383634" y="4928025"/>
            <a:ext cx="3037713" cy="348444"/>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80" name="revision-text-750">
            <a:extLst xmlns:a="http://schemas.openxmlformats.org/drawingml/2006/main">
              <a:ext uri="{FF2B5EF4-FFF2-40B4-BE49-F238E27FC236}">
                <a16:creationId xmlns:a16="http://schemas.microsoft.com/office/drawing/2014/main" id="{C183A95B-6AF9-482E-90E7-216BC21FA3DB}"/>
              </a:ext>
            </a:extLst>
          </p:cNvPr>
          <p:cNvSpPr>
            <a:spLocks xmlns:a="http://schemas.openxmlformats.org/drawingml/2006/main" noGrp="1"/>
          </p:cNvSpPr>
          <p:nvPr/>
        </p:nvSpPr>
        <p:spPr>
          <a:xfrm xmlns:a="http://schemas.openxmlformats.org/drawingml/2006/main">
            <a:off x="4428306" y="4954829"/>
            <a:ext cx="2948368"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6" b="1">
                <a:solidFill>
                  <a:srgbClr val="111111"/>
                </a:solidFill>
                <a:latin typeface="微软雅黑"/>
                <a:ea typeface="微软雅黑"/>
                <a:cs typeface="微软雅黑"/>
              </a:defRPr>
            </a:pPr>
            <a:r>
              <a:rPr sz="1266" b="1">
                <a:solidFill>
                  <a:srgbClr val="111111"/>
                </a:solidFill>
                <a:latin typeface="微软雅黑"/>
                <a:ea typeface="微软雅黑"/>
                <a:cs typeface="微软雅黑"/>
              </a:rPr>
              <a:t>Command mapping</a:t>
            </a:r>
          </a:p>
        </p:txBody>
      </p:sp>
      <p:sp>
        <p:nvSpPr>
          <p:cNvPr id="281" name="revision-text-751">
            <a:extLst xmlns:a="http://schemas.openxmlformats.org/drawingml/2006/main">
              <a:ext uri="{FF2B5EF4-FFF2-40B4-BE49-F238E27FC236}">
                <a16:creationId xmlns:a16="http://schemas.microsoft.com/office/drawing/2014/main" id="{86D3FB8F-A361-4337-9BD2-3A8DD0A44408}"/>
              </a:ext>
            </a:extLst>
          </p:cNvPr>
          <p:cNvSpPr>
            <a:spLocks xmlns:a="http://schemas.openxmlformats.org/drawingml/2006/main" noGrp="1"/>
          </p:cNvSpPr>
          <p:nvPr/>
        </p:nvSpPr>
        <p:spPr>
          <a:xfrm xmlns:a="http://schemas.openxmlformats.org/drawingml/2006/main">
            <a:off x="4437240" y="5124583"/>
            <a:ext cx="2930500" cy="1925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055" b="0">
                <a:solidFill>
                  <a:srgbClr val="111111"/>
                </a:solidFill>
                <a:latin typeface="微软雅黑"/>
                <a:ea typeface="微软雅黑"/>
                <a:cs typeface="微软雅黑"/>
              </a:defRPr>
            </a:pPr>
            <a:r>
              <a:rPr sz="1055" b="0">
                <a:solidFill>
                  <a:srgbClr val="111111"/>
                </a:solidFill>
                <a:latin typeface="微软雅黑"/>
                <a:ea typeface="微软雅黑"/>
                <a:cs typeface="微软雅黑"/>
              </a:rPr>
              <a:t>Upper-layer command → Device protocol</a:t>
            </a:r>
          </a:p>
        </p:txBody>
      </p:sp>
      <p:sp>
        <p:nvSpPr>
          <p:cNvPr id="282" name="diagram-box-752">
            <a:extLst xmlns:a="http://schemas.openxmlformats.org/drawingml/2006/main">
              <a:ext uri="{FF2B5EF4-FFF2-40B4-BE49-F238E27FC236}">
                <a16:creationId xmlns:a16="http://schemas.microsoft.com/office/drawing/2014/main" id="{81FB8D0C-0E78-4FD7-86FF-3416807512A7}"/>
              </a:ext>
            </a:extLst>
          </p:cNvPr>
          <p:cNvSpPr>
            <a:spLocks xmlns:a="http://schemas.openxmlformats.org/drawingml/2006/main" noGrp="1"/>
          </p:cNvSpPr>
          <p:nvPr/>
        </p:nvSpPr>
        <p:spPr>
          <a:xfrm xmlns:a="http://schemas.openxmlformats.org/drawingml/2006/main">
            <a:off x="7903807" y="4928025"/>
            <a:ext cx="3019844" cy="348444"/>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83" name="revision-text-753">
            <a:extLst xmlns:a="http://schemas.openxmlformats.org/drawingml/2006/main">
              <a:ext uri="{FF2B5EF4-FFF2-40B4-BE49-F238E27FC236}">
                <a16:creationId xmlns:a16="http://schemas.microsoft.com/office/drawing/2014/main" id="{96F3C650-4237-4F29-902A-ADFA0061643F}"/>
              </a:ext>
            </a:extLst>
          </p:cNvPr>
          <p:cNvSpPr>
            <a:spLocks xmlns:a="http://schemas.openxmlformats.org/drawingml/2006/main" noGrp="1"/>
          </p:cNvSpPr>
          <p:nvPr/>
        </p:nvSpPr>
        <p:spPr>
          <a:xfrm xmlns:a="http://schemas.openxmlformats.org/drawingml/2006/main">
            <a:off x="7948479" y="4954829"/>
            <a:ext cx="2930500"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6" b="1">
                <a:solidFill>
                  <a:srgbClr val="111111"/>
                </a:solidFill>
                <a:latin typeface="微软雅黑"/>
                <a:ea typeface="微软雅黑"/>
                <a:cs typeface="微软雅黑"/>
              </a:defRPr>
            </a:pPr>
            <a:r>
              <a:rPr sz="1266" b="1">
                <a:solidFill>
                  <a:srgbClr val="111111"/>
                </a:solidFill>
                <a:latin typeface="微软雅黑"/>
                <a:ea typeface="微软雅黑"/>
                <a:cs typeface="微软雅黑"/>
              </a:rPr>
              <a:t>Feedback conversion</a:t>
            </a:r>
          </a:p>
        </p:txBody>
      </p:sp>
      <p:sp>
        <p:nvSpPr>
          <p:cNvPr id="284" name="revision-text-754">
            <a:extLst xmlns:a="http://schemas.openxmlformats.org/drawingml/2006/main">
              <a:ext uri="{FF2B5EF4-FFF2-40B4-BE49-F238E27FC236}">
                <a16:creationId xmlns:a16="http://schemas.microsoft.com/office/drawing/2014/main" id="{BD6EE588-7130-4296-AF35-CD6FCC442AE7}"/>
              </a:ext>
            </a:extLst>
          </p:cNvPr>
          <p:cNvSpPr>
            <a:spLocks xmlns:a="http://schemas.openxmlformats.org/drawingml/2006/main" noGrp="1"/>
          </p:cNvSpPr>
          <p:nvPr/>
        </p:nvSpPr>
        <p:spPr>
          <a:xfrm xmlns:a="http://schemas.openxmlformats.org/drawingml/2006/main">
            <a:off x="7957414" y="5124583"/>
            <a:ext cx="2912631" cy="1925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055" b="0">
                <a:solidFill>
                  <a:srgbClr val="111111"/>
                </a:solidFill>
                <a:latin typeface="微软雅黑"/>
                <a:ea typeface="微软雅黑"/>
                <a:cs typeface="微软雅黑"/>
              </a:defRPr>
            </a:pPr>
            <a:r>
              <a:rPr sz="1055" b="0">
                <a:solidFill>
                  <a:srgbClr val="111111"/>
                </a:solidFill>
                <a:latin typeface="微软雅黑"/>
                <a:ea typeface="微软雅黑"/>
                <a:cs typeface="微软雅黑"/>
              </a:rPr>
              <a:t>Device data → Events / Telemetry</a:t>
            </a:r>
          </a:p>
        </p:txBody>
      </p:sp>
      <p:sp>
        <p:nvSpPr>
          <p:cNvPr id="285" name="diagram-line-755">
            <a:extLst xmlns:a="http://schemas.openxmlformats.org/drawingml/2006/main">
              <a:ext uri="{FF2B5EF4-FFF2-40B4-BE49-F238E27FC236}">
                <a16:creationId xmlns:a16="http://schemas.microsoft.com/office/drawing/2014/main" id="{1F584532-E3AE-4482-A60C-3257ADACF2B9}"/>
              </a:ext>
            </a:extLst>
          </p:cNvPr>
          <p:cNvSpPr>
            <a:spLocks xmlns:a="http://schemas.openxmlformats.org/drawingml/2006/main" noGrp="1"/>
          </p:cNvSpPr>
          <p:nvPr/>
        </p:nvSpPr>
        <p:spPr>
          <a:xfrm xmlns:a="http://schemas.openxmlformats.org/drawingml/2006/main">
            <a:off x="4937570" y="5356879"/>
            <a:ext cx="179" cy="375247"/>
          </a:xfrm>
          <a:custGeom xmlns:a="http://schemas.openxmlformats.org/drawingml/2006/main">
            <a:pathLst>
              <a:path w="191" h="400050">
                <a:moveTo>
                  <a:pt x="0" y="0"/>
                </a:moveTo>
                <a:lnTo>
                  <a:pt x="0" y="400050"/>
                </a:lnTo>
              </a:path>
            </a:pathLst>
          </a:custGeom>
          <a:noFill xmlns:a="http://schemas.openxmlformats.org/drawingml/2006/main"/>
          <a:ln xmlns:a="http://schemas.openxmlformats.org/drawingml/2006/main" w="13402">
            <a:solidFill>
              <a:srgbClr val="28849C"/>
            </a:solidFill>
          </a:ln>
        </p:spPr>
      </p:sp>
      <p:sp>
        <p:nvSpPr>
          <p:cNvPr id="286" name="diagram-poly-756">
            <a:extLst xmlns:a="http://schemas.openxmlformats.org/drawingml/2006/main">
              <a:ext uri="{FF2B5EF4-FFF2-40B4-BE49-F238E27FC236}">
                <a16:creationId xmlns:a16="http://schemas.microsoft.com/office/drawing/2014/main" id="{04D70011-EC9C-4122-B2EE-3295CCB6989C}"/>
              </a:ext>
            </a:extLst>
          </p:cNvPr>
          <p:cNvSpPr>
            <a:spLocks xmlns:a="http://schemas.openxmlformats.org/drawingml/2006/main" noGrp="1"/>
          </p:cNvSpPr>
          <p:nvPr/>
        </p:nvSpPr>
        <p:spPr>
          <a:xfrm xmlns:a="http://schemas.openxmlformats.org/drawingml/2006/main">
            <a:off x="4909873" y="5669585"/>
            <a:ext cx="55394" cy="62541"/>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893">
            <a:solidFill>
              <a:srgbClr val="28849C"/>
            </a:solidFill>
          </a:ln>
        </p:spPr>
      </p:sp>
      <p:sp>
        <p:nvSpPr>
          <p:cNvPr id="287" name="revision-text-757">
            <a:extLst xmlns:a="http://schemas.openxmlformats.org/drawingml/2006/main">
              <a:ext uri="{FF2B5EF4-FFF2-40B4-BE49-F238E27FC236}">
                <a16:creationId xmlns:a16="http://schemas.microsoft.com/office/drawing/2014/main" id="{F9FEEE07-66F3-4400-A4BF-45FE98067BF6}"/>
              </a:ext>
            </a:extLst>
          </p:cNvPr>
          <p:cNvSpPr>
            <a:spLocks xmlns:a="http://schemas.openxmlformats.org/drawingml/2006/main" noGrp="1"/>
          </p:cNvSpPr>
          <p:nvPr/>
        </p:nvSpPr>
        <p:spPr>
          <a:xfrm xmlns:a="http://schemas.openxmlformats.org/drawingml/2006/main">
            <a:off x="5035848" y="5455158"/>
            <a:ext cx="2144268" cy="2134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196" b="0">
                <a:solidFill>
                  <a:srgbClr val="28849C"/>
                </a:solidFill>
                <a:latin typeface="微软雅黑"/>
                <a:ea typeface="微软雅黑"/>
                <a:cs typeface="微软雅黑"/>
              </a:defRPr>
            </a:pPr>
            <a:r>
              <a:rPr sz="1196" b="0">
                <a:solidFill>
                  <a:srgbClr val="28849C"/>
                </a:solidFill>
                <a:latin typeface="微软雅黑"/>
                <a:ea typeface="微软雅黑"/>
                <a:cs typeface="微软雅黑"/>
              </a:rPr>
              <a:t>Device command</a:t>
            </a:r>
          </a:p>
        </p:txBody>
      </p:sp>
      <p:sp>
        <p:nvSpPr>
          <p:cNvPr id="288" name="diagram-line-758">
            <a:extLst xmlns:a="http://schemas.openxmlformats.org/drawingml/2006/main">
              <a:ext uri="{FF2B5EF4-FFF2-40B4-BE49-F238E27FC236}">
                <a16:creationId xmlns:a16="http://schemas.microsoft.com/office/drawing/2014/main" id="{1FAF49A0-186A-42D8-A14F-6BDFD18E9769}"/>
              </a:ext>
            </a:extLst>
          </p:cNvPr>
          <p:cNvSpPr>
            <a:spLocks xmlns:a="http://schemas.openxmlformats.org/drawingml/2006/main" noGrp="1"/>
          </p:cNvSpPr>
          <p:nvPr/>
        </p:nvSpPr>
        <p:spPr>
          <a:xfrm xmlns:a="http://schemas.openxmlformats.org/drawingml/2006/main">
            <a:off x="10208895" y="5356879"/>
            <a:ext cx="179" cy="375247"/>
          </a:xfrm>
          <a:custGeom xmlns:a="http://schemas.openxmlformats.org/drawingml/2006/main">
            <a:pathLst>
              <a:path w="191" h="400050">
                <a:moveTo>
                  <a:pt x="0" y="400050"/>
                </a:moveTo>
                <a:lnTo>
                  <a:pt x="0" y="0"/>
                </a:lnTo>
              </a:path>
            </a:pathLst>
          </a:custGeom>
          <a:noFill xmlns:a="http://schemas.openxmlformats.org/drawingml/2006/main"/>
          <a:ln xmlns:a="http://schemas.openxmlformats.org/drawingml/2006/main" w="13402">
            <a:solidFill>
              <a:srgbClr val="799A39"/>
            </a:solidFill>
          </a:ln>
        </p:spPr>
      </p:sp>
      <p:sp>
        <p:nvSpPr>
          <p:cNvPr id="289" name="diagram-poly-759">
            <a:extLst xmlns:a="http://schemas.openxmlformats.org/drawingml/2006/main">
              <a:ext uri="{FF2B5EF4-FFF2-40B4-BE49-F238E27FC236}">
                <a16:creationId xmlns:a16="http://schemas.microsoft.com/office/drawing/2014/main" id="{902F443A-0D64-40D7-8AA5-C3A3B3880DD1}"/>
              </a:ext>
            </a:extLst>
          </p:cNvPr>
          <p:cNvSpPr>
            <a:spLocks xmlns:a="http://schemas.openxmlformats.org/drawingml/2006/main" noGrp="1"/>
          </p:cNvSpPr>
          <p:nvPr/>
        </p:nvSpPr>
        <p:spPr>
          <a:xfrm xmlns:a="http://schemas.openxmlformats.org/drawingml/2006/main">
            <a:off x="10181198" y="5356879"/>
            <a:ext cx="55394" cy="62541"/>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893">
            <a:solidFill>
              <a:srgbClr val="799A39"/>
            </a:solidFill>
          </a:ln>
        </p:spPr>
      </p:sp>
      <p:sp>
        <p:nvSpPr>
          <p:cNvPr id="290" name="revision-text-760">
            <a:extLst xmlns:a="http://schemas.openxmlformats.org/drawingml/2006/main">
              <a:ext uri="{FF2B5EF4-FFF2-40B4-BE49-F238E27FC236}">
                <a16:creationId xmlns:a16="http://schemas.microsoft.com/office/drawing/2014/main" id="{B16D8390-493A-400A-B7CD-EEECBA6C598A}"/>
              </a:ext>
            </a:extLst>
          </p:cNvPr>
          <p:cNvSpPr>
            <a:spLocks xmlns:a="http://schemas.openxmlformats.org/drawingml/2006/main" noGrp="1"/>
          </p:cNvSpPr>
          <p:nvPr/>
        </p:nvSpPr>
        <p:spPr>
          <a:xfrm xmlns:a="http://schemas.openxmlformats.org/drawingml/2006/main">
            <a:off x="8171840" y="5455158"/>
            <a:ext cx="1965579" cy="2134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96" b="0">
                <a:solidFill>
                  <a:srgbClr val="799A39"/>
                </a:solidFill>
                <a:latin typeface="微软雅黑"/>
                <a:ea typeface="微软雅黑"/>
                <a:cs typeface="微软雅黑"/>
              </a:defRPr>
            </a:pPr>
            <a:r>
              <a:rPr sz="1196" b="0">
                <a:solidFill>
                  <a:srgbClr val="799A39"/>
                </a:solidFill>
                <a:latin typeface="微软雅黑"/>
                <a:ea typeface="微软雅黑"/>
                <a:cs typeface="微软雅黑"/>
              </a:rPr>
              <a:t>Measurements / Status</a:t>
            </a:r>
          </a:p>
        </p:txBody>
      </p:sp>
      <p:sp>
        <p:nvSpPr>
          <p:cNvPr id="291" name="diagram-box-761">
            <a:extLst xmlns:a="http://schemas.openxmlformats.org/drawingml/2006/main">
              <a:ext uri="{FF2B5EF4-FFF2-40B4-BE49-F238E27FC236}">
                <a16:creationId xmlns:a16="http://schemas.microsoft.com/office/drawing/2014/main" id="{BFBFA0DE-3003-4190-9EC8-F423C9CFF347}"/>
              </a:ext>
            </a:extLst>
          </p:cNvPr>
          <p:cNvSpPr>
            <a:spLocks xmlns:a="http://schemas.openxmlformats.org/drawingml/2006/main" noGrp="1"/>
          </p:cNvSpPr>
          <p:nvPr/>
        </p:nvSpPr>
        <p:spPr>
          <a:xfrm xmlns:a="http://schemas.openxmlformats.org/drawingml/2006/main">
            <a:off x="4222814" y="5732126"/>
            <a:ext cx="6879527" cy="259099"/>
          </a:xfrm>
          <a:prstGeom xmlns:a="http://schemas.openxmlformats.org/drawingml/2006/main" prst="rect">
            <a:avLst/>
          </a:prstGeom>
          <a:solidFill xmlns:a="http://schemas.openxmlformats.org/drawingml/2006/main">
            <a:srgbClr val="FEF5EE"/>
          </a:solidFill>
          <a:ln xmlns:a="http://schemas.openxmlformats.org/drawingml/2006/main" w="8934">
            <a:solidFill>
              <a:srgbClr val="6F7B83"/>
            </a:solidFill>
          </a:ln>
        </p:spPr>
      </p:sp>
      <p:sp>
        <p:nvSpPr>
          <p:cNvPr id="292" name="revision-text-762">
            <a:extLst xmlns:a="http://schemas.openxmlformats.org/drawingml/2006/main">
              <a:ext uri="{FF2B5EF4-FFF2-40B4-BE49-F238E27FC236}">
                <a16:creationId xmlns:a16="http://schemas.microsoft.com/office/drawing/2014/main" id="{633E6AD5-DE90-484F-98DF-30F4EF25DEF7}"/>
              </a:ext>
            </a:extLst>
          </p:cNvPr>
          <p:cNvSpPr>
            <a:spLocks xmlns:a="http://schemas.openxmlformats.org/drawingml/2006/main" noGrp="1"/>
          </p:cNvSpPr>
          <p:nvPr/>
        </p:nvSpPr>
        <p:spPr>
          <a:xfrm xmlns:a="http://schemas.openxmlformats.org/drawingml/2006/main">
            <a:off x="4294289" y="5767864"/>
            <a:ext cx="6736575" cy="244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07" b="1">
                <a:solidFill>
                  <a:srgbClr val="152C40"/>
                </a:solidFill>
                <a:latin typeface="微软雅黑"/>
                <a:ea typeface="微软雅黑"/>
                <a:cs typeface="微软雅黑"/>
              </a:defRPr>
            </a:pPr>
            <a:r>
              <a:rPr sz="1407" b="1">
                <a:solidFill>
                  <a:srgbClr val="152C40"/>
                </a:solidFill>
                <a:latin typeface="微软雅黑"/>
                <a:ea typeface="微软雅黑"/>
                <a:cs typeface="微软雅黑"/>
              </a:rPr>
              <a:t>Physical device: perform operations and return measurements and status</a:t>
            </a:r>
          </a:p>
        </p:txBody>
      </p:sp>
      <p:sp>
        <p:nvSpPr>
          <p:cNvPr id="293" name="revision-text-763">
            <a:extLst xmlns:a="http://schemas.openxmlformats.org/drawingml/2006/main">
              <a:ext uri="{FF2B5EF4-FFF2-40B4-BE49-F238E27FC236}">
                <a16:creationId xmlns:a16="http://schemas.microsoft.com/office/drawing/2014/main" id="{0B43FAA1-F5DE-4DEE-9D93-9A7728F29F73}"/>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50" b="1">
                <a:solidFill>
                  <a:srgbClr val="1C3C5C"/>
                </a:solidFill>
                <a:latin typeface="微软雅黑"/>
                <a:ea typeface="微软雅黑"/>
                <a:cs typeface="微软雅黑"/>
              </a:defRPr>
            </a:pPr>
            <a:r>
              <a:rPr sz="1650" b="1">
                <a:solidFill>
                  <a:srgbClr val="1C3C5C"/>
                </a:solidFill>
                <a:latin typeface="微软雅黑"/>
                <a:ea typeface="微软雅黑"/>
                <a:cs typeface="微软雅黑"/>
              </a:rPr>
              <a:t>People, workflows, and LLMs share the device-model entry point, state rules, and constraints.</a:t>
            </a:r>
          </a:p>
        </p:txBody>
      </p:sp>
    </p:spTree>
    <p:extLst>
      <p:ext uri="{BB962C8B-B14F-4D97-AF65-F5344CB8AC3E}">
        <p14:creationId xmlns:p14="http://schemas.microsoft.com/office/powerpoint/2010/main" val="160210400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8E52FCF-13C1-4F50-8C10-5F2C97CA3BC9}"/>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157DE65-F9FE-4DF9-AE15-E1001E49BD39}"/>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8  Implementation and case study: reactor heating</a:t>
            </a:r>
          </a:p>
        </p:txBody>
      </p:sp>
      <p:sp>
        <p:nvSpPr>
          <p:cNvPr id="7" name="TextBox 6">
            <a:extLst xmlns:a="http://schemas.openxmlformats.org/drawingml/2006/main">
              <a:ext uri="{FF2B5EF4-FFF2-40B4-BE49-F238E27FC236}">
                <a16:creationId xmlns:a16="http://schemas.microsoft.com/office/drawing/2014/main" id="{2D7E4FDC-7B7A-47A4-8610-23EC916E03B0}"/>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8" name="TextBox 7">
            <a:extLst xmlns:a="http://schemas.openxmlformats.org/drawingml/2006/main">
              <a:ext uri="{FF2B5EF4-FFF2-40B4-BE49-F238E27FC236}">
                <a16:creationId xmlns:a16="http://schemas.microsoft.com/office/drawing/2014/main" id="{59236C6D-6E0B-400C-B5A8-328D76C45CD8}"/>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8/10</a:t>
            </a:r>
          </a:p>
        </p:txBody>
      </p:sp>
      <p:sp>
        <p:nvSpPr>
          <p:cNvPr id="9" name="revision-text-764">
            <a:extLst xmlns:a="http://schemas.openxmlformats.org/drawingml/2006/main">
              <a:ext uri="{FF2B5EF4-FFF2-40B4-BE49-F238E27FC236}">
                <a16:creationId xmlns:a16="http://schemas.microsoft.com/office/drawing/2014/main" id="{13D35F51-8C8E-4609-A9A4-F8D15C6F01EB}"/>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27" b="0">
                <a:solidFill>
                  <a:srgbClr val="152C40"/>
                </a:solidFill>
                <a:latin typeface="微软雅黑"/>
                <a:ea typeface="微软雅黑"/>
                <a:cs typeface="微软雅黑"/>
              </a:defRPr>
            </a:pPr>
            <a:r>
              <a:rPr sz="1627" b="0">
                <a:solidFill>
                  <a:srgbClr val="152C40"/>
                </a:solidFill>
                <a:latin typeface="微软雅黑"/>
                <a:ea typeface="微软雅黑"/>
                <a:cs typeface="微软雅黑"/>
              </a:rPr>
              <a:t>SmartLab 2.0: workflow and state-machine engines execute models; an MQTT Adapter handles communication.</a:t>
            </a:r>
          </a:p>
        </p:txBody>
      </p:sp>
      <p:sp>
        <p:nvSpPr>
          <p:cNvPr id="10" name="diagram-box-765">
            <a:extLst xmlns:a="http://schemas.openxmlformats.org/drawingml/2006/main">
              <a:ext uri="{FF2B5EF4-FFF2-40B4-BE49-F238E27FC236}">
                <a16:creationId xmlns:a16="http://schemas.microsoft.com/office/drawing/2014/main" id="{ED92484F-F4D9-45F5-9174-BDDA1FF48F4B}"/>
              </a:ext>
            </a:extLst>
          </p:cNvPr>
          <p:cNvSpPr>
            <a:spLocks xmlns:a="http://schemas.openxmlformats.org/drawingml/2006/main" noGrp="1"/>
          </p:cNvSpPr>
          <p:nvPr/>
        </p:nvSpPr>
        <p:spPr>
          <a:xfrm xmlns:a="http://schemas.openxmlformats.org/drawingml/2006/main">
            <a:off x="657225" y="1504950"/>
            <a:ext cx="1581150" cy="314325"/>
          </a:xfrm>
          <a:prstGeom xmlns:a="http://schemas.openxmlformats.org/drawingml/2006/main" prst="rect">
            <a:avLst/>
          </a:prstGeom>
          <a:solidFill xmlns:a="http://schemas.openxmlformats.org/drawingml/2006/main">
            <a:srgbClr val="EEE9F2"/>
          </a:solidFill>
          <a:ln xmlns:a="http://schemas.openxmlformats.org/drawingml/2006/main" w="9525">
            <a:solidFill>
              <a:srgbClr val="6F7B83"/>
            </a:solidFill>
          </a:ln>
        </p:spPr>
      </p:sp>
      <p:sp>
        <p:nvSpPr>
          <p:cNvPr id="11" name="revision-text-766">
            <a:extLst xmlns:a="http://schemas.openxmlformats.org/drawingml/2006/main">
              <a:ext uri="{FF2B5EF4-FFF2-40B4-BE49-F238E27FC236}">
                <a16:creationId xmlns:a16="http://schemas.microsoft.com/office/drawing/2014/main" id="{5D646E3F-AFA5-469A-A3A5-A4A9AE46F24D}"/>
              </a:ext>
            </a:extLst>
          </p:cNvPr>
          <p:cNvSpPr>
            <a:spLocks xmlns:a="http://schemas.openxmlformats.org/drawingml/2006/main" noGrp="1"/>
          </p:cNvSpPr>
          <p:nvPr/>
        </p:nvSpPr>
        <p:spPr>
          <a:xfrm xmlns:a="http://schemas.openxmlformats.org/drawingml/2006/main">
            <a:off x="685800" y="1543050"/>
            <a:ext cx="15240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00" b="1">
                <a:solidFill>
                  <a:srgbClr val="152C40"/>
                </a:solidFill>
                <a:latin typeface="微软雅黑"/>
                <a:ea typeface="微软雅黑"/>
                <a:cs typeface="微软雅黑"/>
              </a:defRPr>
            </a:pPr>
            <a:r>
              <a:rPr sz="1500" b="1">
                <a:solidFill>
                  <a:srgbClr val="152C40"/>
                </a:solidFill>
                <a:latin typeface="微软雅黑"/>
                <a:ea typeface="微软雅黑"/>
                <a:cs typeface="微软雅黑"/>
              </a:rPr>
              <a:t>Heating node</a:t>
            </a:r>
          </a:p>
        </p:txBody>
      </p:sp>
      <p:sp>
        <p:nvSpPr>
          <p:cNvPr id="12" name="diagram-line-767">
            <a:extLst xmlns:a="http://schemas.openxmlformats.org/drawingml/2006/main">
              <a:ext uri="{FF2B5EF4-FFF2-40B4-BE49-F238E27FC236}">
                <a16:creationId xmlns:a16="http://schemas.microsoft.com/office/drawing/2014/main" id="{82B9B053-4E0E-4ADC-B381-50BE79B6B4A7}"/>
              </a:ext>
            </a:extLst>
          </p:cNvPr>
          <p:cNvSpPr>
            <a:spLocks xmlns:a="http://schemas.openxmlformats.org/drawingml/2006/main" noGrp="1"/>
          </p:cNvSpPr>
          <p:nvPr/>
        </p:nvSpPr>
        <p:spPr>
          <a:xfrm xmlns:a="http://schemas.openxmlformats.org/drawingml/2006/main">
            <a:off x="1447800" y="1819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 name="diagram-line-768">
            <a:extLst xmlns:a="http://schemas.openxmlformats.org/drawingml/2006/main">
              <a:ext uri="{FF2B5EF4-FFF2-40B4-BE49-F238E27FC236}">
                <a16:creationId xmlns:a16="http://schemas.microsoft.com/office/drawing/2014/main" id="{B83DA293-CCB0-4C14-84A5-C1EB394C606F}"/>
              </a:ext>
            </a:extLst>
          </p:cNvPr>
          <p:cNvSpPr>
            <a:spLocks xmlns:a="http://schemas.openxmlformats.org/drawingml/2006/main" noGrp="1"/>
          </p:cNvSpPr>
          <p:nvPr/>
        </p:nvSpPr>
        <p:spPr>
          <a:xfrm xmlns:a="http://schemas.openxmlformats.org/drawingml/2006/main">
            <a:off x="1447800" y="1933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 name="diagram-line-769">
            <a:extLst xmlns:a="http://schemas.openxmlformats.org/drawingml/2006/main">
              <a:ext uri="{FF2B5EF4-FFF2-40B4-BE49-F238E27FC236}">
                <a16:creationId xmlns:a16="http://schemas.microsoft.com/office/drawing/2014/main" id="{4C95959E-C523-417E-B046-FBD03B42F76A}"/>
              </a:ext>
            </a:extLst>
          </p:cNvPr>
          <p:cNvSpPr>
            <a:spLocks xmlns:a="http://schemas.openxmlformats.org/drawingml/2006/main" noGrp="1"/>
          </p:cNvSpPr>
          <p:nvPr/>
        </p:nvSpPr>
        <p:spPr>
          <a:xfrm xmlns:a="http://schemas.openxmlformats.org/drawingml/2006/main">
            <a:off x="1447800" y="2047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 name="diagram-line-770">
            <a:extLst xmlns:a="http://schemas.openxmlformats.org/drawingml/2006/main">
              <a:ext uri="{FF2B5EF4-FFF2-40B4-BE49-F238E27FC236}">
                <a16:creationId xmlns:a16="http://schemas.microsoft.com/office/drawing/2014/main" id="{7416671E-67AA-40F8-A7FE-21794BA87BB5}"/>
              </a:ext>
            </a:extLst>
          </p:cNvPr>
          <p:cNvSpPr>
            <a:spLocks xmlns:a="http://schemas.openxmlformats.org/drawingml/2006/main" noGrp="1"/>
          </p:cNvSpPr>
          <p:nvPr/>
        </p:nvSpPr>
        <p:spPr>
          <a:xfrm xmlns:a="http://schemas.openxmlformats.org/drawingml/2006/main">
            <a:off x="1447800" y="2162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 name="diagram-line-771">
            <a:extLst xmlns:a="http://schemas.openxmlformats.org/drawingml/2006/main">
              <a:ext uri="{FF2B5EF4-FFF2-40B4-BE49-F238E27FC236}">
                <a16:creationId xmlns:a16="http://schemas.microsoft.com/office/drawing/2014/main" id="{0BC1B90E-429A-4407-BB27-A0410DAAD0C4}"/>
              </a:ext>
            </a:extLst>
          </p:cNvPr>
          <p:cNvSpPr>
            <a:spLocks xmlns:a="http://schemas.openxmlformats.org/drawingml/2006/main" noGrp="1"/>
          </p:cNvSpPr>
          <p:nvPr/>
        </p:nvSpPr>
        <p:spPr>
          <a:xfrm xmlns:a="http://schemas.openxmlformats.org/drawingml/2006/main">
            <a:off x="1447800" y="2276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 name="diagram-line-772">
            <a:extLst xmlns:a="http://schemas.openxmlformats.org/drawingml/2006/main">
              <a:ext uri="{FF2B5EF4-FFF2-40B4-BE49-F238E27FC236}">
                <a16:creationId xmlns:a16="http://schemas.microsoft.com/office/drawing/2014/main" id="{BC6B1B12-8608-4856-AE6B-3466D625D191}"/>
              </a:ext>
            </a:extLst>
          </p:cNvPr>
          <p:cNvSpPr>
            <a:spLocks xmlns:a="http://schemas.openxmlformats.org/drawingml/2006/main" noGrp="1"/>
          </p:cNvSpPr>
          <p:nvPr/>
        </p:nvSpPr>
        <p:spPr>
          <a:xfrm xmlns:a="http://schemas.openxmlformats.org/drawingml/2006/main">
            <a:off x="1447800" y="2390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 name="diagram-line-773">
            <a:extLst xmlns:a="http://schemas.openxmlformats.org/drawingml/2006/main">
              <a:ext uri="{FF2B5EF4-FFF2-40B4-BE49-F238E27FC236}">
                <a16:creationId xmlns:a16="http://schemas.microsoft.com/office/drawing/2014/main" id="{AEDE72EB-996C-41EC-B8D0-95335D671107}"/>
              </a:ext>
            </a:extLst>
          </p:cNvPr>
          <p:cNvSpPr>
            <a:spLocks xmlns:a="http://schemas.openxmlformats.org/drawingml/2006/main" noGrp="1"/>
          </p:cNvSpPr>
          <p:nvPr/>
        </p:nvSpPr>
        <p:spPr>
          <a:xfrm xmlns:a="http://schemas.openxmlformats.org/drawingml/2006/main">
            <a:off x="1447800" y="2505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 name="diagram-line-774">
            <a:extLst xmlns:a="http://schemas.openxmlformats.org/drawingml/2006/main">
              <a:ext uri="{FF2B5EF4-FFF2-40B4-BE49-F238E27FC236}">
                <a16:creationId xmlns:a16="http://schemas.microsoft.com/office/drawing/2014/main" id="{30F2FF1C-01F0-4F00-B30A-F53CB2AB10AF}"/>
              </a:ext>
            </a:extLst>
          </p:cNvPr>
          <p:cNvSpPr>
            <a:spLocks xmlns:a="http://schemas.openxmlformats.org/drawingml/2006/main" noGrp="1"/>
          </p:cNvSpPr>
          <p:nvPr/>
        </p:nvSpPr>
        <p:spPr>
          <a:xfrm xmlns:a="http://schemas.openxmlformats.org/drawingml/2006/main">
            <a:off x="1447800" y="2619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 name="diagram-line-775">
            <a:extLst xmlns:a="http://schemas.openxmlformats.org/drawingml/2006/main">
              <a:ext uri="{FF2B5EF4-FFF2-40B4-BE49-F238E27FC236}">
                <a16:creationId xmlns:a16="http://schemas.microsoft.com/office/drawing/2014/main" id="{0F836841-8B97-4A88-BF40-147DFA7E5A06}"/>
              </a:ext>
            </a:extLst>
          </p:cNvPr>
          <p:cNvSpPr>
            <a:spLocks xmlns:a="http://schemas.openxmlformats.org/drawingml/2006/main" noGrp="1"/>
          </p:cNvSpPr>
          <p:nvPr/>
        </p:nvSpPr>
        <p:spPr>
          <a:xfrm xmlns:a="http://schemas.openxmlformats.org/drawingml/2006/main">
            <a:off x="1447800" y="2733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1" name="diagram-line-776">
            <a:extLst xmlns:a="http://schemas.openxmlformats.org/drawingml/2006/main">
              <a:ext uri="{FF2B5EF4-FFF2-40B4-BE49-F238E27FC236}">
                <a16:creationId xmlns:a16="http://schemas.microsoft.com/office/drawing/2014/main" id="{40A37EB5-2398-4B0F-8854-AB67619CC49B}"/>
              </a:ext>
            </a:extLst>
          </p:cNvPr>
          <p:cNvSpPr>
            <a:spLocks xmlns:a="http://schemas.openxmlformats.org/drawingml/2006/main" noGrp="1"/>
          </p:cNvSpPr>
          <p:nvPr/>
        </p:nvSpPr>
        <p:spPr>
          <a:xfrm xmlns:a="http://schemas.openxmlformats.org/drawingml/2006/main">
            <a:off x="1447800" y="2847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2" name="diagram-line-777">
            <a:extLst xmlns:a="http://schemas.openxmlformats.org/drawingml/2006/main">
              <a:ext uri="{FF2B5EF4-FFF2-40B4-BE49-F238E27FC236}">
                <a16:creationId xmlns:a16="http://schemas.microsoft.com/office/drawing/2014/main" id="{88FBEECC-E804-4AC1-B833-09DECF3B9B24}"/>
              </a:ext>
            </a:extLst>
          </p:cNvPr>
          <p:cNvSpPr>
            <a:spLocks xmlns:a="http://schemas.openxmlformats.org/drawingml/2006/main" noGrp="1"/>
          </p:cNvSpPr>
          <p:nvPr/>
        </p:nvSpPr>
        <p:spPr>
          <a:xfrm xmlns:a="http://schemas.openxmlformats.org/drawingml/2006/main">
            <a:off x="1447800" y="2962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3" name="diagram-line-778">
            <a:extLst xmlns:a="http://schemas.openxmlformats.org/drawingml/2006/main">
              <a:ext uri="{FF2B5EF4-FFF2-40B4-BE49-F238E27FC236}">
                <a16:creationId xmlns:a16="http://schemas.microsoft.com/office/drawing/2014/main" id="{42B49437-3244-4ABB-BF9B-52F1AE888590}"/>
              </a:ext>
            </a:extLst>
          </p:cNvPr>
          <p:cNvSpPr>
            <a:spLocks xmlns:a="http://schemas.openxmlformats.org/drawingml/2006/main" noGrp="1"/>
          </p:cNvSpPr>
          <p:nvPr/>
        </p:nvSpPr>
        <p:spPr>
          <a:xfrm xmlns:a="http://schemas.openxmlformats.org/drawingml/2006/main">
            <a:off x="1447800" y="3076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4" name="diagram-line-779">
            <a:extLst xmlns:a="http://schemas.openxmlformats.org/drawingml/2006/main">
              <a:ext uri="{FF2B5EF4-FFF2-40B4-BE49-F238E27FC236}">
                <a16:creationId xmlns:a16="http://schemas.microsoft.com/office/drawing/2014/main" id="{2ADEB9DC-162E-4259-9FC5-4936929AE87D}"/>
              </a:ext>
            </a:extLst>
          </p:cNvPr>
          <p:cNvSpPr>
            <a:spLocks xmlns:a="http://schemas.openxmlformats.org/drawingml/2006/main" noGrp="1"/>
          </p:cNvSpPr>
          <p:nvPr/>
        </p:nvSpPr>
        <p:spPr>
          <a:xfrm xmlns:a="http://schemas.openxmlformats.org/drawingml/2006/main">
            <a:off x="1447800" y="3190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5" name="diagram-line-780">
            <a:extLst xmlns:a="http://schemas.openxmlformats.org/drawingml/2006/main">
              <a:ext uri="{FF2B5EF4-FFF2-40B4-BE49-F238E27FC236}">
                <a16:creationId xmlns:a16="http://schemas.microsoft.com/office/drawing/2014/main" id="{2357A1CD-02E3-40D7-8DF5-84A44BAAFA87}"/>
              </a:ext>
            </a:extLst>
          </p:cNvPr>
          <p:cNvSpPr>
            <a:spLocks xmlns:a="http://schemas.openxmlformats.org/drawingml/2006/main" noGrp="1"/>
          </p:cNvSpPr>
          <p:nvPr/>
        </p:nvSpPr>
        <p:spPr>
          <a:xfrm xmlns:a="http://schemas.openxmlformats.org/drawingml/2006/main">
            <a:off x="1447800" y="3305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6" name="diagram-line-781">
            <a:extLst xmlns:a="http://schemas.openxmlformats.org/drawingml/2006/main">
              <a:ext uri="{FF2B5EF4-FFF2-40B4-BE49-F238E27FC236}">
                <a16:creationId xmlns:a16="http://schemas.microsoft.com/office/drawing/2014/main" id="{368DA731-67BB-4D97-9816-3E7E6F48DB58}"/>
              </a:ext>
            </a:extLst>
          </p:cNvPr>
          <p:cNvSpPr>
            <a:spLocks xmlns:a="http://schemas.openxmlformats.org/drawingml/2006/main" noGrp="1"/>
          </p:cNvSpPr>
          <p:nvPr/>
        </p:nvSpPr>
        <p:spPr>
          <a:xfrm xmlns:a="http://schemas.openxmlformats.org/drawingml/2006/main">
            <a:off x="1447800" y="3419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7" name="diagram-line-782">
            <a:extLst xmlns:a="http://schemas.openxmlformats.org/drawingml/2006/main">
              <a:ext uri="{FF2B5EF4-FFF2-40B4-BE49-F238E27FC236}">
                <a16:creationId xmlns:a16="http://schemas.microsoft.com/office/drawing/2014/main" id="{4B76D7F5-C830-4AFF-9CE2-5EC4193EEEE6}"/>
              </a:ext>
            </a:extLst>
          </p:cNvPr>
          <p:cNvSpPr>
            <a:spLocks xmlns:a="http://schemas.openxmlformats.org/drawingml/2006/main" noGrp="1"/>
          </p:cNvSpPr>
          <p:nvPr/>
        </p:nvSpPr>
        <p:spPr>
          <a:xfrm xmlns:a="http://schemas.openxmlformats.org/drawingml/2006/main">
            <a:off x="1447800" y="3533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8" name="diagram-line-783">
            <a:extLst xmlns:a="http://schemas.openxmlformats.org/drawingml/2006/main">
              <a:ext uri="{FF2B5EF4-FFF2-40B4-BE49-F238E27FC236}">
                <a16:creationId xmlns:a16="http://schemas.microsoft.com/office/drawing/2014/main" id="{E46C4102-E16E-48E7-9094-C2F498C5C672}"/>
              </a:ext>
            </a:extLst>
          </p:cNvPr>
          <p:cNvSpPr>
            <a:spLocks xmlns:a="http://schemas.openxmlformats.org/drawingml/2006/main" noGrp="1"/>
          </p:cNvSpPr>
          <p:nvPr/>
        </p:nvSpPr>
        <p:spPr>
          <a:xfrm xmlns:a="http://schemas.openxmlformats.org/drawingml/2006/main">
            <a:off x="1447800" y="3648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9" name="diagram-line-784">
            <a:extLst xmlns:a="http://schemas.openxmlformats.org/drawingml/2006/main">
              <a:ext uri="{FF2B5EF4-FFF2-40B4-BE49-F238E27FC236}">
                <a16:creationId xmlns:a16="http://schemas.microsoft.com/office/drawing/2014/main" id="{44BE254E-ECAC-4860-BA41-527D6A66E82F}"/>
              </a:ext>
            </a:extLst>
          </p:cNvPr>
          <p:cNvSpPr>
            <a:spLocks xmlns:a="http://schemas.openxmlformats.org/drawingml/2006/main" noGrp="1"/>
          </p:cNvSpPr>
          <p:nvPr/>
        </p:nvSpPr>
        <p:spPr>
          <a:xfrm xmlns:a="http://schemas.openxmlformats.org/drawingml/2006/main">
            <a:off x="1447800" y="3762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0" name="diagram-line-785">
            <a:extLst xmlns:a="http://schemas.openxmlformats.org/drawingml/2006/main">
              <a:ext uri="{FF2B5EF4-FFF2-40B4-BE49-F238E27FC236}">
                <a16:creationId xmlns:a16="http://schemas.microsoft.com/office/drawing/2014/main" id="{1F5C27F8-C019-4B78-84F7-8FAE43DBF71D}"/>
              </a:ext>
            </a:extLst>
          </p:cNvPr>
          <p:cNvSpPr>
            <a:spLocks xmlns:a="http://schemas.openxmlformats.org/drawingml/2006/main" noGrp="1"/>
          </p:cNvSpPr>
          <p:nvPr/>
        </p:nvSpPr>
        <p:spPr>
          <a:xfrm xmlns:a="http://schemas.openxmlformats.org/drawingml/2006/main">
            <a:off x="1447800" y="3876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1" name="diagram-line-786">
            <a:extLst xmlns:a="http://schemas.openxmlformats.org/drawingml/2006/main">
              <a:ext uri="{FF2B5EF4-FFF2-40B4-BE49-F238E27FC236}">
                <a16:creationId xmlns:a16="http://schemas.microsoft.com/office/drawing/2014/main" id="{6E14B6E4-21A2-4403-91C7-59C45F690777}"/>
              </a:ext>
            </a:extLst>
          </p:cNvPr>
          <p:cNvSpPr>
            <a:spLocks xmlns:a="http://schemas.openxmlformats.org/drawingml/2006/main" noGrp="1"/>
          </p:cNvSpPr>
          <p:nvPr/>
        </p:nvSpPr>
        <p:spPr>
          <a:xfrm xmlns:a="http://schemas.openxmlformats.org/drawingml/2006/main">
            <a:off x="1447800" y="3990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2" name="diagram-line-787">
            <a:extLst xmlns:a="http://schemas.openxmlformats.org/drawingml/2006/main">
              <a:ext uri="{FF2B5EF4-FFF2-40B4-BE49-F238E27FC236}">
                <a16:creationId xmlns:a16="http://schemas.microsoft.com/office/drawing/2014/main" id="{B101509F-2B98-41E7-AF9C-4725A380C1B7}"/>
              </a:ext>
            </a:extLst>
          </p:cNvPr>
          <p:cNvSpPr>
            <a:spLocks xmlns:a="http://schemas.openxmlformats.org/drawingml/2006/main" noGrp="1"/>
          </p:cNvSpPr>
          <p:nvPr/>
        </p:nvSpPr>
        <p:spPr>
          <a:xfrm xmlns:a="http://schemas.openxmlformats.org/drawingml/2006/main">
            <a:off x="1447800" y="4105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3" name="diagram-line-788">
            <a:extLst xmlns:a="http://schemas.openxmlformats.org/drawingml/2006/main">
              <a:ext uri="{FF2B5EF4-FFF2-40B4-BE49-F238E27FC236}">
                <a16:creationId xmlns:a16="http://schemas.microsoft.com/office/drawing/2014/main" id="{A18127E1-0222-4BE4-9917-34F3B1A14205}"/>
              </a:ext>
            </a:extLst>
          </p:cNvPr>
          <p:cNvSpPr>
            <a:spLocks xmlns:a="http://schemas.openxmlformats.org/drawingml/2006/main" noGrp="1"/>
          </p:cNvSpPr>
          <p:nvPr/>
        </p:nvSpPr>
        <p:spPr>
          <a:xfrm xmlns:a="http://schemas.openxmlformats.org/drawingml/2006/main">
            <a:off x="1447800" y="4219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4" name="diagram-line-789">
            <a:extLst xmlns:a="http://schemas.openxmlformats.org/drawingml/2006/main">
              <a:ext uri="{FF2B5EF4-FFF2-40B4-BE49-F238E27FC236}">
                <a16:creationId xmlns:a16="http://schemas.microsoft.com/office/drawing/2014/main" id="{6B910A0C-A00C-46AB-AE5B-532B4B323C61}"/>
              </a:ext>
            </a:extLst>
          </p:cNvPr>
          <p:cNvSpPr>
            <a:spLocks xmlns:a="http://schemas.openxmlformats.org/drawingml/2006/main" noGrp="1"/>
          </p:cNvSpPr>
          <p:nvPr/>
        </p:nvSpPr>
        <p:spPr>
          <a:xfrm xmlns:a="http://schemas.openxmlformats.org/drawingml/2006/main">
            <a:off x="1447800"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5" name="diagram-line-790">
            <a:extLst xmlns:a="http://schemas.openxmlformats.org/drawingml/2006/main">
              <a:ext uri="{FF2B5EF4-FFF2-40B4-BE49-F238E27FC236}">
                <a16:creationId xmlns:a16="http://schemas.microsoft.com/office/drawing/2014/main" id="{786F4642-0072-43BA-BDC8-3CB935E67E7D}"/>
              </a:ext>
            </a:extLst>
          </p:cNvPr>
          <p:cNvSpPr>
            <a:spLocks xmlns:a="http://schemas.openxmlformats.org/drawingml/2006/main" noGrp="1"/>
          </p:cNvSpPr>
          <p:nvPr/>
        </p:nvSpPr>
        <p:spPr>
          <a:xfrm xmlns:a="http://schemas.openxmlformats.org/drawingml/2006/main">
            <a:off x="1447800"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6" name="diagram-line-791">
            <a:extLst xmlns:a="http://schemas.openxmlformats.org/drawingml/2006/main">
              <a:ext uri="{FF2B5EF4-FFF2-40B4-BE49-F238E27FC236}">
                <a16:creationId xmlns:a16="http://schemas.microsoft.com/office/drawing/2014/main" id="{4572BB04-7DA2-48AB-97D7-BE31E9A26872}"/>
              </a:ext>
            </a:extLst>
          </p:cNvPr>
          <p:cNvSpPr>
            <a:spLocks xmlns:a="http://schemas.openxmlformats.org/drawingml/2006/main" noGrp="1"/>
          </p:cNvSpPr>
          <p:nvPr/>
        </p:nvSpPr>
        <p:spPr>
          <a:xfrm xmlns:a="http://schemas.openxmlformats.org/drawingml/2006/main">
            <a:off x="1447800"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7" name="diagram-line-792">
            <a:extLst xmlns:a="http://schemas.openxmlformats.org/drawingml/2006/main">
              <a:ext uri="{FF2B5EF4-FFF2-40B4-BE49-F238E27FC236}">
                <a16:creationId xmlns:a16="http://schemas.microsoft.com/office/drawing/2014/main" id="{D574033A-C731-492E-83BA-1CCA2CA75211}"/>
              </a:ext>
            </a:extLst>
          </p:cNvPr>
          <p:cNvSpPr>
            <a:spLocks xmlns:a="http://schemas.openxmlformats.org/drawingml/2006/main" noGrp="1"/>
          </p:cNvSpPr>
          <p:nvPr/>
        </p:nvSpPr>
        <p:spPr>
          <a:xfrm xmlns:a="http://schemas.openxmlformats.org/drawingml/2006/main">
            <a:off x="1447800"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8" name="diagram-line-793">
            <a:extLst xmlns:a="http://schemas.openxmlformats.org/drawingml/2006/main">
              <a:ext uri="{FF2B5EF4-FFF2-40B4-BE49-F238E27FC236}">
                <a16:creationId xmlns:a16="http://schemas.microsoft.com/office/drawing/2014/main" id="{618F9651-4621-4FC9-B6AB-D0F2D0936657}"/>
              </a:ext>
            </a:extLst>
          </p:cNvPr>
          <p:cNvSpPr>
            <a:spLocks xmlns:a="http://schemas.openxmlformats.org/drawingml/2006/main" noGrp="1"/>
          </p:cNvSpPr>
          <p:nvPr/>
        </p:nvSpPr>
        <p:spPr>
          <a:xfrm xmlns:a="http://schemas.openxmlformats.org/drawingml/2006/main">
            <a:off x="1447800"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9" name="diagram-line-794">
            <a:extLst xmlns:a="http://schemas.openxmlformats.org/drawingml/2006/main">
              <a:ext uri="{FF2B5EF4-FFF2-40B4-BE49-F238E27FC236}">
                <a16:creationId xmlns:a16="http://schemas.microsoft.com/office/drawing/2014/main" id="{FA3D99C5-9937-4006-A9C2-F68BE8594EFB}"/>
              </a:ext>
            </a:extLst>
          </p:cNvPr>
          <p:cNvSpPr>
            <a:spLocks xmlns:a="http://schemas.openxmlformats.org/drawingml/2006/main" noGrp="1"/>
          </p:cNvSpPr>
          <p:nvPr/>
        </p:nvSpPr>
        <p:spPr>
          <a:xfrm xmlns:a="http://schemas.openxmlformats.org/drawingml/2006/main">
            <a:off x="1447800"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0" name="diagram-line-795">
            <a:extLst xmlns:a="http://schemas.openxmlformats.org/drawingml/2006/main">
              <a:ext uri="{FF2B5EF4-FFF2-40B4-BE49-F238E27FC236}">
                <a16:creationId xmlns:a16="http://schemas.microsoft.com/office/drawing/2014/main" id="{A681CBE0-49C9-4F85-8E15-5C4B65C12920}"/>
              </a:ext>
            </a:extLst>
          </p:cNvPr>
          <p:cNvSpPr>
            <a:spLocks xmlns:a="http://schemas.openxmlformats.org/drawingml/2006/main" noGrp="1"/>
          </p:cNvSpPr>
          <p:nvPr/>
        </p:nvSpPr>
        <p:spPr>
          <a:xfrm xmlns:a="http://schemas.openxmlformats.org/drawingml/2006/main">
            <a:off x="1447800" y="5019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1" name="diagram-line-796">
            <a:extLst xmlns:a="http://schemas.openxmlformats.org/drawingml/2006/main">
              <a:ext uri="{FF2B5EF4-FFF2-40B4-BE49-F238E27FC236}">
                <a16:creationId xmlns:a16="http://schemas.microsoft.com/office/drawing/2014/main" id="{79FD30E3-A66A-4045-A2C1-4126FA0F3A10}"/>
              </a:ext>
            </a:extLst>
          </p:cNvPr>
          <p:cNvSpPr>
            <a:spLocks xmlns:a="http://schemas.openxmlformats.org/drawingml/2006/main" noGrp="1"/>
          </p:cNvSpPr>
          <p:nvPr/>
        </p:nvSpPr>
        <p:spPr>
          <a:xfrm xmlns:a="http://schemas.openxmlformats.org/drawingml/2006/main">
            <a:off x="1447800" y="5133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2" name="diagram-line-797">
            <a:extLst xmlns:a="http://schemas.openxmlformats.org/drawingml/2006/main">
              <a:ext uri="{FF2B5EF4-FFF2-40B4-BE49-F238E27FC236}">
                <a16:creationId xmlns:a16="http://schemas.microsoft.com/office/drawing/2014/main" id="{11876EFE-0F31-4A90-8DF2-F29A4FC2C8A2}"/>
              </a:ext>
            </a:extLst>
          </p:cNvPr>
          <p:cNvSpPr>
            <a:spLocks xmlns:a="http://schemas.openxmlformats.org/drawingml/2006/main" noGrp="1"/>
          </p:cNvSpPr>
          <p:nvPr/>
        </p:nvSpPr>
        <p:spPr>
          <a:xfrm xmlns:a="http://schemas.openxmlformats.org/drawingml/2006/main">
            <a:off x="1447800" y="5248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3" name="diagram-line-798">
            <a:extLst xmlns:a="http://schemas.openxmlformats.org/drawingml/2006/main">
              <a:ext uri="{FF2B5EF4-FFF2-40B4-BE49-F238E27FC236}">
                <a16:creationId xmlns:a16="http://schemas.microsoft.com/office/drawing/2014/main" id="{E6515A77-B0D3-4DC5-8324-47DCAD60480B}"/>
              </a:ext>
            </a:extLst>
          </p:cNvPr>
          <p:cNvSpPr>
            <a:spLocks xmlns:a="http://schemas.openxmlformats.org/drawingml/2006/main" noGrp="1"/>
          </p:cNvSpPr>
          <p:nvPr/>
        </p:nvSpPr>
        <p:spPr>
          <a:xfrm xmlns:a="http://schemas.openxmlformats.org/drawingml/2006/main">
            <a:off x="1447800" y="5362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4" name="diagram-line-799">
            <a:extLst xmlns:a="http://schemas.openxmlformats.org/drawingml/2006/main">
              <a:ext uri="{FF2B5EF4-FFF2-40B4-BE49-F238E27FC236}">
                <a16:creationId xmlns:a16="http://schemas.microsoft.com/office/drawing/2014/main" id="{17D8963E-DC21-4CDE-B781-6D8DCA4F1B68}"/>
              </a:ext>
            </a:extLst>
          </p:cNvPr>
          <p:cNvSpPr>
            <a:spLocks xmlns:a="http://schemas.openxmlformats.org/drawingml/2006/main" noGrp="1"/>
          </p:cNvSpPr>
          <p:nvPr/>
        </p:nvSpPr>
        <p:spPr>
          <a:xfrm xmlns:a="http://schemas.openxmlformats.org/drawingml/2006/main">
            <a:off x="1447800" y="5476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5" name="diagram-line-800">
            <a:extLst xmlns:a="http://schemas.openxmlformats.org/drawingml/2006/main">
              <a:ext uri="{FF2B5EF4-FFF2-40B4-BE49-F238E27FC236}">
                <a16:creationId xmlns:a16="http://schemas.microsoft.com/office/drawing/2014/main" id="{FFEDE0E1-0C4E-49E5-A2DC-BCC59EA941B8}"/>
              </a:ext>
            </a:extLst>
          </p:cNvPr>
          <p:cNvSpPr>
            <a:spLocks xmlns:a="http://schemas.openxmlformats.org/drawingml/2006/main" noGrp="1"/>
          </p:cNvSpPr>
          <p:nvPr/>
        </p:nvSpPr>
        <p:spPr>
          <a:xfrm xmlns:a="http://schemas.openxmlformats.org/drawingml/2006/main">
            <a:off x="1447800" y="5591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6" name="diagram-line-801">
            <a:extLst xmlns:a="http://schemas.openxmlformats.org/drawingml/2006/main">
              <a:ext uri="{FF2B5EF4-FFF2-40B4-BE49-F238E27FC236}">
                <a16:creationId xmlns:a16="http://schemas.microsoft.com/office/drawing/2014/main" id="{A7F0A86B-13E8-43A9-9D63-D5506FBAA501}"/>
              </a:ext>
            </a:extLst>
          </p:cNvPr>
          <p:cNvSpPr>
            <a:spLocks xmlns:a="http://schemas.openxmlformats.org/drawingml/2006/main" noGrp="1"/>
          </p:cNvSpPr>
          <p:nvPr/>
        </p:nvSpPr>
        <p:spPr>
          <a:xfrm xmlns:a="http://schemas.openxmlformats.org/drawingml/2006/main">
            <a:off x="1447800" y="5705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7" name="diagram-line-802">
            <a:extLst xmlns:a="http://schemas.openxmlformats.org/drawingml/2006/main">
              <a:ext uri="{FF2B5EF4-FFF2-40B4-BE49-F238E27FC236}">
                <a16:creationId xmlns:a16="http://schemas.microsoft.com/office/drawing/2014/main" id="{E4C832D2-C25C-4D8B-9BF9-69FD153B61FB}"/>
              </a:ext>
            </a:extLst>
          </p:cNvPr>
          <p:cNvSpPr>
            <a:spLocks xmlns:a="http://schemas.openxmlformats.org/drawingml/2006/main" noGrp="1"/>
          </p:cNvSpPr>
          <p:nvPr/>
        </p:nvSpPr>
        <p:spPr>
          <a:xfrm xmlns:a="http://schemas.openxmlformats.org/drawingml/2006/main">
            <a:off x="1447800" y="5819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8" name="diagram-line-803">
            <a:extLst xmlns:a="http://schemas.openxmlformats.org/drawingml/2006/main">
              <a:ext uri="{FF2B5EF4-FFF2-40B4-BE49-F238E27FC236}">
                <a16:creationId xmlns:a16="http://schemas.microsoft.com/office/drawing/2014/main" id="{1FE24577-D308-426E-900F-3B22FA1FC791}"/>
              </a:ext>
            </a:extLst>
          </p:cNvPr>
          <p:cNvSpPr>
            <a:spLocks xmlns:a="http://schemas.openxmlformats.org/drawingml/2006/main" noGrp="1"/>
          </p:cNvSpPr>
          <p:nvPr/>
        </p:nvSpPr>
        <p:spPr>
          <a:xfrm xmlns:a="http://schemas.openxmlformats.org/drawingml/2006/main">
            <a:off x="1447800" y="5934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9" name="diagram-box-804">
            <a:extLst xmlns:a="http://schemas.openxmlformats.org/drawingml/2006/main">
              <a:ext uri="{FF2B5EF4-FFF2-40B4-BE49-F238E27FC236}">
                <a16:creationId xmlns:a16="http://schemas.microsoft.com/office/drawing/2014/main" id="{8471B1A2-C5B0-4428-A751-CC97ACFDDF24}"/>
              </a:ext>
            </a:extLst>
          </p:cNvPr>
          <p:cNvSpPr>
            <a:spLocks xmlns:a="http://schemas.openxmlformats.org/drawingml/2006/main" noGrp="1"/>
          </p:cNvSpPr>
          <p:nvPr/>
        </p:nvSpPr>
        <p:spPr>
          <a:xfrm xmlns:a="http://schemas.openxmlformats.org/drawingml/2006/main">
            <a:off x="2962275" y="1504950"/>
            <a:ext cx="1581150" cy="314325"/>
          </a:xfrm>
          <a:prstGeom xmlns:a="http://schemas.openxmlformats.org/drawingml/2006/main" prst="rect">
            <a:avLst/>
          </a:prstGeom>
          <a:solidFill xmlns:a="http://schemas.openxmlformats.org/drawingml/2006/main">
            <a:srgbClr val="E9F0DB"/>
          </a:solidFill>
          <a:ln xmlns:a="http://schemas.openxmlformats.org/drawingml/2006/main" w="9525">
            <a:solidFill>
              <a:srgbClr val="6F7B83"/>
            </a:solidFill>
          </a:ln>
        </p:spPr>
      </p:sp>
      <p:sp>
        <p:nvSpPr>
          <p:cNvPr id="50" name="revision-text-805">
            <a:extLst xmlns:a="http://schemas.openxmlformats.org/drawingml/2006/main">
              <a:ext uri="{FF2B5EF4-FFF2-40B4-BE49-F238E27FC236}">
                <a16:creationId xmlns:a16="http://schemas.microsoft.com/office/drawing/2014/main" id="{73A22EF4-1C25-4CB6-8434-5DEED9CDD09E}"/>
              </a:ext>
            </a:extLst>
          </p:cNvPr>
          <p:cNvSpPr>
            <a:spLocks xmlns:a="http://schemas.openxmlformats.org/drawingml/2006/main" noGrp="1"/>
          </p:cNvSpPr>
          <p:nvPr/>
        </p:nvSpPr>
        <p:spPr>
          <a:xfrm xmlns:a="http://schemas.openxmlformats.org/drawingml/2006/main">
            <a:off x="2990850" y="1543050"/>
            <a:ext cx="15240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02" b="1">
                <a:solidFill>
                  <a:srgbClr val="152C40"/>
                </a:solidFill>
                <a:latin typeface="微软雅黑"/>
                <a:ea typeface="微软雅黑"/>
                <a:cs typeface="微软雅黑"/>
              </a:defRPr>
            </a:pPr>
            <a:r>
              <a:rPr sz="1102" b="1">
                <a:solidFill>
                  <a:srgbClr val="152C40"/>
                </a:solidFill>
                <a:latin typeface="微软雅黑"/>
                <a:ea typeface="微软雅黑"/>
                <a:cs typeface="微软雅黑"/>
              </a:rPr>
              <a:t>Device state machine</a:t>
            </a:r>
          </a:p>
        </p:txBody>
      </p:sp>
      <p:sp>
        <p:nvSpPr>
          <p:cNvPr id="51" name="diagram-line-806">
            <a:extLst xmlns:a="http://schemas.openxmlformats.org/drawingml/2006/main">
              <a:ext uri="{FF2B5EF4-FFF2-40B4-BE49-F238E27FC236}">
                <a16:creationId xmlns:a16="http://schemas.microsoft.com/office/drawing/2014/main" id="{E312160A-A394-4C8B-BC01-9D4DDC2E4C61}"/>
              </a:ext>
            </a:extLst>
          </p:cNvPr>
          <p:cNvSpPr>
            <a:spLocks xmlns:a="http://schemas.openxmlformats.org/drawingml/2006/main" noGrp="1"/>
          </p:cNvSpPr>
          <p:nvPr/>
        </p:nvSpPr>
        <p:spPr>
          <a:xfrm xmlns:a="http://schemas.openxmlformats.org/drawingml/2006/main">
            <a:off x="3752850" y="1819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2" name="diagram-line-807">
            <a:extLst xmlns:a="http://schemas.openxmlformats.org/drawingml/2006/main">
              <a:ext uri="{FF2B5EF4-FFF2-40B4-BE49-F238E27FC236}">
                <a16:creationId xmlns:a16="http://schemas.microsoft.com/office/drawing/2014/main" id="{4E874287-3F76-4844-B353-7E622B28F56D}"/>
              </a:ext>
            </a:extLst>
          </p:cNvPr>
          <p:cNvSpPr>
            <a:spLocks xmlns:a="http://schemas.openxmlformats.org/drawingml/2006/main" noGrp="1"/>
          </p:cNvSpPr>
          <p:nvPr/>
        </p:nvSpPr>
        <p:spPr>
          <a:xfrm xmlns:a="http://schemas.openxmlformats.org/drawingml/2006/main">
            <a:off x="3752850" y="1933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3" name="diagram-line-808">
            <a:extLst xmlns:a="http://schemas.openxmlformats.org/drawingml/2006/main">
              <a:ext uri="{FF2B5EF4-FFF2-40B4-BE49-F238E27FC236}">
                <a16:creationId xmlns:a16="http://schemas.microsoft.com/office/drawing/2014/main" id="{82BFE8E5-651F-4639-9DBE-CAA41E00D73F}"/>
              </a:ext>
            </a:extLst>
          </p:cNvPr>
          <p:cNvSpPr>
            <a:spLocks xmlns:a="http://schemas.openxmlformats.org/drawingml/2006/main" noGrp="1"/>
          </p:cNvSpPr>
          <p:nvPr/>
        </p:nvSpPr>
        <p:spPr>
          <a:xfrm xmlns:a="http://schemas.openxmlformats.org/drawingml/2006/main">
            <a:off x="3752850" y="2047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4" name="diagram-line-809">
            <a:extLst xmlns:a="http://schemas.openxmlformats.org/drawingml/2006/main">
              <a:ext uri="{FF2B5EF4-FFF2-40B4-BE49-F238E27FC236}">
                <a16:creationId xmlns:a16="http://schemas.microsoft.com/office/drawing/2014/main" id="{D313CE4A-0309-4682-94A6-93E39E028F07}"/>
              </a:ext>
            </a:extLst>
          </p:cNvPr>
          <p:cNvSpPr>
            <a:spLocks xmlns:a="http://schemas.openxmlformats.org/drawingml/2006/main" noGrp="1"/>
          </p:cNvSpPr>
          <p:nvPr/>
        </p:nvSpPr>
        <p:spPr>
          <a:xfrm xmlns:a="http://schemas.openxmlformats.org/drawingml/2006/main">
            <a:off x="3752850" y="2162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5" name="diagram-line-810">
            <a:extLst xmlns:a="http://schemas.openxmlformats.org/drawingml/2006/main">
              <a:ext uri="{FF2B5EF4-FFF2-40B4-BE49-F238E27FC236}">
                <a16:creationId xmlns:a16="http://schemas.microsoft.com/office/drawing/2014/main" id="{2385A065-1CC5-4B52-8DF9-AAE67D5529B8}"/>
              </a:ext>
            </a:extLst>
          </p:cNvPr>
          <p:cNvSpPr>
            <a:spLocks xmlns:a="http://schemas.openxmlformats.org/drawingml/2006/main" noGrp="1"/>
          </p:cNvSpPr>
          <p:nvPr/>
        </p:nvSpPr>
        <p:spPr>
          <a:xfrm xmlns:a="http://schemas.openxmlformats.org/drawingml/2006/main">
            <a:off x="3752850" y="2276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6" name="diagram-line-811">
            <a:extLst xmlns:a="http://schemas.openxmlformats.org/drawingml/2006/main">
              <a:ext uri="{FF2B5EF4-FFF2-40B4-BE49-F238E27FC236}">
                <a16:creationId xmlns:a16="http://schemas.microsoft.com/office/drawing/2014/main" id="{014C47FB-A423-40EB-8BA9-83DCFD7FA9BF}"/>
              </a:ext>
            </a:extLst>
          </p:cNvPr>
          <p:cNvSpPr>
            <a:spLocks xmlns:a="http://schemas.openxmlformats.org/drawingml/2006/main" noGrp="1"/>
          </p:cNvSpPr>
          <p:nvPr/>
        </p:nvSpPr>
        <p:spPr>
          <a:xfrm xmlns:a="http://schemas.openxmlformats.org/drawingml/2006/main">
            <a:off x="3752850" y="2390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7" name="diagram-line-812">
            <a:extLst xmlns:a="http://schemas.openxmlformats.org/drawingml/2006/main">
              <a:ext uri="{FF2B5EF4-FFF2-40B4-BE49-F238E27FC236}">
                <a16:creationId xmlns:a16="http://schemas.microsoft.com/office/drawing/2014/main" id="{478E3B9C-5E0F-4592-B3DE-D03A6AC153A9}"/>
              </a:ext>
            </a:extLst>
          </p:cNvPr>
          <p:cNvSpPr>
            <a:spLocks xmlns:a="http://schemas.openxmlformats.org/drawingml/2006/main" noGrp="1"/>
          </p:cNvSpPr>
          <p:nvPr/>
        </p:nvSpPr>
        <p:spPr>
          <a:xfrm xmlns:a="http://schemas.openxmlformats.org/drawingml/2006/main">
            <a:off x="3752850" y="2505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8" name="diagram-line-813">
            <a:extLst xmlns:a="http://schemas.openxmlformats.org/drawingml/2006/main">
              <a:ext uri="{FF2B5EF4-FFF2-40B4-BE49-F238E27FC236}">
                <a16:creationId xmlns:a16="http://schemas.microsoft.com/office/drawing/2014/main" id="{0AE0BA4B-DCAD-4517-9008-FABB05B1ECE9}"/>
              </a:ext>
            </a:extLst>
          </p:cNvPr>
          <p:cNvSpPr>
            <a:spLocks xmlns:a="http://schemas.openxmlformats.org/drawingml/2006/main" noGrp="1"/>
          </p:cNvSpPr>
          <p:nvPr/>
        </p:nvSpPr>
        <p:spPr>
          <a:xfrm xmlns:a="http://schemas.openxmlformats.org/drawingml/2006/main">
            <a:off x="3752850" y="2619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9" name="diagram-line-814">
            <a:extLst xmlns:a="http://schemas.openxmlformats.org/drawingml/2006/main">
              <a:ext uri="{FF2B5EF4-FFF2-40B4-BE49-F238E27FC236}">
                <a16:creationId xmlns:a16="http://schemas.microsoft.com/office/drawing/2014/main" id="{1598668F-310E-49E1-9121-FE792D9FB75F}"/>
              </a:ext>
            </a:extLst>
          </p:cNvPr>
          <p:cNvSpPr>
            <a:spLocks xmlns:a="http://schemas.openxmlformats.org/drawingml/2006/main" noGrp="1"/>
          </p:cNvSpPr>
          <p:nvPr/>
        </p:nvSpPr>
        <p:spPr>
          <a:xfrm xmlns:a="http://schemas.openxmlformats.org/drawingml/2006/main">
            <a:off x="3752850" y="2733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0" name="diagram-line-815">
            <a:extLst xmlns:a="http://schemas.openxmlformats.org/drawingml/2006/main">
              <a:ext uri="{FF2B5EF4-FFF2-40B4-BE49-F238E27FC236}">
                <a16:creationId xmlns:a16="http://schemas.microsoft.com/office/drawing/2014/main" id="{1062DFD6-EA2A-4E7F-8152-605BD27D113E}"/>
              </a:ext>
            </a:extLst>
          </p:cNvPr>
          <p:cNvSpPr>
            <a:spLocks xmlns:a="http://schemas.openxmlformats.org/drawingml/2006/main" noGrp="1"/>
          </p:cNvSpPr>
          <p:nvPr/>
        </p:nvSpPr>
        <p:spPr>
          <a:xfrm xmlns:a="http://schemas.openxmlformats.org/drawingml/2006/main">
            <a:off x="3752850" y="2847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1" name="diagram-line-816">
            <a:extLst xmlns:a="http://schemas.openxmlformats.org/drawingml/2006/main">
              <a:ext uri="{FF2B5EF4-FFF2-40B4-BE49-F238E27FC236}">
                <a16:creationId xmlns:a16="http://schemas.microsoft.com/office/drawing/2014/main" id="{E8FEA128-3BDF-4255-923A-376DBB587F10}"/>
              </a:ext>
            </a:extLst>
          </p:cNvPr>
          <p:cNvSpPr>
            <a:spLocks xmlns:a="http://schemas.openxmlformats.org/drawingml/2006/main" noGrp="1"/>
          </p:cNvSpPr>
          <p:nvPr/>
        </p:nvSpPr>
        <p:spPr>
          <a:xfrm xmlns:a="http://schemas.openxmlformats.org/drawingml/2006/main">
            <a:off x="3752850" y="2962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2" name="diagram-line-817">
            <a:extLst xmlns:a="http://schemas.openxmlformats.org/drawingml/2006/main">
              <a:ext uri="{FF2B5EF4-FFF2-40B4-BE49-F238E27FC236}">
                <a16:creationId xmlns:a16="http://schemas.microsoft.com/office/drawing/2014/main" id="{3EBDDC4D-AB94-42AD-AE14-E07F762C96FF}"/>
              </a:ext>
            </a:extLst>
          </p:cNvPr>
          <p:cNvSpPr>
            <a:spLocks xmlns:a="http://schemas.openxmlformats.org/drawingml/2006/main" noGrp="1"/>
          </p:cNvSpPr>
          <p:nvPr/>
        </p:nvSpPr>
        <p:spPr>
          <a:xfrm xmlns:a="http://schemas.openxmlformats.org/drawingml/2006/main">
            <a:off x="3752850" y="3076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3" name="diagram-line-818">
            <a:extLst xmlns:a="http://schemas.openxmlformats.org/drawingml/2006/main">
              <a:ext uri="{FF2B5EF4-FFF2-40B4-BE49-F238E27FC236}">
                <a16:creationId xmlns:a16="http://schemas.microsoft.com/office/drawing/2014/main" id="{5D030587-1848-40E5-B4A7-AE8784F002A1}"/>
              </a:ext>
            </a:extLst>
          </p:cNvPr>
          <p:cNvSpPr>
            <a:spLocks xmlns:a="http://schemas.openxmlformats.org/drawingml/2006/main" noGrp="1"/>
          </p:cNvSpPr>
          <p:nvPr/>
        </p:nvSpPr>
        <p:spPr>
          <a:xfrm xmlns:a="http://schemas.openxmlformats.org/drawingml/2006/main">
            <a:off x="3752850" y="3190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4" name="diagram-line-819">
            <a:extLst xmlns:a="http://schemas.openxmlformats.org/drawingml/2006/main">
              <a:ext uri="{FF2B5EF4-FFF2-40B4-BE49-F238E27FC236}">
                <a16:creationId xmlns:a16="http://schemas.microsoft.com/office/drawing/2014/main" id="{965566FA-BE8A-4353-A013-7BD54A8B86F8}"/>
              </a:ext>
            </a:extLst>
          </p:cNvPr>
          <p:cNvSpPr>
            <a:spLocks xmlns:a="http://schemas.openxmlformats.org/drawingml/2006/main" noGrp="1"/>
          </p:cNvSpPr>
          <p:nvPr/>
        </p:nvSpPr>
        <p:spPr>
          <a:xfrm xmlns:a="http://schemas.openxmlformats.org/drawingml/2006/main">
            <a:off x="3752850" y="3305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5" name="diagram-line-820">
            <a:extLst xmlns:a="http://schemas.openxmlformats.org/drawingml/2006/main">
              <a:ext uri="{FF2B5EF4-FFF2-40B4-BE49-F238E27FC236}">
                <a16:creationId xmlns:a16="http://schemas.microsoft.com/office/drawing/2014/main" id="{48C01BA5-6468-44A5-9077-BDDFA7D49E45}"/>
              </a:ext>
            </a:extLst>
          </p:cNvPr>
          <p:cNvSpPr>
            <a:spLocks xmlns:a="http://schemas.openxmlformats.org/drawingml/2006/main" noGrp="1"/>
          </p:cNvSpPr>
          <p:nvPr/>
        </p:nvSpPr>
        <p:spPr>
          <a:xfrm xmlns:a="http://schemas.openxmlformats.org/drawingml/2006/main">
            <a:off x="3752850" y="3419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6" name="diagram-line-821">
            <a:extLst xmlns:a="http://schemas.openxmlformats.org/drawingml/2006/main">
              <a:ext uri="{FF2B5EF4-FFF2-40B4-BE49-F238E27FC236}">
                <a16:creationId xmlns:a16="http://schemas.microsoft.com/office/drawing/2014/main" id="{E55072E4-CCBD-4DDA-8513-2F681899E6CA}"/>
              </a:ext>
            </a:extLst>
          </p:cNvPr>
          <p:cNvSpPr>
            <a:spLocks xmlns:a="http://schemas.openxmlformats.org/drawingml/2006/main" noGrp="1"/>
          </p:cNvSpPr>
          <p:nvPr/>
        </p:nvSpPr>
        <p:spPr>
          <a:xfrm xmlns:a="http://schemas.openxmlformats.org/drawingml/2006/main">
            <a:off x="3752850" y="3533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7" name="diagram-line-822">
            <a:extLst xmlns:a="http://schemas.openxmlformats.org/drawingml/2006/main">
              <a:ext uri="{FF2B5EF4-FFF2-40B4-BE49-F238E27FC236}">
                <a16:creationId xmlns:a16="http://schemas.microsoft.com/office/drawing/2014/main" id="{E6ECAECE-C67F-4811-ADC9-7A623ACFA175}"/>
              </a:ext>
            </a:extLst>
          </p:cNvPr>
          <p:cNvSpPr>
            <a:spLocks xmlns:a="http://schemas.openxmlformats.org/drawingml/2006/main" noGrp="1"/>
          </p:cNvSpPr>
          <p:nvPr/>
        </p:nvSpPr>
        <p:spPr>
          <a:xfrm xmlns:a="http://schemas.openxmlformats.org/drawingml/2006/main">
            <a:off x="3752850" y="3648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8" name="diagram-line-823">
            <a:extLst xmlns:a="http://schemas.openxmlformats.org/drawingml/2006/main">
              <a:ext uri="{FF2B5EF4-FFF2-40B4-BE49-F238E27FC236}">
                <a16:creationId xmlns:a16="http://schemas.microsoft.com/office/drawing/2014/main" id="{01680809-3883-4122-AFEE-C65F45EC2480}"/>
              </a:ext>
            </a:extLst>
          </p:cNvPr>
          <p:cNvSpPr>
            <a:spLocks xmlns:a="http://schemas.openxmlformats.org/drawingml/2006/main" noGrp="1"/>
          </p:cNvSpPr>
          <p:nvPr/>
        </p:nvSpPr>
        <p:spPr>
          <a:xfrm xmlns:a="http://schemas.openxmlformats.org/drawingml/2006/main">
            <a:off x="3752850" y="3762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9" name="diagram-line-824">
            <a:extLst xmlns:a="http://schemas.openxmlformats.org/drawingml/2006/main">
              <a:ext uri="{FF2B5EF4-FFF2-40B4-BE49-F238E27FC236}">
                <a16:creationId xmlns:a16="http://schemas.microsoft.com/office/drawing/2014/main" id="{3455CC4A-D391-459B-A73E-3CE59F5A80B7}"/>
              </a:ext>
            </a:extLst>
          </p:cNvPr>
          <p:cNvSpPr>
            <a:spLocks xmlns:a="http://schemas.openxmlformats.org/drawingml/2006/main" noGrp="1"/>
          </p:cNvSpPr>
          <p:nvPr/>
        </p:nvSpPr>
        <p:spPr>
          <a:xfrm xmlns:a="http://schemas.openxmlformats.org/drawingml/2006/main">
            <a:off x="3752850" y="3876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0" name="diagram-line-825">
            <a:extLst xmlns:a="http://schemas.openxmlformats.org/drawingml/2006/main">
              <a:ext uri="{FF2B5EF4-FFF2-40B4-BE49-F238E27FC236}">
                <a16:creationId xmlns:a16="http://schemas.microsoft.com/office/drawing/2014/main" id="{277E8977-390C-4C89-A8FA-9F62EEB9E44B}"/>
              </a:ext>
            </a:extLst>
          </p:cNvPr>
          <p:cNvSpPr>
            <a:spLocks xmlns:a="http://schemas.openxmlformats.org/drawingml/2006/main" noGrp="1"/>
          </p:cNvSpPr>
          <p:nvPr/>
        </p:nvSpPr>
        <p:spPr>
          <a:xfrm xmlns:a="http://schemas.openxmlformats.org/drawingml/2006/main">
            <a:off x="3752850" y="3990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1" name="diagram-line-826">
            <a:extLst xmlns:a="http://schemas.openxmlformats.org/drawingml/2006/main">
              <a:ext uri="{FF2B5EF4-FFF2-40B4-BE49-F238E27FC236}">
                <a16:creationId xmlns:a16="http://schemas.microsoft.com/office/drawing/2014/main" id="{173EF39C-BE3E-4FC1-8339-7471A6DD46A6}"/>
              </a:ext>
            </a:extLst>
          </p:cNvPr>
          <p:cNvSpPr>
            <a:spLocks xmlns:a="http://schemas.openxmlformats.org/drawingml/2006/main" noGrp="1"/>
          </p:cNvSpPr>
          <p:nvPr/>
        </p:nvSpPr>
        <p:spPr>
          <a:xfrm xmlns:a="http://schemas.openxmlformats.org/drawingml/2006/main">
            <a:off x="3752850" y="4105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2" name="diagram-line-827">
            <a:extLst xmlns:a="http://schemas.openxmlformats.org/drawingml/2006/main">
              <a:ext uri="{FF2B5EF4-FFF2-40B4-BE49-F238E27FC236}">
                <a16:creationId xmlns:a16="http://schemas.microsoft.com/office/drawing/2014/main" id="{F98AE0F8-0159-44EE-AFD8-AB76E2A989BE}"/>
              </a:ext>
            </a:extLst>
          </p:cNvPr>
          <p:cNvSpPr>
            <a:spLocks xmlns:a="http://schemas.openxmlformats.org/drawingml/2006/main" noGrp="1"/>
          </p:cNvSpPr>
          <p:nvPr/>
        </p:nvSpPr>
        <p:spPr>
          <a:xfrm xmlns:a="http://schemas.openxmlformats.org/drawingml/2006/main">
            <a:off x="3752850" y="4219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3" name="diagram-line-828">
            <a:extLst xmlns:a="http://schemas.openxmlformats.org/drawingml/2006/main">
              <a:ext uri="{FF2B5EF4-FFF2-40B4-BE49-F238E27FC236}">
                <a16:creationId xmlns:a16="http://schemas.microsoft.com/office/drawing/2014/main" id="{30BD6893-C23D-4BA5-BD72-9DA7501658BE}"/>
              </a:ext>
            </a:extLst>
          </p:cNvPr>
          <p:cNvSpPr>
            <a:spLocks xmlns:a="http://schemas.openxmlformats.org/drawingml/2006/main" noGrp="1"/>
          </p:cNvSpPr>
          <p:nvPr/>
        </p:nvSpPr>
        <p:spPr>
          <a:xfrm xmlns:a="http://schemas.openxmlformats.org/drawingml/2006/main">
            <a:off x="3752850"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4" name="diagram-line-829">
            <a:extLst xmlns:a="http://schemas.openxmlformats.org/drawingml/2006/main">
              <a:ext uri="{FF2B5EF4-FFF2-40B4-BE49-F238E27FC236}">
                <a16:creationId xmlns:a16="http://schemas.microsoft.com/office/drawing/2014/main" id="{20B38B31-3F2A-45FC-A6F1-3213D60E222C}"/>
              </a:ext>
            </a:extLst>
          </p:cNvPr>
          <p:cNvSpPr>
            <a:spLocks xmlns:a="http://schemas.openxmlformats.org/drawingml/2006/main" noGrp="1"/>
          </p:cNvSpPr>
          <p:nvPr/>
        </p:nvSpPr>
        <p:spPr>
          <a:xfrm xmlns:a="http://schemas.openxmlformats.org/drawingml/2006/main">
            <a:off x="3752850"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5" name="diagram-line-830">
            <a:extLst xmlns:a="http://schemas.openxmlformats.org/drawingml/2006/main">
              <a:ext uri="{FF2B5EF4-FFF2-40B4-BE49-F238E27FC236}">
                <a16:creationId xmlns:a16="http://schemas.microsoft.com/office/drawing/2014/main" id="{45A1684A-6825-4643-8802-F00D437B4D68}"/>
              </a:ext>
            </a:extLst>
          </p:cNvPr>
          <p:cNvSpPr>
            <a:spLocks xmlns:a="http://schemas.openxmlformats.org/drawingml/2006/main" noGrp="1"/>
          </p:cNvSpPr>
          <p:nvPr/>
        </p:nvSpPr>
        <p:spPr>
          <a:xfrm xmlns:a="http://schemas.openxmlformats.org/drawingml/2006/main">
            <a:off x="3752850"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6" name="diagram-line-831">
            <a:extLst xmlns:a="http://schemas.openxmlformats.org/drawingml/2006/main">
              <a:ext uri="{FF2B5EF4-FFF2-40B4-BE49-F238E27FC236}">
                <a16:creationId xmlns:a16="http://schemas.microsoft.com/office/drawing/2014/main" id="{25D7A13F-DA6B-49ED-84AF-648C7199E8C9}"/>
              </a:ext>
            </a:extLst>
          </p:cNvPr>
          <p:cNvSpPr>
            <a:spLocks xmlns:a="http://schemas.openxmlformats.org/drawingml/2006/main" noGrp="1"/>
          </p:cNvSpPr>
          <p:nvPr/>
        </p:nvSpPr>
        <p:spPr>
          <a:xfrm xmlns:a="http://schemas.openxmlformats.org/drawingml/2006/main">
            <a:off x="3752850"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7" name="diagram-line-832">
            <a:extLst xmlns:a="http://schemas.openxmlformats.org/drawingml/2006/main">
              <a:ext uri="{FF2B5EF4-FFF2-40B4-BE49-F238E27FC236}">
                <a16:creationId xmlns:a16="http://schemas.microsoft.com/office/drawing/2014/main" id="{AC4731E4-6D7D-46AE-9219-B8A7005DBCA7}"/>
              </a:ext>
            </a:extLst>
          </p:cNvPr>
          <p:cNvSpPr>
            <a:spLocks xmlns:a="http://schemas.openxmlformats.org/drawingml/2006/main" noGrp="1"/>
          </p:cNvSpPr>
          <p:nvPr/>
        </p:nvSpPr>
        <p:spPr>
          <a:xfrm xmlns:a="http://schemas.openxmlformats.org/drawingml/2006/main">
            <a:off x="3752850"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8" name="diagram-line-833">
            <a:extLst xmlns:a="http://schemas.openxmlformats.org/drawingml/2006/main">
              <a:ext uri="{FF2B5EF4-FFF2-40B4-BE49-F238E27FC236}">
                <a16:creationId xmlns:a16="http://schemas.microsoft.com/office/drawing/2014/main" id="{D2AFE1F8-C2EE-41B0-846C-5A6B3AD1E768}"/>
              </a:ext>
            </a:extLst>
          </p:cNvPr>
          <p:cNvSpPr>
            <a:spLocks xmlns:a="http://schemas.openxmlformats.org/drawingml/2006/main" noGrp="1"/>
          </p:cNvSpPr>
          <p:nvPr/>
        </p:nvSpPr>
        <p:spPr>
          <a:xfrm xmlns:a="http://schemas.openxmlformats.org/drawingml/2006/main">
            <a:off x="3752850"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9" name="diagram-line-834">
            <a:extLst xmlns:a="http://schemas.openxmlformats.org/drawingml/2006/main">
              <a:ext uri="{FF2B5EF4-FFF2-40B4-BE49-F238E27FC236}">
                <a16:creationId xmlns:a16="http://schemas.microsoft.com/office/drawing/2014/main" id="{9355657C-FCAA-417F-AFEE-4B57329ADD67}"/>
              </a:ext>
            </a:extLst>
          </p:cNvPr>
          <p:cNvSpPr>
            <a:spLocks xmlns:a="http://schemas.openxmlformats.org/drawingml/2006/main" noGrp="1"/>
          </p:cNvSpPr>
          <p:nvPr/>
        </p:nvSpPr>
        <p:spPr>
          <a:xfrm xmlns:a="http://schemas.openxmlformats.org/drawingml/2006/main">
            <a:off x="3752850" y="5019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0" name="diagram-line-835">
            <a:extLst xmlns:a="http://schemas.openxmlformats.org/drawingml/2006/main">
              <a:ext uri="{FF2B5EF4-FFF2-40B4-BE49-F238E27FC236}">
                <a16:creationId xmlns:a16="http://schemas.microsoft.com/office/drawing/2014/main" id="{7B52838B-A891-4084-96D4-1BFDB6174AD8}"/>
              </a:ext>
            </a:extLst>
          </p:cNvPr>
          <p:cNvSpPr>
            <a:spLocks xmlns:a="http://schemas.openxmlformats.org/drawingml/2006/main" noGrp="1"/>
          </p:cNvSpPr>
          <p:nvPr/>
        </p:nvSpPr>
        <p:spPr>
          <a:xfrm xmlns:a="http://schemas.openxmlformats.org/drawingml/2006/main">
            <a:off x="3752850" y="5133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1" name="diagram-line-836">
            <a:extLst xmlns:a="http://schemas.openxmlformats.org/drawingml/2006/main">
              <a:ext uri="{FF2B5EF4-FFF2-40B4-BE49-F238E27FC236}">
                <a16:creationId xmlns:a16="http://schemas.microsoft.com/office/drawing/2014/main" id="{52E904DE-0DEE-4828-9D15-9CE166F8CE1B}"/>
              </a:ext>
            </a:extLst>
          </p:cNvPr>
          <p:cNvSpPr>
            <a:spLocks xmlns:a="http://schemas.openxmlformats.org/drawingml/2006/main" noGrp="1"/>
          </p:cNvSpPr>
          <p:nvPr/>
        </p:nvSpPr>
        <p:spPr>
          <a:xfrm xmlns:a="http://schemas.openxmlformats.org/drawingml/2006/main">
            <a:off x="3752850" y="5248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2" name="diagram-line-837">
            <a:extLst xmlns:a="http://schemas.openxmlformats.org/drawingml/2006/main">
              <a:ext uri="{FF2B5EF4-FFF2-40B4-BE49-F238E27FC236}">
                <a16:creationId xmlns:a16="http://schemas.microsoft.com/office/drawing/2014/main" id="{BC3A96A7-6725-4E89-888C-996B94805BC7}"/>
              </a:ext>
            </a:extLst>
          </p:cNvPr>
          <p:cNvSpPr>
            <a:spLocks xmlns:a="http://schemas.openxmlformats.org/drawingml/2006/main" noGrp="1"/>
          </p:cNvSpPr>
          <p:nvPr/>
        </p:nvSpPr>
        <p:spPr>
          <a:xfrm xmlns:a="http://schemas.openxmlformats.org/drawingml/2006/main">
            <a:off x="3752850" y="5362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3" name="diagram-line-838">
            <a:extLst xmlns:a="http://schemas.openxmlformats.org/drawingml/2006/main">
              <a:ext uri="{FF2B5EF4-FFF2-40B4-BE49-F238E27FC236}">
                <a16:creationId xmlns:a16="http://schemas.microsoft.com/office/drawing/2014/main" id="{364F29A1-F0F0-48C9-A249-8C64576C5FD2}"/>
              </a:ext>
            </a:extLst>
          </p:cNvPr>
          <p:cNvSpPr>
            <a:spLocks xmlns:a="http://schemas.openxmlformats.org/drawingml/2006/main" noGrp="1"/>
          </p:cNvSpPr>
          <p:nvPr/>
        </p:nvSpPr>
        <p:spPr>
          <a:xfrm xmlns:a="http://schemas.openxmlformats.org/drawingml/2006/main">
            <a:off x="3752850" y="5476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4" name="diagram-line-839">
            <a:extLst xmlns:a="http://schemas.openxmlformats.org/drawingml/2006/main">
              <a:ext uri="{FF2B5EF4-FFF2-40B4-BE49-F238E27FC236}">
                <a16:creationId xmlns:a16="http://schemas.microsoft.com/office/drawing/2014/main" id="{D731D3F5-6F30-4E6B-9E3E-26B56DB19F3B}"/>
              </a:ext>
            </a:extLst>
          </p:cNvPr>
          <p:cNvSpPr>
            <a:spLocks xmlns:a="http://schemas.openxmlformats.org/drawingml/2006/main" noGrp="1"/>
          </p:cNvSpPr>
          <p:nvPr/>
        </p:nvSpPr>
        <p:spPr>
          <a:xfrm xmlns:a="http://schemas.openxmlformats.org/drawingml/2006/main">
            <a:off x="3752850" y="5591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5" name="diagram-line-840">
            <a:extLst xmlns:a="http://schemas.openxmlformats.org/drawingml/2006/main">
              <a:ext uri="{FF2B5EF4-FFF2-40B4-BE49-F238E27FC236}">
                <a16:creationId xmlns:a16="http://schemas.microsoft.com/office/drawing/2014/main" id="{F2053F69-C205-4D46-A146-13E6C1FEBE7B}"/>
              </a:ext>
            </a:extLst>
          </p:cNvPr>
          <p:cNvSpPr>
            <a:spLocks xmlns:a="http://schemas.openxmlformats.org/drawingml/2006/main" noGrp="1"/>
          </p:cNvSpPr>
          <p:nvPr/>
        </p:nvSpPr>
        <p:spPr>
          <a:xfrm xmlns:a="http://schemas.openxmlformats.org/drawingml/2006/main">
            <a:off x="3752850" y="5705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6" name="diagram-line-841">
            <a:extLst xmlns:a="http://schemas.openxmlformats.org/drawingml/2006/main">
              <a:ext uri="{FF2B5EF4-FFF2-40B4-BE49-F238E27FC236}">
                <a16:creationId xmlns:a16="http://schemas.microsoft.com/office/drawing/2014/main" id="{1F851438-DC46-427E-9FAD-00B2A1480F2C}"/>
              </a:ext>
            </a:extLst>
          </p:cNvPr>
          <p:cNvSpPr>
            <a:spLocks xmlns:a="http://schemas.openxmlformats.org/drawingml/2006/main" noGrp="1"/>
          </p:cNvSpPr>
          <p:nvPr/>
        </p:nvSpPr>
        <p:spPr>
          <a:xfrm xmlns:a="http://schemas.openxmlformats.org/drawingml/2006/main">
            <a:off x="3752850" y="5819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7" name="diagram-line-842">
            <a:extLst xmlns:a="http://schemas.openxmlformats.org/drawingml/2006/main">
              <a:ext uri="{FF2B5EF4-FFF2-40B4-BE49-F238E27FC236}">
                <a16:creationId xmlns:a16="http://schemas.microsoft.com/office/drawing/2014/main" id="{E6B387A9-54F5-439C-AFAD-3ECC4B8EAB27}"/>
              </a:ext>
            </a:extLst>
          </p:cNvPr>
          <p:cNvSpPr>
            <a:spLocks xmlns:a="http://schemas.openxmlformats.org/drawingml/2006/main" noGrp="1"/>
          </p:cNvSpPr>
          <p:nvPr/>
        </p:nvSpPr>
        <p:spPr>
          <a:xfrm xmlns:a="http://schemas.openxmlformats.org/drawingml/2006/main">
            <a:off x="3752850" y="5934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8" name="diagram-box-843">
            <a:extLst xmlns:a="http://schemas.openxmlformats.org/drawingml/2006/main">
              <a:ext uri="{FF2B5EF4-FFF2-40B4-BE49-F238E27FC236}">
                <a16:creationId xmlns:a16="http://schemas.microsoft.com/office/drawing/2014/main" id="{F075DDE8-5968-400F-9682-DAE5330C9DAE}"/>
              </a:ext>
            </a:extLst>
          </p:cNvPr>
          <p:cNvSpPr>
            <a:spLocks xmlns:a="http://schemas.openxmlformats.org/drawingml/2006/main" noGrp="1"/>
          </p:cNvSpPr>
          <p:nvPr/>
        </p:nvSpPr>
        <p:spPr>
          <a:xfrm xmlns:a="http://schemas.openxmlformats.org/drawingml/2006/main">
            <a:off x="5257800" y="1504950"/>
            <a:ext cx="1581150" cy="314325"/>
          </a:xfrm>
          <a:prstGeom xmlns:a="http://schemas.openxmlformats.org/drawingml/2006/main" prst="rect">
            <a:avLst/>
          </a:prstGeom>
          <a:solidFill xmlns:a="http://schemas.openxmlformats.org/drawingml/2006/main">
            <a:srgbClr val="F8E8B0"/>
          </a:solidFill>
          <a:ln xmlns:a="http://schemas.openxmlformats.org/drawingml/2006/main" w="9525">
            <a:solidFill>
              <a:srgbClr val="6F7B83"/>
            </a:solidFill>
          </a:ln>
        </p:spPr>
      </p:sp>
      <p:sp>
        <p:nvSpPr>
          <p:cNvPr id="89" name="revision-text-844">
            <a:extLst xmlns:a="http://schemas.openxmlformats.org/drawingml/2006/main">
              <a:ext uri="{FF2B5EF4-FFF2-40B4-BE49-F238E27FC236}">
                <a16:creationId xmlns:a16="http://schemas.microsoft.com/office/drawing/2014/main" id="{32C6CB8C-42EF-4533-82FB-0956F8BE9D3B}"/>
              </a:ext>
            </a:extLst>
          </p:cNvPr>
          <p:cNvSpPr>
            <a:spLocks xmlns:a="http://schemas.openxmlformats.org/drawingml/2006/main" noGrp="1"/>
          </p:cNvSpPr>
          <p:nvPr/>
        </p:nvSpPr>
        <p:spPr>
          <a:xfrm xmlns:a="http://schemas.openxmlformats.org/drawingml/2006/main">
            <a:off x="5286375" y="1543050"/>
            <a:ext cx="15240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00" b="1">
                <a:solidFill>
                  <a:srgbClr val="152C40"/>
                </a:solidFill>
                <a:latin typeface="微软雅黑"/>
                <a:ea typeface="微软雅黑"/>
                <a:cs typeface="微软雅黑"/>
              </a:defRPr>
            </a:pPr>
            <a:r>
              <a:rPr sz="1500" b="1">
                <a:solidFill>
                  <a:srgbClr val="152C40"/>
                </a:solidFill>
                <a:latin typeface="微软雅黑"/>
                <a:ea typeface="微软雅黑"/>
                <a:cs typeface="微软雅黑"/>
              </a:rPr>
              <a:t>Adapter</a:t>
            </a:r>
          </a:p>
        </p:txBody>
      </p:sp>
      <p:sp>
        <p:nvSpPr>
          <p:cNvPr id="90" name="diagram-line-845">
            <a:extLst xmlns:a="http://schemas.openxmlformats.org/drawingml/2006/main">
              <a:ext uri="{FF2B5EF4-FFF2-40B4-BE49-F238E27FC236}">
                <a16:creationId xmlns:a16="http://schemas.microsoft.com/office/drawing/2014/main" id="{6282B37E-BCFF-4DE0-8800-007AE8CFDC7C}"/>
              </a:ext>
            </a:extLst>
          </p:cNvPr>
          <p:cNvSpPr>
            <a:spLocks xmlns:a="http://schemas.openxmlformats.org/drawingml/2006/main" noGrp="1"/>
          </p:cNvSpPr>
          <p:nvPr/>
        </p:nvSpPr>
        <p:spPr>
          <a:xfrm xmlns:a="http://schemas.openxmlformats.org/drawingml/2006/main">
            <a:off x="6048375" y="1819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1" name="diagram-line-846">
            <a:extLst xmlns:a="http://schemas.openxmlformats.org/drawingml/2006/main">
              <a:ext uri="{FF2B5EF4-FFF2-40B4-BE49-F238E27FC236}">
                <a16:creationId xmlns:a16="http://schemas.microsoft.com/office/drawing/2014/main" id="{BF451DB0-59DB-4D74-91D0-4A7CD2D14E51}"/>
              </a:ext>
            </a:extLst>
          </p:cNvPr>
          <p:cNvSpPr>
            <a:spLocks xmlns:a="http://schemas.openxmlformats.org/drawingml/2006/main" noGrp="1"/>
          </p:cNvSpPr>
          <p:nvPr/>
        </p:nvSpPr>
        <p:spPr>
          <a:xfrm xmlns:a="http://schemas.openxmlformats.org/drawingml/2006/main">
            <a:off x="6048375" y="1933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2" name="diagram-line-847">
            <a:extLst xmlns:a="http://schemas.openxmlformats.org/drawingml/2006/main">
              <a:ext uri="{FF2B5EF4-FFF2-40B4-BE49-F238E27FC236}">
                <a16:creationId xmlns:a16="http://schemas.microsoft.com/office/drawing/2014/main" id="{6C05A3CC-3D8A-4922-A5F0-8396B10CFFE0}"/>
              </a:ext>
            </a:extLst>
          </p:cNvPr>
          <p:cNvSpPr>
            <a:spLocks xmlns:a="http://schemas.openxmlformats.org/drawingml/2006/main" noGrp="1"/>
          </p:cNvSpPr>
          <p:nvPr/>
        </p:nvSpPr>
        <p:spPr>
          <a:xfrm xmlns:a="http://schemas.openxmlformats.org/drawingml/2006/main">
            <a:off x="6048375" y="2047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3" name="diagram-line-848">
            <a:extLst xmlns:a="http://schemas.openxmlformats.org/drawingml/2006/main">
              <a:ext uri="{FF2B5EF4-FFF2-40B4-BE49-F238E27FC236}">
                <a16:creationId xmlns:a16="http://schemas.microsoft.com/office/drawing/2014/main" id="{FEBD278B-DF1A-4B60-B8B0-40C4895C9450}"/>
              </a:ext>
            </a:extLst>
          </p:cNvPr>
          <p:cNvSpPr>
            <a:spLocks xmlns:a="http://schemas.openxmlformats.org/drawingml/2006/main" noGrp="1"/>
          </p:cNvSpPr>
          <p:nvPr/>
        </p:nvSpPr>
        <p:spPr>
          <a:xfrm xmlns:a="http://schemas.openxmlformats.org/drawingml/2006/main">
            <a:off x="6048375" y="2162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4" name="diagram-line-849">
            <a:extLst xmlns:a="http://schemas.openxmlformats.org/drawingml/2006/main">
              <a:ext uri="{FF2B5EF4-FFF2-40B4-BE49-F238E27FC236}">
                <a16:creationId xmlns:a16="http://schemas.microsoft.com/office/drawing/2014/main" id="{8A148F25-9070-42AB-B9D8-A60CFDDF0B8B}"/>
              </a:ext>
            </a:extLst>
          </p:cNvPr>
          <p:cNvSpPr>
            <a:spLocks xmlns:a="http://schemas.openxmlformats.org/drawingml/2006/main" noGrp="1"/>
          </p:cNvSpPr>
          <p:nvPr/>
        </p:nvSpPr>
        <p:spPr>
          <a:xfrm xmlns:a="http://schemas.openxmlformats.org/drawingml/2006/main">
            <a:off x="6048375" y="2276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5" name="diagram-line-850">
            <a:extLst xmlns:a="http://schemas.openxmlformats.org/drawingml/2006/main">
              <a:ext uri="{FF2B5EF4-FFF2-40B4-BE49-F238E27FC236}">
                <a16:creationId xmlns:a16="http://schemas.microsoft.com/office/drawing/2014/main" id="{B922A989-C797-49DC-9CFB-D58B9CA1EB3F}"/>
              </a:ext>
            </a:extLst>
          </p:cNvPr>
          <p:cNvSpPr>
            <a:spLocks xmlns:a="http://schemas.openxmlformats.org/drawingml/2006/main" noGrp="1"/>
          </p:cNvSpPr>
          <p:nvPr/>
        </p:nvSpPr>
        <p:spPr>
          <a:xfrm xmlns:a="http://schemas.openxmlformats.org/drawingml/2006/main">
            <a:off x="6048375" y="2390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6" name="diagram-line-851">
            <a:extLst xmlns:a="http://schemas.openxmlformats.org/drawingml/2006/main">
              <a:ext uri="{FF2B5EF4-FFF2-40B4-BE49-F238E27FC236}">
                <a16:creationId xmlns:a16="http://schemas.microsoft.com/office/drawing/2014/main" id="{E3CBF568-9C63-4CF7-8B65-5C61A2064360}"/>
              </a:ext>
            </a:extLst>
          </p:cNvPr>
          <p:cNvSpPr>
            <a:spLocks xmlns:a="http://schemas.openxmlformats.org/drawingml/2006/main" noGrp="1"/>
          </p:cNvSpPr>
          <p:nvPr/>
        </p:nvSpPr>
        <p:spPr>
          <a:xfrm xmlns:a="http://schemas.openxmlformats.org/drawingml/2006/main">
            <a:off x="6048375" y="2505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7" name="diagram-line-852">
            <a:extLst xmlns:a="http://schemas.openxmlformats.org/drawingml/2006/main">
              <a:ext uri="{FF2B5EF4-FFF2-40B4-BE49-F238E27FC236}">
                <a16:creationId xmlns:a16="http://schemas.microsoft.com/office/drawing/2014/main" id="{5363A925-F034-4AB2-93B0-5B22EFEA8529}"/>
              </a:ext>
            </a:extLst>
          </p:cNvPr>
          <p:cNvSpPr>
            <a:spLocks xmlns:a="http://schemas.openxmlformats.org/drawingml/2006/main" noGrp="1"/>
          </p:cNvSpPr>
          <p:nvPr/>
        </p:nvSpPr>
        <p:spPr>
          <a:xfrm xmlns:a="http://schemas.openxmlformats.org/drawingml/2006/main">
            <a:off x="6048375" y="2619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8" name="diagram-line-853">
            <a:extLst xmlns:a="http://schemas.openxmlformats.org/drawingml/2006/main">
              <a:ext uri="{FF2B5EF4-FFF2-40B4-BE49-F238E27FC236}">
                <a16:creationId xmlns:a16="http://schemas.microsoft.com/office/drawing/2014/main" id="{455F78FB-9E9C-4211-9660-3D19EA08BF45}"/>
              </a:ext>
            </a:extLst>
          </p:cNvPr>
          <p:cNvSpPr>
            <a:spLocks xmlns:a="http://schemas.openxmlformats.org/drawingml/2006/main" noGrp="1"/>
          </p:cNvSpPr>
          <p:nvPr/>
        </p:nvSpPr>
        <p:spPr>
          <a:xfrm xmlns:a="http://schemas.openxmlformats.org/drawingml/2006/main">
            <a:off x="6048375" y="2733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9" name="diagram-line-854">
            <a:extLst xmlns:a="http://schemas.openxmlformats.org/drawingml/2006/main">
              <a:ext uri="{FF2B5EF4-FFF2-40B4-BE49-F238E27FC236}">
                <a16:creationId xmlns:a16="http://schemas.microsoft.com/office/drawing/2014/main" id="{C003F0F2-8B3A-47B7-8572-31445444541B}"/>
              </a:ext>
            </a:extLst>
          </p:cNvPr>
          <p:cNvSpPr>
            <a:spLocks xmlns:a="http://schemas.openxmlformats.org/drawingml/2006/main" noGrp="1"/>
          </p:cNvSpPr>
          <p:nvPr/>
        </p:nvSpPr>
        <p:spPr>
          <a:xfrm xmlns:a="http://schemas.openxmlformats.org/drawingml/2006/main">
            <a:off x="6048375" y="2847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0" name="diagram-line-855">
            <a:extLst xmlns:a="http://schemas.openxmlformats.org/drawingml/2006/main">
              <a:ext uri="{FF2B5EF4-FFF2-40B4-BE49-F238E27FC236}">
                <a16:creationId xmlns:a16="http://schemas.microsoft.com/office/drawing/2014/main" id="{DE5B938D-3CD6-4FA8-ADAC-24FE0EA1E106}"/>
              </a:ext>
            </a:extLst>
          </p:cNvPr>
          <p:cNvSpPr>
            <a:spLocks xmlns:a="http://schemas.openxmlformats.org/drawingml/2006/main" noGrp="1"/>
          </p:cNvSpPr>
          <p:nvPr/>
        </p:nvSpPr>
        <p:spPr>
          <a:xfrm xmlns:a="http://schemas.openxmlformats.org/drawingml/2006/main">
            <a:off x="6048375" y="2962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1" name="diagram-line-856">
            <a:extLst xmlns:a="http://schemas.openxmlformats.org/drawingml/2006/main">
              <a:ext uri="{FF2B5EF4-FFF2-40B4-BE49-F238E27FC236}">
                <a16:creationId xmlns:a16="http://schemas.microsoft.com/office/drawing/2014/main" id="{15D9912B-CD84-45B4-AECD-2085492EE145}"/>
              </a:ext>
            </a:extLst>
          </p:cNvPr>
          <p:cNvSpPr>
            <a:spLocks xmlns:a="http://schemas.openxmlformats.org/drawingml/2006/main" noGrp="1"/>
          </p:cNvSpPr>
          <p:nvPr/>
        </p:nvSpPr>
        <p:spPr>
          <a:xfrm xmlns:a="http://schemas.openxmlformats.org/drawingml/2006/main">
            <a:off x="6048375" y="3076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2" name="diagram-line-857">
            <a:extLst xmlns:a="http://schemas.openxmlformats.org/drawingml/2006/main">
              <a:ext uri="{FF2B5EF4-FFF2-40B4-BE49-F238E27FC236}">
                <a16:creationId xmlns:a16="http://schemas.microsoft.com/office/drawing/2014/main" id="{A28B50BC-38CB-495F-87BD-3553AB79D355}"/>
              </a:ext>
            </a:extLst>
          </p:cNvPr>
          <p:cNvSpPr>
            <a:spLocks xmlns:a="http://schemas.openxmlformats.org/drawingml/2006/main" noGrp="1"/>
          </p:cNvSpPr>
          <p:nvPr/>
        </p:nvSpPr>
        <p:spPr>
          <a:xfrm xmlns:a="http://schemas.openxmlformats.org/drawingml/2006/main">
            <a:off x="6048375" y="3190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3" name="diagram-line-858">
            <a:extLst xmlns:a="http://schemas.openxmlformats.org/drawingml/2006/main">
              <a:ext uri="{FF2B5EF4-FFF2-40B4-BE49-F238E27FC236}">
                <a16:creationId xmlns:a16="http://schemas.microsoft.com/office/drawing/2014/main" id="{D4502901-397C-4B83-8BA9-D840C579C2B2}"/>
              </a:ext>
            </a:extLst>
          </p:cNvPr>
          <p:cNvSpPr>
            <a:spLocks xmlns:a="http://schemas.openxmlformats.org/drawingml/2006/main" noGrp="1"/>
          </p:cNvSpPr>
          <p:nvPr/>
        </p:nvSpPr>
        <p:spPr>
          <a:xfrm xmlns:a="http://schemas.openxmlformats.org/drawingml/2006/main">
            <a:off x="6048375" y="3305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4" name="diagram-line-859">
            <a:extLst xmlns:a="http://schemas.openxmlformats.org/drawingml/2006/main">
              <a:ext uri="{FF2B5EF4-FFF2-40B4-BE49-F238E27FC236}">
                <a16:creationId xmlns:a16="http://schemas.microsoft.com/office/drawing/2014/main" id="{E2E59C68-8171-4FD7-B021-97E404A80847}"/>
              </a:ext>
            </a:extLst>
          </p:cNvPr>
          <p:cNvSpPr>
            <a:spLocks xmlns:a="http://schemas.openxmlformats.org/drawingml/2006/main" noGrp="1"/>
          </p:cNvSpPr>
          <p:nvPr/>
        </p:nvSpPr>
        <p:spPr>
          <a:xfrm xmlns:a="http://schemas.openxmlformats.org/drawingml/2006/main">
            <a:off x="6048375" y="3419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5" name="diagram-line-860">
            <a:extLst xmlns:a="http://schemas.openxmlformats.org/drawingml/2006/main">
              <a:ext uri="{FF2B5EF4-FFF2-40B4-BE49-F238E27FC236}">
                <a16:creationId xmlns:a16="http://schemas.microsoft.com/office/drawing/2014/main" id="{80076613-DB65-4A56-A7F7-A7095F76FDF9}"/>
              </a:ext>
            </a:extLst>
          </p:cNvPr>
          <p:cNvSpPr>
            <a:spLocks xmlns:a="http://schemas.openxmlformats.org/drawingml/2006/main" noGrp="1"/>
          </p:cNvSpPr>
          <p:nvPr/>
        </p:nvSpPr>
        <p:spPr>
          <a:xfrm xmlns:a="http://schemas.openxmlformats.org/drawingml/2006/main">
            <a:off x="6048375" y="3533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6" name="diagram-line-861">
            <a:extLst xmlns:a="http://schemas.openxmlformats.org/drawingml/2006/main">
              <a:ext uri="{FF2B5EF4-FFF2-40B4-BE49-F238E27FC236}">
                <a16:creationId xmlns:a16="http://schemas.microsoft.com/office/drawing/2014/main" id="{438BCDB2-EBBE-4130-8370-F6BB79C1F45B}"/>
              </a:ext>
            </a:extLst>
          </p:cNvPr>
          <p:cNvSpPr>
            <a:spLocks xmlns:a="http://schemas.openxmlformats.org/drawingml/2006/main" noGrp="1"/>
          </p:cNvSpPr>
          <p:nvPr/>
        </p:nvSpPr>
        <p:spPr>
          <a:xfrm xmlns:a="http://schemas.openxmlformats.org/drawingml/2006/main">
            <a:off x="6048375" y="3648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7" name="diagram-line-862">
            <a:extLst xmlns:a="http://schemas.openxmlformats.org/drawingml/2006/main">
              <a:ext uri="{FF2B5EF4-FFF2-40B4-BE49-F238E27FC236}">
                <a16:creationId xmlns:a16="http://schemas.microsoft.com/office/drawing/2014/main" id="{C0A72B96-91AA-4039-AA4A-6A96F5A15FB0}"/>
              </a:ext>
            </a:extLst>
          </p:cNvPr>
          <p:cNvSpPr>
            <a:spLocks xmlns:a="http://schemas.openxmlformats.org/drawingml/2006/main" noGrp="1"/>
          </p:cNvSpPr>
          <p:nvPr/>
        </p:nvSpPr>
        <p:spPr>
          <a:xfrm xmlns:a="http://schemas.openxmlformats.org/drawingml/2006/main">
            <a:off x="6048375" y="3762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8" name="diagram-line-863">
            <a:extLst xmlns:a="http://schemas.openxmlformats.org/drawingml/2006/main">
              <a:ext uri="{FF2B5EF4-FFF2-40B4-BE49-F238E27FC236}">
                <a16:creationId xmlns:a16="http://schemas.microsoft.com/office/drawing/2014/main" id="{251CF210-368E-41C3-84AD-586834AB821A}"/>
              </a:ext>
            </a:extLst>
          </p:cNvPr>
          <p:cNvSpPr>
            <a:spLocks xmlns:a="http://schemas.openxmlformats.org/drawingml/2006/main" noGrp="1"/>
          </p:cNvSpPr>
          <p:nvPr/>
        </p:nvSpPr>
        <p:spPr>
          <a:xfrm xmlns:a="http://schemas.openxmlformats.org/drawingml/2006/main">
            <a:off x="6048375" y="3876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9" name="diagram-line-864">
            <a:extLst xmlns:a="http://schemas.openxmlformats.org/drawingml/2006/main">
              <a:ext uri="{FF2B5EF4-FFF2-40B4-BE49-F238E27FC236}">
                <a16:creationId xmlns:a16="http://schemas.microsoft.com/office/drawing/2014/main" id="{6D57E35D-FFA1-4089-AB50-B58521AD8F8F}"/>
              </a:ext>
            </a:extLst>
          </p:cNvPr>
          <p:cNvSpPr>
            <a:spLocks xmlns:a="http://schemas.openxmlformats.org/drawingml/2006/main" noGrp="1"/>
          </p:cNvSpPr>
          <p:nvPr/>
        </p:nvSpPr>
        <p:spPr>
          <a:xfrm xmlns:a="http://schemas.openxmlformats.org/drawingml/2006/main">
            <a:off x="6048375" y="3990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0" name="diagram-line-865">
            <a:extLst xmlns:a="http://schemas.openxmlformats.org/drawingml/2006/main">
              <a:ext uri="{FF2B5EF4-FFF2-40B4-BE49-F238E27FC236}">
                <a16:creationId xmlns:a16="http://schemas.microsoft.com/office/drawing/2014/main" id="{4F2DCB14-A02E-4478-B56D-A2FD089F7A6C}"/>
              </a:ext>
            </a:extLst>
          </p:cNvPr>
          <p:cNvSpPr>
            <a:spLocks xmlns:a="http://schemas.openxmlformats.org/drawingml/2006/main" noGrp="1"/>
          </p:cNvSpPr>
          <p:nvPr/>
        </p:nvSpPr>
        <p:spPr>
          <a:xfrm xmlns:a="http://schemas.openxmlformats.org/drawingml/2006/main">
            <a:off x="6048375" y="4105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1" name="diagram-line-866">
            <a:extLst xmlns:a="http://schemas.openxmlformats.org/drawingml/2006/main">
              <a:ext uri="{FF2B5EF4-FFF2-40B4-BE49-F238E27FC236}">
                <a16:creationId xmlns:a16="http://schemas.microsoft.com/office/drawing/2014/main" id="{DF12DC29-44E2-4D6A-8156-FE3A3F7A5E26}"/>
              </a:ext>
            </a:extLst>
          </p:cNvPr>
          <p:cNvSpPr>
            <a:spLocks xmlns:a="http://schemas.openxmlformats.org/drawingml/2006/main" noGrp="1"/>
          </p:cNvSpPr>
          <p:nvPr/>
        </p:nvSpPr>
        <p:spPr>
          <a:xfrm xmlns:a="http://schemas.openxmlformats.org/drawingml/2006/main">
            <a:off x="6048375" y="4219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2" name="diagram-line-867">
            <a:extLst xmlns:a="http://schemas.openxmlformats.org/drawingml/2006/main">
              <a:ext uri="{FF2B5EF4-FFF2-40B4-BE49-F238E27FC236}">
                <a16:creationId xmlns:a16="http://schemas.microsoft.com/office/drawing/2014/main" id="{C9556404-9E52-4CEA-939A-F8EBE921F998}"/>
              </a:ext>
            </a:extLst>
          </p:cNvPr>
          <p:cNvSpPr>
            <a:spLocks xmlns:a="http://schemas.openxmlformats.org/drawingml/2006/main" noGrp="1"/>
          </p:cNvSpPr>
          <p:nvPr/>
        </p:nvSpPr>
        <p:spPr>
          <a:xfrm xmlns:a="http://schemas.openxmlformats.org/drawingml/2006/main">
            <a:off x="6048375"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3" name="diagram-line-868">
            <a:extLst xmlns:a="http://schemas.openxmlformats.org/drawingml/2006/main">
              <a:ext uri="{FF2B5EF4-FFF2-40B4-BE49-F238E27FC236}">
                <a16:creationId xmlns:a16="http://schemas.microsoft.com/office/drawing/2014/main" id="{B48BAB2B-8C7A-4C9A-A4C8-AF2EFE591912}"/>
              </a:ext>
            </a:extLst>
          </p:cNvPr>
          <p:cNvSpPr>
            <a:spLocks xmlns:a="http://schemas.openxmlformats.org/drawingml/2006/main" noGrp="1"/>
          </p:cNvSpPr>
          <p:nvPr/>
        </p:nvSpPr>
        <p:spPr>
          <a:xfrm xmlns:a="http://schemas.openxmlformats.org/drawingml/2006/main">
            <a:off x="6048375"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4" name="diagram-line-869">
            <a:extLst xmlns:a="http://schemas.openxmlformats.org/drawingml/2006/main">
              <a:ext uri="{FF2B5EF4-FFF2-40B4-BE49-F238E27FC236}">
                <a16:creationId xmlns:a16="http://schemas.microsoft.com/office/drawing/2014/main" id="{5FB889E3-5C96-4820-87A4-C15591E5B39B}"/>
              </a:ext>
            </a:extLst>
          </p:cNvPr>
          <p:cNvSpPr>
            <a:spLocks xmlns:a="http://schemas.openxmlformats.org/drawingml/2006/main" noGrp="1"/>
          </p:cNvSpPr>
          <p:nvPr/>
        </p:nvSpPr>
        <p:spPr>
          <a:xfrm xmlns:a="http://schemas.openxmlformats.org/drawingml/2006/main">
            <a:off x="6048375"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5" name="diagram-line-870">
            <a:extLst xmlns:a="http://schemas.openxmlformats.org/drawingml/2006/main">
              <a:ext uri="{FF2B5EF4-FFF2-40B4-BE49-F238E27FC236}">
                <a16:creationId xmlns:a16="http://schemas.microsoft.com/office/drawing/2014/main" id="{A12AED7A-2EE6-4796-96A3-8FDFA1E7965C}"/>
              </a:ext>
            </a:extLst>
          </p:cNvPr>
          <p:cNvSpPr>
            <a:spLocks xmlns:a="http://schemas.openxmlformats.org/drawingml/2006/main" noGrp="1"/>
          </p:cNvSpPr>
          <p:nvPr/>
        </p:nvSpPr>
        <p:spPr>
          <a:xfrm xmlns:a="http://schemas.openxmlformats.org/drawingml/2006/main">
            <a:off x="6048375"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6" name="diagram-line-871">
            <a:extLst xmlns:a="http://schemas.openxmlformats.org/drawingml/2006/main">
              <a:ext uri="{FF2B5EF4-FFF2-40B4-BE49-F238E27FC236}">
                <a16:creationId xmlns:a16="http://schemas.microsoft.com/office/drawing/2014/main" id="{5623EA3E-4528-4F15-909C-A3F880BEEF26}"/>
              </a:ext>
            </a:extLst>
          </p:cNvPr>
          <p:cNvSpPr>
            <a:spLocks xmlns:a="http://schemas.openxmlformats.org/drawingml/2006/main" noGrp="1"/>
          </p:cNvSpPr>
          <p:nvPr/>
        </p:nvSpPr>
        <p:spPr>
          <a:xfrm xmlns:a="http://schemas.openxmlformats.org/drawingml/2006/main">
            <a:off x="6048375"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7" name="diagram-line-872">
            <a:extLst xmlns:a="http://schemas.openxmlformats.org/drawingml/2006/main">
              <a:ext uri="{FF2B5EF4-FFF2-40B4-BE49-F238E27FC236}">
                <a16:creationId xmlns:a16="http://schemas.microsoft.com/office/drawing/2014/main" id="{6B65FE42-E5D0-411F-ABE8-3AC912CE2D4E}"/>
              </a:ext>
            </a:extLst>
          </p:cNvPr>
          <p:cNvSpPr>
            <a:spLocks xmlns:a="http://schemas.openxmlformats.org/drawingml/2006/main" noGrp="1"/>
          </p:cNvSpPr>
          <p:nvPr/>
        </p:nvSpPr>
        <p:spPr>
          <a:xfrm xmlns:a="http://schemas.openxmlformats.org/drawingml/2006/main">
            <a:off x="6048375"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8" name="diagram-line-873">
            <a:extLst xmlns:a="http://schemas.openxmlformats.org/drawingml/2006/main">
              <a:ext uri="{FF2B5EF4-FFF2-40B4-BE49-F238E27FC236}">
                <a16:creationId xmlns:a16="http://schemas.microsoft.com/office/drawing/2014/main" id="{44AA3D44-E598-4807-A905-2829F78FE621}"/>
              </a:ext>
            </a:extLst>
          </p:cNvPr>
          <p:cNvSpPr>
            <a:spLocks xmlns:a="http://schemas.openxmlformats.org/drawingml/2006/main" noGrp="1"/>
          </p:cNvSpPr>
          <p:nvPr/>
        </p:nvSpPr>
        <p:spPr>
          <a:xfrm xmlns:a="http://schemas.openxmlformats.org/drawingml/2006/main">
            <a:off x="6048375" y="5019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9" name="diagram-line-874">
            <a:extLst xmlns:a="http://schemas.openxmlformats.org/drawingml/2006/main">
              <a:ext uri="{FF2B5EF4-FFF2-40B4-BE49-F238E27FC236}">
                <a16:creationId xmlns:a16="http://schemas.microsoft.com/office/drawing/2014/main" id="{F9D6B83C-0FC6-4560-A5C5-AB07026E514C}"/>
              </a:ext>
            </a:extLst>
          </p:cNvPr>
          <p:cNvSpPr>
            <a:spLocks xmlns:a="http://schemas.openxmlformats.org/drawingml/2006/main" noGrp="1"/>
          </p:cNvSpPr>
          <p:nvPr/>
        </p:nvSpPr>
        <p:spPr>
          <a:xfrm xmlns:a="http://schemas.openxmlformats.org/drawingml/2006/main">
            <a:off x="6048375" y="5133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0" name="diagram-line-875">
            <a:extLst xmlns:a="http://schemas.openxmlformats.org/drawingml/2006/main">
              <a:ext uri="{FF2B5EF4-FFF2-40B4-BE49-F238E27FC236}">
                <a16:creationId xmlns:a16="http://schemas.microsoft.com/office/drawing/2014/main" id="{89C385F4-68D7-40FB-B803-EDCAD59304FF}"/>
              </a:ext>
            </a:extLst>
          </p:cNvPr>
          <p:cNvSpPr>
            <a:spLocks xmlns:a="http://schemas.openxmlformats.org/drawingml/2006/main" noGrp="1"/>
          </p:cNvSpPr>
          <p:nvPr/>
        </p:nvSpPr>
        <p:spPr>
          <a:xfrm xmlns:a="http://schemas.openxmlformats.org/drawingml/2006/main">
            <a:off x="6048375" y="5248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1" name="diagram-line-876">
            <a:extLst xmlns:a="http://schemas.openxmlformats.org/drawingml/2006/main">
              <a:ext uri="{FF2B5EF4-FFF2-40B4-BE49-F238E27FC236}">
                <a16:creationId xmlns:a16="http://schemas.microsoft.com/office/drawing/2014/main" id="{4B1A9AA2-3F9F-4678-968B-229C4E76140E}"/>
              </a:ext>
            </a:extLst>
          </p:cNvPr>
          <p:cNvSpPr>
            <a:spLocks xmlns:a="http://schemas.openxmlformats.org/drawingml/2006/main" noGrp="1"/>
          </p:cNvSpPr>
          <p:nvPr/>
        </p:nvSpPr>
        <p:spPr>
          <a:xfrm xmlns:a="http://schemas.openxmlformats.org/drawingml/2006/main">
            <a:off x="6048375" y="5362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2" name="diagram-line-877">
            <a:extLst xmlns:a="http://schemas.openxmlformats.org/drawingml/2006/main">
              <a:ext uri="{FF2B5EF4-FFF2-40B4-BE49-F238E27FC236}">
                <a16:creationId xmlns:a16="http://schemas.microsoft.com/office/drawing/2014/main" id="{225DA221-E907-453C-ABD3-6BCD013AFEC9}"/>
              </a:ext>
            </a:extLst>
          </p:cNvPr>
          <p:cNvSpPr>
            <a:spLocks xmlns:a="http://schemas.openxmlformats.org/drawingml/2006/main" noGrp="1"/>
          </p:cNvSpPr>
          <p:nvPr/>
        </p:nvSpPr>
        <p:spPr>
          <a:xfrm xmlns:a="http://schemas.openxmlformats.org/drawingml/2006/main">
            <a:off x="6048375" y="5476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3" name="diagram-line-878">
            <a:extLst xmlns:a="http://schemas.openxmlformats.org/drawingml/2006/main">
              <a:ext uri="{FF2B5EF4-FFF2-40B4-BE49-F238E27FC236}">
                <a16:creationId xmlns:a16="http://schemas.microsoft.com/office/drawing/2014/main" id="{E20D4E7B-0528-4254-A777-B1D3E84A8420}"/>
              </a:ext>
            </a:extLst>
          </p:cNvPr>
          <p:cNvSpPr>
            <a:spLocks xmlns:a="http://schemas.openxmlformats.org/drawingml/2006/main" noGrp="1"/>
          </p:cNvSpPr>
          <p:nvPr/>
        </p:nvSpPr>
        <p:spPr>
          <a:xfrm xmlns:a="http://schemas.openxmlformats.org/drawingml/2006/main">
            <a:off x="6048375" y="5591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4" name="diagram-line-879">
            <a:extLst xmlns:a="http://schemas.openxmlformats.org/drawingml/2006/main">
              <a:ext uri="{FF2B5EF4-FFF2-40B4-BE49-F238E27FC236}">
                <a16:creationId xmlns:a16="http://schemas.microsoft.com/office/drawing/2014/main" id="{A883A012-0D32-4D3A-A2E1-BEE82B747093}"/>
              </a:ext>
            </a:extLst>
          </p:cNvPr>
          <p:cNvSpPr>
            <a:spLocks xmlns:a="http://schemas.openxmlformats.org/drawingml/2006/main" noGrp="1"/>
          </p:cNvSpPr>
          <p:nvPr/>
        </p:nvSpPr>
        <p:spPr>
          <a:xfrm xmlns:a="http://schemas.openxmlformats.org/drawingml/2006/main">
            <a:off x="6048375" y="5705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5" name="diagram-line-880">
            <a:extLst xmlns:a="http://schemas.openxmlformats.org/drawingml/2006/main">
              <a:ext uri="{FF2B5EF4-FFF2-40B4-BE49-F238E27FC236}">
                <a16:creationId xmlns:a16="http://schemas.microsoft.com/office/drawing/2014/main" id="{F02B84A2-8865-4C37-B604-1063297565DF}"/>
              </a:ext>
            </a:extLst>
          </p:cNvPr>
          <p:cNvSpPr>
            <a:spLocks xmlns:a="http://schemas.openxmlformats.org/drawingml/2006/main" noGrp="1"/>
          </p:cNvSpPr>
          <p:nvPr/>
        </p:nvSpPr>
        <p:spPr>
          <a:xfrm xmlns:a="http://schemas.openxmlformats.org/drawingml/2006/main">
            <a:off x="6048375" y="5819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6" name="diagram-line-881">
            <a:extLst xmlns:a="http://schemas.openxmlformats.org/drawingml/2006/main">
              <a:ext uri="{FF2B5EF4-FFF2-40B4-BE49-F238E27FC236}">
                <a16:creationId xmlns:a16="http://schemas.microsoft.com/office/drawing/2014/main" id="{7056A3F6-E7ED-404D-9611-307B5276989A}"/>
              </a:ext>
            </a:extLst>
          </p:cNvPr>
          <p:cNvSpPr>
            <a:spLocks xmlns:a="http://schemas.openxmlformats.org/drawingml/2006/main" noGrp="1"/>
          </p:cNvSpPr>
          <p:nvPr/>
        </p:nvSpPr>
        <p:spPr>
          <a:xfrm xmlns:a="http://schemas.openxmlformats.org/drawingml/2006/main">
            <a:off x="6048375" y="5934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7" name="diagram-box-882">
            <a:extLst xmlns:a="http://schemas.openxmlformats.org/drawingml/2006/main">
              <a:ext uri="{FF2B5EF4-FFF2-40B4-BE49-F238E27FC236}">
                <a16:creationId xmlns:a16="http://schemas.microsoft.com/office/drawing/2014/main" id="{9EE7F147-6617-4D7B-AA72-2D42AB3DFDE2}"/>
              </a:ext>
            </a:extLst>
          </p:cNvPr>
          <p:cNvSpPr>
            <a:spLocks xmlns:a="http://schemas.openxmlformats.org/drawingml/2006/main" noGrp="1"/>
          </p:cNvSpPr>
          <p:nvPr/>
        </p:nvSpPr>
        <p:spPr>
          <a:xfrm xmlns:a="http://schemas.openxmlformats.org/drawingml/2006/main">
            <a:off x="7553325" y="1504950"/>
            <a:ext cx="1581150" cy="314325"/>
          </a:xfrm>
          <a:prstGeom xmlns:a="http://schemas.openxmlformats.org/drawingml/2006/main" prst="rect">
            <a:avLst/>
          </a:prstGeom>
          <a:solidFill xmlns:a="http://schemas.openxmlformats.org/drawingml/2006/main">
            <a:srgbClr val="F8E8B0"/>
          </a:solidFill>
          <a:ln xmlns:a="http://schemas.openxmlformats.org/drawingml/2006/main" w="9525">
            <a:solidFill>
              <a:srgbClr val="6F7B83"/>
            </a:solidFill>
          </a:ln>
        </p:spPr>
      </p:sp>
      <p:sp>
        <p:nvSpPr>
          <p:cNvPr id="128" name="revision-text-883">
            <a:extLst xmlns:a="http://schemas.openxmlformats.org/drawingml/2006/main">
              <a:ext uri="{FF2B5EF4-FFF2-40B4-BE49-F238E27FC236}">
                <a16:creationId xmlns:a16="http://schemas.microsoft.com/office/drawing/2014/main" id="{6A155D21-3DE5-4F00-B37B-96910EF82E34}"/>
              </a:ext>
            </a:extLst>
          </p:cNvPr>
          <p:cNvSpPr>
            <a:spLocks xmlns:a="http://schemas.openxmlformats.org/drawingml/2006/main" noGrp="1"/>
          </p:cNvSpPr>
          <p:nvPr/>
        </p:nvSpPr>
        <p:spPr>
          <a:xfrm xmlns:a="http://schemas.openxmlformats.org/drawingml/2006/main">
            <a:off x="7581900" y="1543050"/>
            <a:ext cx="15240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00" b="1">
                <a:solidFill>
                  <a:srgbClr val="152C40"/>
                </a:solidFill>
                <a:latin typeface="微软雅黑"/>
                <a:ea typeface="微软雅黑"/>
                <a:cs typeface="微软雅黑"/>
              </a:defRPr>
            </a:pPr>
            <a:r>
              <a:rPr sz="1500" b="1">
                <a:solidFill>
                  <a:srgbClr val="152C40"/>
                </a:solidFill>
                <a:latin typeface="微软雅黑"/>
                <a:ea typeface="微软雅黑"/>
                <a:cs typeface="微软雅黑"/>
              </a:rPr>
              <a:t>Reactor</a:t>
            </a:r>
          </a:p>
        </p:txBody>
      </p:sp>
      <p:sp>
        <p:nvSpPr>
          <p:cNvPr id="129" name="diagram-line-884">
            <a:extLst xmlns:a="http://schemas.openxmlformats.org/drawingml/2006/main">
              <a:ext uri="{FF2B5EF4-FFF2-40B4-BE49-F238E27FC236}">
                <a16:creationId xmlns:a16="http://schemas.microsoft.com/office/drawing/2014/main" id="{EA08C57E-F851-4EB2-9802-1E62B36EDAE1}"/>
              </a:ext>
            </a:extLst>
          </p:cNvPr>
          <p:cNvSpPr>
            <a:spLocks xmlns:a="http://schemas.openxmlformats.org/drawingml/2006/main" noGrp="1"/>
          </p:cNvSpPr>
          <p:nvPr/>
        </p:nvSpPr>
        <p:spPr>
          <a:xfrm xmlns:a="http://schemas.openxmlformats.org/drawingml/2006/main">
            <a:off x="8343900" y="1819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0" name="diagram-line-885">
            <a:extLst xmlns:a="http://schemas.openxmlformats.org/drawingml/2006/main">
              <a:ext uri="{FF2B5EF4-FFF2-40B4-BE49-F238E27FC236}">
                <a16:creationId xmlns:a16="http://schemas.microsoft.com/office/drawing/2014/main" id="{DA08001E-92FE-43BE-AC28-72B0001D4C5A}"/>
              </a:ext>
            </a:extLst>
          </p:cNvPr>
          <p:cNvSpPr>
            <a:spLocks xmlns:a="http://schemas.openxmlformats.org/drawingml/2006/main" noGrp="1"/>
          </p:cNvSpPr>
          <p:nvPr/>
        </p:nvSpPr>
        <p:spPr>
          <a:xfrm xmlns:a="http://schemas.openxmlformats.org/drawingml/2006/main">
            <a:off x="8343900" y="1933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1" name="diagram-line-886">
            <a:extLst xmlns:a="http://schemas.openxmlformats.org/drawingml/2006/main">
              <a:ext uri="{FF2B5EF4-FFF2-40B4-BE49-F238E27FC236}">
                <a16:creationId xmlns:a16="http://schemas.microsoft.com/office/drawing/2014/main" id="{2DD87699-DD05-42CC-BC97-2ABB1104EA59}"/>
              </a:ext>
            </a:extLst>
          </p:cNvPr>
          <p:cNvSpPr>
            <a:spLocks xmlns:a="http://schemas.openxmlformats.org/drawingml/2006/main" noGrp="1"/>
          </p:cNvSpPr>
          <p:nvPr/>
        </p:nvSpPr>
        <p:spPr>
          <a:xfrm xmlns:a="http://schemas.openxmlformats.org/drawingml/2006/main">
            <a:off x="8343900" y="2047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2" name="diagram-line-887">
            <a:extLst xmlns:a="http://schemas.openxmlformats.org/drawingml/2006/main">
              <a:ext uri="{FF2B5EF4-FFF2-40B4-BE49-F238E27FC236}">
                <a16:creationId xmlns:a16="http://schemas.microsoft.com/office/drawing/2014/main" id="{5C52FB3E-BD47-4ABC-911D-131D2A1D3A4A}"/>
              </a:ext>
            </a:extLst>
          </p:cNvPr>
          <p:cNvSpPr>
            <a:spLocks xmlns:a="http://schemas.openxmlformats.org/drawingml/2006/main" noGrp="1"/>
          </p:cNvSpPr>
          <p:nvPr/>
        </p:nvSpPr>
        <p:spPr>
          <a:xfrm xmlns:a="http://schemas.openxmlformats.org/drawingml/2006/main">
            <a:off x="8343900" y="2162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3" name="diagram-line-888">
            <a:extLst xmlns:a="http://schemas.openxmlformats.org/drawingml/2006/main">
              <a:ext uri="{FF2B5EF4-FFF2-40B4-BE49-F238E27FC236}">
                <a16:creationId xmlns:a16="http://schemas.microsoft.com/office/drawing/2014/main" id="{00D3FF65-3607-4121-B456-8D0C62FA97CA}"/>
              </a:ext>
            </a:extLst>
          </p:cNvPr>
          <p:cNvSpPr>
            <a:spLocks xmlns:a="http://schemas.openxmlformats.org/drawingml/2006/main" noGrp="1"/>
          </p:cNvSpPr>
          <p:nvPr/>
        </p:nvSpPr>
        <p:spPr>
          <a:xfrm xmlns:a="http://schemas.openxmlformats.org/drawingml/2006/main">
            <a:off x="8343900" y="2276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4" name="diagram-line-889">
            <a:extLst xmlns:a="http://schemas.openxmlformats.org/drawingml/2006/main">
              <a:ext uri="{FF2B5EF4-FFF2-40B4-BE49-F238E27FC236}">
                <a16:creationId xmlns:a16="http://schemas.microsoft.com/office/drawing/2014/main" id="{C8FFFE5D-E0CF-440C-9606-F5DE66883C32}"/>
              </a:ext>
            </a:extLst>
          </p:cNvPr>
          <p:cNvSpPr>
            <a:spLocks xmlns:a="http://schemas.openxmlformats.org/drawingml/2006/main" noGrp="1"/>
          </p:cNvSpPr>
          <p:nvPr/>
        </p:nvSpPr>
        <p:spPr>
          <a:xfrm xmlns:a="http://schemas.openxmlformats.org/drawingml/2006/main">
            <a:off x="8343900" y="2390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5" name="diagram-line-890">
            <a:extLst xmlns:a="http://schemas.openxmlformats.org/drawingml/2006/main">
              <a:ext uri="{FF2B5EF4-FFF2-40B4-BE49-F238E27FC236}">
                <a16:creationId xmlns:a16="http://schemas.microsoft.com/office/drawing/2014/main" id="{DD4F66FF-C77D-48A7-BB7D-DD4F2428AF9D}"/>
              </a:ext>
            </a:extLst>
          </p:cNvPr>
          <p:cNvSpPr>
            <a:spLocks xmlns:a="http://schemas.openxmlformats.org/drawingml/2006/main" noGrp="1"/>
          </p:cNvSpPr>
          <p:nvPr/>
        </p:nvSpPr>
        <p:spPr>
          <a:xfrm xmlns:a="http://schemas.openxmlformats.org/drawingml/2006/main">
            <a:off x="8343900" y="2505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6" name="diagram-line-891">
            <a:extLst xmlns:a="http://schemas.openxmlformats.org/drawingml/2006/main">
              <a:ext uri="{FF2B5EF4-FFF2-40B4-BE49-F238E27FC236}">
                <a16:creationId xmlns:a16="http://schemas.microsoft.com/office/drawing/2014/main" id="{A4B3ABC2-D3F3-446C-8AD8-2F6157379ACB}"/>
              </a:ext>
            </a:extLst>
          </p:cNvPr>
          <p:cNvSpPr>
            <a:spLocks xmlns:a="http://schemas.openxmlformats.org/drawingml/2006/main" noGrp="1"/>
          </p:cNvSpPr>
          <p:nvPr/>
        </p:nvSpPr>
        <p:spPr>
          <a:xfrm xmlns:a="http://schemas.openxmlformats.org/drawingml/2006/main">
            <a:off x="8343900" y="2619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7" name="diagram-line-892">
            <a:extLst xmlns:a="http://schemas.openxmlformats.org/drawingml/2006/main">
              <a:ext uri="{FF2B5EF4-FFF2-40B4-BE49-F238E27FC236}">
                <a16:creationId xmlns:a16="http://schemas.microsoft.com/office/drawing/2014/main" id="{87176429-89E3-4F13-A703-854F9B433959}"/>
              </a:ext>
            </a:extLst>
          </p:cNvPr>
          <p:cNvSpPr>
            <a:spLocks xmlns:a="http://schemas.openxmlformats.org/drawingml/2006/main" noGrp="1"/>
          </p:cNvSpPr>
          <p:nvPr/>
        </p:nvSpPr>
        <p:spPr>
          <a:xfrm xmlns:a="http://schemas.openxmlformats.org/drawingml/2006/main">
            <a:off x="8343900" y="2733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8" name="diagram-line-893">
            <a:extLst xmlns:a="http://schemas.openxmlformats.org/drawingml/2006/main">
              <a:ext uri="{FF2B5EF4-FFF2-40B4-BE49-F238E27FC236}">
                <a16:creationId xmlns:a16="http://schemas.microsoft.com/office/drawing/2014/main" id="{27F04189-E572-4330-B7A2-572FB27FCCB6}"/>
              </a:ext>
            </a:extLst>
          </p:cNvPr>
          <p:cNvSpPr>
            <a:spLocks xmlns:a="http://schemas.openxmlformats.org/drawingml/2006/main" noGrp="1"/>
          </p:cNvSpPr>
          <p:nvPr/>
        </p:nvSpPr>
        <p:spPr>
          <a:xfrm xmlns:a="http://schemas.openxmlformats.org/drawingml/2006/main">
            <a:off x="8343900" y="2847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9" name="diagram-line-894">
            <a:extLst xmlns:a="http://schemas.openxmlformats.org/drawingml/2006/main">
              <a:ext uri="{FF2B5EF4-FFF2-40B4-BE49-F238E27FC236}">
                <a16:creationId xmlns:a16="http://schemas.microsoft.com/office/drawing/2014/main" id="{159533CB-FC9A-4BDD-9BFD-CBECD1A6E139}"/>
              </a:ext>
            </a:extLst>
          </p:cNvPr>
          <p:cNvSpPr>
            <a:spLocks xmlns:a="http://schemas.openxmlformats.org/drawingml/2006/main" noGrp="1"/>
          </p:cNvSpPr>
          <p:nvPr/>
        </p:nvSpPr>
        <p:spPr>
          <a:xfrm xmlns:a="http://schemas.openxmlformats.org/drawingml/2006/main">
            <a:off x="8343900" y="2962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0" name="diagram-line-895">
            <a:extLst xmlns:a="http://schemas.openxmlformats.org/drawingml/2006/main">
              <a:ext uri="{FF2B5EF4-FFF2-40B4-BE49-F238E27FC236}">
                <a16:creationId xmlns:a16="http://schemas.microsoft.com/office/drawing/2014/main" id="{76432F00-D522-4B1C-B70A-CEE395718BD3}"/>
              </a:ext>
            </a:extLst>
          </p:cNvPr>
          <p:cNvSpPr>
            <a:spLocks xmlns:a="http://schemas.openxmlformats.org/drawingml/2006/main" noGrp="1"/>
          </p:cNvSpPr>
          <p:nvPr/>
        </p:nvSpPr>
        <p:spPr>
          <a:xfrm xmlns:a="http://schemas.openxmlformats.org/drawingml/2006/main">
            <a:off x="8343900" y="3076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1" name="diagram-line-896">
            <a:extLst xmlns:a="http://schemas.openxmlformats.org/drawingml/2006/main">
              <a:ext uri="{FF2B5EF4-FFF2-40B4-BE49-F238E27FC236}">
                <a16:creationId xmlns:a16="http://schemas.microsoft.com/office/drawing/2014/main" id="{B3DC3BD7-4D59-455E-9AEE-87416E29AF8B}"/>
              </a:ext>
            </a:extLst>
          </p:cNvPr>
          <p:cNvSpPr>
            <a:spLocks xmlns:a="http://schemas.openxmlformats.org/drawingml/2006/main" noGrp="1"/>
          </p:cNvSpPr>
          <p:nvPr/>
        </p:nvSpPr>
        <p:spPr>
          <a:xfrm xmlns:a="http://schemas.openxmlformats.org/drawingml/2006/main">
            <a:off x="8343900" y="3190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2" name="diagram-line-897">
            <a:extLst xmlns:a="http://schemas.openxmlformats.org/drawingml/2006/main">
              <a:ext uri="{FF2B5EF4-FFF2-40B4-BE49-F238E27FC236}">
                <a16:creationId xmlns:a16="http://schemas.microsoft.com/office/drawing/2014/main" id="{F860FC16-A7DB-494C-973F-2F129E2CE6F8}"/>
              </a:ext>
            </a:extLst>
          </p:cNvPr>
          <p:cNvSpPr>
            <a:spLocks xmlns:a="http://schemas.openxmlformats.org/drawingml/2006/main" noGrp="1"/>
          </p:cNvSpPr>
          <p:nvPr/>
        </p:nvSpPr>
        <p:spPr>
          <a:xfrm xmlns:a="http://schemas.openxmlformats.org/drawingml/2006/main">
            <a:off x="8343900" y="3305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3" name="diagram-line-898">
            <a:extLst xmlns:a="http://schemas.openxmlformats.org/drawingml/2006/main">
              <a:ext uri="{FF2B5EF4-FFF2-40B4-BE49-F238E27FC236}">
                <a16:creationId xmlns:a16="http://schemas.microsoft.com/office/drawing/2014/main" id="{D1125D6E-9FC1-4F3D-B17F-99D0F7B798A4}"/>
              </a:ext>
            </a:extLst>
          </p:cNvPr>
          <p:cNvSpPr>
            <a:spLocks xmlns:a="http://schemas.openxmlformats.org/drawingml/2006/main" noGrp="1"/>
          </p:cNvSpPr>
          <p:nvPr/>
        </p:nvSpPr>
        <p:spPr>
          <a:xfrm xmlns:a="http://schemas.openxmlformats.org/drawingml/2006/main">
            <a:off x="8343900" y="3419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4" name="diagram-line-899">
            <a:extLst xmlns:a="http://schemas.openxmlformats.org/drawingml/2006/main">
              <a:ext uri="{FF2B5EF4-FFF2-40B4-BE49-F238E27FC236}">
                <a16:creationId xmlns:a16="http://schemas.microsoft.com/office/drawing/2014/main" id="{53F8CCB6-DF61-45AA-9D9C-1297E3566697}"/>
              </a:ext>
            </a:extLst>
          </p:cNvPr>
          <p:cNvSpPr>
            <a:spLocks xmlns:a="http://schemas.openxmlformats.org/drawingml/2006/main" noGrp="1"/>
          </p:cNvSpPr>
          <p:nvPr/>
        </p:nvSpPr>
        <p:spPr>
          <a:xfrm xmlns:a="http://schemas.openxmlformats.org/drawingml/2006/main">
            <a:off x="8343900" y="3533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5" name="diagram-line-900">
            <a:extLst xmlns:a="http://schemas.openxmlformats.org/drawingml/2006/main">
              <a:ext uri="{FF2B5EF4-FFF2-40B4-BE49-F238E27FC236}">
                <a16:creationId xmlns:a16="http://schemas.microsoft.com/office/drawing/2014/main" id="{4651ABDA-F7BF-44D6-A80B-AD4BAE060439}"/>
              </a:ext>
            </a:extLst>
          </p:cNvPr>
          <p:cNvSpPr>
            <a:spLocks xmlns:a="http://schemas.openxmlformats.org/drawingml/2006/main" noGrp="1"/>
          </p:cNvSpPr>
          <p:nvPr/>
        </p:nvSpPr>
        <p:spPr>
          <a:xfrm xmlns:a="http://schemas.openxmlformats.org/drawingml/2006/main">
            <a:off x="8343900" y="3648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6" name="diagram-line-901">
            <a:extLst xmlns:a="http://schemas.openxmlformats.org/drawingml/2006/main">
              <a:ext uri="{FF2B5EF4-FFF2-40B4-BE49-F238E27FC236}">
                <a16:creationId xmlns:a16="http://schemas.microsoft.com/office/drawing/2014/main" id="{1F9DE9C5-6D3A-4EDD-8CAD-F1AA9B906773}"/>
              </a:ext>
            </a:extLst>
          </p:cNvPr>
          <p:cNvSpPr>
            <a:spLocks xmlns:a="http://schemas.openxmlformats.org/drawingml/2006/main" noGrp="1"/>
          </p:cNvSpPr>
          <p:nvPr/>
        </p:nvSpPr>
        <p:spPr>
          <a:xfrm xmlns:a="http://schemas.openxmlformats.org/drawingml/2006/main">
            <a:off x="8343900" y="3762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7" name="diagram-line-902">
            <a:extLst xmlns:a="http://schemas.openxmlformats.org/drawingml/2006/main">
              <a:ext uri="{FF2B5EF4-FFF2-40B4-BE49-F238E27FC236}">
                <a16:creationId xmlns:a16="http://schemas.microsoft.com/office/drawing/2014/main" id="{81B0BE98-075F-4A6A-B704-F3FF5EA42201}"/>
              </a:ext>
            </a:extLst>
          </p:cNvPr>
          <p:cNvSpPr>
            <a:spLocks xmlns:a="http://schemas.openxmlformats.org/drawingml/2006/main" noGrp="1"/>
          </p:cNvSpPr>
          <p:nvPr/>
        </p:nvSpPr>
        <p:spPr>
          <a:xfrm xmlns:a="http://schemas.openxmlformats.org/drawingml/2006/main">
            <a:off x="8343900" y="3876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8" name="diagram-line-903">
            <a:extLst xmlns:a="http://schemas.openxmlformats.org/drawingml/2006/main">
              <a:ext uri="{FF2B5EF4-FFF2-40B4-BE49-F238E27FC236}">
                <a16:creationId xmlns:a16="http://schemas.microsoft.com/office/drawing/2014/main" id="{754AF7A6-D281-4DF0-A67A-8BFA4D5B91B4}"/>
              </a:ext>
            </a:extLst>
          </p:cNvPr>
          <p:cNvSpPr>
            <a:spLocks xmlns:a="http://schemas.openxmlformats.org/drawingml/2006/main" noGrp="1"/>
          </p:cNvSpPr>
          <p:nvPr/>
        </p:nvSpPr>
        <p:spPr>
          <a:xfrm xmlns:a="http://schemas.openxmlformats.org/drawingml/2006/main">
            <a:off x="8343900" y="3990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9" name="diagram-line-904">
            <a:extLst xmlns:a="http://schemas.openxmlformats.org/drawingml/2006/main">
              <a:ext uri="{FF2B5EF4-FFF2-40B4-BE49-F238E27FC236}">
                <a16:creationId xmlns:a16="http://schemas.microsoft.com/office/drawing/2014/main" id="{491BBB45-BB28-4A5F-ADBF-59FF00505165}"/>
              </a:ext>
            </a:extLst>
          </p:cNvPr>
          <p:cNvSpPr>
            <a:spLocks xmlns:a="http://schemas.openxmlformats.org/drawingml/2006/main" noGrp="1"/>
          </p:cNvSpPr>
          <p:nvPr/>
        </p:nvSpPr>
        <p:spPr>
          <a:xfrm xmlns:a="http://schemas.openxmlformats.org/drawingml/2006/main">
            <a:off x="8343900" y="4105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0" name="diagram-line-905">
            <a:extLst xmlns:a="http://schemas.openxmlformats.org/drawingml/2006/main">
              <a:ext uri="{FF2B5EF4-FFF2-40B4-BE49-F238E27FC236}">
                <a16:creationId xmlns:a16="http://schemas.microsoft.com/office/drawing/2014/main" id="{515BFEE7-FD0D-4AA2-9AC6-C0870F3E6D93}"/>
              </a:ext>
            </a:extLst>
          </p:cNvPr>
          <p:cNvSpPr>
            <a:spLocks xmlns:a="http://schemas.openxmlformats.org/drawingml/2006/main" noGrp="1"/>
          </p:cNvSpPr>
          <p:nvPr/>
        </p:nvSpPr>
        <p:spPr>
          <a:xfrm xmlns:a="http://schemas.openxmlformats.org/drawingml/2006/main">
            <a:off x="8343900" y="4219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1" name="diagram-line-906">
            <a:extLst xmlns:a="http://schemas.openxmlformats.org/drawingml/2006/main">
              <a:ext uri="{FF2B5EF4-FFF2-40B4-BE49-F238E27FC236}">
                <a16:creationId xmlns:a16="http://schemas.microsoft.com/office/drawing/2014/main" id="{7F558E7D-08F2-47F7-9A0F-D6A7B52D1330}"/>
              </a:ext>
            </a:extLst>
          </p:cNvPr>
          <p:cNvSpPr>
            <a:spLocks xmlns:a="http://schemas.openxmlformats.org/drawingml/2006/main" noGrp="1"/>
          </p:cNvSpPr>
          <p:nvPr/>
        </p:nvSpPr>
        <p:spPr>
          <a:xfrm xmlns:a="http://schemas.openxmlformats.org/drawingml/2006/main">
            <a:off x="8343900"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2" name="diagram-line-907">
            <a:extLst xmlns:a="http://schemas.openxmlformats.org/drawingml/2006/main">
              <a:ext uri="{FF2B5EF4-FFF2-40B4-BE49-F238E27FC236}">
                <a16:creationId xmlns:a16="http://schemas.microsoft.com/office/drawing/2014/main" id="{A95B823D-C7CA-4815-9BED-8FCE1A6EA1FC}"/>
              </a:ext>
            </a:extLst>
          </p:cNvPr>
          <p:cNvSpPr>
            <a:spLocks xmlns:a="http://schemas.openxmlformats.org/drawingml/2006/main" noGrp="1"/>
          </p:cNvSpPr>
          <p:nvPr/>
        </p:nvSpPr>
        <p:spPr>
          <a:xfrm xmlns:a="http://schemas.openxmlformats.org/drawingml/2006/main">
            <a:off x="8343900"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3" name="diagram-line-908">
            <a:extLst xmlns:a="http://schemas.openxmlformats.org/drawingml/2006/main">
              <a:ext uri="{FF2B5EF4-FFF2-40B4-BE49-F238E27FC236}">
                <a16:creationId xmlns:a16="http://schemas.microsoft.com/office/drawing/2014/main" id="{2194CC47-D12C-408B-97FC-94436E7C6B34}"/>
              </a:ext>
            </a:extLst>
          </p:cNvPr>
          <p:cNvSpPr>
            <a:spLocks xmlns:a="http://schemas.openxmlformats.org/drawingml/2006/main" noGrp="1"/>
          </p:cNvSpPr>
          <p:nvPr/>
        </p:nvSpPr>
        <p:spPr>
          <a:xfrm xmlns:a="http://schemas.openxmlformats.org/drawingml/2006/main">
            <a:off x="8343900"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4" name="diagram-line-909">
            <a:extLst xmlns:a="http://schemas.openxmlformats.org/drawingml/2006/main">
              <a:ext uri="{FF2B5EF4-FFF2-40B4-BE49-F238E27FC236}">
                <a16:creationId xmlns:a16="http://schemas.microsoft.com/office/drawing/2014/main" id="{A4326E29-E6A0-4AE1-B9D1-70770FD995E2}"/>
              </a:ext>
            </a:extLst>
          </p:cNvPr>
          <p:cNvSpPr>
            <a:spLocks xmlns:a="http://schemas.openxmlformats.org/drawingml/2006/main" noGrp="1"/>
          </p:cNvSpPr>
          <p:nvPr/>
        </p:nvSpPr>
        <p:spPr>
          <a:xfrm xmlns:a="http://schemas.openxmlformats.org/drawingml/2006/main">
            <a:off x="8343900"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5" name="diagram-line-910">
            <a:extLst xmlns:a="http://schemas.openxmlformats.org/drawingml/2006/main">
              <a:ext uri="{FF2B5EF4-FFF2-40B4-BE49-F238E27FC236}">
                <a16:creationId xmlns:a16="http://schemas.microsoft.com/office/drawing/2014/main" id="{436120FB-F517-42BA-89DA-4DBB4C6A7587}"/>
              </a:ext>
            </a:extLst>
          </p:cNvPr>
          <p:cNvSpPr>
            <a:spLocks xmlns:a="http://schemas.openxmlformats.org/drawingml/2006/main" noGrp="1"/>
          </p:cNvSpPr>
          <p:nvPr/>
        </p:nvSpPr>
        <p:spPr>
          <a:xfrm xmlns:a="http://schemas.openxmlformats.org/drawingml/2006/main">
            <a:off x="8343900"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6" name="diagram-line-911">
            <a:extLst xmlns:a="http://schemas.openxmlformats.org/drawingml/2006/main">
              <a:ext uri="{FF2B5EF4-FFF2-40B4-BE49-F238E27FC236}">
                <a16:creationId xmlns:a16="http://schemas.microsoft.com/office/drawing/2014/main" id="{0CD8D930-DF08-4AF2-9FFD-8B88BD88C939}"/>
              </a:ext>
            </a:extLst>
          </p:cNvPr>
          <p:cNvSpPr>
            <a:spLocks xmlns:a="http://schemas.openxmlformats.org/drawingml/2006/main" noGrp="1"/>
          </p:cNvSpPr>
          <p:nvPr/>
        </p:nvSpPr>
        <p:spPr>
          <a:xfrm xmlns:a="http://schemas.openxmlformats.org/drawingml/2006/main">
            <a:off x="8343900"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7" name="diagram-line-912">
            <a:extLst xmlns:a="http://schemas.openxmlformats.org/drawingml/2006/main">
              <a:ext uri="{FF2B5EF4-FFF2-40B4-BE49-F238E27FC236}">
                <a16:creationId xmlns:a16="http://schemas.microsoft.com/office/drawing/2014/main" id="{6306E5AD-6A52-49AE-9766-72B813A72626}"/>
              </a:ext>
            </a:extLst>
          </p:cNvPr>
          <p:cNvSpPr>
            <a:spLocks xmlns:a="http://schemas.openxmlformats.org/drawingml/2006/main" noGrp="1"/>
          </p:cNvSpPr>
          <p:nvPr/>
        </p:nvSpPr>
        <p:spPr>
          <a:xfrm xmlns:a="http://schemas.openxmlformats.org/drawingml/2006/main">
            <a:off x="8343900" y="5019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8" name="diagram-line-913">
            <a:extLst xmlns:a="http://schemas.openxmlformats.org/drawingml/2006/main">
              <a:ext uri="{FF2B5EF4-FFF2-40B4-BE49-F238E27FC236}">
                <a16:creationId xmlns:a16="http://schemas.microsoft.com/office/drawing/2014/main" id="{9A27AD82-B9E7-41EC-A4D6-C1FA96745199}"/>
              </a:ext>
            </a:extLst>
          </p:cNvPr>
          <p:cNvSpPr>
            <a:spLocks xmlns:a="http://schemas.openxmlformats.org/drawingml/2006/main" noGrp="1"/>
          </p:cNvSpPr>
          <p:nvPr/>
        </p:nvSpPr>
        <p:spPr>
          <a:xfrm xmlns:a="http://schemas.openxmlformats.org/drawingml/2006/main">
            <a:off x="8343900" y="5133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9" name="diagram-line-914">
            <a:extLst xmlns:a="http://schemas.openxmlformats.org/drawingml/2006/main">
              <a:ext uri="{FF2B5EF4-FFF2-40B4-BE49-F238E27FC236}">
                <a16:creationId xmlns:a16="http://schemas.microsoft.com/office/drawing/2014/main" id="{A91B43FA-9458-4FA8-B904-6663206E33B7}"/>
              </a:ext>
            </a:extLst>
          </p:cNvPr>
          <p:cNvSpPr>
            <a:spLocks xmlns:a="http://schemas.openxmlformats.org/drawingml/2006/main" noGrp="1"/>
          </p:cNvSpPr>
          <p:nvPr/>
        </p:nvSpPr>
        <p:spPr>
          <a:xfrm xmlns:a="http://schemas.openxmlformats.org/drawingml/2006/main">
            <a:off x="8343900" y="5248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0" name="diagram-line-915">
            <a:extLst xmlns:a="http://schemas.openxmlformats.org/drawingml/2006/main">
              <a:ext uri="{FF2B5EF4-FFF2-40B4-BE49-F238E27FC236}">
                <a16:creationId xmlns:a16="http://schemas.microsoft.com/office/drawing/2014/main" id="{662CA2B7-4F4D-4A0F-9E24-53B7E9EE0E08}"/>
              </a:ext>
            </a:extLst>
          </p:cNvPr>
          <p:cNvSpPr>
            <a:spLocks xmlns:a="http://schemas.openxmlformats.org/drawingml/2006/main" noGrp="1"/>
          </p:cNvSpPr>
          <p:nvPr/>
        </p:nvSpPr>
        <p:spPr>
          <a:xfrm xmlns:a="http://schemas.openxmlformats.org/drawingml/2006/main">
            <a:off x="8343900" y="5362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1" name="diagram-line-916">
            <a:extLst xmlns:a="http://schemas.openxmlformats.org/drawingml/2006/main">
              <a:ext uri="{FF2B5EF4-FFF2-40B4-BE49-F238E27FC236}">
                <a16:creationId xmlns:a16="http://schemas.microsoft.com/office/drawing/2014/main" id="{3A6D08C5-161C-42B0-90F7-4290D33EB9F1}"/>
              </a:ext>
            </a:extLst>
          </p:cNvPr>
          <p:cNvSpPr>
            <a:spLocks xmlns:a="http://schemas.openxmlformats.org/drawingml/2006/main" noGrp="1"/>
          </p:cNvSpPr>
          <p:nvPr/>
        </p:nvSpPr>
        <p:spPr>
          <a:xfrm xmlns:a="http://schemas.openxmlformats.org/drawingml/2006/main">
            <a:off x="8343900" y="5476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2" name="diagram-line-917">
            <a:extLst xmlns:a="http://schemas.openxmlformats.org/drawingml/2006/main">
              <a:ext uri="{FF2B5EF4-FFF2-40B4-BE49-F238E27FC236}">
                <a16:creationId xmlns:a16="http://schemas.microsoft.com/office/drawing/2014/main" id="{FBA5B0AF-78F2-45C5-9784-CA9141EE7C0E}"/>
              </a:ext>
            </a:extLst>
          </p:cNvPr>
          <p:cNvSpPr>
            <a:spLocks xmlns:a="http://schemas.openxmlformats.org/drawingml/2006/main" noGrp="1"/>
          </p:cNvSpPr>
          <p:nvPr/>
        </p:nvSpPr>
        <p:spPr>
          <a:xfrm xmlns:a="http://schemas.openxmlformats.org/drawingml/2006/main">
            <a:off x="8343900" y="5591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3" name="diagram-line-918">
            <a:extLst xmlns:a="http://schemas.openxmlformats.org/drawingml/2006/main">
              <a:ext uri="{FF2B5EF4-FFF2-40B4-BE49-F238E27FC236}">
                <a16:creationId xmlns:a16="http://schemas.microsoft.com/office/drawing/2014/main" id="{B52F9B84-CC17-4EA5-AE17-5CB4BBBB887D}"/>
              </a:ext>
            </a:extLst>
          </p:cNvPr>
          <p:cNvSpPr>
            <a:spLocks xmlns:a="http://schemas.openxmlformats.org/drawingml/2006/main" noGrp="1"/>
          </p:cNvSpPr>
          <p:nvPr/>
        </p:nvSpPr>
        <p:spPr>
          <a:xfrm xmlns:a="http://schemas.openxmlformats.org/drawingml/2006/main">
            <a:off x="8343900" y="5705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4" name="diagram-line-919">
            <a:extLst xmlns:a="http://schemas.openxmlformats.org/drawingml/2006/main">
              <a:ext uri="{FF2B5EF4-FFF2-40B4-BE49-F238E27FC236}">
                <a16:creationId xmlns:a16="http://schemas.microsoft.com/office/drawing/2014/main" id="{0C50512E-D5BD-468C-B81B-ADFB9ECAB564}"/>
              </a:ext>
            </a:extLst>
          </p:cNvPr>
          <p:cNvSpPr>
            <a:spLocks xmlns:a="http://schemas.openxmlformats.org/drawingml/2006/main" noGrp="1"/>
          </p:cNvSpPr>
          <p:nvPr/>
        </p:nvSpPr>
        <p:spPr>
          <a:xfrm xmlns:a="http://schemas.openxmlformats.org/drawingml/2006/main">
            <a:off x="8343900" y="5819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5" name="diagram-line-920">
            <a:extLst xmlns:a="http://schemas.openxmlformats.org/drawingml/2006/main">
              <a:ext uri="{FF2B5EF4-FFF2-40B4-BE49-F238E27FC236}">
                <a16:creationId xmlns:a16="http://schemas.microsoft.com/office/drawing/2014/main" id="{6DB8E45E-D86E-4B85-AED7-1209FA28B097}"/>
              </a:ext>
            </a:extLst>
          </p:cNvPr>
          <p:cNvSpPr>
            <a:spLocks xmlns:a="http://schemas.openxmlformats.org/drawingml/2006/main" noGrp="1"/>
          </p:cNvSpPr>
          <p:nvPr/>
        </p:nvSpPr>
        <p:spPr>
          <a:xfrm xmlns:a="http://schemas.openxmlformats.org/drawingml/2006/main">
            <a:off x="8343900" y="5934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6" name="diagram-box-921">
            <a:extLst xmlns:a="http://schemas.openxmlformats.org/drawingml/2006/main">
              <a:ext uri="{FF2B5EF4-FFF2-40B4-BE49-F238E27FC236}">
                <a16:creationId xmlns:a16="http://schemas.microsoft.com/office/drawing/2014/main" id="{E51F421E-BDE4-40CA-8B3D-E18DC4A69B33}"/>
              </a:ext>
            </a:extLst>
          </p:cNvPr>
          <p:cNvSpPr>
            <a:spLocks xmlns:a="http://schemas.openxmlformats.org/drawingml/2006/main" noGrp="1"/>
          </p:cNvSpPr>
          <p:nvPr/>
        </p:nvSpPr>
        <p:spPr>
          <a:xfrm xmlns:a="http://schemas.openxmlformats.org/drawingml/2006/main">
            <a:off x="9925050" y="1504950"/>
            <a:ext cx="1581150" cy="314325"/>
          </a:xfrm>
          <a:prstGeom xmlns:a="http://schemas.openxmlformats.org/drawingml/2006/main" prst="rect">
            <a:avLst/>
          </a:prstGeom>
          <a:solidFill xmlns:a="http://schemas.openxmlformats.org/drawingml/2006/main">
            <a:srgbClr val="FBEADB"/>
          </a:solidFill>
          <a:ln xmlns:a="http://schemas.openxmlformats.org/drawingml/2006/main" w="9525">
            <a:solidFill>
              <a:srgbClr val="6F7B83"/>
            </a:solidFill>
          </a:ln>
        </p:spPr>
      </p:sp>
      <p:sp>
        <p:nvSpPr>
          <p:cNvPr id="167" name="revision-text-922">
            <a:extLst xmlns:a="http://schemas.openxmlformats.org/drawingml/2006/main">
              <a:ext uri="{FF2B5EF4-FFF2-40B4-BE49-F238E27FC236}">
                <a16:creationId xmlns:a16="http://schemas.microsoft.com/office/drawing/2014/main" id="{173A57CB-490B-4E06-A24D-3D7C2D880BD0}"/>
              </a:ext>
            </a:extLst>
          </p:cNvPr>
          <p:cNvSpPr>
            <a:spLocks xmlns:a="http://schemas.openxmlformats.org/drawingml/2006/main" noGrp="1"/>
          </p:cNvSpPr>
          <p:nvPr/>
        </p:nvSpPr>
        <p:spPr>
          <a:xfrm xmlns:a="http://schemas.openxmlformats.org/drawingml/2006/main">
            <a:off x="9953625" y="1543050"/>
            <a:ext cx="15240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1">
                <a:solidFill>
                  <a:srgbClr val="152C40"/>
                </a:solidFill>
                <a:latin typeface="微软雅黑"/>
                <a:ea typeface="微软雅黑"/>
                <a:cs typeface="微软雅黑"/>
              </a:defRPr>
            </a:pPr>
            <a:r>
              <a:rPr sz="1350" b="1">
                <a:solidFill>
                  <a:srgbClr val="152C40"/>
                </a:solidFill>
                <a:latin typeface="微软雅黑"/>
                <a:ea typeface="微软雅黑"/>
                <a:cs typeface="微软雅黑"/>
              </a:rPr>
              <a:t>Constraint layer</a:t>
            </a:r>
          </a:p>
        </p:txBody>
      </p:sp>
      <p:sp>
        <p:nvSpPr>
          <p:cNvPr id="168" name="diagram-line-923">
            <a:extLst xmlns:a="http://schemas.openxmlformats.org/drawingml/2006/main">
              <a:ext uri="{FF2B5EF4-FFF2-40B4-BE49-F238E27FC236}">
                <a16:creationId xmlns:a16="http://schemas.microsoft.com/office/drawing/2014/main" id="{9F487494-03E3-4C29-9ED3-65C70CDB6F43}"/>
              </a:ext>
            </a:extLst>
          </p:cNvPr>
          <p:cNvSpPr>
            <a:spLocks xmlns:a="http://schemas.openxmlformats.org/drawingml/2006/main" noGrp="1"/>
          </p:cNvSpPr>
          <p:nvPr/>
        </p:nvSpPr>
        <p:spPr>
          <a:xfrm xmlns:a="http://schemas.openxmlformats.org/drawingml/2006/main">
            <a:off x="10715625" y="1819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9" name="diagram-line-924">
            <a:extLst xmlns:a="http://schemas.openxmlformats.org/drawingml/2006/main">
              <a:ext uri="{FF2B5EF4-FFF2-40B4-BE49-F238E27FC236}">
                <a16:creationId xmlns:a16="http://schemas.microsoft.com/office/drawing/2014/main" id="{39162F84-47A6-4301-ABAF-A2672082C8F0}"/>
              </a:ext>
            </a:extLst>
          </p:cNvPr>
          <p:cNvSpPr>
            <a:spLocks xmlns:a="http://schemas.openxmlformats.org/drawingml/2006/main" noGrp="1"/>
          </p:cNvSpPr>
          <p:nvPr/>
        </p:nvSpPr>
        <p:spPr>
          <a:xfrm xmlns:a="http://schemas.openxmlformats.org/drawingml/2006/main">
            <a:off x="10715625" y="1933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0" name="diagram-line-925">
            <a:extLst xmlns:a="http://schemas.openxmlformats.org/drawingml/2006/main">
              <a:ext uri="{FF2B5EF4-FFF2-40B4-BE49-F238E27FC236}">
                <a16:creationId xmlns:a16="http://schemas.microsoft.com/office/drawing/2014/main" id="{FB1344A7-F9C5-406E-B7C1-4EB368D4483E}"/>
              </a:ext>
            </a:extLst>
          </p:cNvPr>
          <p:cNvSpPr>
            <a:spLocks xmlns:a="http://schemas.openxmlformats.org/drawingml/2006/main" noGrp="1"/>
          </p:cNvSpPr>
          <p:nvPr/>
        </p:nvSpPr>
        <p:spPr>
          <a:xfrm xmlns:a="http://schemas.openxmlformats.org/drawingml/2006/main">
            <a:off x="10715625" y="2047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1" name="diagram-line-926">
            <a:extLst xmlns:a="http://schemas.openxmlformats.org/drawingml/2006/main">
              <a:ext uri="{FF2B5EF4-FFF2-40B4-BE49-F238E27FC236}">
                <a16:creationId xmlns:a16="http://schemas.microsoft.com/office/drawing/2014/main" id="{22D5014C-BACD-4030-B407-4791E895852B}"/>
              </a:ext>
            </a:extLst>
          </p:cNvPr>
          <p:cNvSpPr>
            <a:spLocks xmlns:a="http://schemas.openxmlformats.org/drawingml/2006/main" noGrp="1"/>
          </p:cNvSpPr>
          <p:nvPr/>
        </p:nvSpPr>
        <p:spPr>
          <a:xfrm xmlns:a="http://schemas.openxmlformats.org/drawingml/2006/main">
            <a:off x="10715625" y="2162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2" name="diagram-line-927">
            <a:extLst xmlns:a="http://schemas.openxmlformats.org/drawingml/2006/main">
              <a:ext uri="{FF2B5EF4-FFF2-40B4-BE49-F238E27FC236}">
                <a16:creationId xmlns:a16="http://schemas.microsoft.com/office/drawing/2014/main" id="{48845325-2894-4121-B2C4-5FAF1AFB6C43}"/>
              </a:ext>
            </a:extLst>
          </p:cNvPr>
          <p:cNvSpPr>
            <a:spLocks xmlns:a="http://schemas.openxmlformats.org/drawingml/2006/main" noGrp="1"/>
          </p:cNvSpPr>
          <p:nvPr/>
        </p:nvSpPr>
        <p:spPr>
          <a:xfrm xmlns:a="http://schemas.openxmlformats.org/drawingml/2006/main">
            <a:off x="10715625" y="2276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3" name="diagram-line-928">
            <a:extLst xmlns:a="http://schemas.openxmlformats.org/drawingml/2006/main">
              <a:ext uri="{FF2B5EF4-FFF2-40B4-BE49-F238E27FC236}">
                <a16:creationId xmlns:a16="http://schemas.microsoft.com/office/drawing/2014/main" id="{DE76FF4B-7C3B-4467-BA4F-7110E1307C1B}"/>
              </a:ext>
            </a:extLst>
          </p:cNvPr>
          <p:cNvSpPr>
            <a:spLocks xmlns:a="http://schemas.openxmlformats.org/drawingml/2006/main" noGrp="1"/>
          </p:cNvSpPr>
          <p:nvPr/>
        </p:nvSpPr>
        <p:spPr>
          <a:xfrm xmlns:a="http://schemas.openxmlformats.org/drawingml/2006/main">
            <a:off x="10715625" y="2390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4" name="diagram-line-929">
            <a:extLst xmlns:a="http://schemas.openxmlformats.org/drawingml/2006/main">
              <a:ext uri="{FF2B5EF4-FFF2-40B4-BE49-F238E27FC236}">
                <a16:creationId xmlns:a16="http://schemas.microsoft.com/office/drawing/2014/main" id="{87A2B199-8E37-4672-8F0C-009866848254}"/>
              </a:ext>
            </a:extLst>
          </p:cNvPr>
          <p:cNvSpPr>
            <a:spLocks xmlns:a="http://schemas.openxmlformats.org/drawingml/2006/main" noGrp="1"/>
          </p:cNvSpPr>
          <p:nvPr/>
        </p:nvSpPr>
        <p:spPr>
          <a:xfrm xmlns:a="http://schemas.openxmlformats.org/drawingml/2006/main">
            <a:off x="10715625" y="2505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5" name="diagram-line-930">
            <a:extLst xmlns:a="http://schemas.openxmlformats.org/drawingml/2006/main">
              <a:ext uri="{FF2B5EF4-FFF2-40B4-BE49-F238E27FC236}">
                <a16:creationId xmlns:a16="http://schemas.microsoft.com/office/drawing/2014/main" id="{D88884FE-7455-4B5B-9921-E28516C5121A}"/>
              </a:ext>
            </a:extLst>
          </p:cNvPr>
          <p:cNvSpPr>
            <a:spLocks xmlns:a="http://schemas.openxmlformats.org/drawingml/2006/main" noGrp="1"/>
          </p:cNvSpPr>
          <p:nvPr/>
        </p:nvSpPr>
        <p:spPr>
          <a:xfrm xmlns:a="http://schemas.openxmlformats.org/drawingml/2006/main">
            <a:off x="10715625" y="2619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6" name="diagram-line-931">
            <a:extLst xmlns:a="http://schemas.openxmlformats.org/drawingml/2006/main">
              <a:ext uri="{FF2B5EF4-FFF2-40B4-BE49-F238E27FC236}">
                <a16:creationId xmlns:a16="http://schemas.microsoft.com/office/drawing/2014/main" id="{10098B1A-4454-4177-B670-606A4CBAB067}"/>
              </a:ext>
            </a:extLst>
          </p:cNvPr>
          <p:cNvSpPr>
            <a:spLocks xmlns:a="http://schemas.openxmlformats.org/drawingml/2006/main" noGrp="1"/>
          </p:cNvSpPr>
          <p:nvPr/>
        </p:nvSpPr>
        <p:spPr>
          <a:xfrm xmlns:a="http://schemas.openxmlformats.org/drawingml/2006/main">
            <a:off x="10715625" y="2733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7" name="diagram-line-932">
            <a:extLst xmlns:a="http://schemas.openxmlformats.org/drawingml/2006/main">
              <a:ext uri="{FF2B5EF4-FFF2-40B4-BE49-F238E27FC236}">
                <a16:creationId xmlns:a16="http://schemas.microsoft.com/office/drawing/2014/main" id="{6B3D6791-5B48-40CB-90F8-1F33EFBE5EC9}"/>
              </a:ext>
            </a:extLst>
          </p:cNvPr>
          <p:cNvSpPr>
            <a:spLocks xmlns:a="http://schemas.openxmlformats.org/drawingml/2006/main" noGrp="1"/>
          </p:cNvSpPr>
          <p:nvPr/>
        </p:nvSpPr>
        <p:spPr>
          <a:xfrm xmlns:a="http://schemas.openxmlformats.org/drawingml/2006/main">
            <a:off x="10715625" y="2847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8" name="diagram-line-933">
            <a:extLst xmlns:a="http://schemas.openxmlformats.org/drawingml/2006/main">
              <a:ext uri="{FF2B5EF4-FFF2-40B4-BE49-F238E27FC236}">
                <a16:creationId xmlns:a16="http://schemas.microsoft.com/office/drawing/2014/main" id="{6745AE2D-F024-4935-9DDC-15118F621734}"/>
              </a:ext>
            </a:extLst>
          </p:cNvPr>
          <p:cNvSpPr>
            <a:spLocks xmlns:a="http://schemas.openxmlformats.org/drawingml/2006/main" noGrp="1"/>
          </p:cNvSpPr>
          <p:nvPr/>
        </p:nvSpPr>
        <p:spPr>
          <a:xfrm xmlns:a="http://schemas.openxmlformats.org/drawingml/2006/main">
            <a:off x="10715625" y="2962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9" name="diagram-line-934">
            <a:extLst xmlns:a="http://schemas.openxmlformats.org/drawingml/2006/main">
              <a:ext uri="{FF2B5EF4-FFF2-40B4-BE49-F238E27FC236}">
                <a16:creationId xmlns:a16="http://schemas.microsoft.com/office/drawing/2014/main" id="{F6DB1DDB-33D9-45F3-9DA6-AE986E69E18F}"/>
              </a:ext>
            </a:extLst>
          </p:cNvPr>
          <p:cNvSpPr>
            <a:spLocks xmlns:a="http://schemas.openxmlformats.org/drawingml/2006/main" noGrp="1"/>
          </p:cNvSpPr>
          <p:nvPr/>
        </p:nvSpPr>
        <p:spPr>
          <a:xfrm xmlns:a="http://schemas.openxmlformats.org/drawingml/2006/main">
            <a:off x="10715625" y="3076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0" name="diagram-line-935">
            <a:extLst xmlns:a="http://schemas.openxmlformats.org/drawingml/2006/main">
              <a:ext uri="{FF2B5EF4-FFF2-40B4-BE49-F238E27FC236}">
                <a16:creationId xmlns:a16="http://schemas.microsoft.com/office/drawing/2014/main" id="{899D4B67-9F84-47EB-B68C-C7C00A324F8E}"/>
              </a:ext>
            </a:extLst>
          </p:cNvPr>
          <p:cNvSpPr>
            <a:spLocks xmlns:a="http://schemas.openxmlformats.org/drawingml/2006/main" noGrp="1"/>
          </p:cNvSpPr>
          <p:nvPr/>
        </p:nvSpPr>
        <p:spPr>
          <a:xfrm xmlns:a="http://schemas.openxmlformats.org/drawingml/2006/main">
            <a:off x="10715625" y="3190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1" name="diagram-line-936">
            <a:extLst xmlns:a="http://schemas.openxmlformats.org/drawingml/2006/main">
              <a:ext uri="{FF2B5EF4-FFF2-40B4-BE49-F238E27FC236}">
                <a16:creationId xmlns:a16="http://schemas.microsoft.com/office/drawing/2014/main" id="{D12DB60A-4DA3-4B7A-AEDD-5F44C98ED6BA}"/>
              </a:ext>
            </a:extLst>
          </p:cNvPr>
          <p:cNvSpPr>
            <a:spLocks xmlns:a="http://schemas.openxmlformats.org/drawingml/2006/main" noGrp="1"/>
          </p:cNvSpPr>
          <p:nvPr/>
        </p:nvSpPr>
        <p:spPr>
          <a:xfrm xmlns:a="http://schemas.openxmlformats.org/drawingml/2006/main">
            <a:off x="10715625" y="3305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2" name="diagram-line-937">
            <a:extLst xmlns:a="http://schemas.openxmlformats.org/drawingml/2006/main">
              <a:ext uri="{FF2B5EF4-FFF2-40B4-BE49-F238E27FC236}">
                <a16:creationId xmlns:a16="http://schemas.microsoft.com/office/drawing/2014/main" id="{3E57D301-EEC8-4E23-AA72-929CBC297235}"/>
              </a:ext>
            </a:extLst>
          </p:cNvPr>
          <p:cNvSpPr>
            <a:spLocks xmlns:a="http://schemas.openxmlformats.org/drawingml/2006/main" noGrp="1"/>
          </p:cNvSpPr>
          <p:nvPr/>
        </p:nvSpPr>
        <p:spPr>
          <a:xfrm xmlns:a="http://schemas.openxmlformats.org/drawingml/2006/main">
            <a:off x="10715625" y="3419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3" name="diagram-line-938">
            <a:extLst xmlns:a="http://schemas.openxmlformats.org/drawingml/2006/main">
              <a:ext uri="{FF2B5EF4-FFF2-40B4-BE49-F238E27FC236}">
                <a16:creationId xmlns:a16="http://schemas.microsoft.com/office/drawing/2014/main" id="{71BD9421-0933-4E0B-BB7A-A639119813B1}"/>
              </a:ext>
            </a:extLst>
          </p:cNvPr>
          <p:cNvSpPr>
            <a:spLocks xmlns:a="http://schemas.openxmlformats.org/drawingml/2006/main" noGrp="1"/>
          </p:cNvSpPr>
          <p:nvPr/>
        </p:nvSpPr>
        <p:spPr>
          <a:xfrm xmlns:a="http://schemas.openxmlformats.org/drawingml/2006/main">
            <a:off x="10715625" y="3533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4" name="diagram-line-939">
            <a:extLst xmlns:a="http://schemas.openxmlformats.org/drawingml/2006/main">
              <a:ext uri="{FF2B5EF4-FFF2-40B4-BE49-F238E27FC236}">
                <a16:creationId xmlns:a16="http://schemas.microsoft.com/office/drawing/2014/main" id="{720ED08A-D349-4A18-8E27-6743405F6562}"/>
              </a:ext>
            </a:extLst>
          </p:cNvPr>
          <p:cNvSpPr>
            <a:spLocks xmlns:a="http://schemas.openxmlformats.org/drawingml/2006/main" noGrp="1"/>
          </p:cNvSpPr>
          <p:nvPr/>
        </p:nvSpPr>
        <p:spPr>
          <a:xfrm xmlns:a="http://schemas.openxmlformats.org/drawingml/2006/main">
            <a:off x="10715625" y="3648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5" name="diagram-line-940">
            <a:extLst xmlns:a="http://schemas.openxmlformats.org/drawingml/2006/main">
              <a:ext uri="{FF2B5EF4-FFF2-40B4-BE49-F238E27FC236}">
                <a16:creationId xmlns:a16="http://schemas.microsoft.com/office/drawing/2014/main" id="{E7C75B0B-8A87-4532-97AB-395B33BF5999}"/>
              </a:ext>
            </a:extLst>
          </p:cNvPr>
          <p:cNvSpPr>
            <a:spLocks xmlns:a="http://schemas.openxmlformats.org/drawingml/2006/main" noGrp="1"/>
          </p:cNvSpPr>
          <p:nvPr/>
        </p:nvSpPr>
        <p:spPr>
          <a:xfrm xmlns:a="http://schemas.openxmlformats.org/drawingml/2006/main">
            <a:off x="10715625" y="3762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6" name="diagram-line-941">
            <a:extLst xmlns:a="http://schemas.openxmlformats.org/drawingml/2006/main">
              <a:ext uri="{FF2B5EF4-FFF2-40B4-BE49-F238E27FC236}">
                <a16:creationId xmlns:a16="http://schemas.microsoft.com/office/drawing/2014/main" id="{C621AB48-34A7-412C-9150-2CBE5E8C1165}"/>
              </a:ext>
            </a:extLst>
          </p:cNvPr>
          <p:cNvSpPr>
            <a:spLocks xmlns:a="http://schemas.openxmlformats.org/drawingml/2006/main" noGrp="1"/>
          </p:cNvSpPr>
          <p:nvPr/>
        </p:nvSpPr>
        <p:spPr>
          <a:xfrm xmlns:a="http://schemas.openxmlformats.org/drawingml/2006/main">
            <a:off x="10715625" y="3876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7" name="diagram-line-942">
            <a:extLst xmlns:a="http://schemas.openxmlformats.org/drawingml/2006/main">
              <a:ext uri="{FF2B5EF4-FFF2-40B4-BE49-F238E27FC236}">
                <a16:creationId xmlns:a16="http://schemas.microsoft.com/office/drawing/2014/main" id="{56CC4086-3395-4B86-91A3-D39EA2242058}"/>
              </a:ext>
            </a:extLst>
          </p:cNvPr>
          <p:cNvSpPr>
            <a:spLocks xmlns:a="http://schemas.openxmlformats.org/drawingml/2006/main" noGrp="1"/>
          </p:cNvSpPr>
          <p:nvPr/>
        </p:nvSpPr>
        <p:spPr>
          <a:xfrm xmlns:a="http://schemas.openxmlformats.org/drawingml/2006/main">
            <a:off x="10715625" y="3990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8" name="diagram-line-943">
            <a:extLst xmlns:a="http://schemas.openxmlformats.org/drawingml/2006/main">
              <a:ext uri="{FF2B5EF4-FFF2-40B4-BE49-F238E27FC236}">
                <a16:creationId xmlns:a16="http://schemas.microsoft.com/office/drawing/2014/main" id="{BE76C1FE-86AD-4E42-BD95-C15EFF6920C6}"/>
              </a:ext>
            </a:extLst>
          </p:cNvPr>
          <p:cNvSpPr>
            <a:spLocks xmlns:a="http://schemas.openxmlformats.org/drawingml/2006/main" noGrp="1"/>
          </p:cNvSpPr>
          <p:nvPr/>
        </p:nvSpPr>
        <p:spPr>
          <a:xfrm xmlns:a="http://schemas.openxmlformats.org/drawingml/2006/main">
            <a:off x="10715625" y="4105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9" name="diagram-line-944">
            <a:extLst xmlns:a="http://schemas.openxmlformats.org/drawingml/2006/main">
              <a:ext uri="{FF2B5EF4-FFF2-40B4-BE49-F238E27FC236}">
                <a16:creationId xmlns:a16="http://schemas.microsoft.com/office/drawing/2014/main" id="{01E3DCD8-5741-4EF0-81AC-4F23AEC402C5}"/>
              </a:ext>
            </a:extLst>
          </p:cNvPr>
          <p:cNvSpPr>
            <a:spLocks xmlns:a="http://schemas.openxmlformats.org/drawingml/2006/main" noGrp="1"/>
          </p:cNvSpPr>
          <p:nvPr/>
        </p:nvSpPr>
        <p:spPr>
          <a:xfrm xmlns:a="http://schemas.openxmlformats.org/drawingml/2006/main">
            <a:off x="10715625" y="4219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0" name="diagram-line-945">
            <a:extLst xmlns:a="http://schemas.openxmlformats.org/drawingml/2006/main">
              <a:ext uri="{FF2B5EF4-FFF2-40B4-BE49-F238E27FC236}">
                <a16:creationId xmlns:a16="http://schemas.microsoft.com/office/drawing/2014/main" id="{58DE600C-A2E1-428F-87D4-2E06BDDDDF04}"/>
              </a:ext>
            </a:extLst>
          </p:cNvPr>
          <p:cNvSpPr>
            <a:spLocks xmlns:a="http://schemas.openxmlformats.org/drawingml/2006/main" noGrp="1"/>
          </p:cNvSpPr>
          <p:nvPr/>
        </p:nvSpPr>
        <p:spPr>
          <a:xfrm xmlns:a="http://schemas.openxmlformats.org/drawingml/2006/main">
            <a:off x="10715625"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1" name="diagram-line-946">
            <a:extLst xmlns:a="http://schemas.openxmlformats.org/drawingml/2006/main">
              <a:ext uri="{FF2B5EF4-FFF2-40B4-BE49-F238E27FC236}">
                <a16:creationId xmlns:a16="http://schemas.microsoft.com/office/drawing/2014/main" id="{8599C24D-FF41-4216-9220-C6905D13EEDB}"/>
              </a:ext>
            </a:extLst>
          </p:cNvPr>
          <p:cNvSpPr>
            <a:spLocks xmlns:a="http://schemas.openxmlformats.org/drawingml/2006/main" noGrp="1"/>
          </p:cNvSpPr>
          <p:nvPr/>
        </p:nvSpPr>
        <p:spPr>
          <a:xfrm xmlns:a="http://schemas.openxmlformats.org/drawingml/2006/main">
            <a:off x="10715625"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2" name="diagram-line-947">
            <a:extLst xmlns:a="http://schemas.openxmlformats.org/drawingml/2006/main">
              <a:ext uri="{FF2B5EF4-FFF2-40B4-BE49-F238E27FC236}">
                <a16:creationId xmlns:a16="http://schemas.microsoft.com/office/drawing/2014/main" id="{71AF14F5-E427-41C1-8F59-8031AC438E8F}"/>
              </a:ext>
            </a:extLst>
          </p:cNvPr>
          <p:cNvSpPr>
            <a:spLocks xmlns:a="http://schemas.openxmlformats.org/drawingml/2006/main" noGrp="1"/>
          </p:cNvSpPr>
          <p:nvPr/>
        </p:nvSpPr>
        <p:spPr>
          <a:xfrm xmlns:a="http://schemas.openxmlformats.org/drawingml/2006/main">
            <a:off x="10715625"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3" name="diagram-line-948">
            <a:extLst xmlns:a="http://schemas.openxmlformats.org/drawingml/2006/main">
              <a:ext uri="{FF2B5EF4-FFF2-40B4-BE49-F238E27FC236}">
                <a16:creationId xmlns:a16="http://schemas.microsoft.com/office/drawing/2014/main" id="{48BF7FFC-4231-4B2B-ABE9-9FCCDCBB2F0D}"/>
              </a:ext>
            </a:extLst>
          </p:cNvPr>
          <p:cNvSpPr>
            <a:spLocks xmlns:a="http://schemas.openxmlformats.org/drawingml/2006/main" noGrp="1"/>
          </p:cNvSpPr>
          <p:nvPr/>
        </p:nvSpPr>
        <p:spPr>
          <a:xfrm xmlns:a="http://schemas.openxmlformats.org/drawingml/2006/main">
            <a:off x="10715625"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4" name="diagram-line-949">
            <a:extLst xmlns:a="http://schemas.openxmlformats.org/drawingml/2006/main">
              <a:ext uri="{FF2B5EF4-FFF2-40B4-BE49-F238E27FC236}">
                <a16:creationId xmlns:a16="http://schemas.microsoft.com/office/drawing/2014/main" id="{5D265288-B55B-4346-9360-57038E4B3EDE}"/>
              </a:ext>
            </a:extLst>
          </p:cNvPr>
          <p:cNvSpPr>
            <a:spLocks xmlns:a="http://schemas.openxmlformats.org/drawingml/2006/main" noGrp="1"/>
          </p:cNvSpPr>
          <p:nvPr/>
        </p:nvSpPr>
        <p:spPr>
          <a:xfrm xmlns:a="http://schemas.openxmlformats.org/drawingml/2006/main">
            <a:off x="10715625"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5" name="diagram-line-950">
            <a:extLst xmlns:a="http://schemas.openxmlformats.org/drawingml/2006/main">
              <a:ext uri="{FF2B5EF4-FFF2-40B4-BE49-F238E27FC236}">
                <a16:creationId xmlns:a16="http://schemas.microsoft.com/office/drawing/2014/main" id="{AA884316-4E07-410A-81EF-62DA477AF9FF}"/>
              </a:ext>
            </a:extLst>
          </p:cNvPr>
          <p:cNvSpPr>
            <a:spLocks xmlns:a="http://schemas.openxmlformats.org/drawingml/2006/main" noGrp="1"/>
          </p:cNvSpPr>
          <p:nvPr/>
        </p:nvSpPr>
        <p:spPr>
          <a:xfrm xmlns:a="http://schemas.openxmlformats.org/drawingml/2006/main">
            <a:off x="10715625"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6" name="diagram-line-951">
            <a:extLst xmlns:a="http://schemas.openxmlformats.org/drawingml/2006/main">
              <a:ext uri="{FF2B5EF4-FFF2-40B4-BE49-F238E27FC236}">
                <a16:creationId xmlns:a16="http://schemas.microsoft.com/office/drawing/2014/main" id="{4C95BBF1-F067-406A-A4C3-C5A4E8A7304A}"/>
              </a:ext>
            </a:extLst>
          </p:cNvPr>
          <p:cNvSpPr>
            <a:spLocks xmlns:a="http://schemas.openxmlformats.org/drawingml/2006/main" noGrp="1"/>
          </p:cNvSpPr>
          <p:nvPr/>
        </p:nvSpPr>
        <p:spPr>
          <a:xfrm xmlns:a="http://schemas.openxmlformats.org/drawingml/2006/main">
            <a:off x="10715625" y="5019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7" name="diagram-line-952">
            <a:extLst xmlns:a="http://schemas.openxmlformats.org/drawingml/2006/main">
              <a:ext uri="{FF2B5EF4-FFF2-40B4-BE49-F238E27FC236}">
                <a16:creationId xmlns:a16="http://schemas.microsoft.com/office/drawing/2014/main" id="{B5E3664F-5E4F-44CF-9361-78BB5124491D}"/>
              </a:ext>
            </a:extLst>
          </p:cNvPr>
          <p:cNvSpPr>
            <a:spLocks xmlns:a="http://schemas.openxmlformats.org/drawingml/2006/main" noGrp="1"/>
          </p:cNvSpPr>
          <p:nvPr/>
        </p:nvSpPr>
        <p:spPr>
          <a:xfrm xmlns:a="http://schemas.openxmlformats.org/drawingml/2006/main">
            <a:off x="10715625" y="5133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8" name="diagram-line-953">
            <a:extLst xmlns:a="http://schemas.openxmlformats.org/drawingml/2006/main">
              <a:ext uri="{FF2B5EF4-FFF2-40B4-BE49-F238E27FC236}">
                <a16:creationId xmlns:a16="http://schemas.microsoft.com/office/drawing/2014/main" id="{1C765F93-9271-4498-B5C4-EEC2CDFE54A7}"/>
              </a:ext>
            </a:extLst>
          </p:cNvPr>
          <p:cNvSpPr>
            <a:spLocks xmlns:a="http://schemas.openxmlformats.org/drawingml/2006/main" noGrp="1"/>
          </p:cNvSpPr>
          <p:nvPr/>
        </p:nvSpPr>
        <p:spPr>
          <a:xfrm xmlns:a="http://schemas.openxmlformats.org/drawingml/2006/main">
            <a:off x="10715625" y="5248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9" name="diagram-line-954">
            <a:extLst xmlns:a="http://schemas.openxmlformats.org/drawingml/2006/main">
              <a:ext uri="{FF2B5EF4-FFF2-40B4-BE49-F238E27FC236}">
                <a16:creationId xmlns:a16="http://schemas.microsoft.com/office/drawing/2014/main" id="{41613331-5314-42F8-98F4-50DEB7DBADA2}"/>
              </a:ext>
            </a:extLst>
          </p:cNvPr>
          <p:cNvSpPr>
            <a:spLocks xmlns:a="http://schemas.openxmlformats.org/drawingml/2006/main" noGrp="1"/>
          </p:cNvSpPr>
          <p:nvPr/>
        </p:nvSpPr>
        <p:spPr>
          <a:xfrm xmlns:a="http://schemas.openxmlformats.org/drawingml/2006/main">
            <a:off x="10715625" y="5362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0" name="diagram-line-955">
            <a:extLst xmlns:a="http://schemas.openxmlformats.org/drawingml/2006/main">
              <a:ext uri="{FF2B5EF4-FFF2-40B4-BE49-F238E27FC236}">
                <a16:creationId xmlns:a16="http://schemas.microsoft.com/office/drawing/2014/main" id="{C4AA68B1-374E-47E2-9BBC-0D851FB378AA}"/>
              </a:ext>
            </a:extLst>
          </p:cNvPr>
          <p:cNvSpPr>
            <a:spLocks xmlns:a="http://schemas.openxmlformats.org/drawingml/2006/main" noGrp="1"/>
          </p:cNvSpPr>
          <p:nvPr/>
        </p:nvSpPr>
        <p:spPr>
          <a:xfrm xmlns:a="http://schemas.openxmlformats.org/drawingml/2006/main">
            <a:off x="10715625" y="5476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1" name="diagram-line-956">
            <a:extLst xmlns:a="http://schemas.openxmlformats.org/drawingml/2006/main">
              <a:ext uri="{FF2B5EF4-FFF2-40B4-BE49-F238E27FC236}">
                <a16:creationId xmlns:a16="http://schemas.microsoft.com/office/drawing/2014/main" id="{23E29DF2-2D20-49B7-83EA-2E13B7B7C6CB}"/>
              </a:ext>
            </a:extLst>
          </p:cNvPr>
          <p:cNvSpPr>
            <a:spLocks xmlns:a="http://schemas.openxmlformats.org/drawingml/2006/main" noGrp="1"/>
          </p:cNvSpPr>
          <p:nvPr/>
        </p:nvSpPr>
        <p:spPr>
          <a:xfrm xmlns:a="http://schemas.openxmlformats.org/drawingml/2006/main">
            <a:off x="10715625" y="5591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2" name="diagram-line-957">
            <a:extLst xmlns:a="http://schemas.openxmlformats.org/drawingml/2006/main">
              <a:ext uri="{FF2B5EF4-FFF2-40B4-BE49-F238E27FC236}">
                <a16:creationId xmlns:a16="http://schemas.microsoft.com/office/drawing/2014/main" id="{614A6831-3749-4CC5-8721-AC80BB52CA55}"/>
              </a:ext>
            </a:extLst>
          </p:cNvPr>
          <p:cNvSpPr>
            <a:spLocks xmlns:a="http://schemas.openxmlformats.org/drawingml/2006/main" noGrp="1"/>
          </p:cNvSpPr>
          <p:nvPr/>
        </p:nvSpPr>
        <p:spPr>
          <a:xfrm xmlns:a="http://schemas.openxmlformats.org/drawingml/2006/main">
            <a:off x="10715625" y="5705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3" name="diagram-line-958">
            <a:extLst xmlns:a="http://schemas.openxmlformats.org/drawingml/2006/main">
              <a:ext uri="{FF2B5EF4-FFF2-40B4-BE49-F238E27FC236}">
                <a16:creationId xmlns:a16="http://schemas.microsoft.com/office/drawing/2014/main" id="{30F86751-A62E-47AB-8728-046D11BF7D56}"/>
              </a:ext>
            </a:extLst>
          </p:cNvPr>
          <p:cNvSpPr>
            <a:spLocks xmlns:a="http://schemas.openxmlformats.org/drawingml/2006/main" noGrp="1"/>
          </p:cNvSpPr>
          <p:nvPr/>
        </p:nvSpPr>
        <p:spPr>
          <a:xfrm xmlns:a="http://schemas.openxmlformats.org/drawingml/2006/main">
            <a:off x="10715625" y="5819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4" name="diagram-line-959">
            <a:extLst xmlns:a="http://schemas.openxmlformats.org/drawingml/2006/main">
              <a:ext uri="{FF2B5EF4-FFF2-40B4-BE49-F238E27FC236}">
                <a16:creationId xmlns:a16="http://schemas.microsoft.com/office/drawing/2014/main" id="{4F32019E-7040-4510-9827-3A8C024ADC1A}"/>
              </a:ext>
            </a:extLst>
          </p:cNvPr>
          <p:cNvSpPr>
            <a:spLocks xmlns:a="http://schemas.openxmlformats.org/drawingml/2006/main" noGrp="1"/>
          </p:cNvSpPr>
          <p:nvPr/>
        </p:nvSpPr>
        <p:spPr>
          <a:xfrm xmlns:a="http://schemas.openxmlformats.org/drawingml/2006/main">
            <a:off x="10715625" y="5934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5" name="diagram-line-960">
            <a:extLst xmlns:a="http://schemas.openxmlformats.org/drawingml/2006/main">
              <a:ext uri="{FF2B5EF4-FFF2-40B4-BE49-F238E27FC236}">
                <a16:creationId xmlns:a16="http://schemas.microsoft.com/office/drawing/2014/main" id="{D7E3F027-EC72-4E86-B7F4-63D24D4BC4A5}"/>
              </a:ext>
            </a:extLst>
          </p:cNvPr>
          <p:cNvSpPr>
            <a:spLocks xmlns:a="http://schemas.openxmlformats.org/drawingml/2006/main" noGrp="1"/>
          </p:cNvSpPr>
          <p:nvPr/>
        </p:nvSpPr>
        <p:spPr>
          <a:xfrm xmlns:a="http://schemas.openxmlformats.org/drawingml/2006/main">
            <a:off x="1447800" y="2114550"/>
            <a:ext cx="2305050" cy="191"/>
          </a:xfrm>
          <a:custGeom xmlns:a="http://schemas.openxmlformats.org/drawingml/2006/main">
            <a:pathLst>
              <a:path w="2305050" h="191">
                <a:moveTo>
                  <a:pt x="0" y="0"/>
                </a:moveTo>
                <a:lnTo>
                  <a:pt x="2305050" y="0"/>
                </a:lnTo>
              </a:path>
            </a:pathLst>
          </a:custGeom>
          <a:noFill xmlns:a="http://schemas.openxmlformats.org/drawingml/2006/main"/>
          <a:ln xmlns:a="http://schemas.openxmlformats.org/drawingml/2006/main" w="14288">
            <a:solidFill>
              <a:srgbClr val="28849C"/>
            </a:solidFill>
          </a:ln>
        </p:spPr>
      </p:sp>
      <p:sp>
        <p:nvSpPr>
          <p:cNvPr id="206" name="diagram-poly-961">
            <a:extLst xmlns:a="http://schemas.openxmlformats.org/drawingml/2006/main">
              <a:ext uri="{FF2B5EF4-FFF2-40B4-BE49-F238E27FC236}">
                <a16:creationId xmlns:a16="http://schemas.microsoft.com/office/drawing/2014/main" id="{D430CAE3-A734-4D95-8A70-D60BB0A2F07B}"/>
              </a:ext>
            </a:extLst>
          </p:cNvPr>
          <p:cNvSpPr>
            <a:spLocks xmlns:a="http://schemas.openxmlformats.org/drawingml/2006/main" noGrp="1"/>
          </p:cNvSpPr>
          <p:nvPr/>
        </p:nvSpPr>
        <p:spPr>
          <a:xfrm xmlns:a="http://schemas.openxmlformats.org/drawingml/2006/main">
            <a:off x="3686175" y="208502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207" name="revision-text-962">
            <a:extLst xmlns:a="http://schemas.openxmlformats.org/drawingml/2006/main">
              <a:ext uri="{FF2B5EF4-FFF2-40B4-BE49-F238E27FC236}">
                <a16:creationId xmlns:a16="http://schemas.microsoft.com/office/drawing/2014/main" id="{61814F1D-4BE5-4364-B810-1AC1C8065A28}"/>
              </a:ext>
            </a:extLst>
          </p:cNvPr>
          <p:cNvSpPr>
            <a:spLocks xmlns:a="http://schemas.openxmlformats.org/drawingml/2006/main" noGrp="1"/>
          </p:cNvSpPr>
          <p:nvPr/>
        </p:nvSpPr>
        <p:spPr>
          <a:xfrm xmlns:a="http://schemas.openxmlformats.org/drawingml/2006/main">
            <a:off x="1495425" y="1905000"/>
            <a:ext cx="2209800"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15" b="0">
                <a:solidFill>
                  <a:srgbClr val="28849C"/>
                </a:solidFill>
                <a:latin typeface="微软雅黑"/>
                <a:ea typeface="微软雅黑"/>
                <a:cs typeface="微软雅黑"/>
              </a:defRPr>
            </a:pPr>
            <a:r>
              <a:rPr sz="1215" b="0">
                <a:solidFill>
                  <a:srgbClr val="28849C"/>
                </a:solidFill>
                <a:latin typeface="微软雅黑"/>
                <a:ea typeface="微软雅黑"/>
                <a:cs typeface="微软雅黑"/>
              </a:rPr>
              <a:t>1  Heat request + parameters</a:t>
            </a:r>
          </a:p>
        </p:txBody>
      </p:sp>
      <p:sp>
        <p:nvSpPr>
          <p:cNvPr id="208" name="diagram-line-963">
            <a:extLst xmlns:a="http://schemas.openxmlformats.org/drawingml/2006/main">
              <a:ext uri="{FF2B5EF4-FFF2-40B4-BE49-F238E27FC236}">
                <a16:creationId xmlns:a16="http://schemas.microsoft.com/office/drawing/2014/main" id="{AF277AD9-63AC-416D-AF49-239150C372DF}"/>
              </a:ext>
            </a:extLst>
          </p:cNvPr>
          <p:cNvSpPr>
            <a:spLocks xmlns:a="http://schemas.openxmlformats.org/drawingml/2006/main" noGrp="1"/>
          </p:cNvSpPr>
          <p:nvPr/>
        </p:nvSpPr>
        <p:spPr>
          <a:xfrm xmlns:a="http://schemas.openxmlformats.org/drawingml/2006/main">
            <a:off x="3752850" y="2305050"/>
            <a:ext cx="514350" cy="191"/>
          </a:xfrm>
          <a:custGeom xmlns:a="http://schemas.openxmlformats.org/drawingml/2006/main">
            <a:pathLst>
              <a:path w="514350" h="191">
                <a:moveTo>
                  <a:pt x="0" y="0"/>
                </a:moveTo>
                <a:lnTo>
                  <a:pt x="514350" y="0"/>
                </a:lnTo>
              </a:path>
            </a:pathLst>
          </a:custGeom>
          <a:noFill xmlns:a="http://schemas.openxmlformats.org/drawingml/2006/main"/>
          <a:ln xmlns:a="http://schemas.openxmlformats.org/drawingml/2006/main" w="14288">
            <a:solidFill>
              <a:srgbClr val="28849C"/>
            </a:solidFill>
          </a:ln>
        </p:spPr>
      </p:sp>
      <p:sp>
        <p:nvSpPr>
          <p:cNvPr id="209" name="diagram-line-964">
            <a:extLst xmlns:a="http://schemas.openxmlformats.org/drawingml/2006/main">
              <a:ext uri="{FF2B5EF4-FFF2-40B4-BE49-F238E27FC236}">
                <a16:creationId xmlns:a16="http://schemas.microsoft.com/office/drawing/2014/main" id="{F79BD8CA-8622-4A75-8065-79C282F9A654}"/>
              </a:ext>
            </a:extLst>
          </p:cNvPr>
          <p:cNvSpPr>
            <a:spLocks xmlns:a="http://schemas.openxmlformats.org/drawingml/2006/main" noGrp="1"/>
          </p:cNvSpPr>
          <p:nvPr/>
        </p:nvSpPr>
        <p:spPr>
          <a:xfrm xmlns:a="http://schemas.openxmlformats.org/drawingml/2006/main">
            <a:off x="4267200" y="2305050"/>
            <a:ext cx="191" cy="238125"/>
          </a:xfrm>
          <a:custGeom xmlns:a="http://schemas.openxmlformats.org/drawingml/2006/main">
            <a:pathLst>
              <a:path w="191" h="238125">
                <a:moveTo>
                  <a:pt x="0" y="0"/>
                </a:moveTo>
                <a:lnTo>
                  <a:pt x="0" y="238125"/>
                </a:lnTo>
              </a:path>
            </a:pathLst>
          </a:custGeom>
          <a:noFill xmlns:a="http://schemas.openxmlformats.org/drawingml/2006/main"/>
          <a:ln xmlns:a="http://schemas.openxmlformats.org/drawingml/2006/main" w="14288">
            <a:solidFill>
              <a:srgbClr val="28849C"/>
            </a:solidFill>
          </a:ln>
        </p:spPr>
      </p:sp>
      <p:sp>
        <p:nvSpPr>
          <p:cNvPr id="210" name="diagram-line-965">
            <a:extLst xmlns:a="http://schemas.openxmlformats.org/drawingml/2006/main">
              <a:ext uri="{FF2B5EF4-FFF2-40B4-BE49-F238E27FC236}">
                <a16:creationId xmlns:a16="http://schemas.microsoft.com/office/drawing/2014/main" id="{E82DB9B9-84FA-4F6A-A43C-A128143BE4FD}"/>
              </a:ext>
            </a:extLst>
          </p:cNvPr>
          <p:cNvSpPr>
            <a:spLocks xmlns:a="http://schemas.openxmlformats.org/drawingml/2006/main" noGrp="1"/>
          </p:cNvSpPr>
          <p:nvPr/>
        </p:nvSpPr>
        <p:spPr>
          <a:xfrm xmlns:a="http://schemas.openxmlformats.org/drawingml/2006/main">
            <a:off x="3752850" y="2543175"/>
            <a:ext cx="514350" cy="191"/>
          </a:xfrm>
          <a:custGeom xmlns:a="http://schemas.openxmlformats.org/drawingml/2006/main">
            <a:pathLst>
              <a:path w="514350" h="191">
                <a:moveTo>
                  <a:pt x="514350" y="0"/>
                </a:moveTo>
                <a:lnTo>
                  <a:pt x="0" y="0"/>
                </a:lnTo>
              </a:path>
            </a:pathLst>
          </a:custGeom>
          <a:noFill xmlns:a="http://schemas.openxmlformats.org/drawingml/2006/main"/>
          <a:ln xmlns:a="http://schemas.openxmlformats.org/drawingml/2006/main" w="14288">
            <a:solidFill>
              <a:srgbClr val="28849C"/>
            </a:solidFill>
          </a:ln>
        </p:spPr>
      </p:sp>
      <p:sp>
        <p:nvSpPr>
          <p:cNvPr id="211" name="diagram-poly-966">
            <a:extLst xmlns:a="http://schemas.openxmlformats.org/drawingml/2006/main">
              <a:ext uri="{FF2B5EF4-FFF2-40B4-BE49-F238E27FC236}">
                <a16:creationId xmlns:a16="http://schemas.microsoft.com/office/drawing/2014/main" id="{F708D1F2-481B-494D-9E72-6E3FAD4399D7}"/>
              </a:ext>
            </a:extLst>
          </p:cNvPr>
          <p:cNvSpPr>
            <a:spLocks xmlns:a="http://schemas.openxmlformats.org/drawingml/2006/main" noGrp="1"/>
          </p:cNvSpPr>
          <p:nvPr/>
        </p:nvSpPr>
        <p:spPr>
          <a:xfrm xmlns:a="http://schemas.openxmlformats.org/drawingml/2006/main">
            <a:off x="3752850" y="2513648"/>
            <a:ext cx="66675" cy="59055"/>
          </a:xfrm>
          <a:custGeom xmlns:a="http://schemas.openxmlformats.org/drawingml/2006/main">
            <a:pathLst>
              <a:path w="66675" h="59055">
                <a:moveTo>
                  <a:pt x="0" y="29527"/>
                </a:moveTo>
                <a:lnTo>
                  <a:pt x="66675" y="59055"/>
                </a:lnTo>
                <a:lnTo>
                  <a:pt x="66675" y="0"/>
                </a:lnTo>
                <a:close/>
              </a:path>
            </a:pathLst>
          </a:custGeom>
          <a:solidFill xmlns:a="http://schemas.openxmlformats.org/drawingml/2006/main">
            <a:srgbClr val="28849C"/>
          </a:solidFill>
          <a:ln xmlns:a="http://schemas.openxmlformats.org/drawingml/2006/main" w="953">
            <a:solidFill>
              <a:srgbClr val="28849C"/>
            </a:solidFill>
          </a:ln>
        </p:spPr>
      </p:sp>
      <p:sp>
        <p:nvSpPr>
          <p:cNvPr id="212" name="revision-text-967">
            <a:extLst xmlns:a="http://schemas.openxmlformats.org/drawingml/2006/main">
              <a:ext uri="{FF2B5EF4-FFF2-40B4-BE49-F238E27FC236}">
                <a16:creationId xmlns:a16="http://schemas.microsoft.com/office/drawing/2014/main" id="{73E30BC7-2F49-429F-8D18-30396CE68E47}"/>
              </a:ext>
            </a:extLst>
          </p:cNvPr>
          <p:cNvSpPr>
            <a:spLocks xmlns:a="http://schemas.openxmlformats.org/drawingml/2006/main" noGrp="1"/>
          </p:cNvSpPr>
          <p:nvPr/>
        </p:nvSpPr>
        <p:spPr>
          <a:xfrm xmlns:a="http://schemas.openxmlformats.org/drawingml/2006/main">
            <a:off x="4362450" y="2314575"/>
            <a:ext cx="2600325"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268" b="0">
                <a:solidFill>
                  <a:srgbClr val="152C40"/>
                </a:solidFill>
                <a:latin typeface="微软雅黑"/>
                <a:ea typeface="微软雅黑"/>
                <a:cs typeface="微软雅黑"/>
              </a:defRPr>
            </a:pPr>
            <a:r>
              <a:rPr sz="1268" b="0">
                <a:solidFill>
                  <a:srgbClr val="152C40"/>
                </a:solidFill>
                <a:latin typeface="微软雅黑"/>
                <a:ea typeface="微软雅黑"/>
                <a:cs typeface="微软雅黑"/>
              </a:rPr>
              <a:t>State check and request handling</a:t>
            </a:r>
          </a:p>
        </p:txBody>
      </p:sp>
      <p:sp>
        <p:nvSpPr>
          <p:cNvPr id="213" name="diagram-line-968">
            <a:extLst xmlns:a="http://schemas.openxmlformats.org/drawingml/2006/main">
              <a:ext uri="{FF2B5EF4-FFF2-40B4-BE49-F238E27FC236}">
                <a16:creationId xmlns:a16="http://schemas.microsoft.com/office/drawing/2014/main" id="{612082EA-180C-4187-B56C-A39E82FBBDDD}"/>
              </a:ext>
            </a:extLst>
          </p:cNvPr>
          <p:cNvSpPr>
            <a:spLocks xmlns:a="http://schemas.openxmlformats.org/drawingml/2006/main" noGrp="1"/>
          </p:cNvSpPr>
          <p:nvPr/>
        </p:nvSpPr>
        <p:spPr>
          <a:xfrm xmlns:a="http://schemas.openxmlformats.org/drawingml/2006/main">
            <a:off x="3752850" y="2771775"/>
            <a:ext cx="2295525" cy="191"/>
          </a:xfrm>
          <a:custGeom xmlns:a="http://schemas.openxmlformats.org/drawingml/2006/main">
            <a:pathLst>
              <a:path w="2295525" h="191">
                <a:moveTo>
                  <a:pt x="0" y="0"/>
                </a:moveTo>
                <a:lnTo>
                  <a:pt x="2295525" y="0"/>
                </a:lnTo>
              </a:path>
            </a:pathLst>
          </a:custGeom>
          <a:noFill xmlns:a="http://schemas.openxmlformats.org/drawingml/2006/main"/>
          <a:ln xmlns:a="http://schemas.openxmlformats.org/drawingml/2006/main" w="14288">
            <a:solidFill>
              <a:srgbClr val="28849C"/>
            </a:solidFill>
          </a:ln>
        </p:spPr>
      </p:sp>
      <p:sp>
        <p:nvSpPr>
          <p:cNvPr id="214" name="diagram-poly-969">
            <a:extLst xmlns:a="http://schemas.openxmlformats.org/drawingml/2006/main">
              <a:ext uri="{FF2B5EF4-FFF2-40B4-BE49-F238E27FC236}">
                <a16:creationId xmlns:a16="http://schemas.microsoft.com/office/drawing/2014/main" id="{BF9FE3D2-EAE5-4D76-A3C5-D6D7648A28B1}"/>
              </a:ext>
            </a:extLst>
          </p:cNvPr>
          <p:cNvSpPr>
            <a:spLocks xmlns:a="http://schemas.openxmlformats.org/drawingml/2006/main" noGrp="1"/>
          </p:cNvSpPr>
          <p:nvPr/>
        </p:nvSpPr>
        <p:spPr>
          <a:xfrm xmlns:a="http://schemas.openxmlformats.org/drawingml/2006/main">
            <a:off x="5981700" y="2742248"/>
            <a:ext cx="66675" cy="59055"/>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215" name="revision-text-970">
            <a:extLst xmlns:a="http://schemas.openxmlformats.org/drawingml/2006/main">
              <a:ext uri="{FF2B5EF4-FFF2-40B4-BE49-F238E27FC236}">
                <a16:creationId xmlns:a16="http://schemas.microsoft.com/office/drawing/2014/main" id="{31A4E532-D849-4D44-AB4A-A88ED639E430}"/>
              </a:ext>
            </a:extLst>
          </p:cNvPr>
          <p:cNvSpPr>
            <a:spLocks xmlns:a="http://schemas.openxmlformats.org/drawingml/2006/main" noGrp="1"/>
          </p:cNvSpPr>
          <p:nvPr/>
        </p:nvSpPr>
        <p:spPr>
          <a:xfrm xmlns:a="http://schemas.openxmlformats.org/drawingml/2006/main">
            <a:off x="3800475" y="2562225"/>
            <a:ext cx="22002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13" b="0">
                <a:solidFill>
                  <a:srgbClr val="28849C"/>
                </a:solidFill>
                <a:latin typeface="微软雅黑"/>
                <a:ea typeface="微软雅黑"/>
                <a:cs typeface="微软雅黑"/>
              </a:defRPr>
            </a:pPr>
            <a:r>
              <a:rPr sz="1313" b="0">
                <a:solidFill>
                  <a:srgbClr val="28849C"/>
                </a:solidFill>
                <a:latin typeface="微软雅黑"/>
                <a:ea typeface="微软雅黑"/>
                <a:cs typeface="微软雅黑"/>
              </a:rPr>
              <a:t>2  Standard heat command</a:t>
            </a:r>
          </a:p>
        </p:txBody>
      </p:sp>
      <p:sp>
        <p:nvSpPr>
          <p:cNvPr id="216" name="diagram-line-971">
            <a:extLst xmlns:a="http://schemas.openxmlformats.org/drawingml/2006/main">
              <a:ext uri="{FF2B5EF4-FFF2-40B4-BE49-F238E27FC236}">
                <a16:creationId xmlns:a16="http://schemas.microsoft.com/office/drawing/2014/main" id="{6F0B4909-8BBF-4BE0-825B-1E3177F06360}"/>
              </a:ext>
            </a:extLst>
          </p:cNvPr>
          <p:cNvSpPr>
            <a:spLocks xmlns:a="http://schemas.openxmlformats.org/drawingml/2006/main" noGrp="1"/>
          </p:cNvSpPr>
          <p:nvPr/>
        </p:nvSpPr>
        <p:spPr>
          <a:xfrm xmlns:a="http://schemas.openxmlformats.org/drawingml/2006/main">
            <a:off x="6048375" y="3086100"/>
            <a:ext cx="2295525" cy="191"/>
          </a:xfrm>
          <a:custGeom xmlns:a="http://schemas.openxmlformats.org/drawingml/2006/main">
            <a:pathLst>
              <a:path w="2295525" h="191">
                <a:moveTo>
                  <a:pt x="0" y="0"/>
                </a:moveTo>
                <a:lnTo>
                  <a:pt x="2295525" y="0"/>
                </a:lnTo>
              </a:path>
            </a:pathLst>
          </a:custGeom>
          <a:noFill xmlns:a="http://schemas.openxmlformats.org/drawingml/2006/main"/>
          <a:ln xmlns:a="http://schemas.openxmlformats.org/drawingml/2006/main" w="14288">
            <a:solidFill>
              <a:srgbClr val="28849C"/>
            </a:solidFill>
          </a:ln>
        </p:spPr>
      </p:sp>
      <p:sp>
        <p:nvSpPr>
          <p:cNvPr id="217" name="diagram-poly-972">
            <a:extLst xmlns:a="http://schemas.openxmlformats.org/drawingml/2006/main">
              <a:ext uri="{FF2B5EF4-FFF2-40B4-BE49-F238E27FC236}">
                <a16:creationId xmlns:a16="http://schemas.microsoft.com/office/drawing/2014/main" id="{0C386888-F8A9-415E-AB65-045A413B441D}"/>
              </a:ext>
            </a:extLst>
          </p:cNvPr>
          <p:cNvSpPr>
            <a:spLocks xmlns:a="http://schemas.openxmlformats.org/drawingml/2006/main" noGrp="1"/>
          </p:cNvSpPr>
          <p:nvPr/>
        </p:nvSpPr>
        <p:spPr>
          <a:xfrm xmlns:a="http://schemas.openxmlformats.org/drawingml/2006/main">
            <a:off x="8277225" y="3056573"/>
            <a:ext cx="66675" cy="59055"/>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218" name="revision-text-973">
            <a:extLst xmlns:a="http://schemas.openxmlformats.org/drawingml/2006/main">
              <a:ext uri="{FF2B5EF4-FFF2-40B4-BE49-F238E27FC236}">
                <a16:creationId xmlns:a16="http://schemas.microsoft.com/office/drawing/2014/main" id="{2046DC0F-280A-4887-BDE3-D385511815B1}"/>
              </a:ext>
            </a:extLst>
          </p:cNvPr>
          <p:cNvSpPr>
            <a:spLocks xmlns:a="http://schemas.openxmlformats.org/drawingml/2006/main" noGrp="1"/>
          </p:cNvSpPr>
          <p:nvPr/>
        </p:nvSpPr>
        <p:spPr>
          <a:xfrm xmlns:a="http://schemas.openxmlformats.org/drawingml/2006/main">
            <a:off x="6096000" y="2876550"/>
            <a:ext cx="22002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28849C"/>
                </a:solidFill>
                <a:latin typeface="微软雅黑"/>
                <a:ea typeface="微软雅黑"/>
                <a:cs typeface="微软雅黑"/>
              </a:defRPr>
            </a:pPr>
            <a:r>
              <a:rPr sz="1350" b="0">
                <a:solidFill>
                  <a:srgbClr val="28849C"/>
                </a:solidFill>
                <a:latin typeface="微软雅黑"/>
                <a:ea typeface="微软雅黑"/>
                <a:cs typeface="微软雅黑"/>
              </a:rPr>
              <a:t>3  Device heat command</a:t>
            </a:r>
          </a:p>
        </p:txBody>
      </p:sp>
      <p:sp>
        <p:nvSpPr>
          <p:cNvPr id="219" name="diagram-box-974">
            <a:extLst xmlns:a="http://schemas.openxmlformats.org/drawingml/2006/main">
              <a:ext uri="{FF2B5EF4-FFF2-40B4-BE49-F238E27FC236}">
                <a16:creationId xmlns:a16="http://schemas.microsoft.com/office/drawing/2014/main" id="{7EEF795F-7CB0-436F-AD64-3D17D72C5176}"/>
              </a:ext>
            </a:extLst>
          </p:cNvPr>
          <p:cNvSpPr>
            <a:spLocks xmlns:a="http://schemas.openxmlformats.org/drawingml/2006/main" noGrp="1"/>
          </p:cNvSpPr>
          <p:nvPr/>
        </p:nvSpPr>
        <p:spPr>
          <a:xfrm xmlns:a="http://schemas.openxmlformats.org/drawingml/2006/main">
            <a:off x="571500" y="3305175"/>
            <a:ext cx="11049000" cy="1447800"/>
          </a:xfrm>
          <a:prstGeom xmlns:a="http://schemas.openxmlformats.org/drawingml/2006/main" prst="rect">
            <a:avLst/>
          </a:prstGeom>
          <a:noFill xmlns:a="http://schemas.openxmlformats.org/drawingml/2006/main"/>
          <a:ln xmlns:a="http://schemas.openxmlformats.org/drawingml/2006/main" w="9525">
            <a:solidFill>
              <a:srgbClr val="ADB7BF"/>
            </a:solidFill>
          </a:ln>
        </p:spPr>
      </p:sp>
      <p:sp>
        <p:nvSpPr>
          <p:cNvPr id="220" name="diagram-box-975">
            <a:extLst xmlns:a="http://schemas.openxmlformats.org/drawingml/2006/main">
              <a:ext uri="{FF2B5EF4-FFF2-40B4-BE49-F238E27FC236}">
                <a16:creationId xmlns:a16="http://schemas.microsoft.com/office/drawing/2014/main" id="{7B66EDC2-0434-46C2-852C-DD40D4041971}"/>
              </a:ext>
            </a:extLst>
          </p:cNvPr>
          <p:cNvSpPr>
            <a:spLocks xmlns:a="http://schemas.openxmlformats.org/drawingml/2006/main" noGrp="1"/>
          </p:cNvSpPr>
          <p:nvPr/>
        </p:nvSpPr>
        <p:spPr>
          <a:xfrm xmlns:a="http://schemas.openxmlformats.org/drawingml/2006/main">
            <a:off x="571500" y="3305175"/>
            <a:ext cx="447675" cy="228600"/>
          </a:xfrm>
          <a:prstGeom xmlns:a="http://schemas.openxmlformats.org/drawingml/2006/main" prst="rect">
            <a:avLst/>
          </a:prstGeom>
          <a:solidFill xmlns:a="http://schemas.openxmlformats.org/drawingml/2006/main">
            <a:srgbClr val="F7F8F9"/>
          </a:solidFill>
          <a:ln xmlns:a="http://schemas.openxmlformats.org/drawingml/2006/main" w="9525">
            <a:solidFill>
              <a:srgbClr val="ADB7BF"/>
            </a:solidFill>
          </a:ln>
        </p:spPr>
      </p:sp>
      <p:sp>
        <p:nvSpPr>
          <p:cNvPr id="221" name="revision-text-976">
            <a:extLst xmlns:a="http://schemas.openxmlformats.org/drawingml/2006/main">
              <a:ext uri="{FF2B5EF4-FFF2-40B4-BE49-F238E27FC236}">
                <a16:creationId xmlns:a16="http://schemas.microsoft.com/office/drawing/2014/main" id="{1EF4B583-53DD-4FDC-B826-5AC449815D00}"/>
              </a:ext>
            </a:extLst>
          </p:cNvPr>
          <p:cNvSpPr>
            <a:spLocks xmlns:a="http://schemas.openxmlformats.org/drawingml/2006/main" noGrp="1"/>
          </p:cNvSpPr>
          <p:nvPr/>
        </p:nvSpPr>
        <p:spPr>
          <a:xfrm xmlns:a="http://schemas.openxmlformats.org/drawingml/2006/main">
            <a:off x="590550" y="3314700"/>
            <a:ext cx="40957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1">
                <a:solidFill>
                  <a:srgbClr val="152C40"/>
                </a:solidFill>
                <a:latin typeface="微软雅黑"/>
                <a:ea typeface="微软雅黑"/>
                <a:cs typeface="微软雅黑"/>
              </a:defRPr>
            </a:pPr>
            <a:r>
              <a:rPr sz="1200" b="1">
                <a:solidFill>
                  <a:srgbClr val="152C40"/>
                </a:solidFill>
                <a:latin typeface="微软雅黑"/>
                <a:ea typeface="微软雅黑"/>
                <a:cs typeface="微软雅黑"/>
              </a:rPr>
              <a:t>loop</a:t>
            </a:r>
          </a:p>
        </p:txBody>
      </p:sp>
      <p:sp>
        <p:nvSpPr>
          <p:cNvPr id="222" name="revision-text-977">
            <a:extLst xmlns:a="http://schemas.openxmlformats.org/drawingml/2006/main">
              <a:ext uri="{FF2B5EF4-FFF2-40B4-BE49-F238E27FC236}">
                <a16:creationId xmlns:a16="http://schemas.microsoft.com/office/drawing/2014/main" id="{6D0646E9-37FF-47BF-A275-8A6EC29BE14D}"/>
              </a:ext>
            </a:extLst>
          </p:cNvPr>
          <p:cNvSpPr>
            <a:spLocks xmlns:a="http://schemas.openxmlformats.org/drawingml/2006/main" noGrp="1"/>
          </p:cNvSpPr>
          <p:nvPr/>
        </p:nvSpPr>
        <p:spPr>
          <a:xfrm xmlns:a="http://schemas.openxmlformats.org/drawingml/2006/main">
            <a:off x="1162050" y="3324225"/>
            <a:ext cx="62674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275" b="0">
                <a:solidFill>
                  <a:srgbClr val="152C40"/>
                </a:solidFill>
                <a:latin typeface="微软雅黑"/>
                <a:ea typeface="微软雅黑"/>
                <a:cs typeface="微软雅黑"/>
              </a:defRPr>
            </a:pPr>
            <a:r>
              <a:rPr sz="1275" b="0">
                <a:solidFill>
                  <a:srgbClr val="152C40"/>
                </a:solidFill>
                <a:latin typeface="微软雅黑"/>
                <a:ea typeface="微软雅黑"/>
                <a:cs typeface="微软雅黑"/>
              </a:rPr>
              <a:t>During execution: continuous feedback and constraint observation</a:t>
            </a:r>
          </a:p>
        </p:txBody>
      </p:sp>
      <p:sp>
        <p:nvSpPr>
          <p:cNvPr id="223" name="diagram-line-978">
            <a:extLst xmlns:a="http://schemas.openxmlformats.org/drawingml/2006/main">
              <a:ext uri="{FF2B5EF4-FFF2-40B4-BE49-F238E27FC236}">
                <a16:creationId xmlns:a16="http://schemas.microsoft.com/office/drawing/2014/main" id="{B1F5ADA0-75CF-4E3A-A4ED-6BC5D0DE6C38}"/>
              </a:ext>
            </a:extLst>
          </p:cNvPr>
          <p:cNvSpPr>
            <a:spLocks xmlns:a="http://schemas.openxmlformats.org/drawingml/2006/main" noGrp="1"/>
          </p:cNvSpPr>
          <p:nvPr/>
        </p:nvSpPr>
        <p:spPr>
          <a:xfrm xmlns:a="http://schemas.openxmlformats.org/drawingml/2006/main">
            <a:off x="6048375" y="3781425"/>
            <a:ext cx="2295525" cy="191"/>
          </a:xfrm>
          <a:custGeom xmlns:a="http://schemas.openxmlformats.org/drawingml/2006/main">
            <a:pathLst>
              <a:path w="2295525" h="191">
                <a:moveTo>
                  <a:pt x="2295525" y="0"/>
                </a:moveTo>
                <a:lnTo>
                  <a:pt x="0" y="0"/>
                </a:lnTo>
              </a:path>
            </a:pathLst>
          </a:custGeom>
          <a:noFill xmlns:a="http://schemas.openxmlformats.org/drawingml/2006/main"/>
          <a:ln xmlns:a="http://schemas.openxmlformats.org/drawingml/2006/main" w="14288">
            <a:solidFill>
              <a:srgbClr val="799A39"/>
            </a:solidFill>
          </a:ln>
        </p:spPr>
      </p:sp>
      <p:sp>
        <p:nvSpPr>
          <p:cNvPr id="224" name="diagram-poly-979">
            <a:extLst xmlns:a="http://schemas.openxmlformats.org/drawingml/2006/main">
              <a:ext uri="{FF2B5EF4-FFF2-40B4-BE49-F238E27FC236}">
                <a16:creationId xmlns:a16="http://schemas.microsoft.com/office/drawing/2014/main" id="{F46652AA-80AC-420E-839F-B72A96E915DE}"/>
              </a:ext>
            </a:extLst>
          </p:cNvPr>
          <p:cNvSpPr>
            <a:spLocks xmlns:a="http://schemas.openxmlformats.org/drawingml/2006/main" noGrp="1"/>
          </p:cNvSpPr>
          <p:nvPr/>
        </p:nvSpPr>
        <p:spPr>
          <a:xfrm xmlns:a="http://schemas.openxmlformats.org/drawingml/2006/main">
            <a:off x="6048375" y="3751898"/>
            <a:ext cx="66675" cy="59055"/>
          </a:xfrm>
          <a:custGeom xmlns:a="http://schemas.openxmlformats.org/drawingml/2006/main">
            <a:pathLst>
              <a:path w="66675" h="59055">
                <a:moveTo>
                  <a:pt x="0" y="29527"/>
                </a:moveTo>
                <a:lnTo>
                  <a:pt x="66675" y="59055"/>
                </a:lnTo>
                <a:lnTo>
                  <a:pt x="66675" y="0"/>
                </a:lnTo>
                <a:close/>
              </a:path>
            </a:pathLst>
          </a:custGeom>
          <a:solidFill xmlns:a="http://schemas.openxmlformats.org/drawingml/2006/main">
            <a:srgbClr val="799A39"/>
          </a:solidFill>
          <a:ln xmlns:a="http://schemas.openxmlformats.org/drawingml/2006/main" w="953">
            <a:solidFill>
              <a:srgbClr val="799A39"/>
            </a:solidFill>
          </a:ln>
        </p:spPr>
      </p:sp>
      <p:sp>
        <p:nvSpPr>
          <p:cNvPr id="225" name="revision-text-980">
            <a:extLst xmlns:a="http://schemas.openxmlformats.org/drawingml/2006/main">
              <a:ext uri="{FF2B5EF4-FFF2-40B4-BE49-F238E27FC236}">
                <a16:creationId xmlns:a16="http://schemas.microsoft.com/office/drawing/2014/main" id="{BFA35C86-FF37-45F3-B66B-803E2E4CD91A}"/>
              </a:ext>
            </a:extLst>
          </p:cNvPr>
          <p:cNvSpPr>
            <a:spLocks xmlns:a="http://schemas.openxmlformats.org/drawingml/2006/main" noGrp="1"/>
          </p:cNvSpPr>
          <p:nvPr/>
        </p:nvSpPr>
        <p:spPr>
          <a:xfrm xmlns:a="http://schemas.openxmlformats.org/drawingml/2006/main">
            <a:off x="6096000" y="3571875"/>
            <a:ext cx="22002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799A39"/>
                </a:solidFill>
                <a:latin typeface="微软雅黑"/>
                <a:ea typeface="微软雅黑"/>
                <a:cs typeface="微软雅黑"/>
              </a:defRPr>
            </a:pPr>
            <a:r>
              <a:rPr sz="1350" b="0">
                <a:solidFill>
                  <a:srgbClr val="799A39"/>
                </a:solidFill>
                <a:latin typeface="微软雅黑"/>
                <a:ea typeface="微软雅黑"/>
                <a:cs typeface="微软雅黑"/>
              </a:rPr>
              <a:t>4  Temperature / Status</a:t>
            </a:r>
          </a:p>
        </p:txBody>
      </p:sp>
      <p:sp>
        <p:nvSpPr>
          <p:cNvPr id="226" name="diagram-line-981">
            <a:extLst xmlns:a="http://schemas.openxmlformats.org/drawingml/2006/main">
              <a:ext uri="{FF2B5EF4-FFF2-40B4-BE49-F238E27FC236}">
                <a16:creationId xmlns:a16="http://schemas.microsoft.com/office/drawing/2014/main" id="{3F2868B3-8284-454E-B84F-729A6CE82196}"/>
              </a:ext>
            </a:extLst>
          </p:cNvPr>
          <p:cNvSpPr>
            <a:spLocks xmlns:a="http://schemas.openxmlformats.org/drawingml/2006/main" noGrp="1"/>
          </p:cNvSpPr>
          <p:nvPr/>
        </p:nvSpPr>
        <p:spPr>
          <a:xfrm xmlns:a="http://schemas.openxmlformats.org/drawingml/2006/main">
            <a:off x="3752850" y="4076700"/>
            <a:ext cx="2295525" cy="191"/>
          </a:xfrm>
          <a:custGeom xmlns:a="http://schemas.openxmlformats.org/drawingml/2006/main">
            <a:pathLst>
              <a:path w="2295525" h="191">
                <a:moveTo>
                  <a:pt x="2295525" y="0"/>
                </a:moveTo>
                <a:lnTo>
                  <a:pt x="0" y="0"/>
                </a:lnTo>
              </a:path>
            </a:pathLst>
          </a:custGeom>
          <a:noFill xmlns:a="http://schemas.openxmlformats.org/drawingml/2006/main"/>
          <a:ln xmlns:a="http://schemas.openxmlformats.org/drawingml/2006/main" w="14288">
            <a:solidFill>
              <a:srgbClr val="799A39"/>
            </a:solidFill>
          </a:ln>
        </p:spPr>
      </p:sp>
      <p:sp>
        <p:nvSpPr>
          <p:cNvPr id="227" name="diagram-poly-982">
            <a:extLst xmlns:a="http://schemas.openxmlformats.org/drawingml/2006/main">
              <a:ext uri="{FF2B5EF4-FFF2-40B4-BE49-F238E27FC236}">
                <a16:creationId xmlns:a16="http://schemas.microsoft.com/office/drawing/2014/main" id="{A7BBCBB0-371A-4DF1-999F-2F4FF51450CA}"/>
              </a:ext>
            </a:extLst>
          </p:cNvPr>
          <p:cNvSpPr>
            <a:spLocks xmlns:a="http://schemas.openxmlformats.org/drawingml/2006/main" noGrp="1"/>
          </p:cNvSpPr>
          <p:nvPr/>
        </p:nvSpPr>
        <p:spPr>
          <a:xfrm xmlns:a="http://schemas.openxmlformats.org/drawingml/2006/main">
            <a:off x="3752850" y="4047173"/>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799A39"/>
          </a:solidFill>
          <a:ln xmlns:a="http://schemas.openxmlformats.org/drawingml/2006/main" w="953">
            <a:solidFill>
              <a:srgbClr val="799A39"/>
            </a:solidFill>
          </a:ln>
        </p:spPr>
      </p:sp>
      <p:sp>
        <p:nvSpPr>
          <p:cNvPr id="228" name="revision-text-983">
            <a:extLst xmlns:a="http://schemas.openxmlformats.org/drawingml/2006/main">
              <a:ext uri="{FF2B5EF4-FFF2-40B4-BE49-F238E27FC236}">
                <a16:creationId xmlns:a16="http://schemas.microsoft.com/office/drawing/2014/main" id="{FA3390E1-43A3-4630-908F-BADC2F05A784}"/>
              </a:ext>
            </a:extLst>
          </p:cNvPr>
          <p:cNvSpPr>
            <a:spLocks xmlns:a="http://schemas.openxmlformats.org/drawingml/2006/main" noGrp="1"/>
          </p:cNvSpPr>
          <p:nvPr/>
        </p:nvSpPr>
        <p:spPr>
          <a:xfrm xmlns:a="http://schemas.openxmlformats.org/drawingml/2006/main">
            <a:off x="3800475" y="3867150"/>
            <a:ext cx="22002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13" b="0">
                <a:solidFill>
                  <a:srgbClr val="799A39"/>
                </a:solidFill>
                <a:latin typeface="微软雅黑"/>
                <a:ea typeface="微软雅黑"/>
                <a:cs typeface="微软雅黑"/>
              </a:defRPr>
            </a:pPr>
            <a:r>
              <a:rPr sz="1313" b="0">
                <a:solidFill>
                  <a:srgbClr val="799A39"/>
                </a:solidFill>
                <a:latin typeface="微软雅黑"/>
                <a:ea typeface="微软雅黑"/>
                <a:cs typeface="微软雅黑"/>
              </a:rPr>
              <a:t>5  Telemetry / State update</a:t>
            </a:r>
          </a:p>
        </p:txBody>
      </p:sp>
      <p:sp>
        <p:nvSpPr>
          <p:cNvPr id="229" name="diagram-line-984">
            <a:extLst xmlns:a="http://schemas.openxmlformats.org/drawingml/2006/main">
              <a:ext uri="{FF2B5EF4-FFF2-40B4-BE49-F238E27FC236}">
                <a16:creationId xmlns:a16="http://schemas.microsoft.com/office/drawing/2014/main" id="{900903FA-97C7-455A-9C2C-38973DB4F261}"/>
              </a:ext>
            </a:extLst>
          </p:cNvPr>
          <p:cNvSpPr>
            <a:spLocks xmlns:a="http://schemas.openxmlformats.org/drawingml/2006/main" noGrp="1"/>
          </p:cNvSpPr>
          <p:nvPr/>
        </p:nvSpPr>
        <p:spPr>
          <a:xfrm xmlns:a="http://schemas.openxmlformats.org/drawingml/2006/main">
            <a:off x="1447800" y="4371975"/>
            <a:ext cx="2305050" cy="191"/>
          </a:xfrm>
          <a:custGeom xmlns:a="http://schemas.openxmlformats.org/drawingml/2006/main">
            <a:pathLst>
              <a:path w="2305050" h="191">
                <a:moveTo>
                  <a:pt x="2305050" y="0"/>
                </a:moveTo>
                <a:lnTo>
                  <a:pt x="0" y="0"/>
                </a:lnTo>
              </a:path>
            </a:pathLst>
          </a:custGeom>
          <a:noFill xmlns:a="http://schemas.openxmlformats.org/drawingml/2006/main"/>
          <a:ln xmlns:a="http://schemas.openxmlformats.org/drawingml/2006/main" w="14288">
            <a:solidFill>
              <a:srgbClr val="799A39"/>
            </a:solidFill>
          </a:ln>
        </p:spPr>
      </p:sp>
      <p:sp>
        <p:nvSpPr>
          <p:cNvPr id="230" name="diagram-poly-985">
            <a:extLst xmlns:a="http://schemas.openxmlformats.org/drawingml/2006/main">
              <a:ext uri="{FF2B5EF4-FFF2-40B4-BE49-F238E27FC236}">
                <a16:creationId xmlns:a16="http://schemas.microsoft.com/office/drawing/2014/main" id="{2DCE0297-877A-4D0B-9104-67479DEDB48C}"/>
              </a:ext>
            </a:extLst>
          </p:cNvPr>
          <p:cNvSpPr>
            <a:spLocks xmlns:a="http://schemas.openxmlformats.org/drawingml/2006/main" noGrp="1"/>
          </p:cNvSpPr>
          <p:nvPr/>
        </p:nvSpPr>
        <p:spPr>
          <a:xfrm xmlns:a="http://schemas.openxmlformats.org/drawingml/2006/main">
            <a:off x="1447800" y="4342448"/>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799A39"/>
          </a:solidFill>
          <a:ln xmlns:a="http://schemas.openxmlformats.org/drawingml/2006/main" w="953">
            <a:solidFill>
              <a:srgbClr val="799A39"/>
            </a:solidFill>
          </a:ln>
        </p:spPr>
      </p:sp>
      <p:sp>
        <p:nvSpPr>
          <p:cNvPr id="231" name="revision-text-986">
            <a:extLst xmlns:a="http://schemas.openxmlformats.org/drawingml/2006/main">
              <a:ext uri="{FF2B5EF4-FFF2-40B4-BE49-F238E27FC236}">
                <a16:creationId xmlns:a16="http://schemas.microsoft.com/office/drawing/2014/main" id="{D1EE6709-DFB2-4FB8-A3DE-9B2013988CC1}"/>
              </a:ext>
            </a:extLst>
          </p:cNvPr>
          <p:cNvSpPr>
            <a:spLocks xmlns:a="http://schemas.openxmlformats.org/drawingml/2006/main" noGrp="1"/>
          </p:cNvSpPr>
          <p:nvPr/>
        </p:nvSpPr>
        <p:spPr>
          <a:xfrm xmlns:a="http://schemas.openxmlformats.org/drawingml/2006/main">
            <a:off x="1495425" y="4162425"/>
            <a:ext cx="2209800"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799A39"/>
                </a:solidFill>
                <a:latin typeface="微软雅黑"/>
                <a:ea typeface="微软雅黑"/>
                <a:cs typeface="微软雅黑"/>
              </a:defRPr>
            </a:pPr>
            <a:r>
              <a:rPr sz="1350" b="0">
                <a:solidFill>
                  <a:srgbClr val="799A39"/>
                </a:solidFill>
                <a:latin typeface="微软雅黑"/>
                <a:ea typeface="微软雅黑"/>
                <a:cs typeface="微软雅黑"/>
              </a:rPr>
              <a:t>6  Execution state / Data</a:t>
            </a:r>
          </a:p>
        </p:txBody>
      </p:sp>
      <p:sp>
        <p:nvSpPr>
          <p:cNvPr id="232" name="diagram-line-987">
            <a:extLst xmlns:a="http://schemas.openxmlformats.org/drawingml/2006/main">
              <a:ext uri="{FF2B5EF4-FFF2-40B4-BE49-F238E27FC236}">
                <a16:creationId xmlns:a16="http://schemas.microsoft.com/office/drawing/2014/main" id="{2FA82503-AD78-4093-946E-CA3B51C4629C}"/>
              </a:ext>
            </a:extLst>
          </p:cNvPr>
          <p:cNvSpPr>
            <a:spLocks xmlns:a="http://schemas.openxmlformats.org/drawingml/2006/main" noGrp="1"/>
          </p:cNvSpPr>
          <p:nvPr/>
        </p:nvSpPr>
        <p:spPr>
          <a:xfrm xmlns:a="http://schemas.openxmlformats.org/drawingml/2006/main">
            <a:off x="3752850" y="4533900"/>
            <a:ext cx="6962775" cy="191"/>
          </a:xfrm>
          <a:custGeom xmlns:a="http://schemas.openxmlformats.org/drawingml/2006/main">
            <a:pathLst>
              <a:path w="6962775" h="191">
                <a:moveTo>
                  <a:pt x="0" y="0"/>
                </a:moveTo>
                <a:lnTo>
                  <a:pt x="6962775" y="0"/>
                </a:lnTo>
              </a:path>
            </a:pathLst>
          </a:custGeom>
          <a:noFill xmlns:a="http://schemas.openxmlformats.org/drawingml/2006/main"/>
          <a:ln xmlns:a="http://schemas.openxmlformats.org/drawingml/2006/main" w="14288">
            <a:solidFill>
              <a:srgbClr val="799A39"/>
            </a:solidFill>
          </a:ln>
        </p:spPr>
      </p:sp>
      <p:sp>
        <p:nvSpPr>
          <p:cNvPr id="233" name="diagram-poly-988">
            <a:extLst xmlns:a="http://schemas.openxmlformats.org/drawingml/2006/main">
              <a:ext uri="{FF2B5EF4-FFF2-40B4-BE49-F238E27FC236}">
                <a16:creationId xmlns:a16="http://schemas.microsoft.com/office/drawing/2014/main" id="{52FCD164-ABB0-4183-8DFD-A0A9A42BDD1E}"/>
              </a:ext>
            </a:extLst>
          </p:cNvPr>
          <p:cNvSpPr>
            <a:spLocks xmlns:a="http://schemas.openxmlformats.org/drawingml/2006/main" noGrp="1"/>
          </p:cNvSpPr>
          <p:nvPr/>
        </p:nvSpPr>
        <p:spPr>
          <a:xfrm xmlns:a="http://schemas.openxmlformats.org/drawingml/2006/main">
            <a:off x="10648950" y="45043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799A39"/>
          </a:solidFill>
          <a:ln xmlns:a="http://schemas.openxmlformats.org/drawingml/2006/main" w="953">
            <a:solidFill>
              <a:srgbClr val="799A39"/>
            </a:solidFill>
          </a:ln>
        </p:spPr>
      </p:sp>
      <p:sp>
        <p:nvSpPr>
          <p:cNvPr id="234" name="revision-text-989">
            <a:extLst xmlns:a="http://schemas.openxmlformats.org/drawingml/2006/main">
              <a:ext uri="{FF2B5EF4-FFF2-40B4-BE49-F238E27FC236}">
                <a16:creationId xmlns:a16="http://schemas.microsoft.com/office/drawing/2014/main" id="{FC59ACDB-68CB-4B69-925C-9C1EF49A5226}"/>
              </a:ext>
            </a:extLst>
          </p:cNvPr>
          <p:cNvSpPr>
            <a:spLocks xmlns:a="http://schemas.openxmlformats.org/drawingml/2006/main" noGrp="1"/>
          </p:cNvSpPr>
          <p:nvPr/>
        </p:nvSpPr>
        <p:spPr>
          <a:xfrm xmlns:a="http://schemas.openxmlformats.org/drawingml/2006/main">
            <a:off x="5553075" y="4343400"/>
            <a:ext cx="46577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799A39"/>
                </a:solidFill>
                <a:latin typeface="微软雅黑"/>
                <a:ea typeface="微软雅黑"/>
                <a:cs typeface="微软雅黑"/>
              </a:defRPr>
            </a:pPr>
            <a:r>
              <a:rPr sz="1200" b="0">
                <a:solidFill>
                  <a:srgbClr val="799A39"/>
                </a:solidFill>
                <a:latin typeface="微软雅黑"/>
                <a:ea typeface="微软雅黑"/>
                <a:cs typeface="微软雅黑"/>
              </a:rPr>
              <a:t>Device state and measurements</a:t>
            </a:r>
          </a:p>
        </p:txBody>
      </p:sp>
      <p:sp>
        <p:nvSpPr>
          <p:cNvPr id="235" name="diagram-line-990">
            <a:extLst xmlns:a="http://schemas.openxmlformats.org/drawingml/2006/main">
              <a:ext uri="{FF2B5EF4-FFF2-40B4-BE49-F238E27FC236}">
                <a16:creationId xmlns:a16="http://schemas.microsoft.com/office/drawing/2014/main" id="{A64CEF0A-4F1C-4BD7-94BD-66958797AF4E}"/>
              </a:ext>
            </a:extLst>
          </p:cNvPr>
          <p:cNvSpPr>
            <a:spLocks xmlns:a="http://schemas.openxmlformats.org/drawingml/2006/main" noGrp="1"/>
          </p:cNvSpPr>
          <p:nvPr/>
        </p:nvSpPr>
        <p:spPr>
          <a:xfrm xmlns:a="http://schemas.openxmlformats.org/drawingml/2006/main">
            <a:off x="1447800" y="4705350"/>
            <a:ext cx="9267825" cy="191"/>
          </a:xfrm>
          <a:custGeom xmlns:a="http://schemas.openxmlformats.org/drawingml/2006/main">
            <a:pathLst>
              <a:path w="9267825" h="191">
                <a:moveTo>
                  <a:pt x="0" y="0"/>
                </a:moveTo>
                <a:lnTo>
                  <a:pt x="9267825" y="0"/>
                </a:lnTo>
              </a:path>
            </a:pathLst>
          </a:custGeom>
          <a:noFill xmlns:a="http://schemas.openxmlformats.org/drawingml/2006/main"/>
          <a:ln xmlns:a="http://schemas.openxmlformats.org/drawingml/2006/main" w="14288">
            <a:solidFill>
              <a:srgbClr val="9A83BB"/>
            </a:solidFill>
          </a:ln>
        </p:spPr>
      </p:sp>
      <p:sp>
        <p:nvSpPr>
          <p:cNvPr id="236" name="diagram-poly-991">
            <a:extLst xmlns:a="http://schemas.openxmlformats.org/drawingml/2006/main">
              <a:ext uri="{FF2B5EF4-FFF2-40B4-BE49-F238E27FC236}">
                <a16:creationId xmlns:a16="http://schemas.microsoft.com/office/drawing/2014/main" id="{3EBD0F8E-8581-4F13-A5E3-C4C00B9F3945}"/>
              </a:ext>
            </a:extLst>
          </p:cNvPr>
          <p:cNvSpPr>
            <a:spLocks xmlns:a="http://schemas.openxmlformats.org/drawingml/2006/main" noGrp="1"/>
          </p:cNvSpPr>
          <p:nvPr/>
        </p:nvSpPr>
        <p:spPr>
          <a:xfrm xmlns:a="http://schemas.openxmlformats.org/drawingml/2006/main">
            <a:off x="10648950" y="467582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9A83BB"/>
          </a:solidFill>
          <a:ln xmlns:a="http://schemas.openxmlformats.org/drawingml/2006/main" w="953">
            <a:solidFill>
              <a:srgbClr val="9A83BB"/>
            </a:solidFill>
          </a:ln>
        </p:spPr>
      </p:sp>
      <p:sp>
        <p:nvSpPr>
          <p:cNvPr id="237" name="revision-text-992">
            <a:extLst xmlns:a="http://schemas.openxmlformats.org/drawingml/2006/main">
              <a:ext uri="{FF2B5EF4-FFF2-40B4-BE49-F238E27FC236}">
                <a16:creationId xmlns:a16="http://schemas.microsoft.com/office/drawing/2014/main" id="{29DA0910-84FC-494A-8A62-27ECFBD41134}"/>
              </a:ext>
            </a:extLst>
          </p:cNvPr>
          <p:cNvSpPr>
            <a:spLocks xmlns:a="http://schemas.openxmlformats.org/drawingml/2006/main" noGrp="1"/>
          </p:cNvSpPr>
          <p:nvPr/>
        </p:nvSpPr>
        <p:spPr>
          <a:xfrm xmlns:a="http://schemas.openxmlformats.org/drawingml/2006/main">
            <a:off x="7258050" y="4505325"/>
            <a:ext cx="300037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9A83BB"/>
                </a:solidFill>
                <a:latin typeface="微软雅黑"/>
                <a:ea typeface="微软雅黑"/>
                <a:cs typeface="微软雅黑"/>
              </a:defRPr>
            </a:pPr>
            <a:r>
              <a:rPr sz="1200" b="0">
                <a:solidFill>
                  <a:srgbClr val="9A83BB"/>
                </a:solidFill>
                <a:latin typeface="微软雅黑"/>
                <a:ea typeface="微软雅黑"/>
                <a:cs typeface="微软雅黑"/>
              </a:rPr>
              <a:t>Node execution context</a:t>
            </a:r>
          </a:p>
        </p:txBody>
      </p:sp>
      <p:sp>
        <p:nvSpPr>
          <p:cNvPr id="238" name="diagram-box-993">
            <a:extLst xmlns:a="http://schemas.openxmlformats.org/drawingml/2006/main">
              <a:ext uri="{FF2B5EF4-FFF2-40B4-BE49-F238E27FC236}">
                <a16:creationId xmlns:a16="http://schemas.microsoft.com/office/drawing/2014/main" id="{30D5C4C2-5A25-42BE-9B1D-D59C960ECFE6}"/>
              </a:ext>
            </a:extLst>
          </p:cNvPr>
          <p:cNvSpPr>
            <a:spLocks xmlns:a="http://schemas.openxmlformats.org/drawingml/2006/main" noGrp="1"/>
          </p:cNvSpPr>
          <p:nvPr/>
        </p:nvSpPr>
        <p:spPr>
          <a:xfrm xmlns:a="http://schemas.openxmlformats.org/drawingml/2006/main">
            <a:off x="571500" y="4848225"/>
            <a:ext cx="11049000" cy="1171575"/>
          </a:xfrm>
          <a:prstGeom xmlns:a="http://schemas.openxmlformats.org/drawingml/2006/main" prst="rect">
            <a:avLst/>
          </a:prstGeom>
          <a:noFill xmlns:a="http://schemas.openxmlformats.org/drawingml/2006/main"/>
          <a:ln xmlns:a="http://schemas.openxmlformats.org/drawingml/2006/main" w="9525">
            <a:solidFill>
              <a:srgbClr val="ADB7BF"/>
            </a:solidFill>
          </a:ln>
        </p:spPr>
      </p:sp>
      <p:sp>
        <p:nvSpPr>
          <p:cNvPr id="239" name="diagram-box-994">
            <a:extLst xmlns:a="http://schemas.openxmlformats.org/drawingml/2006/main">
              <a:ext uri="{FF2B5EF4-FFF2-40B4-BE49-F238E27FC236}">
                <a16:creationId xmlns:a16="http://schemas.microsoft.com/office/drawing/2014/main" id="{6CF64DB5-A76C-42D4-BDE7-259616F82274}"/>
              </a:ext>
            </a:extLst>
          </p:cNvPr>
          <p:cNvSpPr>
            <a:spLocks xmlns:a="http://schemas.openxmlformats.org/drawingml/2006/main" noGrp="1"/>
          </p:cNvSpPr>
          <p:nvPr/>
        </p:nvSpPr>
        <p:spPr>
          <a:xfrm xmlns:a="http://schemas.openxmlformats.org/drawingml/2006/main">
            <a:off x="571500" y="4848225"/>
            <a:ext cx="447675" cy="228600"/>
          </a:xfrm>
          <a:prstGeom xmlns:a="http://schemas.openxmlformats.org/drawingml/2006/main" prst="rect">
            <a:avLst/>
          </a:prstGeom>
          <a:solidFill xmlns:a="http://schemas.openxmlformats.org/drawingml/2006/main">
            <a:srgbClr val="F7F8F9"/>
          </a:solidFill>
          <a:ln xmlns:a="http://schemas.openxmlformats.org/drawingml/2006/main" w="9525">
            <a:solidFill>
              <a:srgbClr val="ADB7BF"/>
            </a:solidFill>
          </a:ln>
        </p:spPr>
      </p:sp>
      <p:sp>
        <p:nvSpPr>
          <p:cNvPr id="240" name="revision-text-995">
            <a:extLst xmlns:a="http://schemas.openxmlformats.org/drawingml/2006/main">
              <a:ext uri="{FF2B5EF4-FFF2-40B4-BE49-F238E27FC236}">
                <a16:creationId xmlns:a16="http://schemas.microsoft.com/office/drawing/2014/main" id="{A084F21A-589F-488B-8CF3-D1EC1061F7ED}"/>
              </a:ext>
            </a:extLst>
          </p:cNvPr>
          <p:cNvSpPr>
            <a:spLocks xmlns:a="http://schemas.openxmlformats.org/drawingml/2006/main" noGrp="1"/>
          </p:cNvSpPr>
          <p:nvPr/>
        </p:nvSpPr>
        <p:spPr>
          <a:xfrm xmlns:a="http://schemas.openxmlformats.org/drawingml/2006/main">
            <a:off x="600075" y="4857750"/>
            <a:ext cx="3905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1">
                <a:solidFill>
                  <a:srgbClr val="152C40"/>
                </a:solidFill>
                <a:latin typeface="微软雅黑"/>
                <a:ea typeface="微软雅黑"/>
                <a:cs typeface="微软雅黑"/>
              </a:defRPr>
            </a:pPr>
            <a:r>
              <a:rPr sz="1200" b="1">
                <a:solidFill>
                  <a:srgbClr val="152C40"/>
                </a:solidFill>
                <a:latin typeface="微软雅黑"/>
                <a:ea typeface="微软雅黑"/>
                <a:cs typeface="微软雅黑"/>
              </a:rPr>
              <a:t>alt</a:t>
            </a:r>
          </a:p>
        </p:txBody>
      </p:sp>
      <p:sp>
        <p:nvSpPr>
          <p:cNvPr id="241" name="revision-text-996">
            <a:extLst xmlns:a="http://schemas.openxmlformats.org/drawingml/2006/main">
              <a:ext uri="{FF2B5EF4-FFF2-40B4-BE49-F238E27FC236}">
                <a16:creationId xmlns:a16="http://schemas.microsoft.com/office/drawing/2014/main" id="{78B8A96C-E014-4E66-A988-89C5EBFC7CF5}"/>
              </a:ext>
            </a:extLst>
          </p:cNvPr>
          <p:cNvSpPr>
            <a:spLocks xmlns:a="http://schemas.openxmlformats.org/drawingml/2006/main" noGrp="1"/>
          </p:cNvSpPr>
          <p:nvPr/>
        </p:nvSpPr>
        <p:spPr>
          <a:xfrm xmlns:a="http://schemas.openxmlformats.org/drawingml/2006/main">
            <a:off x="1171575" y="4857750"/>
            <a:ext cx="103060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275" b="0">
                <a:solidFill>
                  <a:srgbClr val="152C40"/>
                </a:solidFill>
                <a:latin typeface="微软雅黑"/>
                <a:ea typeface="微软雅黑"/>
                <a:cs typeface="微软雅黑"/>
              </a:defRPr>
            </a:pPr>
            <a:r>
              <a:rPr sz="1275" b="0">
                <a:solidFill>
                  <a:srgbClr val="152C40"/>
                </a:solidFill>
                <a:latin typeface="微软雅黑"/>
                <a:ea typeface="微软雅黑"/>
                <a:cs typeface="微软雅黑"/>
              </a:rPr>
              <a:t>[Normal] Completion conditions hold and progression is allowed</a:t>
            </a:r>
          </a:p>
        </p:txBody>
      </p:sp>
      <p:sp>
        <p:nvSpPr>
          <p:cNvPr id="242" name="diagram-line-997">
            <a:extLst xmlns:a="http://schemas.openxmlformats.org/drawingml/2006/main">
              <a:ext uri="{FF2B5EF4-FFF2-40B4-BE49-F238E27FC236}">
                <a16:creationId xmlns:a16="http://schemas.microsoft.com/office/drawing/2014/main" id="{4269AF79-E7EC-4128-B0E5-5D59D34B37E9}"/>
              </a:ext>
            </a:extLst>
          </p:cNvPr>
          <p:cNvSpPr>
            <a:spLocks xmlns:a="http://schemas.openxmlformats.org/drawingml/2006/main" noGrp="1"/>
          </p:cNvSpPr>
          <p:nvPr/>
        </p:nvSpPr>
        <p:spPr>
          <a:xfrm xmlns:a="http://schemas.openxmlformats.org/drawingml/2006/main">
            <a:off x="1447800" y="5114925"/>
            <a:ext cx="838200" cy="191"/>
          </a:xfrm>
          <a:custGeom xmlns:a="http://schemas.openxmlformats.org/drawingml/2006/main">
            <a:pathLst>
              <a:path w="838200" h="191">
                <a:moveTo>
                  <a:pt x="0" y="0"/>
                </a:moveTo>
                <a:lnTo>
                  <a:pt x="838200" y="0"/>
                </a:lnTo>
              </a:path>
            </a:pathLst>
          </a:custGeom>
          <a:noFill xmlns:a="http://schemas.openxmlformats.org/drawingml/2006/main"/>
          <a:ln xmlns:a="http://schemas.openxmlformats.org/drawingml/2006/main" w="14288">
            <a:solidFill>
              <a:srgbClr val="28849C"/>
            </a:solidFill>
          </a:ln>
        </p:spPr>
      </p:sp>
      <p:sp>
        <p:nvSpPr>
          <p:cNvPr id="243" name="diagram-line-998">
            <a:extLst xmlns:a="http://schemas.openxmlformats.org/drawingml/2006/main">
              <a:ext uri="{FF2B5EF4-FFF2-40B4-BE49-F238E27FC236}">
                <a16:creationId xmlns:a16="http://schemas.microsoft.com/office/drawing/2014/main" id="{C14E1064-DFAC-4E62-AB2B-EEB98EECC6A8}"/>
              </a:ext>
            </a:extLst>
          </p:cNvPr>
          <p:cNvSpPr>
            <a:spLocks xmlns:a="http://schemas.openxmlformats.org/drawingml/2006/main" noGrp="1"/>
          </p:cNvSpPr>
          <p:nvPr/>
        </p:nvSpPr>
        <p:spPr>
          <a:xfrm xmlns:a="http://schemas.openxmlformats.org/drawingml/2006/main">
            <a:off x="2286000" y="5114925"/>
            <a:ext cx="191" cy="209550"/>
          </a:xfrm>
          <a:custGeom xmlns:a="http://schemas.openxmlformats.org/drawingml/2006/main">
            <a:pathLst>
              <a:path w="191" h="209550">
                <a:moveTo>
                  <a:pt x="0" y="0"/>
                </a:moveTo>
                <a:lnTo>
                  <a:pt x="0" y="209550"/>
                </a:lnTo>
              </a:path>
            </a:pathLst>
          </a:custGeom>
          <a:noFill xmlns:a="http://schemas.openxmlformats.org/drawingml/2006/main"/>
          <a:ln xmlns:a="http://schemas.openxmlformats.org/drawingml/2006/main" w="14288">
            <a:solidFill>
              <a:srgbClr val="28849C"/>
            </a:solidFill>
          </a:ln>
        </p:spPr>
      </p:sp>
      <p:sp>
        <p:nvSpPr>
          <p:cNvPr id="244" name="diagram-line-999">
            <a:extLst xmlns:a="http://schemas.openxmlformats.org/drawingml/2006/main">
              <a:ext uri="{FF2B5EF4-FFF2-40B4-BE49-F238E27FC236}">
                <a16:creationId xmlns:a16="http://schemas.microsoft.com/office/drawing/2014/main" id="{93BF14A2-2614-4077-84EB-AB0034A37103}"/>
              </a:ext>
            </a:extLst>
          </p:cNvPr>
          <p:cNvSpPr>
            <a:spLocks xmlns:a="http://schemas.openxmlformats.org/drawingml/2006/main" noGrp="1"/>
          </p:cNvSpPr>
          <p:nvPr/>
        </p:nvSpPr>
        <p:spPr>
          <a:xfrm xmlns:a="http://schemas.openxmlformats.org/drawingml/2006/main">
            <a:off x="1447800" y="5324475"/>
            <a:ext cx="838200" cy="191"/>
          </a:xfrm>
          <a:custGeom xmlns:a="http://schemas.openxmlformats.org/drawingml/2006/main">
            <a:pathLst>
              <a:path w="838200" h="191">
                <a:moveTo>
                  <a:pt x="838200" y="0"/>
                </a:moveTo>
                <a:lnTo>
                  <a:pt x="0" y="0"/>
                </a:lnTo>
              </a:path>
            </a:pathLst>
          </a:custGeom>
          <a:noFill xmlns:a="http://schemas.openxmlformats.org/drawingml/2006/main"/>
          <a:ln xmlns:a="http://schemas.openxmlformats.org/drawingml/2006/main" w="14288">
            <a:solidFill>
              <a:srgbClr val="28849C"/>
            </a:solidFill>
          </a:ln>
        </p:spPr>
      </p:sp>
      <p:sp>
        <p:nvSpPr>
          <p:cNvPr id="245" name="diagram-poly-1000">
            <a:extLst xmlns:a="http://schemas.openxmlformats.org/drawingml/2006/main">
              <a:ext uri="{FF2B5EF4-FFF2-40B4-BE49-F238E27FC236}">
                <a16:creationId xmlns:a16="http://schemas.microsoft.com/office/drawing/2014/main" id="{1028B915-D865-442E-9953-0906F9EF8323}"/>
              </a:ext>
            </a:extLst>
          </p:cNvPr>
          <p:cNvSpPr>
            <a:spLocks xmlns:a="http://schemas.openxmlformats.org/drawingml/2006/main" noGrp="1"/>
          </p:cNvSpPr>
          <p:nvPr/>
        </p:nvSpPr>
        <p:spPr>
          <a:xfrm xmlns:a="http://schemas.openxmlformats.org/drawingml/2006/main">
            <a:off x="1447800" y="5294948"/>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28849C"/>
          </a:solidFill>
          <a:ln xmlns:a="http://schemas.openxmlformats.org/drawingml/2006/main" w="953">
            <a:solidFill>
              <a:srgbClr val="28849C"/>
            </a:solidFill>
          </a:ln>
        </p:spPr>
      </p:sp>
      <p:sp>
        <p:nvSpPr>
          <p:cNvPr id="246" name="revision-text-1001">
            <a:extLst xmlns:a="http://schemas.openxmlformats.org/drawingml/2006/main">
              <a:ext uri="{FF2B5EF4-FFF2-40B4-BE49-F238E27FC236}">
                <a16:creationId xmlns:a16="http://schemas.microsoft.com/office/drawing/2014/main" id="{32BBA3E5-5A62-4D4E-9D16-32DE63C9BD41}"/>
              </a:ext>
            </a:extLst>
          </p:cNvPr>
          <p:cNvSpPr>
            <a:spLocks xmlns:a="http://schemas.openxmlformats.org/drawingml/2006/main" noGrp="1"/>
          </p:cNvSpPr>
          <p:nvPr/>
        </p:nvSpPr>
        <p:spPr>
          <a:xfrm xmlns:a="http://schemas.openxmlformats.org/drawingml/2006/main">
            <a:off x="2486025" y="5124450"/>
            <a:ext cx="7353300"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350" b="0">
                <a:solidFill>
                  <a:srgbClr val="152C40"/>
                </a:solidFill>
                <a:latin typeface="微软雅黑"/>
                <a:ea typeface="微软雅黑"/>
                <a:cs typeface="微软雅黑"/>
              </a:defRPr>
            </a:pPr>
            <a:r>
              <a:rPr sz="1350" b="0">
                <a:solidFill>
                  <a:srgbClr val="152C40"/>
                </a:solidFill>
                <a:latin typeface="微软雅黑"/>
                <a:ea typeface="微软雅黑"/>
                <a:cs typeface="微软雅黑"/>
              </a:rPr>
              <a:t>Complete node → Emit activation signal → Next step</a:t>
            </a:r>
          </a:p>
        </p:txBody>
      </p:sp>
      <p:sp>
        <p:nvSpPr>
          <p:cNvPr id="247" name="diagram-line-1002">
            <a:extLst xmlns:a="http://schemas.openxmlformats.org/drawingml/2006/main">
              <a:ext uri="{FF2B5EF4-FFF2-40B4-BE49-F238E27FC236}">
                <a16:creationId xmlns:a16="http://schemas.microsoft.com/office/drawing/2014/main" id="{47EBEAF4-7061-4205-8E8F-86BF664AA5AB}"/>
              </a:ext>
            </a:extLst>
          </p:cNvPr>
          <p:cNvSpPr>
            <a:spLocks xmlns:a="http://schemas.openxmlformats.org/drawingml/2006/main" noGrp="1"/>
          </p:cNvSpPr>
          <p:nvPr/>
        </p:nvSpPr>
        <p:spPr>
          <a:xfrm xmlns:a="http://schemas.openxmlformats.org/drawingml/2006/main">
            <a:off x="571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48" name="diagram-line-1003">
            <a:extLst xmlns:a="http://schemas.openxmlformats.org/drawingml/2006/main">
              <a:ext uri="{FF2B5EF4-FFF2-40B4-BE49-F238E27FC236}">
                <a16:creationId xmlns:a16="http://schemas.microsoft.com/office/drawing/2014/main" id="{61ED0115-B410-4CE2-A7DE-1582A3A96F0B}"/>
              </a:ext>
            </a:extLst>
          </p:cNvPr>
          <p:cNvSpPr>
            <a:spLocks xmlns:a="http://schemas.openxmlformats.org/drawingml/2006/main" noGrp="1"/>
          </p:cNvSpPr>
          <p:nvPr/>
        </p:nvSpPr>
        <p:spPr>
          <a:xfrm xmlns:a="http://schemas.openxmlformats.org/drawingml/2006/main">
            <a:off x="685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49" name="diagram-line-1004">
            <a:extLst xmlns:a="http://schemas.openxmlformats.org/drawingml/2006/main">
              <a:ext uri="{FF2B5EF4-FFF2-40B4-BE49-F238E27FC236}">
                <a16:creationId xmlns:a16="http://schemas.microsoft.com/office/drawing/2014/main" id="{415D3C76-34B4-4E87-A65D-A6CF835166D0}"/>
              </a:ext>
            </a:extLst>
          </p:cNvPr>
          <p:cNvSpPr>
            <a:spLocks xmlns:a="http://schemas.openxmlformats.org/drawingml/2006/main" noGrp="1"/>
          </p:cNvSpPr>
          <p:nvPr/>
        </p:nvSpPr>
        <p:spPr>
          <a:xfrm xmlns:a="http://schemas.openxmlformats.org/drawingml/2006/main">
            <a:off x="800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0" name="diagram-line-1005">
            <a:extLst xmlns:a="http://schemas.openxmlformats.org/drawingml/2006/main">
              <a:ext uri="{FF2B5EF4-FFF2-40B4-BE49-F238E27FC236}">
                <a16:creationId xmlns:a16="http://schemas.microsoft.com/office/drawing/2014/main" id="{68606763-C339-4D59-9258-6A73586E3EF9}"/>
              </a:ext>
            </a:extLst>
          </p:cNvPr>
          <p:cNvSpPr>
            <a:spLocks xmlns:a="http://schemas.openxmlformats.org/drawingml/2006/main" noGrp="1"/>
          </p:cNvSpPr>
          <p:nvPr/>
        </p:nvSpPr>
        <p:spPr>
          <a:xfrm xmlns:a="http://schemas.openxmlformats.org/drawingml/2006/main">
            <a:off x="914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1" name="diagram-line-1006">
            <a:extLst xmlns:a="http://schemas.openxmlformats.org/drawingml/2006/main">
              <a:ext uri="{FF2B5EF4-FFF2-40B4-BE49-F238E27FC236}">
                <a16:creationId xmlns:a16="http://schemas.microsoft.com/office/drawing/2014/main" id="{9B1B87DA-0D40-4813-811F-AA9F2D11470D}"/>
              </a:ext>
            </a:extLst>
          </p:cNvPr>
          <p:cNvSpPr>
            <a:spLocks xmlns:a="http://schemas.openxmlformats.org/drawingml/2006/main" noGrp="1"/>
          </p:cNvSpPr>
          <p:nvPr/>
        </p:nvSpPr>
        <p:spPr>
          <a:xfrm xmlns:a="http://schemas.openxmlformats.org/drawingml/2006/main">
            <a:off x="1028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2" name="diagram-line-1007">
            <a:extLst xmlns:a="http://schemas.openxmlformats.org/drawingml/2006/main">
              <a:ext uri="{FF2B5EF4-FFF2-40B4-BE49-F238E27FC236}">
                <a16:creationId xmlns:a16="http://schemas.microsoft.com/office/drawing/2014/main" id="{B8240F22-A43E-44D6-86CE-E85EB9D7F4C5}"/>
              </a:ext>
            </a:extLst>
          </p:cNvPr>
          <p:cNvSpPr>
            <a:spLocks xmlns:a="http://schemas.openxmlformats.org/drawingml/2006/main" noGrp="1"/>
          </p:cNvSpPr>
          <p:nvPr/>
        </p:nvSpPr>
        <p:spPr>
          <a:xfrm xmlns:a="http://schemas.openxmlformats.org/drawingml/2006/main">
            <a:off x="1143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3" name="diagram-line-1008">
            <a:extLst xmlns:a="http://schemas.openxmlformats.org/drawingml/2006/main">
              <a:ext uri="{FF2B5EF4-FFF2-40B4-BE49-F238E27FC236}">
                <a16:creationId xmlns:a16="http://schemas.microsoft.com/office/drawing/2014/main" id="{F8732F10-8099-4486-9737-448B451BE318}"/>
              </a:ext>
            </a:extLst>
          </p:cNvPr>
          <p:cNvSpPr>
            <a:spLocks xmlns:a="http://schemas.openxmlformats.org/drawingml/2006/main" noGrp="1"/>
          </p:cNvSpPr>
          <p:nvPr/>
        </p:nvSpPr>
        <p:spPr>
          <a:xfrm xmlns:a="http://schemas.openxmlformats.org/drawingml/2006/main">
            <a:off x="1257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4" name="diagram-line-1009">
            <a:extLst xmlns:a="http://schemas.openxmlformats.org/drawingml/2006/main">
              <a:ext uri="{FF2B5EF4-FFF2-40B4-BE49-F238E27FC236}">
                <a16:creationId xmlns:a16="http://schemas.microsoft.com/office/drawing/2014/main" id="{98B20F8B-71A9-4213-90C3-C02959EA7E2B}"/>
              </a:ext>
            </a:extLst>
          </p:cNvPr>
          <p:cNvSpPr>
            <a:spLocks xmlns:a="http://schemas.openxmlformats.org/drawingml/2006/main" noGrp="1"/>
          </p:cNvSpPr>
          <p:nvPr/>
        </p:nvSpPr>
        <p:spPr>
          <a:xfrm xmlns:a="http://schemas.openxmlformats.org/drawingml/2006/main">
            <a:off x="1371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5" name="diagram-line-1010">
            <a:extLst xmlns:a="http://schemas.openxmlformats.org/drawingml/2006/main">
              <a:ext uri="{FF2B5EF4-FFF2-40B4-BE49-F238E27FC236}">
                <a16:creationId xmlns:a16="http://schemas.microsoft.com/office/drawing/2014/main" id="{A5BC5032-15CB-43C1-A500-BBE1BE476B29}"/>
              </a:ext>
            </a:extLst>
          </p:cNvPr>
          <p:cNvSpPr>
            <a:spLocks xmlns:a="http://schemas.openxmlformats.org/drawingml/2006/main" noGrp="1"/>
          </p:cNvSpPr>
          <p:nvPr/>
        </p:nvSpPr>
        <p:spPr>
          <a:xfrm xmlns:a="http://schemas.openxmlformats.org/drawingml/2006/main">
            <a:off x="1485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6" name="diagram-line-1011">
            <a:extLst xmlns:a="http://schemas.openxmlformats.org/drawingml/2006/main">
              <a:ext uri="{FF2B5EF4-FFF2-40B4-BE49-F238E27FC236}">
                <a16:creationId xmlns:a16="http://schemas.microsoft.com/office/drawing/2014/main" id="{3E943AA1-2C76-4609-9576-EC89C7A6CDFF}"/>
              </a:ext>
            </a:extLst>
          </p:cNvPr>
          <p:cNvSpPr>
            <a:spLocks xmlns:a="http://schemas.openxmlformats.org/drawingml/2006/main" noGrp="1"/>
          </p:cNvSpPr>
          <p:nvPr/>
        </p:nvSpPr>
        <p:spPr>
          <a:xfrm xmlns:a="http://schemas.openxmlformats.org/drawingml/2006/main">
            <a:off x="1600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7" name="diagram-line-1012">
            <a:extLst xmlns:a="http://schemas.openxmlformats.org/drawingml/2006/main">
              <a:ext uri="{FF2B5EF4-FFF2-40B4-BE49-F238E27FC236}">
                <a16:creationId xmlns:a16="http://schemas.microsoft.com/office/drawing/2014/main" id="{213D0E80-9226-42BE-8E8A-15282393B64A}"/>
              </a:ext>
            </a:extLst>
          </p:cNvPr>
          <p:cNvSpPr>
            <a:spLocks xmlns:a="http://schemas.openxmlformats.org/drawingml/2006/main" noGrp="1"/>
          </p:cNvSpPr>
          <p:nvPr/>
        </p:nvSpPr>
        <p:spPr>
          <a:xfrm xmlns:a="http://schemas.openxmlformats.org/drawingml/2006/main">
            <a:off x="1714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8" name="diagram-line-1013">
            <a:extLst xmlns:a="http://schemas.openxmlformats.org/drawingml/2006/main">
              <a:ext uri="{FF2B5EF4-FFF2-40B4-BE49-F238E27FC236}">
                <a16:creationId xmlns:a16="http://schemas.microsoft.com/office/drawing/2014/main" id="{0D625C36-937F-4C2D-ABE6-C0A639CFFA5C}"/>
              </a:ext>
            </a:extLst>
          </p:cNvPr>
          <p:cNvSpPr>
            <a:spLocks xmlns:a="http://schemas.openxmlformats.org/drawingml/2006/main" noGrp="1"/>
          </p:cNvSpPr>
          <p:nvPr/>
        </p:nvSpPr>
        <p:spPr>
          <a:xfrm xmlns:a="http://schemas.openxmlformats.org/drawingml/2006/main">
            <a:off x="1828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9" name="diagram-line-1014">
            <a:extLst xmlns:a="http://schemas.openxmlformats.org/drawingml/2006/main">
              <a:ext uri="{FF2B5EF4-FFF2-40B4-BE49-F238E27FC236}">
                <a16:creationId xmlns:a16="http://schemas.microsoft.com/office/drawing/2014/main" id="{62EF6EE1-475E-48EE-8FD0-1447D163D315}"/>
              </a:ext>
            </a:extLst>
          </p:cNvPr>
          <p:cNvSpPr>
            <a:spLocks xmlns:a="http://schemas.openxmlformats.org/drawingml/2006/main" noGrp="1"/>
          </p:cNvSpPr>
          <p:nvPr/>
        </p:nvSpPr>
        <p:spPr>
          <a:xfrm xmlns:a="http://schemas.openxmlformats.org/drawingml/2006/main">
            <a:off x="1943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0" name="diagram-line-1015">
            <a:extLst xmlns:a="http://schemas.openxmlformats.org/drawingml/2006/main">
              <a:ext uri="{FF2B5EF4-FFF2-40B4-BE49-F238E27FC236}">
                <a16:creationId xmlns:a16="http://schemas.microsoft.com/office/drawing/2014/main" id="{35CAA0BD-4CF2-4492-9A66-809C00263A84}"/>
              </a:ext>
            </a:extLst>
          </p:cNvPr>
          <p:cNvSpPr>
            <a:spLocks xmlns:a="http://schemas.openxmlformats.org/drawingml/2006/main" noGrp="1"/>
          </p:cNvSpPr>
          <p:nvPr/>
        </p:nvSpPr>
        <p:spPr>
          <a:xfrm xmlns:a="http://schemas.openxmlformats.org/drawingml/2006/main">
            <a:off x="2057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1" name="diagram-line-1016">
            <a:extLst xmlns:a="http://schemas.openxmlformats.org/drawingml/2006/main">
              <a:ext uri="{FF2B5EF4-FFF2-40B4-BE49-F238E27FC236}">
                <a16:creationId xmlns:a16="http://schemas.microsoft.com/office/drawing/2014/main" id="{724DA755-FA3B-4B6B-9E02-459CC4D088E1}"/>
              </a:ext>
            </a:extLst>
          </p:cNvPr>
          <p:cNvSpPr>
            <a:spLocks xmlns:a="http://schemas.openxmlformats.org/drawingml/2006/main" noGrp="1"/>
          </p:cNvSpPr>
          <p:nvPr/>
        </p:nvSpPr>
        <p:spPr>
          <a:xfrm xmlns:a="http://schemas.openxmlformats.org/drawingml/2006/main">
            <a:off x="2171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2" name="diagram-line-1017">
            <a:extLst xmlns:a="http://schemas.openxmlformats.org/drawingml/2006/main">
              <a:ext uri="{FF2B5EF4-FFF2-40B4-BE49-F238E27FC236}">
                <a16:creationId xmlns:a16="http://schemas.microsoft.com/office/drawing/2014/main" id="{9C71B315-03F7-4648-B198-3C6A1469BEC8}"/>
              </a:ext>
            </a:extLst>
          </p:cNvPr>
          <p:cNvSpPr>
            <a:spLocks xmlns:a="http://schemas.openxmlformats.org/drawingml/2006/main" noGrp="1"/>
          </p:cNvSpPr>
          <p:nvPr/>
        </p:nvSpPr>
        <p:spPr>
          <a:xfrm xmlns:a="http://schemas.openxmlformats.org/drawingml/2006/main">
            <a:off x="2286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3" name="diagram-line-1018">
            <a:extLst xmlns:a="http://schemas.openxmlformats.org/drawingml/2006/main">
              <a:ext uri="{FF2B5EF4-FFF2-40B4-BE49-F238E27FC236}">
                <a16:creationId xmlns:a16="http://schemas.microsoft.com/office/drawing/2014/main" id="{E49641D3-B3A6-48EC-9438-F91166AA70AD}"/>
              </a:ext>
            </a:extLst>
          </p:cNvPr>
          <p:cNvSpPr>
            <a:spLocks xmlns:a="http://schemas.openxmlformats.org/drawingml/2006/main" noGrp="1"/>
          </p:cNvSpPr>
          <p:nvPr/>
        </p:nvSpPr>
        <p:spPr>
          <a:xfrm xmlns:a="http://schemas.openxmlformats.org/drawingml/2006/main">
            <a:off x="2400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4" name="diagram-line-1019">
            <a:extLst xmlns:a="http://schemas.openxmlformats.org/drawingml/2006/main">
              <a:ext uri="{FF2B5EF4-FFF2-40B4-BE49-F238E27FC236}">
                <a16:creationId xmlns:a16="http://schemas.microsoft.com/office/drawing/2014/main" id="{78201CDD-91B4-44C9-B942-F149F8D392C0}"/>
              </a:ext>
            </a:extLst>
          </p:cNvPr>
          <p:cNvSpPr>
            <a:spLocks xmlns:a="http://schemas.openxmlformats.org/drawingml/2006/main" noGrp="1"/>
          </p:cNvSpPr>
          <p:nvPr/>
        </p:nvSpPr>
        <p:spPr>
          <a:xfrm xmlns:a="http://schemas.openxmlformats.org/drawingml/2006/main">
            <a:off x="2514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5" name="diagram-line-1020">
            <a:extLst xmlns:a="http://schemas.openxmlformats.org/drawingml/2006/main">
              <a:ext uri="{FF2B5EF4-FFF2-40B4-BE49-F238E27FC236}">
                <a16:creationId xmlns:a16="http://schemas.microsoft.com/office/drawing/2014/main" id="{94EC61B9-34EF-4775-A82E-8F79ECF98109}"/>
              </a:ext>
            </a:extLst>
          </p:cNvPr>
          <p:cNvSpPr>
            <a:spLocks xmlns:a="http://schemas.openxmlformats.org/drawingml/2006/main" noGrp="1"/>
          </p:cNvSpPr>
          <p:nvPr/>
        </p:nvSpPr>
        <p:spPr>
          <a:xfrm xmlns:a="http://schemas.openxmlformats.org/drawingml/2006/main">
            <a:off x="2628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6" name="diagram-line-1021">
            <a:extLst xmlns:a="http://schemas.openxmlformats.org/drawingml/2006/main">
              <a:ext uri="{FF2B5EF4-FFF2-40B4-BE49-F238E27FC236}">
                <a16:creationId xmlns:a16="http://schemas.microsoft.com/office/drawing/2014/main" id="{0FE62F4F-58F4-41F7-A9B2-B1B7008E5EE2}"/>
              </a:ext>
            </a:extLst>
          </p:cNvPr>
          <p:cNvSpPr>
            <a:spLocks xmlns:a="http://schemas.openxmlformats.org/drawingml/2006/main" noGrp="1"/>
          </p:cNvSpPr>
          <p:nvPr/>
        </p:nvSpPr>
        <p:spPr>
          <a:xfrm xmlns:a="http://schemas.openxmlformats.org/drawingml/2006/main">
            <a:off x="2743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7" name="diagram-line-1022">
            <a:extLst xmlns:a="http://schemas.openxmlformats.org/drawingml/2006/main">
              <a:ext uri="{FF2B5EF4-FFF2-40B4-BE49-F238E27FC236}">
                <a16:creationId xmlns:a16="http://schemas.microsoft.com/office/drawing/2014/main" id="{C0FB37EE-30C8-45D4-BE2F-6726DB7E18D2}"/>
              </a:ext>
            </a:extLst>
          </p:cNvPr>
          <p:cNvSpPr>
            <a:spLocks xmlns:a="http://schemas.openxmlformats.org/drawingml/2006/main" noGrp="1"/>
          </p:cNvSpPr>
          <p:nvPr/>
        </p:nvSpPr>
        <p:spPr>
          <a:xfrm xmlns:a="http://schemas.openxmlformats.org/drawingml/2006/main">
            <a:off x="2857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8" name="diagram-line-1023">
            <a:extLst xmlns:a="http://schemas.openxmlformats.org/drawingml/2006/main">
              <a:ext uri="{FF2B5EF4-FFF2-40B4-BE49-F238E27FC236}">
                <a16:creationId xmlns:a16="http://schemas.microsoft.com/office/drawing/2014/main" id="{E45DA3E2-1D9D-4A3B-BDF8-37182B17521D}"/>
              </a:ext>
            </a:extLst>
          </p:cNvPr>
          <p:cNvSpPr>
            <a:spLocks xmlns:a="http://schemas.openxmlformats.org/drawingml/2006/main" noGrp="1"/>
          </p:cNvSpPr>
          <p:nvPr/>
        </p:nvSpPr>
        <p:spPr>
          <a:xfrm xmlns:a="http://schemas.openxmlformats.org/drawingml/2006/main">
            <a:off x="2971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9" name="diagram-line-1024">
            <a:extLst xmlns:a="http://schemas.openxmlformats.org/drawingml/2006/main">
              <a:ext uri="{FF2B5EF4-FFF2-40B4-BE49-F238E27FC236}">
                <a16:creationId xmlns:a16="http://schemas.microsoft.com/office/drawing/2014/main" id="{D9288EDA-2BCB-455B-AFE2-0F00E04DFAB4}"/>
              </a:ext>
            </a:extLst>
          </p:cNvPr>
          <p:cNvSpPr>
            <a:spLocks xmlns:a="http://schemas.openxmlformats.org/drawingml/2006/main" noGrp="1"/>
          </p:cNvSpPr>
          <p:nvPr/>
        </p:nvSpPr>
        <p:spPr>
          <a:xfrm xmlns:a="http://schemas.openxmlformats.org/drawingml/2006/main">
            <a:off x="3086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0" name="diagram-line-1025">
            <a:extLst xmlns:a="http://schemas.openxmlformats.org/drawingml/2006/main">
              <a:ext uri="{FF2B5EF4-FFF2-40B4-BE49-F238E27FC236}">
                <a16:creationId xmlns:a16="http://schemas.microsoft.com/office/drawing/2014/main" id="{808CE0BE-4863-4E4C-832C-1433C5040C02}"/>
              </a:ext>
            </a:extLst>
          </p:cNvPr>
          <p:cNvSpPr>
            <a:spLocks xmlns:a="http://schemas.openxmlformats.org/drawingml/2006/main" noGrp="1"/>
          </p:cNvSpPr>
          <p:nvPr/>
        </p:nvSpPr>
        <p:spPr>
          <a:xfrm xmlns:a="http://schemas.openxmlformats.org/drawingml/2006/main">
            <a:off x="3200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1" name="diagram-line-1026">
            <a:extLst xmlns:a="http://schemas.openxmlformats.org/drawingml/2006/main">
              <a:ext uri="{FF2B5EF4-FFF2-40B4-BE49-F238E27FC236}">
                <a16:creationId xmlns:a16="http://schemas.microsoft.com/office/drawing/2014/main" id="{2CDB3791-F6A2-426C-98F1-8916FFC54199}"/>
              </a:ext>
            </a:extLst>
          </p:cNvPr>
          <p:cNvSpPr>
            <a:spLocks xmlns:a="http://schemas.openxmlformats.org/drawingml/2006/main" noGrp="1"/>
          </p:cNvSpPr>
          <p:nvPr/>
        </p:nvSpPr>
        <p:spPr>
          <a:xfrm xmlns:a="http://schemas.openxmlformats.org/drawingml/2006/main">
            <a:off x="3314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2" name="diagram-line-1027">
            <a:extLst xmlns:a="http://schemas.openxmlformats.org/drawingml/2006/main">
              <a:ext uri="{FF2B5EF4-FFF2-40B4-BE49-F238E27FC236}">
                <a16:creationId xmlns:a16="http://schemas.microsoft.com/office/drawing/2014/main" id="{33F16058-8A5F-4518-86DD-BD6456D2CA70}"/>
              </a:ext>
            </a:extLst>
          </p:cNvPr>
          <p:cNvSpPr>
            <a:spLocks xmlns:a="http://schemas.openxmlformats.org/drawingml/2006/main" noGrp="1"/>
          </p:cNvSpPr>
          <p:nvPr/>
        </p:nvSpPr>
        <p:spPr>
          <a:xfrm xmlns:a="http://schemas.openxmlformats.org/drawingml/2006/main">
            <a:off x="3429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3" name="diagram-line-1028">
            <a:extLst xmlns:a="http://schemas.openxmlformats.org/drawingml/2006/main">
              <a:ext uri="{FF2B5EF4-FFF2-40B4-BE49-F238E27FC236}">
                <a16:creationId xmlns:a16="http://schemas.microsoft.com/office/drawing/2014/main" id="{10EA0532-59DD-42AB-86F6-3E3D891CCEC1}"/>
              </a:ext>
            </a:extLst>
          </p:cNvPr>
          <p:cNvSpPr>
            <a:spLocks xmlns:a="http://schemas.openxmlformats.org/drawingml/2006/main" noGrp="1"/>
          </p:cNvSpPr>
          <p:nvPr/>
        </p:nvSpPr>
        <p:spPr>
          <a:xfrm xmlns:a="http://schemas.openxmlformats.org/drawingml/2006/main">
            <a:off x="3543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4" name="diagram-line-1029">
            <a:extLst xmlns:a="http://schemas.openxmlformats.org/drawingml/2006/main">
              <a:ext uri="{FF2B5EF4-FFF2-40B4-BE49-F238E27FC236}">
                <a16:creationId xmlns:a16="http://schemas.microsoft.com/office/drawing/2014/main" id="{297DAD97-40E1-4784-8D46-977B21D8CE71}"/>
              </a:ext>
            </a:extLst>
          </p:cNvPr>
          <p:cNvSpPr>
            <a:spLocks xmlns:a="http://schemas.openxmlformats.org/drawingml/2006/main" noGrp="1"/>
          </p:cNvSpPr>
          <p:nvPr/>
        </p:nvSpPr>
        <p:spPr>
          <a:xfrm xmlns:a="http://schemas.openxmlformats.org/drawingml/2006/main">
            <a:off x="3657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5" name="diagram-line-1030">
            <a:extLst xmlns:a="http://schemas.openxmlformats.org/drawingml/2006/main">
              <a:ext uri="{FF2B5EF4-FFF2-40B4-BE49-F238E27FC236}">
                <a16:creationId xmlns:a16="http://schemas.microsoft.com/office/drawing/2014/main" id="{11F74381-B09F-4674-B06F-419A9251A6F2}"/>
              </a:ext>
            </a:extLst>
          </p:cNvPr>
          <p:cNvSpPr>
            <a:spLocks xmlns:a="http://schemas.openxmlformats.org/drawingml/2006/main" noGrp="1"/>
          </p:cNvSpPr>
          <p:nvPr/>
        </p:nvSpPr>
        <p:spPr>
          <a:xfrm xmlns:a="http://schemas.openxmlformats.org/drawingml/2006/main">
            <a:off x="3771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6" name="diagram-line-1031">
            <a:extLst xmlns:a="http://schemas.openxmlformats.org/drawingml/2006/main">
              <a:ext uri="{FF2B5EF4-FFF2-40B4-BE49-F238E27FC236}">
                <a16:creationId xmlns:a16="http://schemas.microsoft.com/office/drawing/2014/main" id="{E67D54F0-6369-47C2-8E43-1922FD00668E}"/>
              </a:ext>
            </a:extLst>
          </p:cNvPr>
          <p:cNvSpPr>
            <a:spLocks xmlns:a="http://schemas.openxmlformats.org/drawingml/2006/main" noGrp="1"/>
          </p:cNvSpPr>
          <p:nvPr/>
        </p:nvSpPr>
        <p:spPr>
          <a:xfrm xmlns:a="http://schemas.openxmlformats.org/drawingml/2006/main">
            <a:off x="3886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7" name="diagram-line-1032">
            <a:extLst xmlns:a="http://schemas.openxmlformats.org/drawingml/2006/main">
              <a:ext uri="{FF2B5EF4-FFF2-40B4-BE49-F238E27FC236}">
                <a16:creationId xmlns:a16="http://schemas.microsoft.com/office/drawing/2014/main" id="{621ABCFD-C025-4538-89B3-C85DFA76EAE6}"/>
              </a:ext>
            </a:extLst>
          </p:cNvPr>
          <p:cNvSpPr>
            <a:spLocks xmlns:a="http://schemas.openxmlformats.org/drawingml/2006/main" noGrp="1"/>
          </p:cNvSpPr>
          <p:nvPr/>
        </p:nvSpPr>
        <p:spPr>
          <a:xfrm xmlns:a="http://schemas.openxmlformats.org/drawingml/2006/main">
            <a:off x="4000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8" name="diagram-line-1033">
            <a:extLst xmlns:a="http://schemas.openxmlformats.org/drawingml/2006/main">
              <a:ext uri="{FF2B5EF4-FFF2-40B4-BE49-F238E27FC236}">
                <a16:creationId xmlns:a16="http://schemas.microsoft.com/office/drawing/2014/main" id="{3E066334-A8A3-46CF-9D1F-1C5886493D31}"/>
              </a:ext>
            </a:extLst>
          </p:cNvPr>
          <p:cNvSpPr>
            <a:spLocks xmlns:a="http://schemas.openxmlformats.org/drawingml/2006/main" noGrp="1"/>
          </p:cNvSpPr>
          <p:nvPr/>
        </p:nvSpPr>
        <p:spPr>
          <a:xfrm xmlns:a="http://schemas.openxmlformats.org/drawingml/2006/main">
            <a:off x="4114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9" name="diagram-line-1034">
            <a:extLst xmlns:a="http://schemas.openxmlformats.org/drawingml/2006/main">
              <a:ext uri="{FF2B5EF4-FFF2-40B4-BE49-F238E27FC236}">
                <a16:creationId xmlns:a16="http://schemas.microsoft.com/office/drawing/2014/main" id="{25DA5254-625E-481C-AB80-CD2AC2A71FE9}"/>
              </a:ext>
            </a:extLst>
          </p:cNvPr>
          <p:cNvSpPr>
            <a:spLocks xmlns:a="http://schemas.openxmlformats.org/drawingml/2006/main" noGrp="1"/>
          </p:cNvSpPr>
          <p:nvPr/>
        </p:nvSpPr>
        <p:spPr>
          <a:xfrm xmlns:a="http://schemas.openxmlformats.org/drawingml/2006/main">
            <a:off x="4229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0" name="diagram-line-1035">
            <a:extLst xmlns:a="http://schemas.openxmlformats.org/drawingml/2006/main">
              <a:ext uri="{FF2B5EF4-FFF2-40B4-BE49-F238E27FC236}">
                <a16:creationId xmlns:a16="http://schemas.microsoft.com/office/drawing/2014/main" id="{1A5E17CE-DDA5-4E80-BDC5-461978631DBB}"/>
              </a:ext>
            </a:extLst>
          </p:cNvPr>
          <p:cNvSpPr>
            <a:spLocks xmlns:a="http://schemas.openxmlformats.org/drawingml/2006/main" noGrp="1"/>
          </p:cNvSpPr>
          <p:nvPr/>
        </p:nvSpPr>
        <p:spPr>
          <a:xfrm xmlns:a="http://schemas.openxmlformats.org/drawingml/2006/main">
            <a:off x="4343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1" name="diagram-line-1036">
            <a:extLst xmlns:a="http://schemas.openxmlformats.org/drawingml/2006/main">
              <a:ext uri="{FF2B5EF4-FFF2-40B4-BE49-F238E27FC236}">
                <a16:creationId xmlns:a16="http://schemas.microsoft.com/office/drawing/2014/main" id="{EB4191C9-E222-42AF-B867-F7931D3EF2CD}"/>
              </a:ext>
            </a:extLst>
          </p:cNvPr>
          <p:cNvSpPr>
            <a:spLocks xmlns:a="http://schemas.openxmlformats.org/drawingml/2006/main" noGrp="1"/>
          </p:cNvSpPr>
          <p:nvPr/>
        </p:nvSpPr>
        <p:spPr>
          <a:xfrm xmlns:a="http://schemas.openxmlformats.org/drawingml/2006/main">
            <a:off x="4457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2" name="diagram-line-1037">
            <a:extLst xmlns:a="http://schemas.openxmlformats.org/drawingml/2006/main">
              <a:ext uri="{FF2B5EF4-FFF2-40B4-BE49-F238E27FC236}">
                <a16:creationId xmlns:a16="http://schemas.microsoft.com/office/drawing/2014/main" id="{E5E6DC89-A0F7-4414-8C5A-39063248A69D}"/>
              </a:ext>
            </a:extLst>
          </p:cNvPr>
          <p:cNvSpPr>
            <a:spLocks xmlns:a="http://schemas.openxmlformats.org/drawingml/2006/main" noGrp="1"/>
          </p:cNvSpPr>
          <p:nvPr/>
        </p:nvSpPr>
        <p:spPr>
          <a:xfrm xmlns:a="http://schemas.openxmlformats.org/drawingml/2006/main">
            <a:off x="4572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3" name="diagram-line-1038">
            <a:extLst xmlns:a="http://schemas.openxmlformats.org/drawingml/2006/main">
              <a:ext uri="{FF2B5EF4-FFF2-40B4-BE49-F238E27FC236}">
                <a16:creationId xmlns:a16="http://schemas.microsoft.com/office/drawing/2014/main" id="{838A599E-0504-49A2-BF3B-6A7EFB1DB025}"/>
              </a:ext>
            </a:extLst>
          </p:cNvPr>
          <p:cNvSpPr>
            <a:spLocks xmlns:a="http://schemas.openxmlformats.org/drawingml/2006/main" noGrp="1"/>
          </p:cNvSpPr>
          <p:nvPr/>
        </p:nvSpPr>
        <p:spPr>
          <a:xfrm xmlns:a="http://schemas.openxmlformats.org/drawingml/2006/main">
            <a:off x="4686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4" name="diagram-line-1039">
            <a:extLst xmlns:a="http://schemas.openxmlformats.org/drawingml/2006/main">
              <a:ext uri="{FF2B5EF4-FFF2-40B4-BE49-F238E27FC236}">
                <a16:creationId xmlns:a16="http://schemas.microsoft.com/office/drawing/2014/main" id="{0E548558-996F-4E88-B5D1-C92EF0D7FD19}"/>
              </a:ext>
            </a:extLst>
          </p:cNvPr>
          <p:cNvSpPr>
            <a:spLocks xmlns:a="http://schemas.openxmlformats.org/drawingml/2006/main" noGrp="1"/>
          </p:cNvSpPr>
          <p:nvPr/>
        </p:nvSpPr>
        <p:spPr>
          <a:xfrm xmlns:a="http://schemas.openxmlformats.org/drawingml/2006/main">
            <a:off x="4800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5" name="diagram-line-1040">
            <a:extLst xmlns:a="http://schemas.openxmlformats.org/drawingml/2006/main">
              <a:ext uri="{FF2B5EF4-FFF2-40B4-BE49-F238E27FC236}">
                <a16:creationId xmlns:a16="http://schemas.microsoft.com/office/drawing/2014/main" id="{F9C417D0-4CB8-49AE-8536-D78A9C50FB46}"/>
              </a:ext>
            </a:extLst>
          </p:cNvPr>
          <p:cNvSpPr>
            <a:spLocks xmlns:a="http://schemas.openxmlformats.org/drawingml/2006/main" noGrp="1"/>
          </p:cNvSpPr>
          <p:nvPr/>
        </p:nvSpPr>
        <p:spPr>
          <a:xfrm xmlns:a="http://schemas.openxmlformats.org/drawingml/2006/main">
            <a:off x="4914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6" name="diagram-line-1041">
            <a:extLst xmlns:a="http://schemas.openxmlformats.org/drawingml/2006/main">
              <a:ext uri="{FF2B5EF4-FFF2-40B4-BE49-F238E27FC236}">
                <a16:creationId xmlns:a16="http://schemas.microsoft.com/office/drawing/2014/main" id="{BFD39521-3DC0-495F-940C-82E4113A9C31}"/>
              </a:ext>
            </a:extLst>
          </p:cNvPr>
          <p:cNvSpPr>
            <a:spLocks xmlns:a="http://schemas.openxmlformats.org/drawingml/2006/main" noGrp="1"/>
          </p:cNvSpPr>
          <p:nvPr/>
        </p:nvSpPr>
        <p:spPr>
          <a:xfrm xmlns:a="http://schemas.openxmlformats.org/drawingml/2006/main">
            <a:off x="5029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7" name="diagram-line-1042">
            <a:extLst xmlns:a="http://schemas.openxmlformats.org/drawingml/2006/main">
              <a:ext uri="{FF2B5EF4-FFF2-40B4-BE49-F238E27FC236}">
                <a16:creationId xmlns:a16="http://schemas.microsoft.com/office/drawing/2014/main" id="{31257B47-0BC9-4669-801A-07B892DE5E92}"/>
              </a:ext>
            </a:extLst>
          </p:cNvPr>
          <p:cNvSpPr>
            <a:spLocks xmlns:a="http://schemas.openxmlformats.org/drawingml/2006/main" noGrp="1"/>
          </p:cNvSpPr>
          <p:nvPr/>
        </p:nvSpPr>
        <p:spPr>
          <a:xfrm xmlns:a="http://schemas.openxmlformats.org/drawingml/2006/main">
            <a:off x="5143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8" name="diagram-line-1043">
            <a:extLst xmlns:a="http://schemas.openxmlformats.org/drawingml/2006/main">
              <a:ext uri="{FF2B5EF4-FFF2-40B4-BE49-F238E27FC236}">
                <a16:creationId xmlns:a16="http://schemas.microsoft.com/office/drawing/2014/main" id="{9043E793-13D8-4A3A-BA21-6C13A31779B9}"/>
              </a:ext>
            </a:extLst>
          </p:cNvPr>
          <p:cNvSpPr>
            <a:spLocks xmlns:a="http://schemas.openxmlformats.org/drawingml/2006/main" noGrp="1"/>
          </p:cNvSpPr>
          <p:nvPr/>
        </p:nvSpPr>
        <p:spPr>
          <a:xfrm xmlns:a="http://schemas.openxmlformats.org/drawingml/2006/main">
            <a:off x="5257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9" name="diagram-line-1044">
            <a:extLst xmlns:a="http://schemas.openxmlformats.org/drawingml/2006/main">
              <a:ext uri="{FF2B5EF4-FFF2-40B4-BE49-F238E27FC236}">
                <a16:creationId xmlns:a16="http://schemas.microsoft.com/office/drawing/2014/main" id="{94E9AB38-9AFF-44F3-96E2-6FA7890BAC55}"/>
              </a:ext>
            </a:extLst>
          </p:cNvPr>
          <p:cNvSpPr>
            <a:spLocks xmlns:a="http://schemas.openxmlformats.org/drawingml/2006/main" noGrp="1"/>
          </p:cNvSpPr>
          <p:nvPr/>
        </p:nvSpPr>
        <p:spPr>
          <a:xfrm xmlns:a="http://schemas.openxmlformats.org/drawingml/2006/main">
            <a:off x="5372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0" name="diagram-line-1045">
            <a:extLst xmlns:a="http://schemas.openxmlformats.org/drawingml/2006/main">
              <a:ext uri="{FF2B5EF4-FFF2-40B4-BE49-F238E27FC236}">
                <a16:creationId xmlns:a16="http://schemas.microsoft.com/office/drawing/2014/main" id="{2B9457C0-149F-4D6A-815D-32A4B79C8138}"/>
              </a:ext>
            </a:extLst>
          </p:cNvPr>
          <p:cNvSpPr>
            <a:spLocks xmlns:a="http://schemas.openxmlformats.org/drawingml/2006/main" noGrp="1"/>
          </p:cNvSpPr>
          <p:nvPr/>
        </p:nvSpPr>
        <p:spPr>
          <a:xfrm xmlns:a="http://schemas.openxmlformats.org/drawingml/2006/main">
            <a:off x="5486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1" name="diagram-line-1046">
            <a:extLst xmlns:a="http://schemas.openxmlformats.org/drawingml/2006/main">
              <a:ext uri="{FF2B5EF4-FFF2-40B4-BE49-F238E27FC236}">
                <a16:creationId xmlns:a16="http://schemas.microsoft.com/office/drawing/2014/main" id="{FF655ED8-52CD-4785-BDB6-281AB5587EAF}"/>
              </a:ext>
            </a:extLst>
          </p:cNvPr>
          <p:cNvSpPr>
            <a:spLocks xmlns:a="http://schemas.openxmlformats.org/drawingml/2006/main" noGrp="1"/>
          </p:cNvSpPr>
          <p:nvPr/>
        </p:nvSpPr>
        <p:spPr>
          <a:xfrm xmlns:a="http://schemas.openxmlformats.org/drawingml/2006/main">
            <a:off x="5600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2" name="diagram-line-1047">
            <a:extLst xmlns:a="http://schemas.openxmlformats.org/drawingml/2006/main">
              <a:ext uri="{FF2B5EF4-FFF2-40B4-BE49-F238E27FC236}">
                <a16:creationId xmlns:a16="http://schemas.microsoft.com/office/drawing/2014/main" id="{CBD83574-FFA8-44E9-A7AB-FE519FC4AB02}"/>
              </a:ext>
            </a:extLst>
          </p:cNvPr>
          <p:cNvSpPr>
            <a:spLocks xmlns:a="http://schemas.openxmlformats.org/drawingml/2006/main" noGrp="1"/>
          </p:cNvSpPr>
          <p:nvPr/>
        </p:nvSpPr>
        <p:spPr>
          <a:xfrm xmlns:a="http://schemas.openxmlformats.org/drawingml/2006/main">
            <a:off x="5715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3" name="diagram-line-1048">
            <a:extLst xmlns:a="http://schemas.openxmlformats.org/drawingml/2006/main">
              <a:ext uri="{FF2B5EF4-FFF2-40B4-BE49-F238E27FC236}">
                <a16:creationId xmlns:a16="http://schemas.microsoft.com/office/drawing/2014/main" id="{2521FFB8-ED82-4144-B125-BB73AE76B61B}"/>
              </a:ext>
            </a:extLst>
          </p:cNvPr>
          <p:cNvSpPr>
            <a:spLocks xmlns:a="http://schemas.openxmlformats.org/drawingml/2006/main" noGrp="1"/>
          </p:cNvSpPr>
          <p:nvPr/>
        </p:nvSpPr>
        <p:spPr>
          <a:xfrm xmlns:a="http://schemas.openxmlformats.org/drawingml/2006/main">
            <a:off x="5829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4" name="diagram-line-1049">
            <a:extLst xmlns:a="http://schemas.openxmlformats.org/drawingml/2006/main">
              <a:ext uri="{FF2B5EF4-FFF2-40B4-BE49-F238E27FC236}">
                <a16:creationId xmlns:a16="http://schemas.microsoft.com/office/drawing/2014/main" id="{6288A74B-A622-45CB-B735-DA6F186258A4}"/>
              </a:ext>
            </a:extLst>
          </p:cNvPr>
          <p:cNvSpPr>
            <a:spLocks xmlns:a="http://schemas.openxmlformats.org/drawingml/2006/main" noGrp="1"/>
          </p:cNvSpPr>
          <p:nvPr/>
        </p:nvSpPr>
        <p:spPr>
          <a:xfrm xmlns:a="http://schemas.openxmlformats.org/drawingml/2006/main">
            <a:off x="5943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5" name="diagram-line-1050">
            <a:extLst xmlns:a="http://schemas.openxmlformats.org/drawingml/2006/main">
              <a:ext uri="{FF2B5EF4-FFF2-40B4-BE49-F238E27FC236}">
                <a16:creationId xmlns:a16="http://schemas.microsoft.com/office/drawing/2014/main" id="{8AB416F1-55E7-4315-A4CE-AE53A050C7B1}"/>
              </a:ext>
            </a:extLst>
          </p:cNvPr>
          <p:cNvSpPr>
            <a:spLocks xmlns:a="http://schemas.openxmlformats.org/drawingml/2006/main" noGrp="1"/>
          </p:cNvSpPr>
          <p:nvPr/>
        </p:nvSpPr>
        <p:spPr>
          <a:xfrm xmlns:a="http://schemas.openxmlformats.org/drawingml/2006/main">
            <a:off x="6057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6" name="diagram-line-1051">
            <a:extLst xmlns:a="http://schemas.openxmlformats.org/drawingml/2006/main">
              <a:ext uri="{FF2B5EF4-FFF2-40B4-BE49-F238E27FC236}">
                <a16:creationId xmlns:a16="http://schemas.microsoft.com/office/drawing/2014/main" id="{17E25427-3BDD-4DCB-9C37-13D422314282}"/>
              </a:ext>
            </a:extLst>
          </p:cNvPr>
          <p:cNvSpPr>
            <a:spLocks xmlns:a="http://schemas.openxmlformats.org/drawingml/2006/main" noGrp="1"/>
          </p:cNvSpPr>
          <p:nvPr/>
        </p:nvSpPr>
        <p:spPr>
          <a:xfrm xmlns:a="http://schemas.openxmlformats.org/drawingml/2006/main">
            <a:off x="6172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7" name="diagram-line-1052">
            <a:extLst xmlns:a="http://schemas.openxmlformats.org/drawingml/2006/main">
              <a:ext uri="{FF2B5EF4-FFF2-40B4-BE49-F238E27FC236}">
                <a16:creationId xmlns:a16="http://schemas.microsoft.com/office/drawing/2014/main" id="{82B25E75-F52F-42E9-AF08-FB618CC70B74}"/>
              </a:ext>
            </a:extLst>
          </p:cNvPr>
          <p:cNvSpPr>
            <a:spLocks xmlns:a="http://schemas.openxmlformats.org/drawingml/2006/main" noGrp="1"/>
          </p:cNvSpPr>
          <p:nvPr/>
        </p:nvSpPr>
        <p:spPr>
          <a:xfrm xmlns:a="http://schemas.openxmlformats.org/drawingml/2006/main">
            <a:off x="6286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8" name="diagram-line-1053">
            <a:extLst xmlns:a="http://schemas.openxmlformats.org/drawingml/2006/main">
              <a:ext uri="{FF2B5EF4-FFF2-40B4-BE49-F238E27FC236}">
                <a16:creationId xmlns:a16="http://schemas.microsoft.com/office/drawing/2014/main" id="{B7FC9E65-A03A-4E22-ACA1-0B50FE931020}"/>
              </a:ext>
            </a:extLst>
          </p:cNvPr>
          <p:cNvSpPr>
            <a:spLocks xmlns:a="http://schemas.openxmlformats.org/drawingml/2006/main" noGrp="1"/>
          </p:cNvSpPr>
          <p:nvPr/>
        </p:nvSpPr>
        <p:spPr>
          <a:xfrm xmlns:a="http://schemas.openxmlformats.org/drawingml/2006/main">
            <a:off x="6400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9" name="diagram-line-1054">
            <a:extLst xmlns:a="http://schemas.openxmlformats.org/drawingml/2006/main">
              <a:ext uri="{FF2B5EF4-FFF2-40B4-BE49-F238E27FC236}">
                <a16:creationId xmlns:a16="http://schemas.microsoft.com/office/drawing/2014/main" id="{6D784199-7982-4A95-AE4F-D60877FAB0BC}"/>
              </a:ext>
            </a:extLst>
          </p:cNvPr>
          <p:cNvSpPr>
            <a:spLocks xmlns:a="http://schemas.openxmlformats.org/drawingml/2006/main" noGrp="1"/>
          </p:cNvSpPr>
          <p:nvPr/>
        </p:nvSpPr>
        <p:spPr>
          <a:xfrm xmlns:a="http://schemas.openxmlformats.org/drawingml/2006/main">
            <a:off x="6515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0" name="diagram-line-1055">
            <a:extLst xmlns:a="http://schemas.openxmlformats.org/drawingml/2006/main">
              <a:ext uri="{FF2B5EF4-FFF2-40B4-BE49-F238E27FC236}">
                <a16:creationId xmlns:a16="http://schemas.microsoft.com/office/drawing/2014/main" id="{FC6A5769-169A-4309-B6C6-1664FECF3DB9}"/>
              </a:ext>
            </a:extLst>
          </p:cNvPr>
          <p:cNvSpPr>
            <a:spLocks xmlns:a="http://schemas.openxmlformats.org/drawingml/2006/main" noGrp="1"/>
          </p:cNvSpPr>
          <p:nvPr/>
        </p:nvSpPr>
        <p:spPr>
          <a:xfrm xmlns:a="http://schemas.openxmlformats.org/drawingml/2006/main">
            <a:off x="6629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1" name="diagram-line-1056">
            <a:extLst xmlns:a="http://schemas.openxmlformats.org/drawingml/2006/main">
              <a:ext uri="{FF2B5EF4-FFF2-40B4-BE49-F238E27FC236}">
                <a16:creationId xmlns:a16="http://schemas.microsoft.com/office/drawing/2014/main" id="{4A5AD86B-45B4-48D2-9ED0-F2046D5551C6}"/>
              </a:ext>
            </a:extLst>
          </p:cNvPr>
          <p:cNvSpPr>
            <a:spLocks xmlns:a="http://schemas.openxmlformats.org/drawingml/2006/main" noGrp="1"/>
          </p:cNvSpPr>
          <p:nvPr/>
        </p:nvSpPr>
        <p:spPr>
          <a:xfrm xmlns:a="http://schemas.openxmlformats.org/drawingml/2006/main">
            <a:off x="6743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2" name="diagram-line-1057">
            <a:extLst xmlns:a="http://schemas.openxmlformats.org/drawingml/2006/main">
              <a:ext uri="{FF2B5EF4-FFF2-40B4-BE49-F238E27FC236}">
                <a16:creationId xmlns:a16="http://schemas.microsoft.com/office/drawing/2014/main" id="{3B64F215-6BCF-4974-90DC-117DFF2502E2}"/>
              </a:ext>
            </a:extLst>
          </p:cNvPr>
          <p:cNvSpPr>
            <a:spLocks xmlns:a="http://schemas.openxmlformats.org/drawingml/2006/main" noGrp="1"/>
          </p:cNvSpPr>
          <p:nvPr/>
        </p:nvSpPr>
        <p:spPr>
          <a:xfrm xmlns:a="http://schemas.openxmlformats.org/drawingml/2006/main">
            <a:off x="6858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3" name="diagram-line-1058">
            <a:extLst xmlns:a="http://schemas.openxmlformats.org/drawingml/2006/main">
              <a:ext uri="{FF2B5EF4-FFF2-40B4-BE49-F238E27FC236}">
                <a16:creationId xmlns:a16="http://schemas.microsoft.com/office/drawing/2014/main" id="{9914D30B-43A0-4C7C-8D10-17E93A9370EF}"/>
              </a:ext>
            </a:extLst>
          </p:cNvPr>
          <p:cNvSpPr>
            <a:spLocks xmlns:a="http://schemas.openxmlformats.org/drawingml/2006/main" noGrp="1"/>
          </p:cNvSpPr>
          <p:nvPr/>
        </p:nvSpPr>
        <p:spPr>
          <a:xfrm xmlns:a="http://schemas.openxmlformats.org/drawingml/2006/main">
            <a:off x="6972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4" name="diagram-line-1059">
            <a:extLst xmlns:a="http://schemas.openxmlformats.org/drawingml/2006/main">
              <a:ext uri="{FF2B5EF4-FFF2-40B4-BE49-F238E27FC236}">
                <a16:creationId xmlns:a16="http://schemas.microsoft.com/office/drawing/2014/main" id="{27987281-FA96-4AD9-90E0-7A8BC078387E}"/>
              </a:ext>
            </a:extLst>
          </p:cNvPr>
          <p:cNvSpPr>
            <a:spLocks xmlns:a="http://schemas.openxmlformats.org/drawingml/2006/main" noGrp="1"/>
          </p:cNvSpPr>
          <p:nvPr/>
        </p:nvSpPr>
        <p:spPr>
          <a:xfrm xmlns:a="http://schemas.openxmlformats.org/drawingml/2006/main">
            <a:off x="7086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5" name="diagram-line-1060">
            <a:extLst xmlns:a="http://schemas.openxmlformats.org/drawingml/2006/main">
              <a:ext uri="{FF2B5EF4-FFF2-40B4-BE49-F238E27FC236}">
                <a16:creationId xmlns:a16="http://schemas.microsoft.com/office/drawing/2014/main" id="{5DDC42E1-5972-4F37-8CF5-0BB668091D2C}"/>
              </a:ext>
            </a:extLst>
          </p:cNvPr>
          <p:cNvSpPr>
            <a:spLocks xmlns:a="http://schemas.openxmlformats.org/drawingml/2006/main" noGrp="1"/>
          </p:cNvSpPr>
          <p:nvPr/>
        </p:nvSpPr>
        <p:spPr>
          <a:xfrm xmlns:a="http://schemas.openxmlformats.org/drawingml/2006/main">
            <a:off x="7200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6" name="diagram-line-1061">
            <a:extLst xmlns:a="http://schemas.openxmlformats.org/drawingml/2006/main">
              <a:ext uri="{FF2B5EF4-FFF2-40B4-BE49-F238E27FC236}">
                <a16:creationId xmlns:a16="http://schemas.microsoft.com/office/drawing/2014/main" id="{5663FE6E-F1BC-4C75-BF4B-1829FF991DE0}"/>
              </a:ext>
            </a:extLst>
          </p:cNvPr>
          <p:cNvSpPr>
            <a:spLocks xmlns:a="http://schemas.openxmlformats.org/drawingml/2006/main" noGrp="1"/>
          </p:cNvSpPr>
          <p:nvPr/>
        </p:nvSpPr>
        <p:spPr>
          <a:xfrm xmlns:a="http://schemas.openxmlformats.org/drawingml/2006/main">
            <a:off x="7315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7" name="diagram-line-1062">
            <a:extLst xmlns:a="http://schemas.openxmlformats.org/drawingml/2006/main">
              <a:ext uri="{FF2B5EF4-FFF2-40B4-BE49-F238E27FC236}">
                <a16:creationId xmlns:a16="http://schemas.microsoft.com/office/drawing/2014/main" id="{22A738FE-E5CB-41BB-B6E7-A5771C33C148}"/>
              </a:ext>
            </a:extLst>
          </p:cNvPr>
          <p:cNvSpPr>
            <a:spLocks xmlns:a="http://schemas.openxmlformats.org/drawingml/2006/main" noGrp="1"/>
          </p:cNvSpPr>
          <p:nvPr/>
        </p:nvSpPr>
        <p:spPr>
          <a:xfrm xmlns:a="http://schemas.openxmlformats.org/drawingml/2006/main">
            <a:off x="7429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8" name="diagram-line-1063">
            <a:extLst xmlns:a="http://schemas.openxmlformats.org/drawingml/2006/main">
              <a:ext uri="{FF2B5EF4-FFF2-40B4-BE49-F238E27FC236}">
                <a16:creationId xmlns:a16="http://schemas.microsoft.com/office/drawing/2014/main" id="{45779D33-3F90-45DD-9A99-1341B82861E7}"/>
              </a:ext>
            </a:extLst>
          </p:cNvPr>
          <p:cNvSpPr>
            <a:spLocks xmlns:a="http://schemas.openxmlformats.org/drawingml/2006/main" noGrp="1"/>
          </p:cNvSpPr>
          <p:nvPr/>
        </p:nvSpPr>
        <p:spPr>
          <a:xfrm xmlns:a="http://schemas.openxmlformats.org/drawingml/2006/main">
            <a:off x="7543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9" name="diagram-line-1064">
            <a:extLst xmlns:a="http://schemas.openxmlformats.org/drawingml/2006/main">
              <a:ext uri="{FF2B5EF4-FFF2-40B4-BE49-F238E27FC236}">
                <a16:creationId xmlns:a16="http://schemas.microsoft.com/office/drawing/2014/main" id="{DDFB23DE-7D93-49D5-B392-2847FB0A6FD9}"/>
              </a:ext>
            </a:extLst>
          </p:cNvPr>
          <p:cNvSpPr>
            <a:spLocks xmlns:a="http://schemas.openxmlformats.org/drawingml/2006/main" noGrp="1"/>
          </p:cNvSpPr>
          <p:nvPr/>
        </p:nvSpPr>
        <p:spPr>
          <a:xfrm xmlns:a="http://schemas.openxmlformats.org/drawingml/2006/main">
            <a:off x="7658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0" name="diagram-line-1065">
            <a:extLst xmlns:a="http://schemas.openxmlformats.org/drawingml/2006/main">
              <a:ext uri="{FF2B5EF4-FFF2-40B4-BE49-F238E27FC236}">
                <a16:creationId xmlns:a16="http://schemas.microsoft.com/office/drawing/2014/main" id="{BAF266B7-1B59-4F6A-ACCA-FDF6E2AE13E3}"/>
              </a:ext>
            </a:extLst>
          </p:cNvPr>
          <p:cNvSpPr>
            <a:spLocks xmlns:a="http://schemas.openxmlformats.org/drawingml/2006/main" noGrp="1"/>
          </p:cNvSpPr>
          <p:nvPr/>
        </p:nvSpPr>
        <p:spPr>
          <a:xfrm xmlns:a="http://schemas.openxmlformats.org/drawingml/2006/main">
            <a:off x="7772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1" name="diagram-line-1066">
            <a:extLst xmlns:a="http://schemas.openxmlformats.org/drawingml/2006/main">
              <a:ext uri="{FF2B5EF4-FFF2-40B4-BE49-F238E27FC236}">
                <a16:creationId xmlns:a16="http://schemas.microsoft.com/office/drawing/2014/main" id="{DDBC8449-C024-45E0-AC3E-B1BBB82EB248}"/>
              </a:ext>
            </a:extLst>
          </p:cNvPr>
          <p:cNvSpPr>
            <a:spLocks xmlns:a="http://schemas.openxmlformats.org/drawingml/2006/main" noGrp="1"/>
          </p:cNvSpPr>
          <p:nvPr/>
        </p:nvSpPr>
        <p:spPr>
          <a:xfrm xmlns:a="http://schemas.openxmlformats.org/drawingml/2006/main">
            <a:off x="7886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2" name="diagram-line-1067">
            <a:extLst xmlns:a="http://schemas.openxmlformats.org/drawingml/2006/main">
              <a:ext uri="{FF2B5EF4-FFF2-40B4-BE49-F238E27FC236}">
                <a16:creationId xmlns:a16="http://schemas.microsoft.com/office/drawing/2014/main" id="{74C24354-29D0-4236-BA0B-A304CDDCCA14}"/>
              </a:ext>
            </a:extLst>
          </p:cNvPr>
          <p:cNvSpPr>
            <a:spLocks xmlns:a="http://schemas.openxmlformats.org/drawingml/2006/main" noGrp="1"/>
          </p:cNvSpPr>
          <p:nvPr/>
        </p:nvSpPr>
        <p:spPr>
          <a:xfrm xmlns:a="http://schemas.openxmlformats.org/drawingml/2006/main">
            <a:off x="8001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3" name="diagram-line-1068">
            <a:extLst xmlns:a="http://schemas.openxmlformats.org/drawingml/2006/main">
              <a:ext uri="{FF2B5EF4-FFF2-40B4-BE49-F238E27FC236}">
                <a16:creationId xmlns:a16="http://schemas.microsoft.com/office/drawing/2014/main" id="{BB4C10A3-012D-4D9B-BEF4-F20B8DA0824A}"/>
              </a:ext>
            </a:extLst>
          </p:cNvPr>
          <p:cNvSpPr>
            <a:spLocks xmlns:a="http://schemas.openxmlformats.org/drawingml/2006/main" noGrp="1"/>
          </p:cNvSpPr>
          <p:nvPr/>
        </p:nvSpPr>
        <p:spPr>
          <a:xfrm xmlns:a="http://schemas.openxmlformats.org/drawingml/2006/main">
            <a:off x="8115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4" name="diagram-line-1069">
            <a:extLst xmlns:a="http://schemas.openxmlformats.org/drawingml/2006/main">
              <a:ext uri="{FF2B5EF4-FFF2-40B4-BE49-F238E27FC236}">
                <a16:creationId xmlns:a16="http://schemas.microsoft.com/office/drawing/2014/main" id="{27B9722E-8553-44D4-A77E-F955DF262EE3}"/>
              </a:ext>
            </a:extLst>
          </p:cNvPr>
          <p:cNvSpPr>
            <a:spLocks xmlns:a="http://schemas.openxmlformats.org/drawingml/2006/main" noGrp="1"/>
          </p:cNvSpPr>
          <p:nvPr/>
        </p:nvSpPr>
        <p:spPr>
          <a:xfrm xmlns:a="http://schemas.openxmlformats.org/drawingml/2006/main">
            <a:off x="8229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5" name="diagram-line-1070">
            <a:extLst xmlns:a="http://schemas.openxmlformats.org/drawingml/2006/main">
              <a:ext uri="{FF2B5EF4-FFF2-40B4-BE49-F238E27FC236}">
                <a16:creationId xmlns:a16="http://schemas.microsoft.com/office/drawing/2014/main" id="{B9F028B5-959F-45C1-8539-1F3C830218FB}"/>
              </a:ext>
            </a:extLst>
          </p:cNvPr>
          <p:cNvSpPr>
            <a:spLocks xmlns:a="http://schemas.openxmlformats.org/drawingml/2006/main" noGrp="1"/>
          </p:cNvSpPr>
          <p:nvPr/>
        </p:nvSpPr>
        <p:spPr>
          <a:xfrm xmlns:a="http://schemas.openxmlformats.org/drawingml/2006/main">
            <a:off x="8343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6" name="diagram-line-1071">
            <a:extLst xmlns:a="http://schemas.openxmlformats.org/drawingml/2006/main">
              <a:ext uri="{FF2B5EF4-FFF2-40B4-BE49-F238E27FC236}">
                <a16:creationId xmlns:a16="http://schemas.microsoft.com/office/drawing/2014/main" id="{FE67CEF8-7F98-4CA5-B251-91FD812C5B2E}"/>
              </a:ext>
            </a:extLst>
          </p:cNvPr>
          <p:cNvSpPr>
            <a:spLocks xmlns:a="http://schemas.openxmlformats.org/drawingml/2006/main" noGrp="1"/>
          </p:cNvSpPr>
          <p:nvPr/>
        </p:nvSpPr>
        <p:spPr>
          <a:xfrm xmlns:a="http://schemas.openxmlformats.org/drawingml/2006/main">
            <a:off x="8458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7" name="diagram-line-1072">
            <a:extLst xmlns:a="http://schemas.openxmlformats.org/drawingml/2006/main">
              <a:ext uri="{FF2B5EF4-FFF2-40B4-BE49-F238E27FC236}">
                <a16:creationId xmlns:a16="http://schemas.microsoft.com/office/drawing/2014/main" id="{479F122F-C591-4E42-8790-306894186EFE}"/>
              </a:ext>
            </a:extLst>
          </p:cNvPr>
          <p:cNvSpPr>
            <a:spLocks xmlns:a="http://schemas.openxmlformats.org/drawingml/2006/main" noGrp="1"/>
          </p:cNvSpPr>
          <p:nvPr/>
        </p:nvSpPr>
        <p:spPr>
          <a:xfrm xmlns:a="http://schemas.openxmlformats.org/drawingml/2006/main">
            <a:off x="8572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8" name="diagram-line-1073">
            <a:extLst xmlns:a="http://schemas.openxmlformats.org/drawingml/2006/main">
              <a:ext uri="{FF2B5EF4-FFF2-40B4-BE49-F238E27FC236}">
                <a16:creationId xmlns:a16="http://schemas.microsoft.com/office/drawing/2014/main" id="{B72D6BE6-190F-4E76-AA65-DAFF4D0EAF06}"/>
              </a:ext>
            </a:extLst>
          </p:cNvPr>
          <p:cNvSpPr>
            <a:spLocks xmlns:a="http://schemas.openxmlformats.org/drawingml/2006/main" noGrp="1"/>
          </p:cNvSpPr>
          <p:nvPr/>
        </p:nvSpPr>
        <p:spPr>
          <a:xfrm xmlns:a="http://schemas.openxmlformats.org/drawingml/2006/main">
            <a:off x="8686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9" name="diagram-line-1074">
            <a:extLst xmlns:a="http://schemas.openxmlformats.org/drawingml/2006/main">
              <a:ext uri="{FF2B5EF4-FFF2-40B4-BE49-F238E27FC236}">
                <a16:creationId xmlns:a16="http://schemas.microsoft.com/office/drawing/2014/main" id="{779CA7E3-FC84-47F5-9925-4C21313BAD4F}"/>
              </a:ext>
            </a:extLst>
          </p:cNvPr>
          <p:cNvSpPr>
            <a:spLocks xmlns:a="http://schemas.openxmlformats.org/drawingml/2006/main" noGrp="1"/>
          </p:cNvSpPr>
          <p:nvPr/>
        </p:nvSpPr>
        <p:spPr>
          <a:xfrm xmlns:a="http://schemas.openxmlformats.org/drawingml/2006/main">
            <a:off x="8801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0" name="diagram-line-1075">
            <a:extLst xmlns:a="http://schemas.openxmlformats.org/drawingml/2006/main">
              <a:ext uri="{FF2B5EF4-FFF2-40B4-BE49-F238E27FC236}">
                <a16:creationId xmlns:a16="http://schemas.microsoft.com/office/drawing/2014/main" id="{C07BFCF7-AE35-4F01-9A14-A25FEB7E5552}"/>
              </a:ext>
            </a:extLst>
          </p:cNvPr>
          <p:cNvSpPr>
            <a:spLocks xmlns:a="http://schemas.openxmlformats.org/drawingml/2006/main" noGrp="1"/>
          </p:cNvSpPr>
          <p:nvPr/>
        </p:nvSpPr>
        <p:spPr>
          <a:xfrm xmlns:a="http://schemas.openxmlformats.org/drawingml/2006/main">
            <a:off x="8915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1" name="diagram-line-1076">
            <a:extLst xmlns:a="http://schemas.openxmlformats.org/drawingml/2006/main">
              <a:ext uri="{FF2B5EF4-FFF2-40B4-BE49-F238E27FC236}">
                <a16:creationId xmlns:a16="http://schemas.microsoft.com/office/drawing/2014/main" id="{048D338A-D7BA-4B38-AA1E-C4DD6A6ADC68}"/>
              </a:ext>
            </a:extLst>
          </p:cNvPr>
          <p:cNvSpPr>
            <a:spLocks xmlns:a="http://schemas.openxmlformats.org/drawingml/2006/main" noGrp="1"/>
          </p:cNvSpPr>
          <p:nvPr/>
        </p:nvSpPr>
        <p:spPr>
          <a:xfrm xmlns:a="http://schemas.openxmlformats.org/drawingml/2006/main">
            <a:off x="9029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2" name="diagram-line-1077">
            <a:extLst xmlns:a="http://schemas.openxmlformats.org/drawingml/2006/main">
              <a:ext uri="{FF2B5EF4-FFF2-40B4-BE49-F238E27FC236}">
                <a16:creationId xmlns:a16="http://schemas.microsoft.com/office/drawing/2014/main" id="{DFB6EBAB-84C6-47D1-B743-AC300E84D04F}"/>
              </a:ext>
            </a:extLst>
          </p:cNvPr>
          <p:cNvSpPr>
            <a:spLocks xmlns:a="http://schemas.openxmlformats.org/drawingml/2006/main" noGrp="1"/>
          </p:cNvSpPr>
          <p:nvPr/>
        </p:nvSpPr>
        <p:spPr>
          <a:xfrm xmlns:a="http://schemas.openxmlformats.org/drawingml/2006/main">
            <a:off x="9144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3" name="diagram-line-1078">
            <a:extLst xmlns:a="http://schemas.openxmlformats.org/drawingml/2006/main">
              <a:ext uri="{FF2B5EF4-FFF2-40B4-BE49-F238E27FC236}">
                <a16:creationId xmlns:a16="http://schemas.microsoft.com/office/drawing/2014/main" id="{291701A4-E3D1-4F35-AC79-073117083315}"/>
              </a:ext>
            </a:extLst>
          </p:cNvPr>
          <p:cNvSpPr>
            <a:spLocks xmlns:a="http://schemas.openxmlformats.org/drawingml/2006/main" noGrp="1"/>
          </p:cNvSpPr>
          <p:nvPr/>
        </p:nvSpPr>
        <p:spPr>
          <a:xfrm xmlns:a="http://schemas.openxmlformats.org/drawingml/2006/main">
            <a:off x="9258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4" name="diagram-line-1079">
            <a:extLst xmlns:a="http://schemas.openxmlformats.org/drawingml/2006/main">
              <a:ext uri="{FF2B5EF4-FFF2-40B4-BE49-F238E27FC236}">
                <a16:creationId xmlns:a16="http://schemas.microsoft.com/office/drawing/2014/main" id="{1C549F63-1DCB-4414-8C05-BB16AEC16EA3}"/>
              </a:ext>
            </a:extLst>
          </p:cNvPr>
          <p:cNvSpPr>
            <a:spLocks xmlns:a="http://schemas.openxmlformats.org/drawingml/2006/main" noGrp="1"/>
          </p:cNvSpPr>
          <p:nvPr/>
        </p:nvSpPr>
        <p:spPr>
          <a:xfrm xmlns:a="http://schemas.openxmlformats.org/drawingml/2006/main">
            <a:off x="9372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5" name="diagram-line-1080">
            <a:extLst xmlns:a="http://schemas.openxmlformats.org/drawingml/2006/main">
              <a:ext uri="{FF2B5EF4-FFF2-40B4-BE49-F238E27FC236}">
                <a16:creationId xmlns:a16="http://schemas.microsoft.com/office/drawing/2014/main" id="{089A3FE6-0EE1-4737-BDD6-CBDFDDC8B10E}"/>
              </a:ext>
            </a:extLst>
          </p:cNvPr>
          <p:cNvSpPr>
            <a:spLocks xmlns:a="http://schemas.openxmlformats.org/drawingml/2006/main" noGrp="1"/>
          </p:cNvSpPr>
          <p:nvPr/>
        </p:nvSpPr>
        <p:spPr>
          <a:xfrm xmlns:a="http://schemas.openxmlformats.org/drawingml/2006/main">
            <a:off x="9486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6" name="diagram-line-1081">
            <a:extLst xmlns:a="http://schemas.openxmlformats.org/drawingml/2006/main">
              <a:ext uri="{FF2B5EF4-FFF2-40B4-BE49-F238E27FC236}">
                <a16:creationId xmlns:a16="http://schemas.microsoft.com/office/drawing/2014/main" id="{CF5412EE-9405-4A06-8346-8F8FD3F1E57F}"/>
              </a:ext>
            </a:extLst>
          </p:cNvPr>
          <p:cNvSpPr>
            <a:spLocks xmlns:a="http://schemas.openxmlformats.org/drawingml/2006/main" noGrp="1"/>
          </p:cNvSpPr>
          <p:nvPr/>
        </p:nvSpPr>
        <p:spPr>
          <a:xfrm xmlns:a="http://schemas.openxmlformats.org/drawingml/2006/main">
            <a:off x="9601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7" name="diagram-line-1082">
            <a:extLst xmlns:a="http://schemas.openxmlformats.org/drawingml/2006/main">
              <a:ext uri="{FF2B5EF4-FFF2-40B4-BE49-F238E27FC236}">
                <a16:creationId xmlns:a16="http://schemas.microsoft.com/office/drawing/2014/main" id="{A38FB187-06A9-44F6-8726-3DC250E10595}"/>
              </a:ext>
            </a:extLst>
          </p:cNvPr>
          <p:cNvSpPr>
            <a:spLocks xmlns:a="http://schemas.openxmlformats.org/drawingml/2006/main" noGrp="1"/>
          </p:cNvSpPr>
          <p:nvPr/>
        </p:nvSpPr>
        <p:spPr>
          <a:xfrm xmlns:a="http://schemas.openxmlformats.org/drawingml/2006/main">
            <a:off x="9715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8" name="diagram-line-1083">
            <a:extLst xmlns:a="http://schemas.openxmlformats.org/drawingml/2006/main">
              <a:ext uri="{FF2B5EF4-FFF2-40B4-BE49-F238E27FC236}">
                <a16:creationId xmlns:a16="http://schemas.microsoft.com/office/drawing/2014/main" id="{D9BE0FF7-BD1C-4B15-8222-DC2AE666C70C}"/>
              </a:ext>
            </a:extLst>
          </p:cNvPr>
          <p:cNvSpPr>
            <a:spLocks xmlns:a="http://schemas.openxmlformats.org/drawingml/2006/main" noGrp="1"/>
          </p:cNvSpPr>
          <p:nvPr/>
        </p:nvSpPr>
        <p:spPr>
          <a:xfrm xmlns:a="http://schemas.openxmlformats.org/drawingml/2006/main">
            <a:off x="9829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9" name="diagram-line-1084">
            <a:extLst xmlns:a="http://schemas.openxmlformats.org/drawingml/2006/main">
              <a:ext uri="{FF2B5EF4-FFF2-40B4-BE49-F238E27FC236}">
                <a16:creationId xmlns:a16="http://schemas.microsoft.com/office/drawing/2014/main" id="{8FC9419C-A519-4DEF-8D10-5E6383B8AC7E}"/>
              </a:ext>
            </a:extLst>
          </p:cNvPr>
          <p:cNvSpPr>
            <a:spLocks xmlns:a="http://schemas.openxmlformats.org/drawingml/2006/main" noGrp="1"/>
          </p:cNvSpPr>
          <p:nvPr/>
        </p:nvSpPr>
        <p:spPr>
          <a:xfrm xmlns:a="http://schemas.openxmlformats.org/drawingml/2006/main">
            <a:off x="9944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0" name="diagram-line-1085">
            <a:extLst xmlns:a="http://schemas.openxmlformats.org/drawingml/2006/main">
              <a:ext uri="{FF2B5EF4-FFF2-40B4-BE49-F238E27FC236}">
                <a16:creationId xmlns:a16="http://schemas.microsoft.com/office/drawing/2014/main" id="{A757B196-1D9B-41EF-A0E0-165311B8FB03}"/>
              </a:ext>
            </a:extLst>
          </p:cNvPr>
          <p:cNvSpPr>
            <a:spLocks xmlns:a="http://schemas.openxmlformats.org/drawingml/2006/main" noGrp="1"/>
          </p:cNvSpPr>
          <p:nvPr/>
        </p:nvSpPr>
        <p:spPr>
          <a:xfrm xmlns:a="http://schemas.openxmlformats.org/drawingml/2006/main">
            <a:off x="10058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1" name="diagram-line-1086">
            <a:extLst xmlns:a="http://schemas.openxmlformats.org/drawingml/2006/main">
              <a:ext uri="{FF2B5EF4-FFF2-40B4-BE49-F238E27FC236}">
                <a16:creationId xmlns:a16="http://schemas.microsoft.com/office/drawing/2014/main" id="{FD37CA28-4104-4795-89D1-4E1602FD6ABF}"/>
              </a:ext>
            </a:extLst>
          </p:cNvPr>
          <p:cNvSpPr>
            <a:spLocks xmlns:a="http://schemas.openxmlformats.org/drawingml/2006/main" noGrp="1"/>
          </p:cNvSpPr>
          <p:nvPr/>
        </p:nvSpPr>
        <p:spPr>
          <a:xfrm xmlns:a="http://schemas.openxmlformats.org/drawingml/2006/main">
            <a:off x="10172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2" name="diagram-line-1087">
            <a:extLst xmlns:a="http://schemas.openxmlformats.org/drawingml/2006/main">
              <a:ext uri="{FF2B5EF4-FFF2-40B4-BE49-F238E27FC236}">
                <a16:creationId xmlns:a16="http://schemas.microsoft.com/office/drawing/2014/main" id="{3B33BFF6-8D19-405E-9749-7FD74A7F9F4A}"/>
              </a:ext>
            </a:extLst>
          </p:cNvPr>
          <p:cNvSpPr>
            <a:spLocks xmlns:a="http://schemas.openxmlformats.org/drawingml/2006/main" noGrp="1"/>
          </p:cNvSpPr>
          <p:nvPr/>
        </p:nvSpPr>
        <p:spPr>
          <a:xfrm xmlns:a="http://schemas.openxmlformats.org/drawingml/2006/main">
            <a:off x="10287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3" name="diagram-line-1088">
            <a:extLst xmlns:a="http://schemas.openxmlformats.org/drawingml/2006/main">
              <a:ext uri="{FF2B5EF4-FFF2-40B4-BE49-F238E27FC236}">
                <a16:creationId xmlns:a16="http://schemas.microsoft.com/office/drawing/2014/main" id="{792BC007-4D99-46AD-A686-F583767A08A3}"/>
              </a:ext>
            </a:extLst>
          </p:cNvPr>
          <p:cNvSpPr>
            <a:spLocks xmlns:a="http://schemas.openxmlformats.org/drawingml/2006/main" noGrp="1"/>
          </p:cNvSpPr>
          <p:nvPr/>
        </p:nvSpPr>
        <p:spPr>
          <a:xfrm xmlns:a="http://schemas.openxmlformats.org/drawingml/2006/main">
            <a:off x="10401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4" name="diagram-line-1089">
            <a:extLst xmlns:a="http://schemas.openxmlformats.org/drawingml/2006/main">
              <a:ext uri="{FF2B5EF4-FFF2-40B4-BE49-F238E27FC236}">
                <a16:creationId xmlns:a16="http://schemas.microsoft.com/office/drawing/2014/main" id="{B17FBC77-4B79-4451-99F1-92A3572DA4DA}"/>
              </a:ext>
            </a:extLst>
          </p:cNvPr>
          <p:cNvSpPr>
            <a:spLocks xmlns:a="http://schemas.openxmlformats.org/drawingml/2006/main" noGrp="1"/>
          </p:cNvSpPr>
          <p:nvPr/>
        </p:nvSpPr>
        <p:spPr>
          <a:xfrm xmlns:a="http://schemas.openxmlformats.org/drawingml/2006/main">
            <a:off x="10515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5" name="diagram-line-1090">
            <a:extLst xmlns:a="http://schemas.openxmlformats.org/drawingml/2006/main">
              <a:ext uri="{FF2B5EF4-FFF2-40B4-BE49-F238E27FC236}">
                <a16:creationId xmlns:a16="http://schemas.microsoft.com/office/drawing/2014/main" id="{CB6AC9A3-DA43-445D-9B11-64D895AB1EF7}"/>
              </a:ext>
            </a:extLst>
          </p:cNvPr>
          <p:cNvSpPr>
            <a:spLocks xmlns:a="http://schemas.openxmlformats.org/drawingml/2006/main" noGrp="1"/>
          </p:cNvSpPr>
          <p:nvPr/>
        </p:nvSpPr>
        <p:spPr>
          <a:xfrm xmlns:a="http://schemas.openxmlformats.org/drawingml/2006/main">
            <a:off x="10629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6" name="diagram-line-1091">
            <a:extLst xmlns:a="http://schemas.openxmlformats.org/drawingml/2006/main">
              <a:ext uri="{FF2B5EF4-FFF2-40B4-BE49-F238E27FC236}">
                <a16:creationId xmlns:a16="http://schemas.microsoft.com/office/drawing/2014/main" id="{86CA02FD-E524-49D7-8D84-94B752B9BF6A}"/>
              </a:ext>
            </a:extLst>
          </p:cNvPr>
          <p:cNvSpPr>
            <a:spLocks xmlns:a="http://schemas.openxmlformats.org/drawingml/2006/main" noGrp="1"/>
          </p:cNvSpPr>
          <p:nvPr/>
        </p:nvSpPr>
        <p:spPr>
          <a:xfrm xmlns:a="http://schemas.openxmlformats.org/drawingml/2006/main">
            <a:off x="10744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7" name="diagram-line-1092">
            <a:extLst xmlns:a="http://schemas.openxmlformats.org/drawingml/2006/main">
              <a:ext uri="{FF2B5EF4-FFF2-40B4-BE49-F238E27FC236}">
                <a16:creationId xmlns:a16="http://schemas.microsoft.com/office/drawing/2014/main" id="{B5F505AF-C35A-4AC5-9A5E-150675F13B85}"/>
              </a:ext>
            </a:extLst>
          </p:cNvPr>
          <p:cNvSpPr>
            <a:spLocks xmlns:a="http://schemas.openxmlformats.org/drawingml/2006/main" noGrp="1"/>
          </p:cNvSpPr>
          <p:nvPr/>
        </p:nvSpPr>
        <p:spPr>
          <a:xfrm xmlns:a="http://schemas.openxmlformats.org/drawingml/2006/main">
            <a:off x="10858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8" name="diagram-line-1093">
            <a:extLst xmlns:a="http://schemas.openxmlformats.org/drawingml/2006/main">
              <a:ext uri="{FF2B5EF4-FFF2-40B4-BE49-F238E27FC236}">
                <a16:creationId xmlns:a16="http://schemas.microsoft.com/office/drawing/2014/main" id="{27CA9132-8EA9-4BC3-ABBD-BAC1EF658B3F}"/>
              </a:ext>
            </a:extLst>
          </p:cNvPr>
          <p:cNvSpPr>
            <a:spLocks xmlns:a="http://schemas.openxmlformats.org/drawingml/2006/main" noGrp="1"/>
          </p:cNvSpPr>
          <p:nvPr/>
        </p:nvSpPr>
        <p:spPr>
          <a:xfrm xmlns:a="http://schemas.openxmlformats.org/drawingml/2006/main">
            <a:off x="10972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9" name="diagram-line-1094">
            <a:extLst xmlns:a="http://schemas.openxmlformats.org/drawingml/2006/main">
              <a:ext uri="{FF2B5EF4-FFF2-40B4-BE49-F238E27FC236}">
                <a16:creationId xmlns:a16="http://schemas.microsoft.com/office/drawing/2014/main" id="{1353C060-F4E3-4CDE-B679-CA98703497DD}"/>
              </a:ext>
            </a:extLst>
          </p:cNvPr>
          <p:cNvSpPr>
            <a:spLocks xmlns:a="http://schemas.openxmlformats.org/drawingml/2006/main" noGrp="1"/>
          </p:cNvSpPr>
          <p:nvPr/>
        </p:nvSpPr>
        <p:spPr>
          <a:xfrm xmlns:a="http://schemas.openxmlformats.org/drawingml/2006/main">
            <a:off x="11087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40" name="diagram-line-1095">
            <a:extLst xmlns:a="http://schemas.openxmlformats.org/drawingml/2006/main">
              <a:ext uri="{FF2B5EF4-FFF2-40B4-BE49-F238E27FC236}">
                <a16:creationId xmlns:a16="http://schemas.microsoft.com/office/drawing/2014/main" id="{180A30F5-6F3C-4A83-A97F-878325C18E53}"/>
              </a:ext>
            </a:extLst>
          </p:cNvPr>
          <p:cNvSpPr>
            <a:spLocks xmlns:a="http://schemas.openxmlformats.org/drawingml/2006/main" noGrp="1"/>
          </p:cNvSpPr>
          <p:nvPr/>
        </p:nvSpPr>
        <p:spPr>
          <a:xfrm xmlns:a="http://schemas.openxmlformats.org/drawingml/2006/main">
            <a:off x="11201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41" name="diagram-line-1096">
            <a:extLst xmlns:a="http://schemas.openxmlformats.org/drawingml/2006/main">
              <a:ext uri="{FF2B5EF4-FFF2-40B4-BE49-F238E27FC236}">
                <a16:creationId xmlns:a16="http://schemas.microsoft.com/office/drawing/2014/main" id="{14C45F2E-928E-4D9C-B5A9-47E7201074AA}"/>
              </a:ext>
            </a:extLst>
          </p:cNvPr>
          <p:cNvSpPr>
            <a:spLocks xmlns:a="http://schemas.openxmlformats.org/drawingml/2006/main" noGrp="1"/>
          </p:cNvSpPr>
          <p:nvPr/>
        </p:nvSpPr>
        <p:spPr>
          <a:xfrm xmlns:a="http://schemas.openxmlformats.org/drawingml/2006/main">
            <a:off x="11315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42" name="diagram-line-1097">
            <a:extLst xmlns:a="http://schemas.openxmlformats.org/drawingml/2006/main">
              <a:ext uri="{FF2B5EF4-FFF2-40B4-BE49-F238E27FC236}">
                <a16:creationId xmlns:a16="http://schemas.microsoft.com/office/drawing/2014/main" id="{016615B1-864B-4C66-96D6-D0838293B425}"/>
              </a:ext>
            </a:extLst>
          </p:cNvPr>
          <p:cNvSpPr>
            <a:spLocks xmlns:a="http://schemas.openxmlformats.org/drawingml/2006/main" noGrp="1"/>
          </p:cNvSpPr>
          <p:nvPr/>
        </p:nvSpPr>
        <p:spPr>
          <a:xfrm xmlns:a="http://schemas.openxmlformats.org/drawingml/2006/main">
            <a:off x="11430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43" name="diagram-line-1098">
            <a:extLst xmlns:a="http://schemas.openxmlformats.org/drawingml/2006/main">
              <a:ext uri="{FF2B5EF4-FFF2-40B4-BE49-F238E27FC236}">
                <a16:creationId xmlns:a16="http://schemas.microsoft.com/office/drawing/2014/main" id="{C9FAD0DA-161D-400E-9B4A-1AC0CF54A0C9}"/>
              </a:ext>
            </a:extLst>
          </p:cNvPr>
          <p:cNvSpPr>
            <a:spLocks xmlns:a="http://schemas.openxmlformats.org/drawingml/2006/main" noGrp="1"/>
          </p:cNvSpPr>
          <p:nvPr/>
        </p:nvSpPr>
        <p:spPr>
          <a:xfrm xmlns:a="http://schemas.openxmlformats.org/drawingml/2006/main">
            <a:off x="11544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44" name="revision-text-1099">
            <a:extLst xmlns:a="http://schemas.openxmlformats.org/drawingml/2006/main">
              <a:ext uri="{FF2B5EF4-FFF2-40B4-BE49-F238E27FC236}">
                <a16:creationId xmlns:a16="http://schemas.microsoft.com/office/drawing/2014/main" id="{13B31E2F-305E-4A83-9851-8DDC2719C855}"/>
              </a:ext>
            </a:extLst>
          </p:cNvPr>
          <p:cNvSpPr>
            <a:spLocks xmlns:a="http://schemas.openxmlformats.org/drawingml/2006/main" noGrp="1"/>
          </p:cNvSpPr>
          <p:nvPr/>
        </p:nvSpPr>
        <p:spPr>
          <a:xfrm xmlns:a="http://schemas.openxmlformats.org/drawingml/2006/main">
            <a:off x="1171575" y="5467350"/>
            <a:ext cx="10048875"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275" b="0">
                <a:solidFill>
                  <a:srgbClr val="B15F20"/>
                </a:solidFill>
                <a:latin typeface="微软雅黑"/>
                <a:ea typeface="微软雅黑"/>
                <a:cs typeface="微软雅黑"/>
              </a:defRPr>
            </a:pPr>
            <a:r>
              <a:rPr sz="1275" b="0">
                <a:solidFill>
                  <a:srgbClr val="B15F20"/>
                </a:solidFill>
                <a:latin typeface="微软雅黑"/>
                <a:ea typeface="微软雅黑"/>
                <a:cs typeface="微软雅黑"/>
              </a:rPr>
              <a:t>[Exception example] A stop or abort rule is triggered</a:t>
            </a:r>
          </a:p>
        </p:txBody>
      </p:sp>
      <p:sp>
        <p:nvSpPr>
          <p:cNvPr id="345" name="diagram-line-1100">
            <a:extLst xmlns:a="http://schemas.openxmlformats.org/drawingml/2006/main">
              <a:ext uri="{FF2B5EF4-FFF2-40B4-BE49-F238E27FC236}">
                <a16:creationId xmlns:a16="http://schemas.microsoft.com/office/drawing/2014/main" id="{D1591972-AB66-4DEB-AEB5-8954740E4F1A}"/>
              </a:ext>
            </a:extLst>
          </p:cNvPr>
          <p:cNvSpPr>
            <a:spLocks xmlns:a="http://schemas.openxmlformats.org/drawingml/2006/main" noGrp="1"/>
          </p:cNvSpPr>
          <p:nvPr/>
        </p:nvSpPr>
        <p:spPr>
          <a:xfrm xmlns:a="http://schemas.openxmlformats.org/drawingml/2006/main">
            <a:off x="3752850" y="5772150"/>
            <a:ext cx="6962775" cy="191"/>
          </a:xfrm>
          <a:custGeom xmlns:a="http://schemas.openxmlformats.org/drawingml/2006/main">
            <a:pathLst>
              <a:path w="6962775" h="191">
                <a:moveTo>
                  <a:pt x="6962775" y="0"/>
                </a:moveTo>
                <a:lnTo>
                  <a:pt x="0" y="0"/>
                </a:lnTo>
              </a:path>
            </a:pathLst>
          </a:custGeom>
          <a:noFill xmlns:a="http://schemas.openxmlformats.org/drawingml/2006/main"/>
          <a:ln xmlns:a="http://schemas.openxmlformats.org/drawingml/2006/main" w="14288">
            <a:solidFill>
              <a:srgbClr val="B15F20"/>
            </a:solidFill>
          </a:ln>
        </p:spPr>
      </p:sp>
      <p:sp>
        <p:nvSpPr>
          <p:cNvPr id="346" name="diagram-poly-1101">
            <a:extLst xmlns:a="http://schemas.openxmlformats.org/drawingml/2006/main">
              <a:ext uri="{FF2B5EF4-FFF2-40B4-BE49-F238E27FC236}">
                <a16:creationId xmlns:a16="http://schemas.microsoft.com/office/drawing/2014/main" id="{5671B40C-F56B-4E82-AB37-1F45232FE857}"/>
              </a:ext>
            </a:extLst>
          </p:cNvPr>
          <p:cNvSpPr>
            <a:spLocks xmlns:a="http://schemas.openxmlformats.org/drawingml/2006/main" noGrp="1"/>
          </p:cNvSpPr>
          <p:nvPr/>
        </p:nvSpPr>
        <p:spPr>
          <a:xfrm xmlns:a="http://schemas.openxmlformats.org/drawingml/2006/main">
            <a:off x="3752850" y="5742623"/>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B15F20"/>
          </a:solidFill>
          <a:ln xmlns:a="http://schemas.openxmlformats.org/drawingml/2006/main" w="953">
            <a:solidFill>
              <a:srgbClr val="B15F20"/>
            </a:solidFill>
          </a:ln>
        </p:spPr>
      </p:sp>
      <p:sp>
        <p:nvSpPr>
          <p:cNvPr id="347" name="revision-text-1102">
            <a:extLst xmlns:a="http://schemas.openxmlformats.org/drawingml/2006/main">
              <a:ext uri="{FF2B5EF4-FFF2-40B4-BE49-F238E27FC236}">
                <a16:creationId xmlns:a16="http://schemas.microsoft.com/office/drawing/2014/main" id="{59232379-DBF9-44ED-90A2-E97E6CF9B488}"/>
              </a:ext>
            </a:extLst>
          </p:cNvPr>
          <p:cNvSpPr>
            <a:spLocks xmlns:a="http://schemas.openxmlformats.org/drawingml/2006/main" noGrp="1"/>
          </p:cNvSpPr>
          <p:nvPr/>
        </p:nvSpPr>
        <p:spPr>
          <a:xfrm xmlns:a="http://schemas.openxmlformats.org/drawingml/2006/main">
            <a:off x="5172075" y="5591175"/>
            <a:ext cx="46196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B15F20"/>
                </a:solidFill>
                <a:latin typeface="微软雅黑"/>
                <a:ea typeface="微软雅黑"/>
                <a:cs typeface="微软雅黑"/>
              </a:defRPr>
            </a:pPr>
            <a:r>
              <a:rPr sz="1200" b="0">
                <a:solidFill>
                  <a:srgbClr val="B15F20"/>
                </a:solidFill>
                <a:latin typeface="微软雅黑"/>
                <a:ea typeface="微软雅黑"/>
                <a:cs typeface="微软雅黑"/>
              </a:rPr>
              <a:t>Device action: stop / abort request to the state machine</a:t>
            </a:r>
          </a:p>
        </p:txBody>
      </p:sp>
      <p:sp>
        <p:nvSpPr>
          <p:cNvPr id="348" name="diagram-line-1103">
            <a:extLst xmlns:a="http://schemas.openxmlformats.org/drawingml/2006/main">
              <a:ext uri="{FF2B5EF4-FFF2-40B4-BE49-F238E27FC236}">
                <a16:creationId xmlns:a16="http://schemas.microsoft.com/office/drawing/2014/main" id="{67306471-F45A-4AEE-B31E-AB6838E7463F}"/>
              </a:ext>
            </a:extLst>
          </p:cNvPr>
          <p:cNvSpPr>
            <a:spLocks xmlns:a="http://schemas.openxmlformats.org/drawingml/2006/main" noGrp="1"/>
          </p:cNvSpPr>
          <p:nvPr/>
        </p:nvSpPr>
        <p:spPr>
          <a:xfrm xmlns:a="http://schemas.openxmlformats.org/drawingml/2006/main">
            <a:off x="1447800" y="5991225"/>
            <a:ext cx="9267825" cy="191"/>
          </a:xfrm>
          <a:custGeom xmlns:a="http://schemas.openxmlformats.org/drawingml/2006/main">
            <a:pathLst>
              <a:path w="9267825" h="191">
                <a:moveTo>
                  <a:pt x="9267825" y="0"/>
                </a:moveTo>
                <a:lnTo>
                  <a:pt x="0" y="0"/>
                </a:lnTo>
              </a:path>
            </a:pathLst>
          </a:custGeom>
          <a:noFill xmlns:a="http://schemas.openxmlformats.org/drawingml/2006/main"/>
          <a:ln xmlns:a="http://schemas.openxmlformats.org/drawingml/2006/main" w="14288">
            <a:solidFill>
              <a:srgbClr val="B15F20"/>
            </a:solidFill>
          </a:ln>
        </p:spPr>
      </p:sp>
      <p:sp>
        <p:nvSpPr>
          <p:cNvPr id="349" name="diagram-poly-1104">
            <a:extLst xmlns:a="http://schemas.openxmlformats.org/drawingml/2006/main">
              <a:ext uri="{FF2B5EF4-FFF2-40B4-BE49-F238E27FC236}">
                <a16:creationId xmlns:a16="http://schemas.microsoft.com/office/drawing/2014/main" id="{9BD33971-D597-46BB-83EB-D6D15BD25154}"/>
              </a:ext>
            </a:extLst>
          </p:cNvPr>
          <p:cNvSpPr>
            <a:spLocks xmlns:a="http://schemas.openxmlformats.org/drawingml/2006/main" noGrp="1"/>
          </p:cNvSpPr>
          <p:nvPr/>
        </p:nvSpPr>
        <p:spPr>
          <a:xfrm xmlns:a="http://schemas.openxmlformats.org/drawingml/2006/main">
            <a:off x="1447800" y="5961698"/>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B15F20"/>
          </a:solidFill>
          <a:ln xmlns:a="http://schemas.openxmlformats.org/drawingml/2006/main" w="953">
            <a:solidFill>
              <a:srgbClr val="B15F20"/>
            </a:solidFill>
          </a:ln>
        </p:spPr>
      </p:sp>
      <p:sp>
        <p:nvSpPr>
          <p:cNvPr id="350" name="revision-text-1105">
            <a:extLst xmlns:a="http://schemas.openxmlformats.org/drawingml/2006/main">
              <a:ext uri="{FF2B5EF4-FFF2-40B4-BE49-F238E27FC236}">
                <a16:creationId xmlns:a16="http://schemas.microsoft.com/office/drawing/2014/main" id="{6775D2B6-B2CA-494D-96E1-D17133936BEB}"/>
              </a:ext>
            </a:extLst>
          </p:cNvPr>
          <p:cNvSpPr>
            <a:spLocks xmlns:a="http://schemas.openxmlformats.org/drawingml/2006/main" noGrp="1"/>
          </p:cNvSpPr>
          <p:nvPr/>
        </p:nvSpPr>
        <p:spPr>
          <a:xfrm xmlns:a="http://schemas.openxmlformats.org/drawingml/2006/main">
            <a:off x="4048125" y="5810250"/>
            <a:ext cx="4781550"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B15F20"/>
                </a:solidFill>
                <a:latin typeface="微软雅黑"/>
                <a:ea typeface="微软雅黑"/>
                <a:cs typeface="微软雅黑"/>
              </a:defRPr>
            </a:pPr>
            <a:r>
              <a:rPr sz="1200" b="0">
                <a:solidFill>
                  <a:srgbClr val="B15F20"/>
                </a:solidFill>
                <a:latin typeface="微软雅黑"/>
                <a:ea typeface="微软雅黑"/>
                <a:cs typeface="微软雅黑"/>
              </a:rPr>
              <a:t>Task action: abort through the node interface</a:t>
            </a:r>
          </a:p>
        </p:txBody>
      </p:sp>
      <p:sp>
        <p:nvSpPr>
          <p:cNvPr id="351" name="revision-text-1106">
            <a:extLst xmlns:a="http://schemas.openxmlformats.org/drawingml/2006/main">
              <a:ext uri="{FF2B5EF4-FFF2-40B4-BE49-F238E27FC236}">
                <a16:creationId xmlns:a16="http://schemas.microsoft.com/office/drawing/2014/main" id="{6F1C87E7-2CE8-4840-AB4F-45DAB8A72BCA}"/>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52" b="1">
                <a:solidFill>
                  <a:srgbClr val="1C3C5C"/>
                </a:solidFill>
                <a:latin typeface="微软雅黑"/>
                <a:ea typeface="微软雅黑"/>
                <a:cs typeface="微软雅黑"/>
              </a:defRPr>
            </a:pPr>
            <a:r>
              <a:rPr sz="1552" b="1">
                <a:solidFill>
                  <a:srgbClr val="1C3C5C"/>
                </a:solidFill>
                <a:latin typeface="微软雅黑"/>
                <a:ea typeface="微软雅黑"/>
                <a:cs typeface="微软雅黑"/>
              </a:rPr>
              <a:t>Completion conditions govern progression; temperature violations or device faults trigger constraint handling.</a:t>
            </a:r>
          </a:p>
        </p:txBody>
      </p:sp>
    </p:spTree>
    <p:extLst>
      <p:ext uri="{BB962C8B-B14F-4D97-AF65-F5344CB8AC3E}">
        <p14:creationId xmlns:p14="http://schemas.microsoft.com/office/powerpoint/2010/main" val="11992028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E124E5A-E1E9-4BDB-AD6A-7A85F5EB288D}"/>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3228375A-AFA3-4308-8A72-B44F483378BE}"/>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9  Extension: simulation feedback loop</a:t>
            </a:r>
          </a:p>
        </p:txBody>
      </p:sp>
      <p:sp>
        <p:nvSpPr>
          <p:cNvPr id="10" name="TextBox 9">
            <a:extLst xmlns:a="http://schemas.openxmlformats.org/drawingml/2006/main">
              <a:ext uri="{FF2B5EF4-FFF2-40B4-BE49-F238E27FC236}">
                <a16:creationId xmlns:a16="http://schemas.microsoft.com/office/drawing/2014/main" id="{6814C537-51FE-466D-9ABF-E96416416CF9}"/>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11" name="TextBox 10">
            <a:extLst xmlns:a="http://schemas.openxmlformats.org/drawingml/2006/main">
              <a:ext uri="{FF2B5EF4-FFF2-40B4-BE49-F238E27FC236}">
                <a16:creationId xmlns:a16="http://schemas.microsoft.com/office/drawing/2014/main" id="{F19B2418-5098-4973-9A0F-6D9FC9071208}"/>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9/10</a:t>
            </a:r>
          </a:p>
        </p:txBody>
      </p:sp>
      <p:sp>
        <p:nvSpPr>
          <p:cNvPr id="12" name="revision-text-1107">
            <a:extLst xmlns:a="http://schemas.openxmlformats.org/drawingml/2006/main">
              <a:ext uri="{FF2B5EF4-FFF2-40B4-BE49-F238E27FC236}">
                <a16:creationId xmlns:a16="http://schemas.microsoft.com/office/drawing/2014/main" id="{93140CEF-CA74-48D4-BF8D-160C00A7DA7C}"/>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73" b="0">
                <a:solidFill>
                  <a:srgbClr val="152C40"/>
                </a:solidFill>
                <a:latin typeface="微软雅黑"/>
                <a:ea typeface="微软雅黑"/>
                <a:cs typeface="微软雅黑"/>
              </a:defRPr>
            </a:pPr>
            <a:r>
              <a:rPr sz="1673" b="0">
                <a:solidFill>
                  <a:srgbClr val="152C40"/>
                </a:solidFill>
                <a:latin typeface="微软雅黑"/>
                <a:ea typeface="微软雅黑"/>
                <a:cs typeface="微软雅黑"/>
              </a:rPr>
              <a:t>A virtual device instance inside the Adapter runs the simulation; upper-level models and rules stay the same.</a:t>
            </a:r>
          </a:p>
        </p:txBody>
      </p:sp>
      <p:sp>
        <p:nvSpPr>
          <p:cNvPr id="13" name="diagram-box-1108">
            <a:extLst xmlns:a="http://schemas.openxmlformats.org/drawingml/2006/main">
              <a:ext uri="{FF2B5EF4-FFF2-40B4-BE49-F238E27FC236}">
                <a16:creationId xmlns:a16="http://schemas.microsoft.com/office/drawing/2014/main" id="{46CFFD44-B2AB-4DEC-BF07-6F74BD0B04E4}"/>
              </a:ext>
            </a:extLst>
          </p:cNvPr>
          <p:cNvSpPr>
            <a:spLocks xmlns:a="http://schemas.openxmlformats.org/drawingml/2006/main" noGrp="1"/>
          </p:cNvSpPr>
          <p:nvPr/>
        </p:nvSpPr>
        <p:spPr>
          <a:xfrm xmlns:a="http://schemas.openxmlformats.org/drawingml/2006/main">
            <a:off x="581025" y="2809875"/>
            <a:ext cx="2105025" cy="2190750"/>
          </a:xfrm>
          <a:prstGeom xmlns:a="http://schemas.openxmlformats.org/drawingml/2006/main" prst="rect">
            <a:avLst/>
          </a:prstGeom>
          <a:solidFill xmlns:a="http://schemas.openxmlformats.org/drawingml/2006/main">
            <a:srgbClr val="E7F3F7"/>
          </a:solidFill>
          <a:ln xmlns:a="http://schemas.openxmlformats.org/drawingml/2006/main" w="9525">
            <a:solidFill>
              <a:srgbClr val="6F7B83"/>
            </a:solidFill>
          </a:ln>
        </p:spPr>
      </p:sp>
      <p:sp>
        <p:nvSpPr>
          <p:cNvPr id="14" name="diagram-box-1109">
            <a:extLst xmlns:a="http://schemas.openxmlformats.org/drawingml/2006/main">
              <a:ext uri="{FF2B5EF4-FFF2-40B4-BE49-F238E27FC236}">
                <a16:creationId xmlns:a16="http://schemas.microsoft.com/office/drawing/2014/main" id="{34939978-71F7-433E-90A6-0CA58551DCA5}"/>
              </a:ext>
            </a:extLst>
          </p:cNvPr>
          <p:cNvSpPr>
            <a:spLocks xmlns:a="http://schemas.openxmlformats.org/drawingml/2006/main" noGrp="1"/>
          </p:cNvSpPr>
          <p:nvPr/>
        </p:nvSpPr>
        <p:spPr>
          <a:xfrm xmlns:a="http://schemas.openxmlformats.org/drawingml/2006/main">
            <a:off x="581025" y="2809875"/>
            <a:ext cx="2105025" cy="304800"/>
          </a:xfrm>
          <a:prstGeom xmlns:a="http://schemas.openxmlformats.org/drawingml/2006/main" prst="rect">
            <a:avLst/>
          </a:prstGeom>
          <a:solidFill xmlns:a="http://schemas.openxmlformats.org/drawingml/2006/main">
            <a:srgbClr val="D9EDF2"/>
          </a:solidFill>
          <a:ln xmlns:a="http://schemas.openxmlformats.org/drawingml/2006/main" w="9525">
            <a:solidFill>
              <a:srgbClr val="6F7B83"/>
            </a:solidFill>
          </a:ln>
        </p:spPr>
      </p:sp>
      <p:sp>
        <p:nvSpPr>
          <p:cNvPr id="15" name="revision-text-1110">
            <a:extLst xmlns:a="http://schemas.openxmlformats.org/drawingml/2006/main">
              <a:ext uri="{FF2B5EF4-FFF2-40B4-BE49-F238E27FC236}">
                <a16:creationId xmlns:a16="http://schemas.microsoft.com/office/drawing/2014/main" id="{84CD2081-6272-47F9-B327-DD879D85D883}"/>
              </a:ext>
            </a:extLst>
          </p:cNvPr>
          <p:cNvSpPr>
            <a:spLocks xmlns:a="http://schemas.openxmlformats.org/drawingml/2006/main" noGrp="1"/>
          </p:cNvSpPr>
          <p:nvPr/>
        </p:nvSpPr>
        <p:spPr>
          <a:xfrm xmlns:a="http://schemas.openxmlformats.org/drawingml/2006/main">
            <a:off x="657225" y="2838450"/>
            <a:ext cx="1952625"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LLM</a:t>
            </a:r>
          </a:p>
        </p:txBody>
      </p:sp>
      <p:sp>
        <p:nvSpPr>
          <p:cNvPr id="16" name="diagram-box-1111">
            <a:extLst xmlns:a="http://schemas.openxmlformats.org/drawingml/2006/main">
              <a:ext uri="{FF2B5EF4-FFF2-40B4-BE49-F238E27FC236}">
                <a16:creationId xmlns:a16="http://schemas.microsoft.com/office/drawing/2014/main" id="{579EC347-6B46-488D-8B83-3B65D748FF21}"/>
              </a:ext>
            </a:extLst>
          </p:cNvPr>
          <p:cNvSpPr>
            <a:spLocks xmlns:a="http://schemas.openxmlformats.org/drawingml/2006/main" noGrp="1"/>
          </p:cNvSpPr>
          <p:nvPr/>
        </p:nvSpPr>
        <p:spPr>
          <a:xfrm xmlns:a="http://schemas.openxmlformats.org/drawingml/2006/main">
            <a:off x="704850" y="3248025"/>
            <a:ext cx="1857375"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17" name="revision-text-1112">
            <a:extLst xmlns:a="http://schemas.openxmlformats.org/drawingml/2006/main">
              <a:ext uri="{FF2B5EF4-FFF2-40B4-BE49-F238E27FC236}">
                <a16:creationId xmlns:a16="http://schemas.microsoft.com/office/drawing/2014/main" id="{A50A0718-0BDB-4FCC-938D-592250A2C977}"/>
              </a:ext>
            </a:extLst>
          </p:cNvPr>
          <p:cNvSpPr>
            <a:spLocks xmlns:a="http://schemas.openxmlformats.org/drawingml/2006/main" noGrp="1"/>
          </p:cNvSpPr>
          <p:nvPr/>
        </p:nvSpPr>
        <p:spPr>
          <a:xfrm xmlns:a="http://schemas.openxmlformats.org/drawingml/2006/main">
            <a:off x="752475" y="3276600"/>
            <a:ext cx="176212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52" b="1">
                <a:solidFill>
                  <a:srgbClr val="111111"/>
                </a:solidFill>
                <a:latin typeface="微软雅黑"/>
                <a:ea typeface="微软雅黑"/>
                <a:cs typeface="微软雅黑"/>
              </a:defRPr>
            </a:pPr>
            <a:r>
              <a:rPr sz="1252" b="1">
                <a:solidFill>
                  <a:srgbClr val="111111"/>
                </a:solidFill>
                <a:latin typeface="微软雅黑"/>
                <a:ea typeface="微软雅黑"/>
                <a:cs typeface="微软雅黑"/>
              </a:rPr>
              <a:t>Propose / Revise plan</a:t>
            </a:r>
          </a:p>
        </p:txBody>
      </p:sp>
      <p:sp>
        <p:nvSpPr>
          <p:cNvPr id="18" name="revision-text-1113">
            <a:extLst xmlns:a="http://schemas.openxmlformats.org/drawingml/2006/main">
              <a:ext uri="{FF2B5EF4-FFF2-40B4-BE49-F238E27FC236}">
                <a16:creationId xmlns:a16="http://schemas.microsoft.com/office/drawing/2014/main" id="{9ADF5BEA-157B-49AC-87FF-0A8131E47DA2}"/>
              </a:ext>
            </a:extLst>
          </p:cNvPr>
          <p:cNvSpPr>
            <a:spLocks xmlns:a="http://schemas.openxmlformats.org/drawingml/2006/main" noGrp="1"/>
          </p:cNvSpPr>
          <p:nvPr/>
        </p:nvSpPr>
        <p:spPr>
          <a:xfrm xmlns:a="http://schemas.openxmlformats.org/drawingml/2006/main">
            <a:off x="762000" y="3457575"/>
            <a:ext cx="1743075"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058" b="0">
                <a:solidFill>
                  <a:srgbClr val="111111"/>
                </a:solidFill>
                <a:latin typeface="微软雅黑"/>
                <a:ea typeface="微软雅黑"/>
                <a:cs typeface="微软雅黑"/>
              </a:defRPr>
            </a:pPr>
            <a:r>
              <a:rPr sz="1058" b="0">
                <a:solidFill>
                  <a:srgbClr val="111111"/>
                </a:solidFill>
                <a:latin typeface="微软雅黑"/>
                <a:ea typeface="微软雅黑"/>
                <a:cs typeface="微软雅黑"/>
              </a:rPr>
              <a:t>Workflow / Device request</a:t>
            </a:r>
          </a:p>
        </p:txBody>
      </p:sp>
      <p:sp>
        <p:nvSpPr>
          <p:cNvPr id="19" name="diagram-box-1114">
            <a:extLst xmlns:a="http://schemas.openxmlformats.org/drawingml/2006/main">
              <a:ext uri="{FF2B5EF4-FFF2-40B4-BE49-F238E27FC236}">
                <a16:creationId xmlns:a16="http://schemas.microsoft.com/office/drawing/2014/main" id="{5B1BB6E1-E44C-4657-8D2A-943769D0C857}"/>
              </a:ext>
            </a:extLst>
          </p:cNvPr>
          <p:cNvSpPr>
            <a:spLocks xmlns:a="http://schemas.openxmlformats.org/drawingml/2006/main" noGrp="1"/>
          </p:cNvSpPr>
          <p:nvPr/>
        </p:nvSpPr>
        <p:spPr>
          <a:xfrm xmlns:a="http://schemas.openxmlformats.org/drawingml/2006/main">
            <a:off x="704850" y="4200525"/>
            <a:ext cx="1857375"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20" name="revision-text-1115">
            <a:extLst xmlns:a="http://schemas.openxmlformats.org/drawingml/2006/main">
              <a:ext uri="{FF2B5EF4-FFF2-40B4-BE49-F238E27FC236}">
                <a16:creationId xmlns:a16="http://schemas.microsoft.com/office/drawing/2014/main" id="{D52AF0C0-E053-4E70-94EF-F3D1B2FD99BC}"/>
              </a:ext>
            </a:extLst>
          </p:cNvPr>
          <p:cNvSpPr>
            <a:spLocks xmlns:a="http://schemas.openxmlformats.org/drawingml/2006/main" noGrp="1"/>
          </p:cNvSpPr>
          <p:nvPr/>
        </p:nvSpPr>
        <p:spPr>
          <a:xfrm xmlns:a="http://schemas.openxmlformats.org/drawingml/2006/main">
            <a:off x="752475" y="4229100"/>
            <a:ext cx="176212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1">
                <a:solidFill>
                  <a:srgbClr val="111111"/>
                </a:solidFill>
                <a:latin typeface="微软雅黑"/>
                <a:ea typeface="微软雅黑"/>
                <a:cs typeface="微软雅黑"/>
              </a:defRPr>
            </a:pPr>
            <a:r>
              <a:rPr sz="1350" b="1">
                <a:solidFill>
                  <a:srgbClr val="111111"/>
                </a:solidFill>
                <a:latin typeface="微软雅黑"/>
                <a:ea typeface="微软雅黑"/>
                <a:cs typeface="微软雅黑"/>
              </a:rPr>
              <a:t>Analyze feedback</a:t>
            </a:r>
          </a:p>
        </p:txBody>
      </p:sp>
      <p:sp>
        <p:nvSpPr>
          <p:cNvPr id="21" name="revision-text-1116">
            <a:extLst xmlns:a="http://schemas.openxmlformats.org/drawingml/2006/main">
              <a:ext uri="{FF2B5EF4-FFF2-40B4-BE49-F238E27FC236}">
                <a16:creationId xmlns:a16="http://schemas.microsoft.com/office/drawing/2014/main" id="{E7B6A6D1-FC7C-4395-9926-ED996BFDD87A}"/>
              </a:ext>
            </a:extLst>
          </p:cNvPr>
          <p:cNvSpPr>
            <a:spLocks xmlns:a="http://schemas.openxmlformats.org/drawingml/2006/main" noGrp="1"/>
          </p:cNvSpPr>
          <p:nvPr/>
        </p:nvSpPr>
        <p:spPr>
          <a:xfrm xmlns:a="http://schemas.openxmlformats.org/drawingml/2006/main">
            <a:off x="762000" y="4410075"/>
            <a:ext cx="1743075"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25" b="0">
                <a:solidFill>
                  <a:srgbClr val="111111"/>
                </a:solidFill>
                <a:latin typeface="微软雅黑"/>
                <a:ea typeface="微软雅黑"/>
                <a:cs typeface="微软雅黑"/>
              </a:defRPr>
            </a:pPr>
            <a:r>
              <a:rPr sz="825" b="0">
                <a:solidFill>
                  <a:srgbClr val="111111"/>
                </a:solidFill>
                <a:latin typeface="微软雅黑"/>
                <a:ea typeface="微软雅黑"/>
                <a:cs typeface="微软雅黑"/>
              </a:rPr>
              <a:t>Revise steps, parameters, requests</a:t>
            </a:r>
          </a:p>
        </p:txBody>
      </p:sp>
      <p:sp>
        <p:nvSpPr>
          <p:cNvPr id="22" name="diagram-line-1117">
            <a:extLst xmlns:a="http://schemas.openxmlformats.org/drawingml/2006/main">
              <a:ext uri="{FF2B5EF4-FFF2-40B4-BE49-F238E27FC236}">
                <a16:creationId xmlns:a16="http://schemas.microsoft.com/office/drawing/2014/main" id="{1A26DF42-13E4-4734-A276-54BAE81BCFE7}"/>
              </a:ext>
            </a:extLst>
          </p:cNvPr>
          <p:cNvSpPr>
            <a:spLocks xmlns:a="http://schemas.openxmlformats.org/drawingml/2006/main" noGrp="1"/>
          </p:cNvSpPr>
          <p:nvPr/>
        </p:nvSpPr>
        <p:spPr>
          <a:xfrm xmlns:a="http://schemas.openxmlformats.org/drawingml/2006/main">
            <a:off x="352425" y="4524375"/>
            <a:ext cx="352425" cy="191"/>
          </a:xfrm>
          <a:custGeom xmlns:a="http://schemas.openxmlformats.org/drawingml/2006/main">
            <a:pathLst>
              <a:path w="352425" h="191">
                <a:moveTo>
                  <a:pt x="352425" y="0"/>
                </a:moveTo>
                <a:lnTo>
                  <a:pt x="0" y="0"/>
                </a:lnTo>
              </a:path>
            </a:pathLst>
          </a:custGeom>
          <a:noFill xmlns:a="http://schemas.openxmlformats.org/drawingml/2006/main"/>
          <a:ln xmlns:a="http://schemas.openxmlformats.org/drawingml/2006/main" w="14288">
            <a:solidFill>
              <a:srgbClr val="799A39"/>
            </a:solidFill>
          </a:ln>
        </p:spPr>
      </p:sp>
      <p:sp>
        <p:nvSpPr>
          <p:cNvPr id="23" name="diagram-line-1118">
            <a:extLst xmlns:a="http://schemas.openxmlformats.org/drawingml/2006/main">
              <a:ext uri="{FF2B5EF4-FFF2-40B4-BE49-F238E27FC236}">
                <a16:creationId xmlns:a16="http://schemas.microsoft.com/office/drawing/2014/main" id="{79A692C7-0B4B-4DD2-87CA-8AA586D35624}"/>
              </a:ext>
            </a:extLst>
          </p:cNvPr>
          <p:cNvSpPr>
            <a:spLocks xmlns:a="http://schemas.openxmlformats.org/drawingml/2006/main" noGrp="1"/>
          </p:cNvSpPr>
          <p:nvPr/>
        </p:nvSpPr>
        <p:spPr>
          <a:xfrm xmlns:a="http://schemas.openxmlformats.org/drawingml/2006/main">
            <a:off x="352425" y="3552825"/>
            <a:ext cx="191" cy="971550"/>
          </a:xfrm>
          <a:custGeom xmlns:a="http://schemas.openxmlformats.org/drawingml/2006/main">
            <a:pathLst>
              <a:path w="191" h="971550">
                <a:moveTo>
                  <a:pt x="0" y="971550"/>
                </a:moveTo>
                <a:lnTo>
                  <a:pt x="0" y="0"/>
                </a:lnTo>
              </a:path>
            </a:pathLst>
          </a:custGeom>
          <a:noFill xmlns:a="http://schemas.openxmlformats.org/drawingml/2006/main"/>
          <a:ln xmlns:a="http://schemas.openxmlformats.org/drawingml/2006/main" w="14288">
            <a:solidFill>
              <a:srgbClr val="799A39"/>
            </a:solidFill>
          </a:ln>
        </p:spPr>
      </p:sp>
      <p:sp>
        <p:nvSpPr>
          <p:cNvPr id="24" name="diagram-line-1119">
            <a:extLst xmlns:a="http://schemas.openxmlformats.org/drawingml/2006/main">
              <a:ext uri="{FF2B5EF4-FFF2-40B4-BE49-F238E27FC236}">
                <a16:creationId xmlns:a16="http://schemas.microsoft.com/office/drawing/2014/main" id="{808276D3-27BD-4AB5-AC8E-A7D0E7F5B77D}"/>
              </a:ext>
            </a:extLst>
          </p:cNvPr>
          <p:cNvSpPr>
            <a:spLocks xmlns:a="http://schemas.openxmlformats.org/drawingml/2006/main" noGrp="1"/>
          </p:cNvSpPr>
          <p:nvPr/>
        </p:nvSpPr>
        <p:spPr>
          <a:xfrm xmlns:a="http://schemas.openxmlformats.org/drawingml/2006/main">
            <a:off x="352425" y="3552825"/>
            <a:ext cx="352425" cy="191"/>
          </a:xfrm>
          <a:custGeom xmlns:a="http://schemas.openxmlformats.org/drawingml/2006/main">
            <a:pathLst>
              <a:path w="352425" h="191">
                <a:moveTo>
                  <a:pt x="0" y="0"/>
                </a:moveTo>
                <a:lnTo>
                  <a:pt x="352425" y="0"/>
                </a:lnTo>
              </a:path>
            </a:pathLst>
          </a:custGeom>
          <a:noFill xmlns:a="http://schemas.openxmlformats.org/drawingml/2006/main"/>
          <a:ln xmlns:a="http://schemas.openxmlformats.org/drawingml/2006/main" w="14288">
            <a:solidFill>
              <a:srgbClr val="799A39"/>
            </a:solidFill>
          </a:ln>
        </p:spPr>
      </p:sp>
      <p:sp>
        <p:nvSpPr>
          <p:cNvPr id="25" name="diagram-poly-1120">
            <a:extLst xmlns:a="http://schemas.openxmlformats.org/drawingml/2006/main">
              <a:ext uri="{FF2B5EF4-FFF2-40B4-BE49-F238E27FC236}">
                <a16:creationId xmlns:a16="http://schemas.microsoft.com/office/drawing/2014/main" id="{BC290A9C-394E-4C5C-A3EE-3E8B47E7AA06}"/>
              </a:ext>
            </a:extLst>
          </p:cNvPr>
          <p:cNvSpPr>
            <a:spLocks xmlns:a="http://schemas.openxmlformats.org/drawingml/2006/main" noGrp="1"/>
          </p:cNvSpPr>
          <p:nvPr/>
        </p:nvSpPr>
        <p:spPr>
          <a:xfrm xmlns:a="http://schemas.openxmlformats.org/drawingml/2006/main">
            <a:off x="638175" y="3523298"/>
            <a:ext cx="66675" cy="59055"/>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799A39"/>
          </a:solidFill>
          <a:ln xmlns:a="http://schemas.openxmlformats.org/drawingml/2006/main" w="953">
            <a:solidFill>
              <a:srgbClr val="799A39"/>
            </a:solidFill>
          </a:ln>
        </p:spPr>
      </p:sp>
      <p:sp>
        <p:nvSpPr>
          <p:cNvPr id="26" name="revision-text-1121">
            <a:extLst xmlns:a="http://schemas.openxmlformats.org/drawingml/2006/main">
              <a:ext uri="{FF2B5EF4-FFF2-40B4-BE49-F238E27FC236}">
                <a16:creationId xmlns:a16="http://schemas.microsoft.com/office/drawing/2014/main" id="{1D6F4031-4A1C-4FC8-BAB2-9EC62389E07E}"/>
              </a:ext>
            </a:extLst>
          </p:cNvPr>
          <p:cNvSpPr>
            <a:spLocks xmlns:a="http://schemas.openxmlformats.org/drawingml/2006/main" noGrp="1"/>
          </p:cNvSpPr>
          <p:nvPr/>
        </p:nvSpPr>
        <p:spPr>
          <a:xfrm xmlns:a="http://schemas.openxmlformats.org/drawingml/2006/main">
            <a:off x="742950" y="3943350"/>
            <a:ext cx="18002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33" b="0">
                <a:solidFill>
                  <a:srgbClr val="799A39"/>
                </a:solidFill>
                <a:latin typeface="微软雅黑"/>
                <a:ea typeface="微软雅黑"/>
                <a:cs typeface="微软雅黑"/>
              </a:defRPr>
            </a:pPr>
            <a:r>
              <a:rPr sz="1133" b="0">
                <a:solidFill>
                  <a:srgbClr val="799A39"/>
                </a:solidFill>
                <a:latin typeface="微软雅黑"/>
                <a:ea typeface="微软雅黑"/>
                <a:cs typeface="微软雅黑"/>
              </a:rPr>
              <a:t>Feedback refines the plan</a:t>
            </a:r>
          </a:p>
        </p:txBody>
      </p:sp>
      <p:sp>
        <p:nvSpPr>
          <p:cNvPr id="27" name="diagram-box-1122">
            <a:extLst xmlns:a="http://schemas.openxmlformats.org/drawingml/2006/main">
              <a:ext uri="{FF2B5EF4-FFF2-40B4-BE49-F238E27FC236}">
                <a16:creationId xmlns:a16="http://schemas.microsoft.com/office/drawing/2014/main" id="{0D17D104-32A9-4A42-9A27-9D418B288408}"/>
              </a:ext>
            </a:extLst>
          </p:cNvPr>
          <p:cNvSpPr>
            <a:spLocks xmlns:a="http://schemas.openxmlformats.org/drawingml/2006/main" noGrp="1"/>
          </p:cNvSpPr>
          <p:nvPr/>
        </p:nvSpPr>
        <p:spPr>
          <a:xfrm xmlns:a="http://schemas.openxmlformats.org/drawingml/2006/main">
            <a:off x="3505200" y="1657350"/>
            <a:ext cx="2447925" cy="1076325"/>
          </a:xfrm>
          <a:prstGeom xmlns:a="http://schemas.openxmlformats.org/drawingml/2006/main" prst="rect">
            <a:avLst/>
          </a:prstGeom>
          <a:solidFill xmlns:a="http://schemas.openxmlformats.org/drawingml/2006/main">
            <a:srgbClr val="FAF8FC"/>
          </a:solidFill>
          <a:ln xmlns:a="http://schemas.openxmlformats.org/drawingml/2006/main" w="9525">
            <a:solidFill>
              <a:srgbClr val="6F7B83"/>
            </a:solidFill>
          </a:ln>
        </p:spPr>
      </p:sp>
      <p:sp>
        <p:nvSpPr>
          <p:cNvPr id="28" name="diagram-box-1123">
            <a:extLst xmlns:a="http://schemas.openxmlformats.org/drawingml/2006/main">
              <a:ext uri="{FF2B5EF4-FFF2-40B4-BE49-F238E27FC236}">
                <a16:creationId xmlns:a16="http://schemas.microsoft.com/office/drawing/2014/main" id="{63E5E201-C2E5-4539-A42B-8D7D5596FF9E}"/>
              </a:ext>
            </a:extLst>
          </p:cNvPr>
          <p:cNvSpPr>
            <a:spLocks xmlns:a="http://schemas.openxmlformats.org/drawingml/2006/main" noGrp="1"/>
          </p:cNvSpPr>
          <p:nvPr/>
        </p:nvSpPr>
        <p:spPr>
          <a:xfrm xmlns:a="http://schemas.openxmlformats.org/drawingml/2006/main">
            <a:off x="3505200" y="1657350"/>
            <a:ext cx="2447925" cy="304800"/>
          </a:xfrm>
          <a:prstGeom xmlns:a="http://schemas.openxmlformats.org/drawingml/2006/main" prst="rect">
            <a:avLst/>
          </a:prstGeom>
          <a:solidFill xmlns:a="http://schemas.openxmlformats.org/drawingml/2006/main">
            <a:srgbClr val="EEE9F2"/>
          </a:solidFill>
          <a:ln xmlns:a="http://schemas.openxmlformats.org/drawingml/2006/main" w="9525">
            <a:solidFill>
              <a:srgbClr val="6F7B83"/>
            </a:solidFill>
          </a:ln>
        </p:spPr>
      </p:sp>
      <p:sp>
        <p:nvSpPr>
          <p:cNvPr id="29" name="revision-text-1124">
            <a:extLst xmlns:a="http://schemas.openxmlformats.org/drawingml/2006/main">
              <a:ext uri="{FF2B5EF4-FFF2-40B4-BE49-F238E27FC236}">
                <a16:creationId xmlns:a16="http://schemas.microsoft.com/office/drawing/2014/main" id="{8C0673CF-9092-4D9C-9B94-DFE37CF5BE6A}"/>
              </a:ext>
            </a:extLst>
          </p:cNvPr>
          <p:cNvSpPr>
            <a:spLocks xmlns:a="http://schemas.openxmlformats.org/drawingml/2006/main" noGrp="1"/>
          </p:cNvSpPr>
          <p:nvPr/>
        </p:nvSpPr>
        <p:spPr>
          <a:xfrm xmlns:a="http://schemas.openxmlformats.org/drawingml/2006/main">
            <a:off x="3581400" y="1685925"/>
            <a:ext cx="2295525"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298" b="1">
                <a:solidFill>
                  <a:srgbClr val="111111"/>
                </a:solidFill>
                <a:latin typeface="微软雅黑"/>
                <a:ea typeface="微软雅黑"/>
                <a:cs typeface="微软雅黑"/>
              </a:defRPr>
            </a:pPr>
            <a:r>
              <a:rPr sz="1298" b="1">
                <a:solidFill>
                  <a:srgbClr val="111111"/>
                </a:solidFill>
                <a:latin typeface="微软雅黑"/>
                <a:ea typeface="微软雅黑"/>
                <a:cs typeface="微软雅黑"/>
              </a:rPr>
              <a:t>Workflow model (optional)</a:t>
            </a:r>
          </a:p>
        </p:txBody>
      </p:sp>
      <p:sp>
        <p:nvSpPr>
          <p:cNvPr id="30" name="revision-text-1125">
            <a:extLst xmlns:a="http://schemas.openxmlformats.org/drawingml/2006/main">
              <a:ext uri="{FF2B5EF4-FFF2-40B4-BE49-F238E27FC236}">
                <a16:creationId xmlns:a16="http://schemas.microsoft.com/office/drawing/2014/main" id="{4FFBF03C-7969-4194-BDF2-6B248E086626}"/>
              </a:ext>
            </a:extLst>
          </p:cNvPr>
          <p:cNvSpPr>
            <a:spLocks xmlns:a="http://schemas.openxmlformats.org/drawingml/2006/main" noGrp="1"/>
          </p:cNvSpPr>
          <p:nvPr/>
        </p:nvSpPr>
        <p:spPr>
          <a:xfrm xmlns:a="http://schemas.openxmlformats.org/drawingml/2006/main">
            <a:off x="3609975" y="2124075"/>
            <a:ext cx="2238375" cy="4392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83" b="0">
                <a:solidFill>
                  <a:srgbClr val="111111"/>
                </a:solidFill>
                <a:latin typeface="微软雅黑"/>
                <a:ea typeface="微软雅黑"/>
                <a:cs typeface="微软雅黑"/>
              </a:defRPr>
            </a:pPr>
            <a:r>
              <a:rPr sz="1283" b="0">
                <a:solidFill>
                  <a:srgbClr val="111111"/>
                </a:solidFill>
                <a:latin typeface="微软雅黑"/>
                <a:ea typeface="微软雅黑"/>
                <a:cs typeface="微软雅黑"/>
              </a:rPr>
              <a:t>Organize steps and data</a:t>
            </a:r>
          </a:p>
          <a:p xmlns:a="http://schemas.openxmlformats.org/drawingml/2006/main">
            <a:pPr algn="ctr">
              <a:lnSpc>
                <a:spcPct val="104000"/>
              </a:lnSpc>
              <a:spcBef>
                <a:spcPts val="0"/>
              </a:spcBef>
              <a:spcAft>
                <a:spcPts val="0"/>
              </a:spcAft>
              <a:buNone/>
              <a:defRPr sz="1283" b="0">
                <a:solidFill>
                  <a:srgbClr val="111111"/>
                </a:solidFill>
                <a:latin typeface="微软雅黑"/>
                <a:ea typeface="微软雅黑"/>
                <a:cs typeface="微软雅黑"/>
              </a:defRPr>
            </a:pPr>
            <a:r>
              <a:rPr sz="1283" b="0">
                <a:solidFill>
                  <a:srgbClr val="111111"/>
                </a:solidFill>
                <a:latin typeface="微软雅黑"/>
                <a:ea typeface="微软雅黑"/>
                <a:cs typeface="微软雅黑"/>
              </a:rPr>
              <a:t>Nodes issue device requests</a:t>
            </a:r>
          </a:p>
        </p:txBody>
      </p:sp>
      <p:sp>
        <p:nvSpPr>
          <p:cNvPr id="31" name="diagram-box-1126">
            <a:extLst xmlns:a="http://schemas.openxmlformats.org/drawingml/2006/main">
              <a:ext uri="{FF2B5EF4-FFF2-40B4-BE49-F238E27FC236}">
                <a16:creationId xmlns:a16="http://schemas.microsoft.com/office/drawing/2014/main" id="{479B1E48-5C2A-474F-9443-63DF78384BC4}"/>
              </a:ext>
            </a:extLst>
          </p:cNvPr>
          <p:cNvSpPr>
            <a:spLocks xmlns:a="http://schemas.openxmlformats.org/drawingml/2006/main" noGrp="1"/>
          </p:cNvSpPr>
          <p:nvPr/>
        </p:nvSpPr>
        <p:spPr>
          <a:xfrm xmlns:a="http://schemas.openxmlformats.org/drawingml/2006/main">
            <a:off x="6057900" y="3152775"/>
            <a:ext cx="2371725" cy="1885950"/>
          </a:xfrm>
          <a:prstGeom xmlns:a="http://schemas.openxmlformats.org/drawingml/2006/main" prst="rect">
            <a:avLst/>
          </a:prstGeom>
          <a:solidFill xmlns:a="http://schemas.openxmlformats.org/drawingml/2006/main">
            <a:srgbClr val="F6F9EF"/>
          </a:solidFill>
          <a:ln xmlns:a="http://schemas.openxmlformats.org/drawingml/2006/main" w="9525">
            <a:solidFill>
              <a:srgbClr val="6F7B83"/>
            </a:solidFill>
          </a:ln>
        </p:spPr>
      </p:sp>
      <p:sp>
        <p:nvSpPr>
          <p:cNvPr id="32" name="diagram-box-1127">
            <a:extLst xmlns:a="http://schemas.openxmlformats.org/drawingml/2006/main">
              <a:ext uri="{FF2B5EF4-FFF2-40B4-BE49-F238E27FC236}">
                <a16:creationId xmlns:a16="http://schemas.microsoft.com/office/drawing/2014/main" id="{285A3C40-6822-4174-9D35-120FE9A3CFDC}"/>
              </a:ext>
            </a:extLst>
          </p:cNvPr>
          <p:cNvSpPr>
            <a:spLocks xmlns:a="http://schemas.openxmlformats.org/drawingml/2006/main" noGrp="1"/>
          </p:cNvSpPr>
          <p:nvPr/>
        </p:nvSpPr>
        <p:spPr>
          <a:xfrm xmlns:a="http://schemas.openxmlformats.org/drawingml/2006/main">
            <a:off x="6057900" y="3152775"/>
            <a:ext cx="2371725" cy="304800"/>
          </a:xfrm>
          <a:prstGeom xmlns:a="http://schemas.openxmlformats.org/drawingml/2006/main" prst="rect">
            <a:avLst/>
          </a:prstGeom>
          <a:solidFill xmlns:a="http://schemas.openxmlformats.org/drawingml/2006/main">
            <a:srgbClr val="E9F0DB"/>
          </a:solidFill>
          <a:ln xmlns:a="http://schemas.openxmlformats.org/drawingml/2006/main" w="9525">
            <a:solidFill>
              <a:srgbClr val="6F7B83"/>
            </a:solidFill>
          </a:ln>
        </p:spPr>
      </p:sp>
      <p:sp>
        <p:nvSpPr>
          <p:cNvPr id="33" name="revision-text-1128">
            <a:extLst xmlns:a="http://schemas.openxmlformats.org/drawingml/2006/main">
              <a:ext uri="{FF2B5EF4-FFF2-40B4-BE49-F238E27FC236}">
                <a16:creationId xmlns:a16="http://schemas.microsoft.com/office/drawing/2014/main" id="{D006A8D0-A249-44CB-9189-1E50F84E508C}"/>
              </a:ext>
            </a:extLst>
          </p:cNvPr>
          <p:cNvSpPr>
            <a:spLocks xmlns:a="http://schemas.openxmlformats.org/drawingml/2006/main" noGrp="1"/>
          </p:cNvSpPr>
          <p:nvPr/>
        </p:nvSpPr>
        <p:spPr>
          <a:xfrm xmlns:a="http://schemas.openxmlformats.org/drawingml/2006/main">
            <a:off x="6134100" y="3181350"/>
            <a:ext cx="2219325" cy="272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75" b="1">
                <a:solidFill>
                  <a:srgbClr val="111111"/>
                </a:solidFill>
                <a:latin typeface="微软雅黑"/>
                <a:ea typeface="微软雅黑"/>
                <a:cs typeface="微软雅黑"/>
              </a:defRPr>
            </a:pPr>
            <a:r>
              <a:rPr sz="1575" b="1">
                <a:solidFill>
                  <a:srgbClr val="111111"/>
                </a:solidFill>
                <a:latin typeface="微软雅黑"/>
                <a:ea typeface="微软雅黑"/>
                <a:cs typeface="微软雅黑"/>
              </a:rPr>
              <a:t>Device model</a:t>
            </a:r>
          </a:p>
        </p:txBody>
      </p:sp>
      <p:sp>
        <p:nvSpPr>
          <p:cNvPr id="34" name="revision-text-1129">
            <a:extLst xmlns:a="http://schemas.openxmlformats.org/drawingml/2006/main">
              <a:ext uri="{FF2B5EF4-FFF2-40B4-BE49-F238E27FC236}">
                <a16:creationId xmlns:a16="http://schemas.microsoft.com/office/drawing/2014/main" id="{7680A2C4-BA7D-450C-A3A8-050E92BA7CD1}"/>
              </a:ext>
            </a:extLst>
          </p:cNvPr>
          <p:cNvSpPr>
            <a:spLocks xmlns:a="http://schemas.openxmlformats.org/drawingml/2006/main" noGrp="1"/>
          </p:cNvSpPr>
          <p:nvPr/>
        </p:nvSpPr>
        <p:spPr>
          <a:xfrm xmlns:a="http://schemas.openxmlformats.org/drawingml/2006/main">
            <a:off x="6115050" y="3514725"/>
            <a:ext cx="2257425"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98" b="1">
                <a:solidFill>
                  <a:srgbClr val="111111"/>
                </a:solidFill>
                <a:latin typeface="微软雅黑"/>
                <a:ea typeface="微软雅黑"/>
                <a:cs typeface="微软雅黑"/>
              </a:defRPr>
            </a:pPr>
            <a:r>
              <a:rPr sz="1298" b="1">
                <a:solidFill>
                  <a:srgbClr val="111111"/>
                </a:solidFill>
                <a:latin typeface="微软雅黑"/>
                <a:ea typeface="微软雅黑"/>
                <a:cs typeface="微软雅黑"/>
              </a:rPr>
              <a:t>Capability + State machine</a:t>
            </a:r>
          </a:p>
        </p:txBody>
      </p:sp>
      <p:sp>
        <p:nvSpPr>
          <p:cNvPr id="35" name="diagram-box-1130">
            <a:extLst xmlns:a="http://schemas.openxmlformats.org/drawingml/2006/main">
              <a:ext uri="{FF2B5EF4-FFF2-40B4-BE49-F238E27FC236}">
                <a16:creationId xmlns:a16="http://schemas.microsoft.com/office/drawing/2014/main" id="{FC4F5083-1423-4872-ABAF-C160B0E725DD}"/>
              </a:ext>
            </a:extLst>
          </p:cNvPr>
          <p:cNvSpPr>
            <a:spLocks xmlns:a="http://schemas.openxmlformats.org/drawingml/2006/main" noGrp="1"/>
          </p:cNvSpPr>
          <p:nvPr/>
        </p:nvSpPr>
        <p:spPr>
          <a:xfrm xmlns:a="http://schemas.openxmlformats.org/drawingml/2006/main">
            <a:off x="6210300" y="3848100"/>
            <a:ext cx="2066925" cy="44767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36" name="revision-text-1131">
            <a:extLst xmlns:a="http://schemas.openxmlformats.org/drawingml/2006/main">
              <a:ext uri="{FF2B5EF4-FFF2-40B4-BE49-F238E27FC236}">
                <a16:creationId xmlns:a16="http://schemas.microsoft.com/office/drawing/2014/main" id="{52C2E38A-456A-436F-BBA5-B969E22C922C}"/>
              </a:ext>
            </a:extLst>
          </p:cNvPr>
          <p:cNvSpPr>
            <a:spLocks xmlns:a="http://schemas.openxmlformats.org/drawingml/2006/main" noGrp="1"/>
          </p:cNvSpPr>
          <p:nvPr/>
        </p:nvSpPr>
        <p:spPr>
          <a:xfrm xmlns:a="http://schemas.openxmlformats.org/drawingml/2006/main">
            <a:off x="6257925" y="3876675"/>
            <a:ext cx="19716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15" b="1">
                <a:solidFill>
                  <a:srgbClr val="111111"/>
                </a:solidFill>
                <a:latin typeface="微软雅黑"/>
                <a:ea typeface="微软雅黑"/>
                <a:cs typeface="微软雅黑"/>
              </a:defRPr>
            </a:pPr>
            <a:r>
              <a:rPr sz="915" b="1">
                <a:solidFill>
                  <a:srgbClr val="111111"/>
                </a:solidFill>
                <a:latin typeface="微软雅黑"/>
                <a:ea typeface="微软雅黑"/>
                <a:cs typeface="微软雅黑"/>
              </a:rPr>
              <a:t>Handle request / Issue command</a:t>
            </a:r>
          </a:p>
        </p:txBody>
      </p:sp>
      <p:sp>
        <p:nvSpPr>
          <p:cNvPr id="37" name="revision-text-1132">
            <a:extLst xmlns:a="http://schemas.openxmlformats.org/drawingml/2006/main">
              <a:ext uri="{FF2B5EF4-FFF2-40B4-BE49-F238E27FC236}">
                <a16:creationId xmlns:a16="http://schemas.microsoft.com/office/drawing/2014/main" id="{F199F2A3-9361-454B-A5FF-87EBC5AF3C48}"/>
              </a:ext>
            </a:extLst>
          </p:cNvPr>
          <p:cNvSpPr>
            <a:spLocks xmlns:a="http://schemas.openxmlformats.org/drawingml/2006/main" noGrp="1"/>
          </p:cNvSpPr>
          <p:nvPr/>
        </p:nvSpPr>
        <p:spPr>
          <a:xfrm xmlns:a="http://schemas.openxmlformats.org/drawingml/2006/main">
            <a:off x="6267450" y="4057650"/>
            <a:ext cx="19526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90" b="0">
                <a:solidFill>
                  <a:srgbClr val="111111"/>
                </a:solidFill>
                <a:latin typeface="微软雅黑"/>
                <a:ea typeface="微软雅黑"/>
                <a:cs typeface="微软雅黑"/>
              </a:defRPr>
            </a:pPr>
            <a:r>
              <a:rPr sz="990" b="0">
                <a:solidFill>
                  <a:srgbClr val="111111"/>
                </a:solidFill>
                <a:latin typeface="微软雅黑"/>
                <a:ea typeface="微软雅黑"/>
                <a:cs typeface="微软雅黑"/>
              </a:rPr>
              <a:t>State checks / Transition actions</a:t>
            </a:r>
          </a:p>
        </p:txBody>
      </p:sp>
      <p:sp>
        <p:nvSpPr>
          <p:cNvPr id="38" name="diagram-box-1133">
            <a:extLst xmlns:a="http://schemas.openxmlformats.org/drawingml/2006/main">
              <a:ext uri="{FF2B5EF4-FFF2-40B4-BE49-F238E27FC236}">
                <a16:creationId xmlns:a16="http://schemas.microsoft.com/office/drawing/2014/main" id="{56080E88-433F-494E-91A8-35320B589DAB}"/>
              </a:ext>
            </a:extLst>
          </p:cNvPr>
          <p:cNvSpPr>
            <a:spLocks xmlns:a="http://schemas.openxmlformats.org/drawingml/2006/main" noGrp="1"/>
          </p:cNvSpPr>
          <p:nvPr/>
        </p:nvSpPr>
        <p:spPr>
          <a:xfrm xmlns:a="http://schemas.openxmlformats.org/drawingml/2006/main">
            <a:off x="6210300" y="4476750"/>
            <a:ext cx="2066925" cy="44767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39" name="revision-text-1134">
            <a:extLst xmlns:a="http://schemas.openxmlformats.org/drawingml/2006/main">
              <a:ext uri="{FF2B5EF4-FFF2-40B4-BE49-F238E27FC236}">
                <a16:creationId xmlns:a16="http://schemas.microsoft.com/office/drawing/2014/main" id="{BA06C577-1D48-46F2-A7FA-C932053160D4}"/>
              </a:ext>
            </a:extLst>
          </p:cNvPr>
          <p:cNvSpPr>
            <a:spLocks xmlns:a="http://schemas.openxmlformats.org/drawingml/2006/main" noGrp="1"/>
          </p:cNvSpPr>
          <p:nvPr/>
        </p:nvSpPr>
        <p:spPr>
          <a:xfrm xmlns:a="http://schemas.openxmlformats.org/drawingml/2006/main">
            <a:off x="6257925" y="4505325"/>
            <a:ext cx="19716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1">
                <a:solidFill>
                  <a:srgbClr val="111111"/>
                </a:solidFill>
                <a:latin typeface="微软雅黑"/>
                <a:ea typeface="微软雅黑"/>
                <a:cs typeface="微软雅黑"/>
              </a:defRPr>
            </a:pPr>
            <a:r>
              <a:rPr sz="1350" b="1">
                <a:solidFill>
                  <a:srgbClr val="111111"/>
                </a:solidFill>
                <a:latin typeface="微软雅黑"/>
                <a:ea typeface="微软雅黑"/>
                <a:cs typeface="微软雅黑"/>
              </a:rPr>
              <a:t>Process feedback</a:t>
            </a:r>
          </a:p>
        </p:txBody>
      </p:sp>
      <p:sp>
        <p:nvSpPr>
          <p:cNvPr id="40" name="revision-text-1135">
            <a:extLst xmlns:a="http://schemas.openxmlformats.org/drawingml/2006/main">
              <a:ext uri="{FF2B5EF4-FFF2-40B4-BE49-F238E27FC236}">
                <a16:creationId xmlns:a16="http://schemas.microsoft.com/office/drawing/2014/main" id="{B9ED94F0-1104-437D-8D44-915C5879941A}"/>
              </a:ext>
            </a:extLst>
          </p:cNvPr>
          <p:cNvSpPr>
            <a:spLocks xmlns:a="http://schemas.openxmlformats.org/drawingml/2006/main" noGrp="1"/>
          </p:cNvSpPr>
          <p:nvPr/>
        </p:nvSpPr>
        <p:spPr>
          <a:xfrm xmlns:a="http://schemas.openxmlformats.org/drawingml/2006/main">
            <a:off x="6267450" y="4686300"/>
            <a:ext cx="19526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15" b="0">
                <a:solidFill>
                  <a:srgbClr val="111111"/>
                </a:solidFill>
                <a:latin typeface="微软雅黑"/>
                <a:ea typeface="微软雅黑"/>
                <a:cs typeface="微软雅黑"/>
              </a:defRPr>
            </a:pPr>
            <a:r>
              <a:rPr sz="915" b="0">
                <a:solidFill>
                  <a:srgbClr val="111111"/>
                </a:solidFill>
                <a:latin typeface="微软雅黑"/>
                <a:ea typeface="微软雅黑"/>
                <a:cs typeface="微软雅黑"/>
              </a:rPr>
              <a:t>Update device state and attributes</a:t>
            </a:r>
          </a:p>
        </p:txBody>
      </p:sp>
      <p:sp>
        <p:nvSpPr>
          <p:cNvPr id="41" name="diagram-line-1136">
            <a:extLst xmlns:a="http://schemas.openxmlformats.org/drawingml/2006/main">
              <a:ext uri="{FF2B5EF4-FFF2-40B4-BE49-F238E27FC236}">
                <a16:creationId xmlns:a16="http://schemas.microsoft.com/office/drawing/2014/main" id="{B4AF1A03-2A33-4E64-87A6-6D1D77C267BE}"/>
              </a:ext>
            </a:extLst>
          </p:cNvPr>
          <p:cNvSpPr>
            <a:spLocks xmlns:a="http://schemas.openxmlformats.org/drawingml/2006/main" noGrp="1"/>
          </p:cNvSpPr>
          <p:nvPr/>
        </p:nvSpPr>
        <p:spPr>
          <a:xfrm xmlns:a="http://schemas.openxmlformats.org/drawingml/2006/main">
            <a:off x="2686050" y="3629025"/>
            <a:ext cx="381000" cy="191"/>
          </a:xfrm>
          <a:custGeom xmlns:a="http://schemas.openxmlformats.org/drawingml/2006/main">
            <a:pathLst>
              <a:path w="381000" h="191">
                <a:moveTo>
                  <a:pt x="0" y="0"/>
                </a:moveTo>
                <a:lnTo>
                  <a:pt x="381000" y="0"/>
                </a:lnTo>
              </a:path>
            </a:pathLst>
          </a:custGeom>
          <a:noFill xmlns:a="http://schemas.openxmlformats.org/drawingml/2006/main"/>
          <a:ln xmlns:a="http://schemas.openxmlformats.org/drawingml/2006/main" w="14288">
            <a:solidFill>
              <a:srgbClr val="28849C"/>
            </a:solidFill>
          </a:ln>
        </p:spPr>
      </p:sp>
      <p:sp>
        <p:nvSpPr>
          <p:cNvPr id="42" name="diagram-line-1137">
            <a:extLst xmlns:a="http://schemas.openxmlformats.org/drawingml/2006/main">
              <a:ext uri="{FF2B5EF4-FFF2-40B4-BE49-F238E27FC236}">
                <a16:creationId xmlns:a16="http://schemas.microsoft.com/office/drawing/2014/main" id="{783A78A1-BC08-4AA0-8A3C-4B287FAA3CDB}"/>
              </a:ext>
            </a:extLst>
          </p:cNvPr>
          <p:cNvSpPr>
            <a:spLocks xmlns:a="http://schemas.openxmlformats.org/drawingml/2006/main" noGrp="1"/>
          </p:cNvSpPr>
          <p:nvPr/>
        </p:nvSpPr>
        <p:spPr>
          <a:xfrm xmlns:a="http://schemas.openxmlformats.org/drawingml/2006/main">
            <a:off x="3067050" y="2209800"/>
            <a:ext cx="191" cy="1419225"/>
          </a:xfrm>
          <a:custGeom xmlns:a="http://schemas.openxmlformats.org/drawingml/2006/main">
            <a:pathLst>
              <a:path w="191" h="1419225">
                <a:moveTo>
                  <a:pt x="0" y="1419225"/>
                </a:moveTo>
                <a:lnTo>
                  <a:pt x="0" y="0"/>
                </a:lnTo>
              </a:path>
            </a:pathLst>
          </a:custGeom>
          <a:noFill xmlns:a="http://schemas.openxmlformats.org/drawingml/2006/main"/>
          <a:ln xmlns:a="http://schemas.openxmlformats.org/drawingml/2006/main" w="14288">
            <a:solidFill>
              <a:srgbClr val="28849C"/>
            </a:solidFill>
          </a:ln>
        </p:spPr>
      </p:sp>
      <p:sp>
        <p:nvSpPr>
          <p:cNvPr id="43" name="diagram-line-1138">
            <a:extLst xmlns:a="http://schemas.openxmlformats.org/drawingml/2006/main">
              <a:ext uri="{FF2B5EF4-FFF2-40B4-BE49-F238E27FC236}">
                <a16:creationId xmlns:a16="http://schemas.microsoft.com/office/drawing/2014/main" id="{F7FC093A-C83C-4118-B6A2-BF48812B1E15}"/>
              </a:ext>
            </a:extLst>
          </p:cNvPr>
          <p:cNvSpPr>
            <a:spLocks xmlns:a="http://schemas.openxmlformats.org/drawingml/2006/main" noGrp="1"/>
          </p:cNvSpPr>
          <p:nvPr/>
        </p:nvSpPr>
        <p:spPr>
          <a:xfrm xmlns:a="http://schemas.openxmlformats.org/drawingml/2006/main">
            <a:off x="3067050" y="2209800"/>
            <a:ext cx="438150" cy="191"/>
          </a:xfrm>
          <a:custGeom xmlns:a="http://schemas.openxmlformats.org/drawingml/2006/main">
            <a:pathLst>
              <a:path w="438150" h="191">
                <a:moveTo>
                  <a:pt x="0" y="0"/>
                </a:moveTo>
                <a:lnTo>
                  <a:pt x="438150" y="0"/>
                </a:lnTo>
              </a:path>
            </a:pathLst>
          </a:custGeom>
          <a:noFill xmlns:a="http://schemas.openxmlformats.org/drawingml/2006/main"/>
          <a:ln xmlns:a="http://schemas.openxmlformats.org/drawingml/2006/main" w="14288">
            <a:solidFill>
              <a:srgbClr val="28849C"/>
            </a:solidFill>
          </a:ln>
        </p:spPr>
      </p:sp>
      <p:sp>
        <p:nvSpPr>
          <p:cNvPr id="44" name="diagram-poly-1139">
            <a:extLst xmlns:a="http://schemas.openxmlformats.org/drawingml/2006/main">
              <a:ext uri="{FF2B5EF4-FFF2-40B4-BE49-F238E27FC236}">
                <a16:creationId xmlns:a16="http://schemas.microsoft.com/office/drawing/2014/main" id="{E6B77CEE-117D-41AB-91C5-B7AC72DF6B9F}"/>
              </a:ext>
            </a:extLst>
          </p:cNvPr>
          <p:cNvSpPr>
            <a:spLocks xmlns:a="http://schemas.openxmlformats.org/drawingml/2006/main" noGrp="1"/>
          </p:cNvSpPr>
          <p:nvPr/>
        </p:nvSpPr>
        <p:spPr>
          <a:xfrm xmlns:a="http://schemas.openxmlformats.org/drawingml/2006/main">
            <a:off x="3438525" y="2180273"/>
            <a:ext cx="66675" cy="59055"/>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45" name="revision-text-1140">
            <a:extLst xmlns:a="http://schemas.openxmlformats.org/drawingml/2006/main">
              <a:ext uri="{FF2B5EF4-FFF2-40B4-BE49-F238E27FC236}">
                <a16:creationId xmlns:a16="http://schemas.microsoft.com/office/drawing/2014/main" id="{062566BA-30D2-4066-9877-6E6DA63371AF}"/>
              </a:ext>
            </a:extLst>
          </p:cNvPr>
          <p:cNvSpPr>
            <a:spLocks xmlns:a="http://schemas.openxmlformats.org/drawingml/2006/main" noGrp="1"/>
          </p:cNvSpPr>
          <p:nvPr/>
        </p:nvSpPr>
        <p:spPr>
          <a:xfrm xmlns:a="http://schemas.openxmlformats.org/drawingml/2006/main">
            <a:off x="3019425" y="1895475"/>
            <a:ext cx="457200" cy="194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Bef>
                <a:spcPts val="0"/>
              </a:spcBef>
              <a:spcAft>
                <a:spcPts val="0"/>
              </a:spcAft>
              <a:buNone/>
            </a:pPr>
            <a:r>
              <a:t/>
            </a:r>
          </a:p>
        </p:txBody>
      </p:sp>
      <p:sp>
        <p:nvSpPr>
          <p:cNvPr id="46" name="revision-text-1141">
            <a:extLst xmlns:a="http://schemas.openxmlformats.org/drawingml/2006/main">
              <a:ext uri="{FF2B5EF4-FFF2-40B4-BE49-F238E27FC236}">
                <a16:creationId xmlns:a16="http://schemas.microsoft.com/office/drawing/2014/main" id="{47EEE43F-A00A-4EA6-A71A-99F3B1B8D2AF}"/>
              </a:ext>
            </a:extLst>
          </p:cNvPr>
          <p:cNvSpPr>
            <a:spLocks xmlns:a="http://schemas.openxmlformats.org/drawingml/2006/main" noGrp="1"/>
          </p:cNvSpPr>
          <p:nvPr/>
        </p:nvSpPr>
        <p:spPr>
          <a:xfrm xmlns:a="http://schemas.openxmlformats.org/drawingml/2006/main">
            <a:off x="1590675" y="2371725"/>
            <a:ext cx="18192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28849C"/>
                </a:solidFill>
                <a:latin typeface="微软雅黑"/>
                <a:ea typeface="微软雅黑"/>
                <a:cs typeface="微软雅黑"/>
              </a:defRPr>
            </a:pPr>
            <a:r>
              <a:rPr sz="1350" b="0">
                <a:solidFill>
                  <a:srgbClr val="28849C"/>
                </a:solidFill>
                <a:latin typeface="微软雅黑"/>
                <a:ea typeface="微软雅黑"/>
                <a:cs typeface="微软雅黑"/>
              </a:rPr>
              <a:t>Generate workflow</a:t>
            </a:r>
          </a:p>
        </p:txBody>
      </p:sp>
      <p:sp>
        <p:nvSpPr>
          <p:cNvPr id="47" name="diagram-line-1142">
            <a:extLst xmlns:a="http://schemas.openxmlformats.org/drawingml/2006/main">
              <a:ext uri="{FF2B5EF4-FFF2-40B4-BE49-F238E27FC236}">
                <a16:creationId xmlns:a16="http://schemas.microsoft.com/office/drawing/2014/main" id="{281E55F9-D533-4EE0-A632-4781284981EC}"/>
              </a:ext>
            </a:extLst>
          </p:cNvPr>
          <p:cNvSpPr>
            <a:spLocks xmlns:a="http://schemas.openxmlformats.org/drawingml/2006/main" noGrp="1"/>
          </p:cNvSpPr>
          <p:nvPr/>
        </p:nvSpPr>
        <p:spPr>
          <a:xfrm xmlns:a="http://schemas.openxmlformats.org/drawingml/2006/main">
            <a:off x="5953125" y="2209800"/>
            <a:ext cx="1304925" cy="191"/>
          </a:xfrm>
          <a:custGeom xmlns:a="http://schemas.openxmlformats.org/drawingml/2006/main">
            <a:pathLst>
              <a:path w="1304925" h="191">
                <a:moveTo>
                  <a:pt x="0" y="0"/>
                </a:moveTo>
                <a:lnTo>
                  <a:pt x="1304925" y="0"/>
                </a:lnTo>
              </a:path>
            </a:pathLst>
          </a:custGeom>
          <a:noFill xmlns:a="http://schemas.openxmlformats.org/drawingml/2006/main"/>
          <a:ln xmlns:a="http://schemas.openxmlformats.org/drawingml/2006/main" w="14288">
            <a:solidFill>
              <a:srgbClr val="28849C"/>
            </a:solidFill>
          </a:ln>
        </p:spPr>
      </p:sp>
      <p:sp>
        <p:nvSpPr>
          <p:cNvPr id="48" name="diagram-line-1143">
            <a:extLst xmlns:a="http://schemas.openxmlformats.org/drawingml/2006/main">
              <a:ext uri="{FF2B5EF4-FFF2-40B4-BE49-F238E27FC236}">
                <a16:creationId xmlns:a16="http://schemas.microsoft.com/office/drawing/2014/main" id="{4EF1D9F6-767E-4B53-934B-9D1C43889A93}"/>
              </a:ext>
            </a:extLst>
          </p:cNvPr>
          <p:cNvSpPr>
            <a:spLocks xmlns:a="http://schemas.openxmlformats.org/drawingml/2006/main" noGrp="1"/>
          </p:cNvSpPr>
          <p:nvPr/>
        </p:nvSpPr>
        <p:spPr>
          <a:xfrm xmlns:a="http://schemas.openxmlformats.org/drawingml/2006/main">
            <a:off x="7258050" y="2209800"/>
            <a:ext cx="191" cy="942975"/>
          </a:xfrm>
          <a:custGeom xmlns:a="http://schemas.openxmlformats.org/drawingml/2006/main">
            <a:pathLst>
              <a:path w="191" h="942975">
                <a:moveTo>
                  <a:pt x="0" y="0"/>
                </a:moveTo>
                <a:lnTo>
                  <a:pt x="0" y="942975"/>
                </a:lnTo>
              </a:path>
            </a:pathLst>
          </a:custGeom>
          <a:noFill xmlns:a="http://schemas.openxmlformats.org/drawingml/2006/main"/>
          <a:ln xmlns:a="http://schemas.openxmlformats.org/drawingml/2006/main" w="14288">
            <a:solidFill>
              <a:srgbClr val="28849C"/>
            </a:solidFill>
          </a:ln>
        </p:spPr>
      </p:sp>
      <p:sp>
        <p:nvSpPr>
          <p:cNvPr id="49" name="diagram-poly-1144">
            <a:extLst xmlns:a="http://schemas.openxmlformats.org/drawingml/2006/main">
              <a:ext uri="{FF2B5EF4-FFF2-40B4-BE49-F238E27FC236}">
                <a16:creationId xmlns:a16="http://schemas.microsoft.com/office/drawing/2014/main" id="{CFFE71CB-4A55-4232-9C7F-093757EE02D1}"/>
              </a:ext>
            </a:extLst>
          </p:cNvPr>
          <p:cNvSpPr>
            <a:spLocks xmlns:a="http://schemas.openxmlformats.org/drawingml/2006/main" noGrp="1"/>
          </p:cNvSpPr>
          <p:nvPr/>
        </p:nvSpPr>
        <p:spPr>
          <a:xfrm xmlns:a="http://schemas.openxmlformats.org/drawingml/2006/main">
            <a:off x="7228523" y="3086100"/>
            <a:ext cx="59055" cy="66675"/>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953">
            <a:solidFill>
              <a:srgbClr val="28849C"/>
            </a:solidFill>
          </a:ln>
        </p:spPr>
      </p:sp>
      <p:sp>
        <p:nvSpPr>
          <p:cNvPr id="50" name="revision-text-1145">
            <a:extLst xmlns:a="http://schemas.openxmlformats.org/drawingml/2006/main">
              <a:ext uri="{FF2B5EF4-FFF2-40B4-BE49-F238E27FC236}">
                <a16:creationId xmlns:a16="http://schemas.microsoft.com/office/drawing/2014/main" id="{CD4C81DA-BFE4-4E90-BEED-8B28B1EC708E}"/>
              </a:ext>
            </a:extLst>
          </p:cNvPr>
          <p:cNvSpPr>
            <a:spLocks xmlns:a="http://schemas.openxmlformats.org/drawingml/2006/main" noGrp="1"/>
          </p:cNvSpPr>
          <p:nvPr/>
        </p:nvSpPr>
        <p:spPr>
          <a:xfrm xmlns:a="http://schemas.openxmlformats.org/drawingml/2006/main">
            <a:off x="5953125" y="1952625"/>
            <a:ext cx="179070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0">
                <a:solidFill>
                  <a:srgbClr val="28849C"/>
                </a:solidFill>
                <a:latin typeface="微软雅黑"/>
                <a:ea typeface="微软雅黑"/>
                <a:cs typeface="微软雅黑"/>
              </a:defRPr>
            </a:pPr>
            <a:r>
              <a:rPr sz="1275" b="0">
                <a:solidFill>
                  <a:srgbClr val="28849C"/>
                </a:solidFill>
                <a:latin typeface="微软雅黑"/>
                <a:ea typeface="微软雅黑"/>
                <a:cs typeface="微软雅黑"/>
              </a:rPr>
              <a:t>Invoke capability</a:t>
            </a:r>
          </a:p>
        </p:txBody>
      </p:sp>
      <p:sp>
        <p:nvSpPr>
          <p:cNvPr id="51" name="diagram-line-1146">
            <a:extLst xmlns:a="http://schemas.openxmlformats.org/drawingml/2006/main">
              <a:ext uri="{FF2B5EF4-FFF2-40B4-BE49-F238E27FC236}">
                <a16:creationId xmlns:a16="http://schemas.microsoft.com/office/drawing/2014/main" id="{F8A9382C-1220-4002-84B4-FA3A7CF90AE9}"/>
              </a:ext>
            </a:extLst>
          </p:cNvPr>
          <p:cNvSpPr>
            <a:spLocks xmlns:a="http://schemas.openxmlformats.org/drawingml/2006/main" noGrp="1"/>
          </p:cNvSpPr>
          <p:nvPr/>
        </p:nvSpPr>
        <p:spPr>
          <a:xfrm xmlns:a="http://schemas.openxmlformats.org/drawingml/2006/main">
            <a:off x="2686050" y="4038600"/>
            <a:ext cx="3371850" cy="191"/>
          </a:xfrm>
          <a:custGeom xmlns:a="http://schemas.openxmlformats.org/drawingml/2006/main">
            <a:pathLst>
              <a:path w="3371850" h="191">
                <a:moveTo>
                  <a:pt x="0" y="0"/>
                </a:moveTo>
                <a:lnTo>
                  <a:pt x="3371850" y="0"/>
                </a:lnTo>
              </a:path>
            </a:pathLst>
          </a:custGeom>
          <a:noFill xmlns:a="http://schemas.openxmlformats.org/drawingml/2006/main"/>
          <a:ln xmlns:a="http://schemas.openxmlformats.org/drawingml/2006/main" w="14288">
            <a:solidFill>
              <a:srgbClr val="28849C"/>
            </a:solidFill>
          </a:ln>
        </p:spPr>
      </p:sp>
      <p:sp>
        <p:nvSpPr>
          <p:cNvPr id="52" name="diagram-poly-1147">
            <a:extLst xmlns:a="http://schemas.openxmlformats.org/drawingml/2006/main">
              <a:ext uri="{FF2B5EF4-FFF2-40B4-BE49-F238E27FC236}">
                <a16:creationId xmlns:a16="http://schemas.microsoft.com/office/drawing/2014/main" id="{BDEEABF3-5EB7-48E7-8186-7084EB9F6994}"/>
              </a:ext>
            </a:extLst>
          </p:cNvPr>
          <p:cNvSpPr>
            <a:spLocks xmlns:a="http://schemas.openxmlformats.org/drawingml/2006/main" noGrp="1"/>
          </p:cNvSpPr>
          <p:nvPr/>
        </p:nvSpPr>
        <p:spPr>
          <a:xfrm xmlns:a="http://schemas.openxmlformats.org/drawingml/2006/main">
            <a:off x="5991225" y="40090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53" name="revision-text-1148">
            <a:extLst xmlns:a="http://schemas.openxmlformats.org/drawingml/2006/main">
              <a:ext uri="{FF2B5EF4-FFF2-40B4-BE49-F238E27FC236}">
                <a16:creationId xmlns:a16="http://schemas.microsoft.com/office/drawing/2014/main" id="{8483AAF5-827E-456A-8A1D-FA3FE84BB59B}"/>
              </a:ext>
            </a:extLst>
          </p:cNvPr>
          <p:cNvSpPr>
            <a:spLocks xmlns:a="http://schemas.openxmlformats.org/drawingml/2006/main" noGrp="1"/>
          </p:cNvSpPr>
          <p:nvPr/>
        </p:nvSpPr>
        <p:spPr>
          <a:xfrm xmlns:a="http://schemas.openxmlformats.org/drawingml/2006/main">
            <a:off x="3038475" y="3743325"/>
            <a:ext cx="27336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28849C"/>
                </a:solidFill>
                <a:latin typeface="微软雅黑"/>
                <a:ea typeface="微软雅黑"/>
                <a:cs typeface="微软雅黑"/>
              </a:defRPr>
            </a:pPr>
            <a:r>
              <a:rPr sz="1350" b="0">
                <a:solidFill>
                  <a:srgbClr val="28849C"/>
                </a:solidFill>
                <a:latin typeface="微软雅黑"/>
                <a:ea typeface="微软雅黑"/>
                <a:cs typeface="微软雅黑"/>
              </a:rPr>
              <a:t>Direct device request</a:t>
            </a:r>
          </a:p>
        </p:txBody>
      </p:sp>
      <p:sp>
        <p:nvSpPr>
          <p:cNvPr id="54" name="diagram-line-1149">
            <a:extLst xmlns:a="http://schemas.openxmlformats.org/drawingml/2006/main">
              <a:ext uri="{FF2B5EF4-FFF2-40B4-BE49-F238E27FC236}">
                <a16:creationId xmlns:a16="http://schemas.microsoft.com/office/drawing/2014/main" id="{27F0B9A1-7CE4-4399-8A9C-E472B2B22157}"/>
              </a:ext>
            </a:extLst>
          </p:cNvPr>
          <p:cNvSpPr>
            <a:spLocks xmlns:a="http://schemas.openxmlformats.org/drawingml/2006/main" noGrp="1"/>
          </p:cNvSpPr>
          <p:nvPr/>
        </p:nvSpPr>
        <p:spPr>
          <a:xfrm xmlns:a="http://schemas.openxmlformats.org/drawingml/2006/main">
            <a:off x="7905750" y="30861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799A39"/>
            </a:solidFill>
          </a:ln>
        </p:spPr>
      </p:sp>
      <p:sp>
        <p:nvSpPr>
          <p:cNvPr id="55" name="diagram-line-1150">
            <a:extLst xmlns:a="http://schemas.openxmlformats.org/drawingml/2006/main">
              <a:ext uri="{FF2B5EF4-FFF2-40B4-BE49-F238E27FC236}">
                <a16:creationId xmlns:a16="http://schemas.microsoft.com/office/drawing/2014/main" id="{FE38BCB7-844A-44DD-BC7E-D40CB0B99E70}"/>
              </a:ext>
            </a:extLst>
          </p:cNvPr>
          <p:cNvSpPr>
            <a:spLocks xmlns:a="http://schemas.openxmlformats.org/drawingml/2006/main" noGrp="1"/>
          </p:cNvSpPr>
          <p:nvPr/>
        </p:nvSpPr>
        <p:spPr>
          <a:xfrm xmlns:a="http://schemas.openxmlformats.org/drawingml/2006/main">
            <a:off x="7905750" y="29718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799A39"/>
            </a:solidFill>
          </a:ln>
        </p:spPr>
      </p:sp>
      <p:sp>
        <p:nvSpPr>
          <p:cNvPr id="56" name="diagram-line-1151">
            <a:extLst xmlns:a="http://schemas.openxmlformats.org/drawingml/2006/main">
              <a:ext uri="{FF2B5EF4-FFF2-40B4-BE49-F238E27FC236}">
                <a16:creationId xmlns:a16="http://schemas.microsoft.com/office/drawing/2014/main" id="{E11DD318-A79F-4637-8252-08847334A9D1}"/>
              </a:ext>
            </a:extLst>
          </p:cNvPr>
          <p:cNvSpPr>
            <a:spLocks xmlns:a="http://schemas.openxmlformats.org/drawingml/2006/main" noGrp="1"/>
          </p:cNvSpPr>
          <p:nvPr/>
        </p:nvSpPr>
        <p:spPr>
          <a:xfrm xmlns:a="http://schemas.openxmlformats.org/drawingml/2006/main">
            <a:off x="7905750" y="2886075"/>
            <a:ext cx="191" cy="38100"/>
          </a:xfrm>
          <a:custGeom xmlns:a="http://schemas.openxmlformats.org/drawingml/2006/main">
            <a:pathLst>
              <a:path w="191" h="38100">
                <a:moveTo>
                  <a:pt x="0" y="38100"/>
                </a:moveTo>
                <a:lnTo>
                  <a:pt x="0" y="0"/>
                </a:lnTo>
              </a:path>
            </a:pathLst>
          </a:custGeom>
          <a:noFill xmlns:a="http://schemas.openxmlformats.org/drawingml/2006/main"/>
          <a:ln xmlns:a="http://schemas.openxmlformats.org/drawingml/2006/main" w="14288">
            <a:solidFill>
              <a:srgbClr val="799A39"/>
            </a:solidFill>
          </a:ln>
        </p:spPr>
      </p:sp>
      <p:sp>
        <p:nvSpPr>
          <p:cNvPr id="57" name="diagram-line-1152">
            <a:extLst xmlns:a="http://schemas.openxmlformats.org/drawingml/2006/main">
              <a:ext uri="{FF2B5EF4-FFF2-40B4-BE49-F238E27FC236}">
                <a16:creationId xmlns:a16="http://schemas.microsoft.com/office/drawing/2014/main" id="{630D9475-F35C-444B-8E08-820CA2F35DA1}"/>
              </a:ext>
            </a:extLst>
          </p:cNvPr>
          <p:cNvSpPr>
            <a:spLocks xmlns:a="http://schemas.openxmlformats.org/drawingml/2006/main" noGrp="1"/>
          </p:cNvSpPr>
          <p:nvPr/>
        </p:nvSpPr>
        <p:spPr>
          <a:xfrm xmlns:a="http://schemas.openxmlformats.org/drawingml/2006/main">
            <a:off x="78390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8" name="diagram-line-1153">
            <a:extLst xmlns:a="http://schemas.openxmlformats.org/drawingml/2006/main">
              <a:ext uri="{FF2B5EF4-FFF2-40B4-BE49-F238E27FC236}">
                <a16:creationId xmlns:a16="http://schemas.microsoft.com/office/drawing/2014/main" id="{A9DCA544-2E12-4898-B25E-58F960C2AF38}"/>
              </a:ext>
            </a:extLst>
          </p:cNvPr>
          <p:cNvSpPr>
            <a:spLocks xmlns:a="http://schemas.openxmlformats.org/drawingml/2006/main" noGrp="1"/>
          </p:cNvSpPr>
          <p:nvPr/>
        </p:nvSpPr>
        <p:spPr>
          <a:xfrm xmlns:a="http://schemas.openxmlformats.org/drawingml/2006/main">
            <a:off x="77247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9" name="diagram-line-1154">
            <a:extLst xmlns:a="http://schemas.openxmlformats.org/drawingml/2006/main">
              <a:ext uri="{FF2B5EF4-FFF2-40B4-BE49-F238E27FC236}">
                <a16:creationId xmlns:a16="http://schemas.microsoft.com/office/drawing/2014/main" id="{5C66D3FD-C2BB-4D20-B618-424FAD00F2FE}"/>
              </a:ext>
            </a:extLst>
          </p:cNvPr>
          <p:cNvSpPr>
            <a:spLocks xmlns:a="http://schemas.openxmlformats.org/drawingml/2006/main" noGrp="1"/>
          </p:cNvSpPr>
          <p:nvPr/>
        </p:nvSpPr>
        <p:spPr>
          <a:xfrm xmlns:a="http://schemas.openxmlformats.org/drawingml/2006/main">
            <a:off x="76104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0" name="diagram-line-1155">
            <a:extLst xmlns:a="http://schemas.openxmlformats.org/drawingml/2006/main">
              <a:ext uri="{FF2B5EF4-FFF2-40B4-BE49-F238E27FC236}">
                <a16:creationId xmlns:a16="http://schemas.microsoft.com/office/drawing/2014/main" id="{D29348CD-3DE8-465A-90C2-2C2823F976BA}"/>
              </a:ext>
            </a:extLst>
          </p:cNvPr>
          <p:cNvSpPr>
            <a:spLocks xmlns:a="http://schemas.openxmlformats.org/drawingml/2006/main" noGrp="1"/>
          </p:cNvSpPr>
          <p:nvPr/>
        </p:nvSpPr>
        <p:spPr>
          <a:xfrm xmlns:a="http://schemas.openxmlformats.org/drawingml/2006/main">
            <a:off x="74961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1" name="diagram-line-1156">
            <a:extLst xmlns:a="http://schemas.openxmlformats.org/drawingml/2006/main">
              <a:ext uri="{FF2B5EF4-FFF2-40B4-BE49-F238E27FC236}">
                <a16:creationId xmlns:a16="http://schemas.microsoft.com/office/drawing/2014/main" id="{B7225A43-489F-48F9-8E4C-452986E33B9A}"/>
              </a:ext>
            </a:extLst>
          </p:cNvPr>
          <p:cNvSpPr>
            <a:spLocks xmlns:a="http://schemas.openxmlformats.org/drawingml/2006/main" noGrp="1"/>
          </p:cNvSpPr>
          <p:nvPr/>
        </p:nvSpPr>
        <p:spPr>
          <a:xfrm xmlns:a="http://schemas.openxmlformats.org/drawingml/2006/main">
            <a:off x="73818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2" name="diagram-line-1157">
            <a:extLst xmlns:a="http://schemas.openxmlformats.org/drawingml/2006/main">
              <a:ext uri="{FF2B5EF4-FFF2-40B4-BE49-F238E27FC236}">
                <a16:creationId xmlns:a16="http://schemas.microsoft.com/office/drawing/2014/main" id="{CD86AE08-A71E-48FB-BFED-C84390091E3C}"/>
              </a:ext>
            </a:extLst>
          </p:cNvPr>
          <p:cNvSpPr>
            <a:spLocks xmlns:a="http://schemas.openxmlformats.org/drawingml/2006/main" noGrp="1"/>
          </p:cNvSpPr>
          <p:nvPr/>
        </p:nvSpPr>
        <p:spPr>
          <a:xfrm xmlns:a="http://schemas.openxmlformats.org/drawingml/2006/main">
            <a:off x="72675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3" name="diagram-line-1158">
            <a:extLst xmlns:a="http://schemas.openxmlformats.org/drawingml/2006/main">
              <a:ext uri="{FF2B5EF4-FFF2-40B4-BE49-F238E27FC236}">
                <a16:creationId xmlns:a16="http://schemas.microsoft.com/office/drawing/2014/main" id="{3A624DA3-20E4-4AD5-95CF-85E7A9E109B5}"/>
              </a:ext>
            </a:extLst>
          </p:cNvPr>
          <p:cNvSpPr>
            <a:spLocks xmlns:a="http://schemas.openxmlformats.org/drawingml/2006/main" noGrp="1"/>
          </p:cNvSpPr>
          <p:nvPr/>
        </p:nvSpPr>
        <p:spPr>
          <a:xfrm xmlns:a="http://schemas.openxmlformats.org/drawingml/2006/main">
            <a:off x="71532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4" name="diagram-line-1159">
            <a:extLst xmlns:a="http://schemas.openxmlformats.org/drawingml/2006/main">
              <a:ext uri="{FF2B5EF4-FFF2-40B4-BE49-F238E27FC236}">
                <a16:creationId xmlns:a16="http://schemas.microsoft.com/office/drawing/2014/main" id="{3C30B646-AC91-4817-B191-062EBF886C01}"/>
              </a:ext>
            </a:extLst>
          </p:cNvPr>
          <p:cNvSpPr>
            <a:spLocks xmlns:a="http://schemas.openxmlformats.org/drawingml/2006/main" noGrp="1"/>
          </p:cNvSpPr>
          <p:nvPr/>
        </p:nvSpPr>
        <p:spPr>
          <a:xfrm xmlns:a="http://schemas.openxmlformats.org/drawingml/2006/main">
            <a:off x="70389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5" name="diagram-line-1160">
            <a:extLst xmlns:a="http://schemas.openxmlformats.org/drawingml/2006/main">
              <a:ext uri="{FF2B5EF4-FFF2-40B4-BE49-F238E27FC236}">
                <a16:creationId xmlns:a16="http://schemas.microsoft.com/office/drawing/2014/main" id="{4B02AB0E-B203-4A55-B745-2A58286C411B}"/>
              </a:ext>
            </a:extLst>
          </p:cNvPr>
          <p:cNvSpPr>
            <a:spLocks xmlns:a="http://schemas.openxmlformats.org/drawingml/2006/main" noGrp="1"/>
          </p:cNvSpPr>
          <p:nvPr/>
        </p:nvSpPr>
        <p:spPr>
          <a:xfrm xmlns:a="http://schemas.openxmlformats.org/drawingml/2006/main">
            <a:off x="69246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6" name="diagram-line-1161">
            <a:extLst xmlns:a="http://schemas.openxmlformats.org/drawingml/2006/main">
              <a:ext uri="{FF2B5EF4-FFF2-40B4-BE49-F238E27FC236}">
                <a16:creationId xmlns:a16="http://schemas.microsoft.com/office/drawing/2014/main" id="{B97C8902-9A08-480E-AD5A-40FD4C805517}"/>
              </a:ext>
            </a:extLst>
          </p:cNvPr>
          <p:cNvSpPr>
            <a:spLocks xmlns:a="http://schemas.openxmlformats.org/drawingml/2006/main" noGrp="1"/>
          </p:cNvSpPr>
          <p:nvPr/>
        </p:nvSpPr>
        <p:spPr>
          <a:xfrm xmlns:a="http://schemas.openxmlformats.org/drawingml/2006/main">
            <a:off x="68103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7" name="diagram-line-1162">
            <a:extLst xmlns:a="http://schemas.openxmlformats.org/drawingml/2006/main">
              <a:ext uri="{FF2B5EF4-FFF2-40B4-BE49-F238E27FC236}">
                <a16:creationId xmlns:a16="http://schemas.microsoft.com/office/drawing/2014/main" id="{8CE17E61-C015-4E0F-BDA3-AE3A580D9C00}"/>
              </a:ext>
            </a:extLst>
          </p:cNvPr>
          <p:cNvSpPr>
            <a:spLocks xmlns:a="http://schemas.openxmlformats.org/drawingml/2006/main" noGrp="1"/>
          </p:cNvSpPr>
          <p:nvPr/>
        </p:nvSpPr>
        <p:spPr>
          <a:xfrm xmlns:a="http://schemas.openxmlformats.org/drawingml/2006/main">
            <a:off x="66960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8" name="diagram-line-1163">
            <a:extLst xmlns:a="http://schemas.openxmlformats.org/drawingml/2006/main">
              <a:ext uri="{FF2B5EF4-FFF2-40B4-BE49-F238E27FC236}">
                <a16:creationId xmlns:a16="http://schemas.microsoft.com/office/drawing/2014/main" id="{EF679506-C17A-47FD-93E4-C9BD1D6E72E8}"/>
              </a:ext>
            </a:extLst>
          </p:cNvPr>
          <p:cNvSpPr>
            <a:spLocks xmlns:a="http://schemas.openxmlformats.org/drawingml/2006/main" noGrp="1"/>
          </p:cNvSpPr>
          <p:nvPr/>
        </p:nvSpPr>
        <p:spPr>
          <a:xfrm xmlns:a="http://schemas.openxmlformats.org/drawingml/2006/main">
            <a:off x="65817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9" name="diagram-line-1164">
            <a:extLst xmlns:a="http://schemas.openxmlformats.org/drawingml/2006/main">
              <a:ext uri="{FF2B5EF4-FFF2-40B4-BE49-F238E27FC236}">
                <a16:creationId xmlns:a16="http://schemas.microsoft.com/office/drawing/2014/main" id="{97C925BB-42B5-4F83-B6E2-78122C65D8D6}"/>
              </a:ext>
            </a:extLst>
          </p:cNvPr>
          <p:cNvSpPr>
            <a:spLocks xmlns:a="http://schemas.openxmlformats.org/drawingml/2006/main" noGrp="1"/>
          </p:cNvSpPr>
          <p:nvPr/>
        </p:nvSpPr>
        <p:spPr>
          <a:xfrm xmlns:a="http://schemas.openxmlformats.org/drawingml/2006/main">
            <a:off x="64674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0" name="diagram-line-1165">
            <a:extLst xmlns:a="http://schemas.openxmlformats.org/drawingml/2006/main">
              <a:ext uri="{FF2B5EF4-FFF2-40B4-BE49-F238E27FC236}">
                <a16:creationId xmlns:a16="http://schemas.microsoft.com/office/drawing/2014/main" id="{E2DD387F-8204-40C5-9304-0D09F5AE9B2C}"/>
              </a:ext>
            </a:extLst>
          </p:cNvPr>
          <p:cNvSpPr>
            <a:spLocks xmlns:a="http://schemas.openxmlformats.org/drawingml/2006/main" noGrp="1"/>
          </p:cNvSpPr>
          <p:nvPr/>
        </p:nvSpPr>
        <p:spPr>
          <a:xfrm xmlns:a="http://schemas.openxmlformats.org/drawingml/2006/main">
            <a:off x="63531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1" name="diagram-line-1166">
            <a:extLst xmlns:a="http://schemas.openxmlformats.org/drawingml/2006/main">
              <a:ext uri="{FF2B5EF4-FFF2-40B4-BE49-F238E27FC236}">
                <a16:creationId xmlns:a16="http://schemas.microsoft.com/office/drawing/2014/main" id="{B8B9800F-45B2-4E58-BED2-7886BB547108}"/>
              </a:ext>
            </a:extLst>
          </p:cNvPr>
          <p:cNvSpPr>
            <a:spLocks xmlns:a="http://schemas.openxmlformats.org/drawingml/2006/main" noGrp="1"/>
          </p:cNvSpPr>
          <p:nvPr/>
        </p:nvSpPr>
        <p:spPr>
          <a:xfrm xmlns:a="http://schemas.openxmlformats.org/drawingml/2006/main">
            <a:off x="62388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2" name="diagram-line-1167">
            <a:extLst xmlns:a="http://schemas.openxmlformats.org/drawingml/2006/main">
              <a:ext uri="{FF2B5EF4-FFF2-40B4-BE49-F238E27FC236}">
                <a16:creationId xmlns:a16="http://schemas.microsoft.com/office/drawing/2014/main" id="{B42CB6FB-4A0B-415A-9F4A-935C0AC30467}"/>
              </a:ext>
            </a:extLst>
          </p:cNvPr>
          <p:cNvSpPr>
            <a:spLocks xmlns:a="http://schemas.openxmlformats.org/drawingml/2006/main" noGrp="1"/>
          </p:cNvSpPr>
          <p:nvPr/>
        </p:nvSpPr>
        <p:spPr>
          <a:xfrm xmlns:a="http://schemas.openxmlformats.org/drawingml/2006/main">
            <a:off x="61245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3" name="diagram-line-1168">
            <a:extLst xmlns:a="http://schemas.openxmlformats.org/drawingml/2006/main">
              <a:ext uri="{FF2B5EF4-FFF2-40B4-BE49-F238E27FC236}">
                <a16:creationId xmlns:a16="http://schemas.microsoft.com/office/drawing/2014/main" id="{7DEE335A-6B82-452B-A181-F1CCCDBEDA5C}"/>
              </a:ext>
            </a:extLst>
          </p:cNvPr>
          <p:cNvSpPr>
            <a:spLocks xmlns:a="http://schemas.openxmlformats.org/drawingml/2006/main" noGrp="1"/>
          </p:cNvSpPr>
          <p:nvPr/>
        </p:nvSpPr>
        <p:spPr>
          <a:xfrm xmlns:a="http://schemas.openxmlformats.org/drawingml/2006/main">
            <a:off x="60102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4" name="diagram-line-1169">
            <a:extLst xmlns:a="http://schemas.openxmlformats.org/drawingml/2006/main">
              <a:ext uri="{FF2B5EF4-FFF2-40B4-BE49-F238E27FC236}">
                <a16:creationId xmlns:a16="http://schemas.microsoft.com/office/drawing/2014/main" id="{27139F64-767A-4430-AC4D-92C39C01ACC9}"/>
              </a:ext>
            </a:extLst>
          </p:cNvPr>
          <p:cNvSpPr>
            <a:spLocks xmlns:a="http://schemas.openxmlformats.org/drawingml/2006/main" noGrp="1"/>
          </p:cNvSpPr>
          <p:nvPr/>
        </p:nvSpPr>
        <p:spPr>
          <a:xfrm xmlns:a="http://schemas.openxmlformats.org/drawingml/2006/main">
            <a:off x="58959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5" name="diagram-line-1170">
            <a:extLst xmlns:a="http://schemas.openxmlformats.org/drawingml/2006/main">
              <a:ext uri="{FF2B5EF4-FFF2-40B4-BE49-F238E27FC236}">
                <a16:creationId xmlns:a16="http://schemas.microsoft.com/office/drawing/2014/main" id="{3F45ACE2-A627-4885-824D-E0CA10B49D77}"/>
              </a:ext>
            </a:extLst>
          </p:cNvPr>
          <p:cNvSpPr>
            <a:spLocks xmlns:a="http://schemas.openxmlformats.org/drawingml/2006/main" noGrp="1"/>
          </p:cNvSpPr>
          <p:nvPr/>
        </p:nvSpPr>
        <p:spPr>
          <a:xfrm xmlns:a="http://schemas.openxmlformats.org/drawingml/2006/main">
            <a:off x="57816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6" name="diagram-line-1171">
            <a:extLst xmlns:a="http://schemas.openxmlformats.org/drawingml/2006/main">
              <a:ext uri="{FF2B5EF4-FFF2-40B4-BE49-F238E27FC236}">
                <a16:creationId xmlns:a16="http://schemas.microsoft.com/office/drawing/2014/main" id="{CF6D8569-CB03-430B-907F-B967983DC056}"/>
              </a:ext>
            </a:extLst>
          </p:cNvPr>
          <p:cNvSpPr>
            <a:spLocks xmlns:a="http://schemas.openxmlformats.org/drawingml/2006/main" noGrp="1"/>
          </p:cNvSpPr>
          <p:nvPr/>
        </p:nvSpPr>
        <p:spPr>
          <a:xfrm xmlns:a="http://schemas.openxmlformats.org/drawingml/2006/main">
            <a:off x="56673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7" name="diagram-line-1172">
            <a:extLst xmlns:a="http://schemas.openxmlformats.org/drawingml/2006/main">
              <a:ext uri="{FF2B5EF4-FFF2-40B4-BE49-F238E27FC236}">
                <a16:creationId xmlns:a16="http://schemas.microsoft.com/office/drawing/2014/main" id="{0F50FB49-030F-4306-A95D-992BB4CA0822}"/>
              </a:ext>
            </a:extLst>
          </p:cNvPr>
          <p:cNvSpPr>
            <a:spLocks xmlns:a="http://schemas.openxmlformats.org/drawingml/2006/main" noGrp="1"/>
          </p:cNvSpPr>
          <p:nvPr/>
        </p:nvSpPr>
        <p:spPr>
          <a:xfrm xmlns:a="http://schemas.openxmlformats.org/drawingml/2006/main">
            <a:off x="5667375" y="28194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799A39"/>
            </a:solidFill>
          </a:ln>
        </p:spPr>
      </p:sp>
      <p:sp>
        <p:nvSpPr>
          <p:cNvPr id="78" name="diagram-line-1173">
            <a:extLst xmlns:a="http://schemas.openxmlformats.org/drawingml/2006/main">
              <a:ext uri="{FF2B5EF4-FFF2-40B4-BE49-F238E27FC236}">
                <a16:creationId xmlns:a16="http://schemas.microsoft.com/office/drawing/2014/main" id="{33DE5A6D-7D11-44B9-9BB9-F48CAAF8095A}"/>
              </a:ext>
            </a:extLst>
          </p:cNvPr>
          <p:cNvSpPr>
            <a:spLocks xmlns:a="http://schemas.openxmlformats.org/drawingml/2006/main" noGrp="1"/>
          </p:cNvSpPr>
          <p:nvPr/>
        </p:nvSpPr>
        <p:spPr>
          <a:xfrm xmlns:a="http://schemas.openxmlformats.org/drawingml/2006/main">
            <a:off x="5667375" y="2733675"/>
            <a:ext cx="191" cy="38100"/>
          </a:xfrm>
          <a:custGeom xmlns:a="http://schemas.openxmlformats.org/drawingml/2006/main">
            <a:pathLst>
              <a:path w="191" h="38100">
                <a:moveTo>
                  <a:pt x="0" y="38100"/>
                </a:moveTo>
                <a:lnTo>
                  <a:pt x="0" y="0"/>
                </a:lnTo>
              </a:path>
            </a:pathLst>
          </a:custGeom>
          <a:noFill xmlns:a="http://schemas.openxmlformats.org/drawingml/2006/main"/>
          <a:ln xmlns:a="http://schemas.openxmlformats.org/drawingml/2006/main" w="14288">
            <a:solidFill>
              <a:srgbClr val="799A39"/>
            </a:solidFill>
          </a:ln>
        </p:spPr>
      </p:sp>
      <p:sp>
        <p:nvSpPr>
          <p:cNvPr id="79" name="diagram-poly-1174">
            <a:extLst xmlns:a="http://schemas.openxmlformats.org/drawingml/2006/main">
              <a:ext uri="{FF2B5EF4-FFF2-40B4-BE49-F238E27FC236}">
                <a16:creationId xmlns:a16="http://schemas.microsoft.com/office/drawing/2014/main" id="{291056B3-0139-4546-9496-37C8689042ED}"/>
              </a:ext>
            </a:extLst>
          </p:cNvPr>
          <p:cNvSpPr>
            <a:spLocks xmlns:a="http://schemas.openxmlformats.org/drawingml/2006/main" noGrp="1"/>
          </p:cNvSpPr>
          <p:nvPr/>
        </p:nvSpPr>
        <p:spPr>
          <a:xfrm xmlns:a="http://schemas.openxmlformats.org/drawingml/2006/main">
            <a:off x="5637848" y="2733675"/>
            <a:ext cx="59055" cy="66675"/>
          </a:xfrm>
          <a:custGeom xmlns:a="http://schemas.openxmlformats.org/drawingml/2006/main">
            <a:pathLst>
              <a:path w="59055" h="66675">
                <a:moveTo>
                  <a:pt x="29528" y="0"/>
                </a:moveTo>
                <a:lnTo>
                  <a:pt x="0" y="66675"/>
                </a:lnTo>
                <a:lnTo>
                  <a:pt x="59055" y="66675"/>
                </a:lnTo>
                <a:close/>
              </a:path>
            </a:pathLst>
          </a:custGeom>
          <a:solidFill xmlns:a="http://schemas.openxmlformats.org/drawingml/2006/main">
            <a:srgbClr val="799A39"/>
          </a:solidFill>
          <a:ln xmlns:a="http://schemas.openxmlformats.org/drawingml/2006/main" w="953">
            <a:solidFill>
              <a:srgbClr val="799A39"/>
            </a:solidFill>
          </a:ln>
        </p:spPr>
      </p:sp>
      <p:sp>
        <p:nvSpPr>
          <p:cNvPr id="80" name="revision-text-1175">
            <a:extLst xmlns:a="http://schemas.openxmlformats.org/drawingml/2006/main">
              <a:ext uri="{FF2B5EF4-FFF2-40B4-BE49-F238E27FC236}">
                <a16:creationId xmlns:a16="http://schemas.microsoft.com/office/drawing/2014/main" id="{7818643B-6DB9-4EA6-AA2A-28F75AA8CBC8}"/>
              </a:ext>
            </a:extLst>
          </p:cNvPr>
          <p:cNvSpPr>
            <a:spLocks xmlns:a="http://schemas.openxmlformats.org/drawingml/2006/main" noGrp="1"/>
          </p:cNvSpPr>
          <p:nvPr/>
        </p:nvSpPr>
        <p:spPr>
          <a:xfrm xmlns:a="http://schemas.openxmlformats.org/drawingml/2006/main">
            <a:off x="5991225" y="2571750"/>
            <a:ext cx="220027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799A39"/>
                </a:solidFill>
                <a:latin typeface="微软雅黑"/>
                <a:ea typeface="微软雅黑"/>
                <a:cs typeface="微软雅黑"/>
              </a:defRPr>
            </a:pPr>
            <a:r>
              <a:rPr sz="1200" b="0">
                <a:solidFill>
                  <a:srgbClr val="799A39"/>
                </a:solidFill>
                <a:latin typeface="微软雅黑"/>
                <a:ea typeface="微软雅黑"/>
                <a:cs typeface="微软雅黑"/>
              </a:rPr>
              <a:t>State / Data feedback</a:t>
            </a:r>
          </a:p>
        </p:txBody>
      </p:sp>
      <p:sp>
        <p:nvSpPr>
          <p:cNvPr id="81" name="diagram-line-1176">
            <a:extLst xmlns:a="http://schemas.openxmlformats.org/drawingml/2006/main">
              <a:ext uri="{FF2B5EF4-FFF2-40B4-BE49-F238E27FC236}">
                <a16:creationId xmlns:a16="http://schemas.microsoft.com/office/drawing/2014/main" id="{1175A409-1730-462D-A021-A80EF79544DA}"/>
              </a:ext>
            </a:extLst>
          </p:cNvPr>
          <p:cNvSpPr>
            <a:spLocks xmlns:a="http://schemas.openxmlformats.org/drawingml/2006/main" noGrp="1"/>
          </p:cNvSpPr>
          <p:nvPr/>
        </p:nvSpPr>
        <p:spPr>
          <a:xfrm xmlns:a="http://schemas.openxmlformats.org/drawingml/2006/main">
            <a:off x="2686050" y="4714875"/>
            <a:ext cx="3371850" cy="191"/>
          </a:xfrm>
          <a:custGeom xmlns:a="http://schemas.openxmlformats.org/drawingml/2006/main">
            <a:pathLst>
              <a:path w="3371850" h="191">
                <a:moveTo>
                  <a:pt x="3371850" y="0"/>
                </a:moveTo>
                <a:lnTo>
                  <a:pt x="0" y="0"/>
                </a:lnTo>
              </a:path>
            </a:pathLst>
          </a:custGeom>
          <a:noFill xmlns:a="http://schemas.openxmlformats.org/drawingml/2006/main"/>
          <a:ln xmlns:a="http://schemas.openxmlformats.org/drawingml/2006/main" w="14288">
            <a:solidFill>
              <a:srgbClr val="799A39"/>
            </a:solidFill>
          </a:ln>
        </p:spPr>
      </p:sp>
      <p:sp>
        <p:nvSpPr>
          <p:cNvPr id="82" name="diagram-poly-1177">
            <a:extLst xmlns:a="http://schemas.openxmlformats.org/drawingml/2006/main">
              <a:ext uri="{FF2B5EF4-FFF2-40B4-BE49-F238E27FC236}">
                <a16:creationId xmlns:a16="http://schemas.microsoft.com/office/drawing/2014/main" id="{496A73B4-45FF-4215-A09E-9F2CD0139EF9}"/>
              </a:ext>
            </a:extLst>
          </p:cNvPr>
          <p:cNvSpPr>
            <a:spLocks xmlns:a="http://schemas.openxmlformats.org/drawingml/2006/main" noGrp="1"/>
          </p:cNvSpPr>
          <p:nvPr/>
        </p:nvSpPr>
        <p:spPr>
          <a:xfrm xmlns:a="http://schemas.openxmlformats.org/drawingml/2006/main">
            <a:off x="2686050" y="4685348"/>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799A39"/>
          </a:solidFill>
          <a:ln xmlns:a="http://schemas.openxmlformats.org/drawingml/2006/main" w="953">
            <a:solidFill>
              <a:srgbClr val="799A39"/>
            </a:solidFill>
          </a:ln>
        </p:spPr>
      </p:sp>
      <p:sp>
        <p:nvSpPr>
          <p:cNvPr id="83" name="revision-text-1178">
            <a:extLst xmlns:a="http://schemas.openxmlformats.org/drawingml/2006/main">
              <a:ext uri="{FF2B5EF4-FFF2-40B4-BE49-F238E27FC236}">
                <a16:creationId xmlns:a16="http://schemas.microsoft.com/office/drawing/2014/main" id="{4B87DD72-95EC-48FF-A371-4B5E2BECC8C7}"/>
              </a:ext>
            </a:extLst>
          </p:cNvPr>
          <p:cNvSpPr>
            <a:spLocks xmlns:a="http://schemas.openxmlformats.org/drawingml/2006/main" noGrp="1"/>
          </p:cNvSpPr>
          <p:nvPr/>
        </p:nvSpPr>
        <p:spPr>
          <a:xfrm xmlns:a="http://schemas.openxmlformats.org/drawingml/2006/main">
            <a:off x="3190875" y="4362450"/>
            <a:ext cx="252412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799A39"/>
                </a:solidFill>
                <a:latin typeface="微软雅黑"/>
                <a:ea typeface="微软雅黑"/>
                <a:cs typeface="微软雅黑"/>
              </a:defRPr>
            </a:pPr>
            <a:r>
              <a:rPr sz="1350" b="0">
                <a:solidFill>
                  <a:srgbClr val="799A39"/>
                </a:solidFill>
                <a:latin typeface="微软雅黑"/>
                <a:ea typeface="微软雅黑"/>
                <a:cs typeface="微软雅黑"/>
              </a:rPr>
              <a:t>Simulation feedback</a:t>
            </a:r>
          </a:p>
        </p:txBody>
      </p:sp>
      <p:sp>
        <p:nvSpPr>
          <p:cNvPr id="84" name="revision-text-1179">
            <a:extLst xmlns:a="http://schemas.openxmlformats.org/drawingml/2006/main">
              <a:ext uri="{FF2B5EF4-FFF2-40B4-BE49-F238E27FC236}">
                <a16:creationId xmlns:a16="http://schemas.microsoft.com/office/drawing/2014/main" id="{6A165CC4-0BD8-44A5-A6AA-746597BFB522}"/>
              </a:ext>
            </a:extLst>
          </p:cNvPr>
          <p:cNvSpPr>
            <a:spLocks xmlns:a="http://schemas.openxmlformats.org/drawingml/2006/main" noGrp="1"/>
          </p:cNvSpPr>
          <p:nvPr/>
        </p:nvSpPr>
        <p:spPr>
          <a:xfrm xmlns:a="http://schemas.openxmlformats.org/drawingml/2006/main">
            <a:off x="2838450" y="4800600"/>
            <a:ext cx="3114675"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0">
                <a:solidFill>
                  <a:srgbClr val="799A39"/>
                </a:solidFill>
                <a:latin typeface="微软雅黑"/>
                <a:ea typeface="微软雅黑"/>
                <a:cs typeface="微软雅黑"/>
              </a:defRPr>
            </a:pPr>
            <a:r>
              <a:rPr sz="1275" b="0">
                <a:solidFill>
                  <a:srgbClr val="799A39"/>
                </a:solidFill>
                <a:latin typeface="微软雅黑"/>
                <a:ea typeface="微软雅黑"/>
                <a:cs typeface="微软雅黑"/>
              </a:rPr>
              <a:t>State, data, constraint results</a:t>
            </a:r>
          </a:p>
        </p:txBody>
      </p:sp>
      <p:sp>
        <p:nvSpPr>
          <p:cNvPr id="85" name="diagram-box-1180">
            <a:extLst xmlns:a="http://schemas.openxmlformats.org/drawingml/2006/main">
              <a:ext uri="{FF2B5EF4-FFF2-40B4-BE49-F238E27FC236}">
                <a16:creationId xmlns:a16="http://schemas.microsoft.com/office/drawing/2014/main" id="{74974307-ADB0-4245-A0C0-F8D470C385C3}"/>
              </a:ext>
            </a:extLst>
          </p:cNvPr>
          <p:cNvSpPr>
            <a:spLocks xmlns:a="http://schemas.openxmlformats.org/drawingml/2006/main" noGrp="1"/>
          </p:cNvSpPr>
          <p:nvPr/>
        </p:nvSpPr>
        <p:spPr>
          <a:xfrm xmlns:a="http://schemas.openxmlformats.org/drawingml/2006/main">
            <a:off x="9229725" y="1466850"/>
            <a:ext cx="2628900" cy="3581400"/>
          </a:xfrm>
          <a:prstGeom xmlns:a="http://schemas.openxmlformats.org/drawingml/2006/main" prst="rect">
            <a:avLst/>
          </a:prstGeom>
          <a:solidFill xmlns:a="http://schemas.openxmlformats.org/drawingml/2006/main">
            <a:srgbClr val="FFF8E2"/>
          </a:solidFill>
          <a:ln xmlns:a="http://schemas.openxmlformats.org/drawingml/2006/main" w="9525">
            <a:solidFill>
              <a:srgbClr val="6F7B83"/>
            </a:solidFill>
          </a:ln>
        </p:spPr>
      </p:sp>
      <p:sp>
        <p:nvSpPr>
          <p:cNvPr id="86" name="diagram-box-1181">
            <a:extLst xmlns:a="http://schemas.openxmlformats.org/drawingml/2006/main">
              <a:ext uri="{FF2B5EF4-FFF2-40B4-BE49-F238E27FC236}">
                <a16:creationId xmlns:a16="http://schemas.microsoft.com/office/drawing/2014/main" id="{C2F78B49-A67A-48E0-B38B-877D2719209C}"/>
              </a:ext>
            </a:extLst>
          </p:cNvPr>
          <p:cNvSpPr>
            <a:spLocks xmlns:a="http://schemas.openxmlformats.org/drawingml/2006/main" noGrp="1"/>
          </p:cNvSpPr>
          <p:nvPr/>
        </p:nvSpPr>
        <p:spPr>
          <a:xfrm xmlns:a="http://schemas.openxmlformats.org/drawingml/2006/main">
            <a:off x="9229725" y="1466850"/>
            <a:ext cx="2628900" cy="304800"/>
          </a:xfrm>
          <a:prstGeom xmlns:a="http://schemas.openxmlformats.org/drawingml/2006/main" prst="rect">
            <a:avLst/>
          </a:prstGeom>
          <a:solidFill xmlns:a="http://schemas.openxmlformats.org/drawingml/2006/main">
            <a:srgbClr val="F8E8B0"/>
          </a:solidFill>
          <a:ln xmlns:a="http://schemas.openxmlformats.org/drawingml/2006/main" w="9525">
            <a:solidFill>
              <a:srgbClr val="6F7B83"/>
            </a:solidFill>
          </a:ln>
        </p:spPr>
      </p:sp>
      <p:sp>
        <p:nvSpPr>
          <p:cNvPr id="87" name="revision-text-1182">
            <a:extLst xmlns:a="http://schemas.openxmlformats.org/drawingml/2006/main">
              <a:ext uri="{FF2B5EF4-FFF2-40B4-BE49-F238E27FC236}">
                <a16:creationId xmlns:a16="http://schemas.microsoft.com/office/drawing/2014/main" id="{BC05BB6F-7085-42F0-BEDE-40BC0DF89BC1}"/>
              </a:ext>
            </a:extLst>
          </p:cNvPr>
          <p:cNvSpPr>
            <a:spLocks xmlns:a="http://schemas.openxmlformats.org/drawingml/2006/main" noGrp="1"/>
          </p:cNvSpPr>
          <p:nvPr/>
        </p:nvSpPr>
        <p:spPr>
          <a:xfrm xmlns:a="http://schemas.openxmlformats.org/drawingml/2006/main">
            <a:off x="9305925" y="1495425"/>
            <a:ext cx="2476500" cy="2832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50" b="1">
                <a:solidFill>
                  <a:srgbClr val="111111"/>
                </a:solidFill>
                <a:latin typeface="微软雅黑"/>
                <a:ea typeface="微软雅黑"/>
                <a:cs typeface="微软雅黑"/>
              </a:defRPr>
            </a:pPr>
            <a:r>
              <a:rPr sz="1650" b="1">
                <a:solidFill>
                  <a:srgbClr val="111111"/>
                </a:solidFill>
                <a:latin typeface="微软雅黑"/>
                <a:ea typeface="微软雅黑"/>
                <a:cs typeface="微软雅黑"/>
              </a:rPr>
              <a:t>Adapter</a:t>
            </a:r>
          </a:p>
        </p:txBody>
      </p:sp>
      <p:sp>
        <p:nvSpPr>
          <p:cNvPr id="88" name="revision-text-1183">
            <a:extLst xmlns:a="http://schemas.openxmlformats.org/drawingml/2006/main">
              <a:ext uri="{FF2B5EF4-FFF2-40B4-BE49-F238E27FC236}">
                <a16:creationId xmlns:a16="http://schemas.microsoft.com/office/drawing/2014/main" id="{98C60D38-CC8E-44E6-8D74-60271CE43CC5}"/>
              </a:ext>
            </a:extLst>
          </p:cNvPr>
          <p:cNvSpPr>
            <a:spLocks xmlns:a="http://schemas.openxmlformats.org/drawingml/2006/main" noGrp="1"/>
          </p:cNvSpPr>
          <p:nvPr/>
        </p:nvSpPr>
        <p:spPr>
          <a:xfrm xmlns:a="http://schemas.openxmlformats.org/drawingml/2006/main">
            <a:off x="9296400" y="1809750"/>
            <a:ext cx="24955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0">
                <a:solidFill>
                  <a:srgbClr val="111111"/>
                </a:solidFill>
                <a:latin typeface="微软雅黑"/>
                <a:ea typeface="微软雅黑"/>
                <a:cs typeface="微软雅黑"/>
              </a:defRPr>
            </a:pPr>
            <a:r>
              <a:rPr sz="1275" b="0">
                <a:solidFill>
                  <a:srgbClr val="111111"/>
                </a:solidFill>
                <a:latin typeface="微软雅黑"/>
                <a:ea typeface="微软雅黑"/>
                <a:cs typeface="微软雅黑"/>
              </a:rPr>
              <a:t>Execute in the selected mode</a:t>
            </a:r>
          </a:p>
        </p:txBody>
      </p:sp>
      <p:sp>
        <p:nvSpPr>
          <p:cNvPr id="89" name="diagram-box-1184">
            <a:extLst xmlns:a="http://schemas.openxmlformats.org/drawingml/2006/main">
              <a:ext uri="{FF2B5EF4-FFF2-40B4-BE49-F238E27FC236}">
                <a16:creationId xmlns:a16="http://schemas.microsoft.com/office/drawing/2014/main" id="{E2B3E44A-403D-4FF5-980B-20393D59CA98}"/>
              </a:ext>
            </a:extLst>
          </p:cNvPr>
          <p:cNvSpPr>
            <a:spLocks xmlns:a="http://schemas.openxmlformats.org/drawingml/2006/main" noGrp="1"/>
          </p:cNvSpPr>
          <p:nvPr/>
        </p:nvSpPr>
        <p:spPr>
          <a:xfrm xmlns:a="http://schemas.openxmlformats.org/drawingml/2006/main">
            <a:off x="9496425" y="2095500"/>
            <a:ext cx="2200275" cy="1847850"/>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90" name="diagram-box-1185">
            <a:extLst xmlns:a="http://schemas.openxmlformats.org/drawingml/2006/main">
              <a:ext uri="{FF2B5EF4-FFF2-40B4-BE49-F238E27FC236}">
                <a16:creationId xmlns:a16="http://schemas.microsoft.com/office/drawing/2014/main" id="{01E50A05-CDEF-486D-B5AA-DFC8EF0BA924}"/>
              </a:ext>
            </a:extLst>
          </p:cNvPr>
          <p:cNvSpPr>
            <a:spLocks xmlns:a="http://schemas.openxmlformats.org/drawingml/2006/main" noGrp="1"/>
          </p:cNvSpPr>
          <p:nvPr/>
        </p:nvSpPr>
        <p:spPr>
          <a:xfrm xmlns:a="http://schemas.openxmlformats.org/drawingml/2006/main">
            <a:off x="9496425" y="2095500"/>
            <a:ext cx="2200275" cy="304800"/>
          </a:xfrm>
          <a:prstGeom xmlns:a="http://schemas.openxmlformats.org/drawingml/2006/main" prst="rect">
            <a:avLst/>
          </a:prstGeom>
          <a:solidFill xmlns:a="http://schemas.openxmlformats.org/drawingml/2006/main">
            <a:srgbClr val="F8E8B0"/>
          </a:solidFill>
          <a:ln xmlns:a="http://schemas.openxmlformats.org/drawingml/2006/main" w="9525">
            <a:solidFill>
              <a:srgbClr val="6F7B83"/>
            </a:solidFill>
          </a:ln>
        </p:spPr>
      </p:sp>
      <p:sp>
        <p:nvSpPr>
          <p:cNvPr id="91" name="revision-text-1186">
            <a:extLst xmlns:a="http://schemas.openxmlformats.org/drawingml/2006/main">
              <a:ext uri="{FF2B5EF4-FFF2-40B4-BE49-F238E27FC236}">
                <a16:creationId xmlns:a16="http://schemas.microsoft.com/office/drawing/2014/main" id="{27883366-4D6B-441E-9C04-4F113A4F4CC6}"/>
              </a:ext>
            </a:extLst>
          </p:cNvPr>
          <p:cNvSpPr>
            <a:spLocks xmlns:a="http://schemas.openxmlformats.org/drawingml/2006/main" noGrp="1"/>
          </p:cNvSpPr>
          <p:nvPr/>
        </p:nvSpPr>
        <p:spPr>
          <a:xfrm xmlns:a="http://schemas.openxmlformats.org/drawingml/2006/main">
            <a:off x="9572625" y="2124075"/>
            <a:ext cx="2047875"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425" b="1">
                <a:solidFill>
                  <a:srgbClr val="111111"/>
                </a:solidFill>
                <a:latin typeface="微软雅黑"/>
                <a:ea typeface="微软雅黑"/>
                <a:cs typeface="微软雅黑"/>
              </a:defRPr>
            </a:pPr>
            <a:r>
              <a:rPr sz="1425" b="1">
                <a:solidFill>
                  <a:srgbClr val="111111"/>
                </a:solidFill>
                <a:latin typeface="微软雅黑"/>
                <a:ea typeface="微软雅黑"/>
                <a:cs typeface="微软雅黑"/>
              </a:rPr>
              <a:t>Simulation mode</a:t>
            </a:r>
          </a:p>
        </p:txBody>
      </p:sp>
      <p:sp>
        <p:nvSpPr>
          <p:cNvPr id="92" name="revision-text-1187">
            <a:extLst xmlns:a="http://schemas.openxmlformats.org/drawingml/2006/main">
              <a:ext uri="{FF2B5EF4-FFF2-40B4-BE49-F238E27FC236}">
                <a16:creationId xmlns:a16="http://schemas.microsoft.com/office/drawing/2014/main" id="{021F2BD6-3B18-486B-B75F-DC6A2A9C9C1E}"/>
              </a:ext>
            </a:extLst>
          </p:cNvPr>
          <p:cNvSpPr>
            <a:spLocks xmlns:a="http://schemas.openxmlformats.org/drawingml/2006/main" noGrp="1"/>
          </p:cNvSpPr>
          <p:nvPr/>
        </p:nvSpPr>
        <p:spPr>
          <a:xfrm xmlns:a="http://schemas.openxmlformats.org/drawingml/2006/main">
            <a:off x="9553575" y="2457450"/>
            <a:ext cx="2085975" cy="1996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088" b="0">
                <a:solidFill>
                  <a:srgbClr val="111111"/>
                </a:solidFill>
                <a:latin typeface="微软雅黑"/>
                <a:ea typeface="微软雅黑"/>
                <a:cs typeface="微软雅黑"/>
              </a:defRPr>
            </a:pPr>
            <a:r>
              <a:rPr sz="1088" b="0">
                <a:solidFill>
                  <a:srgbClr val="111111"/>
                </a:solidFill>
                <a:latin typeface="微软雅黑"/>
                <a:ea typeface="微软雅黑"/>
                <a:cs typeface="微软雅黑"/>
              </a:rPr>
              <a:t>Create once at simulation start</a:t>
            </a:r>
          </a:p>
        </p:txBody>
      </p:sp>
      <p:sp>
        <p:nvSpPr>
          <p:cNvPr id="93" name="diagram-box-1188">
            <a:extLst xmlns:a="http://schemas.openxmlformats.org/drawingml/2006/main">
              <a:ext uri="{FF2B5EF4-FFF2-40B4-BE49-F238E27FC236}">
                <a16:creationId xmlns:a16="http://schemas.microsoft.com/office/drawing/2014/main" id="{26A8D4B1-6DFF-4F52-A78E-C48509653E63}"/>
              </a:ext>
            </a:extLst>
          </p:cNvPr>
          <p:cNvSpPr>
            <a:spLocks xmlns:a="http://schemas.openxmlformats.org/drawingml/2006/main" noGrp="1"/>
          </p:cNvSpPr>
          <p:nvPr/>
        </p:nvSpPr>
        <p:spPr>
          <a:xfrm xmlns:a="http://schemas.openxmlformats.org/drawingml/2006/main">
            <a:off x="9629775" y="2733675"/>
            <a:ext cx="1933575" cy="1066800"/>
          </a:xfrm>
          <a:prstGeom xmlns:a="http://schemas.openxmlformats.org/drawingml/2006/main" prst="rect">
            <a:avLst/>
          </a:prstGeom>
          <a:solidFill xmlns:a="http://schemas.openxmlformats.org/drawingml/2006/main">
            <a:srgbClr val="F6F9EF"/>
          </a:solidFill>
          <a:ln xmlns:a="http://schemas.openxmlformats.org/drawingml/2006/main" w="9525">
            <a:solidFill>
              <a:srgbClr val="6F7B83"/>
            </a:solidFill>
          </a:ln>
        </p:spPr>
      </p:sp>
      <p:sp>
        <p:nvSpPr>
          <p:cNvPr id="94" name="revision-text-1189">
            <a:extLst xmlns:a="http://schemas.openxmlformats.org/drawingml/2006/main">
              <a:ext uri="{FF2B5EF4-FFF2-40B4-BE49-F238E27FC236}">
                <a16:creationId xmlns:a16="http://schemas.microsoft.com/office/drawing/2014/main" id="{67411847-34B5-4F92-8B8F-341158822F7C}"/>
              </a:ext>
            </a:extLst>
          </p:cNvPr>
          <p:cNvSpPr>
            <a:spLocks xmlns:a="http://schemas.openxmlformats.org/drawingml/2006/main" noGrp="1"/>
          </p:cNvSpPr>
          <p:nvPr/>
        </p:nvSpPr>
        <p:spPr>
          <a:xfrm xmlns:a="http://schemas.openxmlformats.org/drawingml/2006/main">
            <a:off x="9677400" y="2762250"/>
            <a:ext cx="1838325"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45" b="1">
                <a:solidFill>
                  <a:srgbClr val="111111"/>
                </a:solidFill>
                <a:latin typeface="微软雅黑"/>
                <a:ea typeface="微软雅黑"/>
                <a:cs typeface="微软雅黑"/>
              </a:defRPr>
            </a:pPr>
            <a:r>
              <a:rPr sz="1245" b="1">
                <a:solidFill>
                  <a:srgbClr val="111111"/>
                </a:solidFill>
                <a:latin typeface="微软雅黑"/>
                <a:ea typeface="微软雅黑"/>
                <a:cs typeface="微软雅黑"/>
              </a:rPr>
              <a:t>Virtual device instance</a:t>
            </a:r>
          </a:p>
        </p:txBody>
      </p:sp>
      <p:sp>
        <p:nvSpPr>
          <p:cNvPr id="95" name="revision-text-1190">
            <a:extLst xmlns:a="http://schemas.openxmlformats.org/drawingml/2006/main">
              <a:ext uri="{FF2B5EF4-FFF2-40B4-BE49-F238E27FC236}">
                <a16:creationId xmlns:a16="http://schemas.microsoft.com/office/drawing/2014/main" id="{ABDD384A-A32B-4DB2-8979-B3DD1F9C7D8A}"/>
              </a:ext>
            </a:extLst>
          </p:cNvPr>
          <p:cNvSpPr>
            <a:spLocks xmlns:a="http://schemas.openxmlformats.org/drawingml/2006/main" noGrp="1"/>
          </p:cNvSpPr>
          <p:nvPr/>
        </p:nvSpPr>
        <p:spPr>
          <a:xfrm xmlns:a="http://schemas.openxmlformats.org/drawingml/2006/main">
            <a:off x="9686925" y="3009900"/>
            <a:ext cx="1819275" cy="5395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75" b="0">
                <a:solidFill>
                  <a:srgbClr val="111111"/>
                </a:solidFill>
                <a:latin typeface="微软雅黑"/>
                <a:ea typeface="微软雅黑"/>
                <a:cs typeface="微软雅黑"/>
              </a:defRPr>
            </a:pPr>
            <a:r>
              <a:rPr sz="975" b="0">
                <a:solidFill>
                  <a:srgbClr val="111111"/>
                </a:solidFill>
                <a:latin typeface="微软雅黑"/>
                <a:ea typeface="微软雅黑"/>
                <a:cs typeface="微软雅黑"/>
              </a:rPr>
              <a:t>One instance for the full run</a:t>
            </a:r>
          </a:p>
          <a:p xmlns:a="http://schemas.openxmlformats.org/drawingml/2006/main">
            <a:pPr algn="ctr">
              <a:lnSpc>
                <a:spcPct val="104000"/>
              </a:lnSpc>
              <a:spcBef>
                <a:spcPts val="0"/>
              </a:spcBef>
              <a:spcAft>
                <a:spcPts val="0"/>
              </a:spcAft>
              <a:buNone/>
              <a:defRPr sz="975" b="0">
                <a:solidFill>
                  <a:srgbClr val="111111"/>
                </a:solidFill>
                <a:latin typeface="微软雅黑"/>
                <a:ea typeface="微软雅黑"/>
                <a:cs typeface="微软雅黑"/>
              </a:defRPr>
            </a:pPr>
            <a:r>
              <a:rPr sz="975" b="0">
                <a:solidFill>
                  <a:srgbClr val="111111"/>
                </a:solidFill>
                <a:latin typeface="微软雅黑"/>
                <a:ea typeface="微软雅黑"/>
                <a:cs typeface="微软雅黑"/>
              </a:rPr>
              <a:t>Respond and evolve state</a:t>
            </a:r>
          </a:p>
          <a:p xmlns:a="http://schemas.openxmlformats.org/drawingml/2006/main">
            <a:pPr algn="ctr">
              <a:lnSpc>
                <a:spcPct val="104000"/>
              </a:lnSpc>
              <a:spcBef>
                <a:spcPts val="0"/>
              </a:spcBef>
              <a:spcAft>
                <a:spcPts val="0"/>
              </a:spcAft>
              <a:buNone/>
              <a:defRPr sz="975" b="0">
                <a:solidFill>
                  <a:srgbClr val="111111"/>
                </a:solidFill>
                <a:latin typeface="微软雅黑"/>
                <a:ea typeface="微软雅黑"/>
                <a:cs typeface="微软雅黑"/>
              </a:defRPr>
            </a:pPr>
            <a:r>
              <a:rPr sz="975" b="0">
                <a:solidFill>
                  <a:srgbClr val="111111"/>
                </a:solidFill>
                <a:latin typeface="微软雅黑"/>
                <a:ea typeface="微软雅黑"/>
                <a:cs typeface="微软雅黑"/>
              </a:rPr>
              <a:t>Return simulated data / status</a:t>
            </a:r>
          </a:p>
        </p:txBody>
      </p:sp>
      <p:sp>
        <p:nvSpPr>
          <p:cNvPr id="96" name="diagram-box-1191">
            <a:extLst xmlns:a="http://schemas.openxmlformats.org/drawingml/2006/main">
              <a:ext uri="{FF2B5EF4-FFF2-40B4-BE49-F238E27FC236}">
                <a16:creationId xmlns:a16="http://schemas.microsoft.com/office/drawing/2014/main" id="{864A08C9-5DBB-44A0-9C6F-DD2238508D30}"/>
              </a:ext>
            </a:extLst>
          </p:cNvPr>
          <p:cNvSpPr>
            <a:spLocks xmlns:a="http://schemas.openxmlformats.org/drawingml/2006/main" noGrp="1"/>
          </p:cNvSpPr>
          <p:nvPr/>
        </p:nvSpPr>
        <p:spPr>
          <a:xfrm xmlns:a="http://schemas.openxmlformats.org/drawingml/2006/main">
            <a:off x="9496425" y="4248150"/>
            <a:ext cx="2200275"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97" name="diagram-box-1192">
            <a:extLst xmlns:a="http://schemas.openxmlformats.org/drawingml/2006/main">
              <a:ext uri="{FF2B5EF4-FFF2-40B4-BE49-F238E27FC236}">
                <a16:creationId xmlns:a16="http://schemas.microsoft.com/office/drawing/2014/main" id="{4AA72C16-D3AF-40A6-B398-765B64FC2D95}"/>
              </a:ext>
            </a:extLst>
          </p:cNvPr>
          <p:cNvSpPr>
            <a:spLocks xmlns:a="http://schemas.openxmlformats.org/drawingml/2006/main" noGrp="1"/>
          </p:cNvSpPr>
          <p:nvPr/>
        </p:nvSpPr>
        <p:spPr>
          <a:xfrm xmlns:a="http://schemas.openxmlformats.org/drawingml/2006/main">
            <a:off x="9496425" y="4248150"/>
            <a:ext cx="2200275" cy="304800"/>
          </a:xfrm>
          <a:prstGeom xmlns:a="http://schemas.openxmlformats.org/drawingml/2006/main" prst="rect">
            <a:avLst/>
          </a:prstGeom>
          <a:solidFill xmlns:a="http://schemas.openxmlformats.org/drawingml/2006/main">
            <a:srgbClr val="FBEADB"/>
          </a:solidFill>
          <a:ln xmlns:a="http://schemas.openxmlformats.org/drawingml/2006/main" w="9525">
            <a:solidFill>
              <a:srgbClr val="6F7B83"/>
            </a:solidFill>
          </a:ln>
        </p:spPr>
      </p:sp>
      <p:sp>
        <p:nvSpPr>
          <p:cNvPr id="98" name="revision-text-1193">
            <a:extLst xmlns:a="http://schemas.openxmlformats.org/drawingml/2006/main">
              <a:ext uri="{FF2B5EF4-FFF2-40B4-BE49-F238E27FC236}">
                <a16:creationId xmlns:a16="http://schemas.microsoft.com/office/drawing/2014/main" id="{5215BDB6-E3C1-4D6D-8D8F-89E5E1425848}"/>
              </a:ext>
            </a:extLst>
          </p:cNvPr>
          <p:cNvSpPr>
            <a:spLocks xmlns:a="http://schemas.openxmlformats.org/drawingml/2006/main" noGrp="1"/>
          </p:cNvSpPr>
          <p:nvPr/>
        </p:nvSpPr>
        <p:spPr>
          <a:xfrm xmlns:a="http://schemas.openxmlformats.org/drawingml/2006/main">
            <a:off x="9572625" y="4276725"/>
            <a:ext cx="2047875"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425" b="1">
                <a:solidFill>
                  <a:srgbClr val="111111"/>
                </a:solidFill>
                <a:latin typeface="微软雅黑"/>
                <a:ea typeface="微软雅黑"/>
                <a:cs typeface="微软雅黑"/>
              </a:defRPr>
            </a:pPr>
            <a:r>
              <a:rPr sz="1425" b="1">
                <a:solidFill>
                  <a:srgbClr val="111111"/>
                </a:solidFill>
                <a:latin typeface="微软雅黑"/>
                <a:ea typeface="微软雅黑"/>
                <a:cs typeface="微软雅黑"/>
              </a:rPr>
              <a:t>Hardware mode</a:t>
            </a:r>
          </a:p>
        </p:txBody>
      </p:sp>
      <p:sp>
        <p:nvSpPr>
          <p:cNvPr id="99" name="revision-text-1194">
            <a:extLst xmlns:a="http://schemas.openxmlformats.org/drawingml/2006/main">
              <a:ext uri="{FF2B5EF4-FFF2-40B4-BE49-F238E27FC236}">
                <a16:creationId xmlns:a16="http://schemas.microsoft.com/office/drawing/2014/main" id="{0ACA82FD-85FB-4B2D-858D-5D557ADD0280}"/>
              </a:ext>
            </a:extLst>
          </p:cNvPr>
          <p:cNvSpPr>
            <a:spLocks xmlns:a="http://schemas.openxmlformats.org/drawingml/2006/main" noGrp="1"/>
          </p:cNvSpPr>
          <p:nvPr/>
        </p:nvSpPr>
        <p:spPr>
          <a:xfrm xmlns:a="http://schemas.openxmlformats.org/drawingml/2006/main">
            <a:off x="9544050" y="4591050"/>
            <a:ext cx="21050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45" b="0">
                <a:solidFill>
                  <a:srgbClr val="111111"/>
                </a:solidFill>
                <a:latin typeface="微软雅黑"/>
                <a:ea typeface="微软雅黑"/>
                <a:cs typeface="微软雅黑"/>
              </a:defRPr>
            </a:pPr>
            <a:r>
              <a:rPr sz="945" b="0">
                <a:solidFill>
                  <a:srgbClr val="111111"/>
                </a:solidFill>
                <a:latin typeface="微软雅黑"/>
                <a:ea typeface="微软雅黑"/>
                <a:cs typeface="微软雅黑"/>
              </a:rPr>
              <a:t>Map commands / Convert feedback</a:t>
            </a:r>
          </a:p>
        </p:txBody>
      </p:sp>
      <p:sp>
        <p:nvSpPr>
          <p:cNvPr id="100" name="diagram-line-1195">
            <a:extLst xmlns:a="http://schemas.openxmlformats.org/drawingml/2006/main">
              <a:ext uri="{FF2B5EF4-FFF2-40B4-BE49-F238E27FC236}">
                <a16:creationId xmlns:a16="http://schemas.microsoft.com/office/drawing/2014/main" id="{03989A3A-3EB4-4E0D-80BC-0A5B3C35D3D6}"/>
              </a:ext>
            </a:extLst>
          </p:cNvPr>
          <p:cNvSpPr>
            <a:spLocks xmlns:a="http://schemas.openxmlformats.org/drawingml/2006/main" noGrp="1"/>
          </p:cNvSpPr>
          <p:nvPr/>
        </p:nvSpPr>
        <p:spPr>
          <a:xfrm xmlns:a="http://schemas.openxmlformats.org/drawingml/2006/main">
            <a:off x="8429625" y="3924300"/>
            <a:ext cx="923925" cy="191"/>
          </a:xfrm>
          <a:custGeom xmlns:a="http://schemas.openxmlformats.org/drawingml/2006/main">
            <a:pathLst>
              <a:path w="923925" h="191">
                <a:moveTo>
                  <a:pt x="0" y="0"/>
                </a:moveTo>
                <a:lnTo>
                  <a:pt x="923925" y="0"/>
                </a:lnTo>
              </a:path>
            </a:pathLst>
          </a:custGeom>
          <a:noFill xmlns:a="http://schemas.openxmlformats.org/drawingml/2006/main"/>
          <a:ln xmlns:a="http://schemas.openxmlformats.org/drawingml/2006/main" w="14288">
            <a:solidFill>
              <a:srgbClr val="28849C"/>
            </a:solidFill>
          </a:ln>
        </p:spPr>
      </p:sp>
      <p:sp>
        <p:nvSpPr>
          <p:cNvPr id="101" name="diagram-line-1196">
            <a:extLst xmlns:a="http://schemas.openxmlformats.org/drawingml/2006/main">
              <a:ext uri="{FF2B5EF4-FFF2-40B4-BE49-F238E27FC236}">
                <a16:creationId xmlns:a16="http://schemas.microsoft.com/office/drawing/2014/main" id="{5C9A5EF3-10BD-4C3C-8649-5DF34498B2AD}"/>
              </a:ext>
            </a:extLst>
          </p:cNvPr>
          <p:cNvSpPr>
            <a:spLocks xmlns:a="http://schemas.openxmlformats.org/drawingml/2006/main" noGrp="1"/>
          </p:cNvSpPr>
          <p:nvPr/>
        </p:nvSpPr>
        <p:spPr>
          <a:xfrm xmlns:a="http://schemas.openxmlformats.org/drawingml/2006/main">
            <a:off x="9353550" y="3276600"/>
            <a:ext cx="191" cy="647700"/>
          </a:xfrm>
          <a:custGeom xmlns:a="http://schemas.openxmlformats.org/drawingml/2006/main">
            <a:pathLst>
              <a:path w="191" h="647700">
                <a:moveTo>
                  <a:pt x="0" y="647700"/>
                </a:moveTo>
                <a:lnTo>
                  <a:pt x="0" y="0"/>
                </a:lnTo>
              </a:path>
            </a:pathLst>
          </a:custGeom>
          <a:noFill xmlns:a="http://schemas.openxmlformats.org/drawingml/2006/main"/>
          <a:ln xmlns:a="http://schemas.openxmlformats.org/drawingml/2006/main" w="14288">
            <a:solidFill>
              <a:srgbClr val="28849C"/>
            </a:solidFill>
          </a:ln>
        </p:spPr>
      </p:sp>
      <p:sp>
        <p:nvSpPr>
          <p:cNvPr id="102" name="diagram-line-1197">
            <a:extLst xmlns:a="http://schemas.openxmlformats.org/drawingml/2006/main">
              <a:ext uri="{FF2B5EF4-FFF2-40B4-BE49-F238E27FC236}">
                <a16:creationId xmlns:a16="http://schemas.microsoft.com/office/drawing/2014/main" id="{AFDC6102-7EE8-4FB6-B2E6-D977F96C2DC3}"/>
              </a:ext>
            </a:extLst>
          </p:cNvPr>
          <p:cNvSpPr>
            <a:spLocks xmlns:a="http://schemas.openxmlformats.org/drawingml/2006/main" noGrp="1"/>
          </p:cNvSpPr>
          <p:nvPr/>
        </p:nvSpPr>
        <p:spPr>
          <a:xfrm xmlns:a="http://schemas.openxmlformats.org/drawingml/2006/main">
            <a:off x="9353550" y="3276600"/>
            <a:ext cx="276225" cy="191"/>
          </a:xfrm>
          <a:custGeom xmlns:a="http://schemas.openxmlformats.org/drawingml/2006/main">
            <a:pathLst>
              <a:path w="276225" h="191">
                <a:moveTo>
                  <a:pt x="0" y="0"/>
                </a:moveTo>
                <a:lnTo>
                  <a:pt x="276225" y="0"/>
                </a:lnTo>
              </a:path>
            </a:pathLst>
          </a:custGeom>
          <a:noFill xmlns:a="http://schemas.openxmlformats.org/drawingml/2006/main"/>
          <a:ln xmlns:a="http://schemas.openxmlformats.org/drawingml/2006/main" w="14288">
            <a:solidFill>
              <a:srgbClr val="28849C"/>
            </a:solidFill>
          </a:ln>
        </p:spPr>
      </p:sp>
      <p:sp>
        <p:nvSpPr>
          <p:cNvPr id="103" name="diagram-poly-1198">
            <a:extLst xmlns:a="http://schemas.openxmlformats.org/drawingml/2006/main">
              <a:ext uri="{FF2B5EF4-FFF2-40B4-BE49-F238E27FC236}">
                <a16:creationId xmlns:a16="http://schemas.microsoft.com/office/drawing/2014/main" id="{5B2ACE21-CD05-4C8F-9C3D-A965B6B83300}"/>
              </a:ext>
            </a:extLst>
          </p:cNvPr>
          <p:cNvSpPr>
            <a:spLocks xmlns:a="http://schemas.openxmlformats.org/drawingml/2006/main" noGrp="1"/>
          </p:cNvSpPr>
          <p:nvPr/>
        </p:nvSpPr>
        <p:spPr>
          <a:xfrm xmlns:a="http://schemas.openxmlformats.org/drawingml/2006/main">
            <a:off x="9563100" y="3247073"/>
            <a:ext cx="66675" cy="59055"/>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104" name="diagram-line-1199">
            <a:extLst xmlns:a="http://schemas.openxmlformats.org/drawingml/2006/main">
              <a:ext uri="{FF2B5EF4-FFF2-40B4-BE49-F238E27FC236}">
                <a16:creationId xmlns:a16="http://schemas.microsoft.com/office/drawing/2014/main" id="{0B26036C-5305-4309-B912-A56F1D21E752}"/>
              </a:ext>
            </a:extLst>
          </p:cNvPr>
          <p:cNvSpPr>
            <a:spLocks xmlns:a="http://schemas.openxmlformats.org/drawingml/2006/main" noGrp="1"/>
          </p:cNvSpPr>
          <p:nvPr/>
        </p:nvSpPr>
        <p:spPr>
          <a:xfrm xmlns:a="http://schemas.openxmlformats.org/drawingml/2006/main">
            <a:off x="9353550" y="3924300"/>
            <a:ext cx="191" cy="647700"/>
          </a:xfrm>
          <a:custGeom xmlns:a="http://schemas.openxmlformats.org/drawingml/2006/main">
            <a:pathLst>
              <a:path w="191" h="647700">
                <a:moveTo>
                  <a:pt x="0" y="0"/>
                </a:moveTo>
                <a:lnTo>
                  <a:pt x="0" y="647700"/>
                </a:lnTo>
              </a:path>
            </a:pathLst>
          </a:custGeom>
          <a:noFill xmlns:a="http://schemas.openxmlformats.org/drawingml/2006/main"/>
          <a:ln xmlns:a="http://schemas.openxmlformats.org/drawingml/2006/main" w="14288">
            <a:solidFill>
              <a:srgbClr val="28849C"/>
            </a:solidFill>
          </a:ln>
        </p:spPr>
      </p:sp>
      <p:sp>
        <p:nvSpPr>
          <p:cNvPr id="105" name="diagram-line-1200">
            <a:extLst xmlns:a="http://schemas.openxmlformats.org/drawingml/2006/main">
              <a:ext uri="{FF2B5EF4-FFF2-40B4-BE49-F238E27FC236}">
                <a16:creationId xmlns:a16="http://schemas.microsoft.com/office/drawing/2014/main" id="{14ED4B13-E108-46F5-B227-C4B833EEBA5D}"/>
              </a:ext>
            </a:extLst>
          </p:cNvPr>
          <p:cNvSpPr>
            <a:spLocks xmlns:a="http://schemas.openxmlformats.org/drawingml/2006/main" noGrp="1"/>
          </p:cNvSpPr>
          <p:nvPr/>
        </p:nvSpPr>
        <p:spPr>
          <a:xfrm xmlns:a="http://schemas.openxmlformats.org/drawingml/2006/main">
            <a:off x="9353550" y="4572000"/>
            <a:ext cx="142875" cy="191"/>
          </a:xfrm>
          <a:custGeom xmlns:a="http://schemas.openxmlformats.org/drawingml/2006/main">
            <a:pathLst>
              <a:path w="142875" h="191">
                <a:moveTo>
                  <a:pt x="0" y="0"/>
                </a:moveTo>
                <a:lnTo>
                  <a:pt x="142875" y="0"/>
                </a:lnTo>
              </a:path>
            </a:pathLst>
          </a:custGeom>
          <a:noFill xmlns:a="http://schemas.openxmlformats.org/drawingml/2006/main"/>
          <a:ln xmlns:a="http://schemas.openxmlformats.org/drawingml/2006/main" w="14288">
            <a:solidFill>
              <a:srgbClr val="28849C"/>
            </a:solidFill>
          </a:ln>
        </p:spPr>
      </p:sp>
      <p:sp>
        <p:nvSpPr>
          <p:cNvPr id="106" name="diagram-poly-1201">
            <a:extLst xmlns:a="http://schemas.openxmlformats.org/drawingml/2006/main">
              <a:ext uri="{FF2B5EF4-FFF2-40B4-BE49-F238E27FC236}">
                <a16:creationId xmlns:a16="http://schemas.microsoft.com/office/drawing/2014/main" id="{981F28E2-FEB7-4D6F-B8C5-87BFBA4BB12B}"/>
              </a:ext>
            </a:extLst>
          </p:cNvPr>
          <p:cNvSpPr>
            <a:spLocks xmlns:a="http://schemas.openxmlformats.org/drawingml/2006/main" noGrp="1"/>
          </p:cNvSpPr>
          <p:nvPr/>
        </p:nvSpPr>
        <p:spPr>
          <a:xfrm xmlns:a="http://schemas.openxmlformats.org/drawingml/2006/main">
            <a:off x="9429750" y="45424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107" name="revision-text-1202">
            <a:extLst xmlns:a="http://schemas.openxmlformats.org/drawingml/2006/main">
              <a:ext uri="{FF2B5EF4-FFF2-40B4-BE49-F238E27FC236}">
                <a16:creationId xmlns:a16="http://schemas.microsoft.com/office/drawing/2014/main" id="{545A9487-68D4-46E7-94D6-668503637D35}"/>
              </a:ext>
            </a:extLst>
          </p:cNvPr>
          <p:cNvSpPr>
            <a:spLocks xmlns:a="http://schemas.openxmlformats.org/drawingml/2006/main" noGrp="1"/>
          </p:cNvSpPr>
          <p:nvPr/>
        </p:nvSpPr>
        <p:spPr>
          <a:xfrm xmlns:a="http://schemas.openxmlformats.org/drawingml/2006/main">
            <a:off x="8448675" y="3676650"/>
            <a:ext cx="7715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70" b="0">
                <a:solidFill>
                  <a:srgbClr val="28849C"/>
                </a:solidFill>
                <a:latin typeface="微软雅黑"/>
                <a:ea typeface="微软雅黑"/>
                <a:cs typeface="微软雅黑"/>
              </a:defRPr>
            </a:pPr>
            <a:r>
              <a:rPr sz="1170" b="0">
                <a:solidFill>
                  <a:srgbClr val="28849C"/>
                </a:solidFill>
                <a:latin typeface="微软雅黑"/>
                <a:ea typeface="微软雅黑"/>
                <a:cs typeface="微软雅黑"/>
              </a:rPr>
              <a:t>Command</a:t>
            </a:r>
          </a:p>
        </p:txBody>
      </p:sp>
      <p:sp>
        <p:nvSpPr>
          <p:cNvPr id="108" name="diagram-line-1203">
            <a:extLst xmlns:a="http://schemas.openxmlformats.org/drawingml/2006/main">
              <a:ext uri="{FF2B5EF4-FFF2-40B4-BE49-F238E27FC236}">
                <a16:creationId xmlns:a16="http://schemas.microsoft.com/office/drawing/2014/main" id="{33CA0E99-125D-48B3-995F-DEDFD2AD3A35}"/>
              </a:ext>
            </a:extLst>
          </p:cNvPr>
          <p:cNvSpPr>
            <a:spLocks xmlns:a="http://schemas.openxmlformats.org/drawingml/2006/main" noGrp="1"/>
          </p:cNvSpPr>
          <p:nvPr/>
        </p:nvSpPr>
        <p:spPr>
          <a:xfrm xmlns:a="http://schemas.openxmlformats.org/drawingml/2006/main">
            <a:off x="9172575" y="3619500"/>
            <a:ext cx="457200" cy="191"/>
          </a:xfrm>
          <a:custGeom xmlns:a="http://schemas.openxmlformats.org/drawingml/2006/main">
            <a:pathLst>
              <a:path w="457200" h="191">
                <a:moveTo>
                  <a:pt x="457200" y="0"/>
                </a:moveTo>
                <a:lnTo>
                  <a:pt x="0" y="0"/>
                </a:lnTo>
              </a:path>
            </a:pathLst>
          </a:custGeom>
          <a:noFill xmlns:a="http://schemas.openxmlformats.org/drawingml/2006/main"/>
          <a:ln xmlns:a="http://schemas.openxmlformats.org/drawingml/2006/main" w="14288">
            <a:solidFill>
              <a:srgbClr val="799A39"/>
            </a:solidFill>
          </a:ln>
        </p:spPr>
      </p:sp>
      <p:sp>
        <p:nvSpPr>
          <p:cNvPr id="109" name="diagram-line-1204">
            <a:extLst xmlns:a="http://schemas.openxmlformats.org/drawingml/2006/main">
              <a:ext uri="{FF2B5EF4-FFF2-40B4-BE49-F238E27FC236}">
                <a16:creationId xmlns:a16="http://schemas.microsoft.com/office/drawing/2014/main" id="{496656EE-AE06-485D-B938-DEADDE1D500E}"/>
              </a:ext>
            </a:extLst>
          </p:cNvPr>
          <p:cNvSpPr>
            <a:spLocks xmlns:a="http://schemas.openxmlformats.org/drawingml/2006/main" noGrp="1"/>
          </p:cNvSpPr>
          <p:nvPr/>
        </p:nvSpPr>
        <p:spPr>
          <a:xfrm xmlns:a="http://schemas.openxmlformats.org/drawingml/2006/main">
            <a:off x="9172575" y="3619500"/>
            <a:ext cx="191" cy="247650"/>
          </a:xfrm>
          <a:custGeom xmlns:a="http://schemas.openxmlformats.org/drawingml/2006/main">
            <a:pathLst>
              <a:path w="191" h="247650">
                <a:moveTo>
                  <a:pt x="0" y="0"/>
                </a:moveTo>
                <a:lnTo>
                  <a:pt x="0" y="247650"/>
                </a:lnTo>
              </a:path>
            </a:pathLst>
          </a:custGeom>
          <a:noFill xmlns:a="http://schemas.openxmlformats.org/drawingml/2006/main"/>
          <a:ln xmlns:a="http://schemas.openxmlformats.org/drawingml/2006/main" w="14288">
            <a:solidFill>
              <a:srgbClr val="799A39"/>
            </a:solidFill>
          </a:ln>
        </p:spPr>
      </p:sp>
      <p:sp>
        <p:nvSpPr>
          <p:cNvPr id="110" name="diagram-line-1205">
            <a:extLst xmlns:a="http://schemas.openxmlformats.org/drawingml/2006/main">
              <a:ext uri="{FF2B5EF4-FFF2-40B4-BE49-F238E27FC236}">
                <a16:creationId xmlns:a16="http://schemas.microsoft.com/office/drawing/2014/main" id="{5619C277-A81E-4798-B0AE-58BB3A54C3EF}"/>
              </a:ext>
            </a:extLst>
          </p:cNvPr>
          <p:cNvSpPr>
            <a:spLocks xmlns:a="http://schemas.openxmlformats.org/drawingml/2006/main" noGrp="1"/>
          </p:cNvSpPr>
          <p:nvPr/>
        </p:nvSpPr>
        <p:spPr>
          <a:xfrm xmlns:a="http://schemas.openxmlformats.org/drawingml/2006/main">
            <a:off x="9172575" y="3981450"/>
            <a:ext cx="191" cy="390525"/>
          </a:xfrm>
          <a:custGeom xmlns:a="http://schemas.openxmlformats.org/drawingml/2006/main">
            <a:pathLst>
              <a:path w="191" h="390525">
                <a:moveTo>
                  <a:pt x="0" y="0"/>
                </a:moveTo>
                <a:lnTo>
                  <a:pt x="0" y="390525"/>
                </a:lnTo>
              </a:path>
            </a:pathLst>
          </a:custGeom>
          <a:noFill xmlns:a="http://schemas.openxmlformats.org/drawingml/2006/main"/>
          <a:ln xmlns:a="http://schemas.openxmlformats.org/drawingml/2006/main" w="14288">
            <a:solidFill>
              <a:srgbClr val="799A39"/>
            </a:solidFill>
          </a:ln>
        </p:spPr>
      </p:sp>
      <p:sp>
        <p:nvSpPr>
          <p:cNvPr id="111" name="diagram-line-1206">
            <a:extLst xmlns:a="http://schemas.openxmlformats.org/drawingml/2006/main">
              <a:ext uri="{FF2B5EF4-FFF2-40B4-BE49-F238E27FC236}">
                <a16:creationId xmlns:a16="http://schemas.microsoft.com/office/drawing/2014/main" id="{E0764F5F-6C62-4A10-B3B8-2278484B1D38}"/>
              </a:ext>
            </a:extLst>
          </p:cNvPr>
          <p:cNvSpPr>
            <a:spLocks xmlns:a="http://schemas.openxmlformats.org/drawingml/2006/main" noGrp="1"/>
          </p:cNvSpPr>
          <p:nvPr/>
        </p:nvSpPr>
        <p:spPr>
          <a:xfrm xmlns:a="http://schemas.openxmlformats.org/drawingml/2006/main">
            <a:off x="8429625" y="4371975"/>
            <a:ext cx="742950" cy="191"/>
          </a:xfrm>
          <a:custGeom xmlns:a="http://schemas.openxmlformats.org/drawingml/2006/main">
            <a:pathLst>
              <a:path w="742950" h="191">
                <a:moveTo>
                  <a:pt x="742950" y="0"/>
                </a:moveTo>
                <a:lnTo>
                  <a:pt x="0" y="0"/>
                </a:lnTo>
              </a:path>
            </a:pathLst>
          </a:custGeom>
          <a:noFill xmlns:a="http://schemas.openxmlformats.org/drawingml/2006/main"/>
          <a:ln xmlns:a="http://schemas.openxmlformats.org/drawingml/2006/main" w="14288">
            <a:solidFill>
              <a:srgbClr val="799A39"/>
            </a:solidFill>
          </a:ln>
        </p:spPr>
      </p:sp>
      <p:sp>
        <p:nvSpPr>
          <p:cNvPr id="112" name="diagram-poly-1207">
            <a:extLst xmlns:a="http://schemas.openxmlformats.org/drawingml/2006/main">
              <a:ext uri="{FF2B5EF4-FFF2-40B4-BE49-F238E27FC236}">
                <a16:creationId xmlns:a16="http://schemas.microsoft.com/office/drawing/2014/main" id="{064D7EF2-9EB2-4E0C-AF13-34B019DD10F3}"/>
              </a:ext>
            </a:extLst>
          </p:cNvPr>
          <p:cNvSpPr>
            <a:spLocks xmlns:a="http://schemas.openxmlformats.org/drawingml/2006/main" noGrp="1"/>
          </p:cNvSpPr>
          <p:nvPr/>
        </p:nvSpPr>
        <p:spPr>
          <a:xfrm xmlns:a="http://schemas.openxmlformats.org/drawingml/2006/main">
            <a:off x="8429625" y="4342448"/>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799A39"/>
          </a:solidFill>
          <a:ln xmlns:a="http://schemas.openxmlformats.org/drawingml/2006/main" w="953">
            <a:solidFill>
              <a:srgbClr val="799A39"/>
            </a:solidFill>
          </a:ln>
        </p:spPr>
      </p:sp>
      <p:sp>
        <p:nvSpPr>
          <p:cNvPr id="113" name="diagram-line-1208">
            <a:extLst xmlns:a="http://schemas.openxmlformats.org/drawingml/2006/main">
              <a:ext uri="{FF2B5EF4-FFF2-40B4-BE49-F238E27FC236}">
                <a16:creationId xmlns:a16="http://schemas.microsoft.com/office/drawing/2014/main" id="{BD020F7E-29FB-466C-93D6-383492D3D471}"/>
              </a:ext>
            </a:extLst>
          </p:cNvPr>
          <p:cNvSpPr>
            <a:spLocks xmlns:a="http://schemas.openxmlformats.org/drawingml/2006/main" noGrp="1"/>
          </p:cNvSpPr>
          <p:nvPr/>
        </p:nvSpPr>
        <p:spPr>
          <a:xfrm xmlns:a="http://schemas.openxmlformats.org/drawingml/2006/main">
            <a:off x="9172575" y="4781550"/>
            <a:ext cx="323850" cy="191"/>
          </a:xfrm>
          <a:custGeom xmlns:a="http://schemas.openxmlformats.org/drawingml/2006/main">
            <a:pathLst>
              <a:path w="323850" h="191">
                <a:moveTo>
                  <a:pt x="323850" y="0"/>
                </a:moveTo>
                <a:lnTo>
                  <a:pt x="0" y="0"/>
                </a:lnTo>
              </a:path>
            </a:pathLst>
          </a:custGeom>
          <a:noFill xmlns:a="http://schemas.openxmlformats.org/drawingml/2006/main"/>
          <a:ln xmlns:a="http://schemas.openxmlformats.org/drawingml/2006/main" w="14288">
            <a:solidFill>
              <a:srgbClr val="799A39"/>
            </a:solidFill>
          </a:ln>
        </p:spPr>
      </p:sp>
      <p:sp>
        <p:nvSpPr>
          <p:cNvPr id="114" name="diagram-line-1209">
            <a:extLst xmlns:a="http://schemas.openxmlformats.org/drawingml/2006/main">
              <a:ext uri="{FF2B5EF4-FFF2-40B4-BE49-F238E27FC236}">
                <a16:creationId xmlns:a16="http://schemas.microsoft.com/office/drawing/2014/main" id="{CE067DDA-DF2D-4C46-B48B-8613F37FA63E}"/>
              </a:ext>
            </a:extLst>
          </p:cNvPr>
          <p:cNvSpPr>
            <a:spLocks xmlns:a="http://schemas.openxmlformats.org/drawingml/2006/main" noGrp="1"/>
          </p:cNvSpPr>
          <p:nvPr/>
        </p:nvSpPr>
        <p:spPr>
          <a:xfrm xmlns:a="http://schemas.openxmlformats.org/drawingml/2006/main">
            <a:off x="9172575" y="4371975"/>
            <a:ext cx="191" cy="409575"/>
          </a:xfrm>
          <a:custGeom xmlns:a="http://schemas.openxmlformats.org/drawingml/2006/main">
            <a:pathLst>
              <a:path w="191" h="409575">
                <a:moveTo>
                  <a:pt x="0" y="409575"/>
                </a:moveTo>
                <a:lnTo>
                  <a:pt x="0" y="0"/>
                </a:lnTo>
              </a:path>
            </a:pathLst>
          </a:custGeom>
          <a:noFill xmlns:a="http://schemas.openxmlformats.org/drawingml/2006/main"/>
          <a:ln xmlns:a="http://schemas.openxmlformats.org/drawingml/2006/main" w="14288">
            <a:solidFill>
              <a:srgbClr val="799A39"/>
            </a:solidFill>
          </a:ln>
        </p:spPr>
      </p:sp>
      <p:sp>
        <p:nvSpPr>
          <p:cNvPr id="115" name="revision-text-1210">
            <a:extLst xmlns:a="http://schemas.openxmlformats.org/drawingml/2006/main">
              <a:ext uri="{FF2B5EF4-FFF2-40B4-BE49-F238E27FC236}">
                <a16:creationId xmlns:a16="http://schemas.microsoft.com/office/drawing/2014/main" id="{864964C4-8184-4D3C-BBE9-B8A91F8AC88E}"/>
              </a:ext>
            </a:extLst>
          </p:cNvPr>
          <p:cNvSpPr>
            <a:spLocks xmlns:a="http://schemas.openxmlformats.org/drawingml/2006/main" noGrp="1"/>
          </p:cNvSpPr>
          <p:nvPr/>
        </p:nvSpPr>
        <p:spPr>
          <a:xfrm xmlns:a="http://schemas.openxmlformats.org/drawingml/2006/main">
            <a:off x="8458200" y="4019550"/>
            <a:ext cx="676275" cy="3724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050" b="0">
                <a:solidFill>
                  <a:srgbClr val="799A39"/>
                </a:solidFill>
                <a:latin typeface="微软雅黑"/>
                <a:ea typeface="微软雅黑"/>
                <a:cs typeface="微软雅黑"/>
              </a:defRPr>
            </a:pPr>
            <a:r>
              <a:rPr sz="1050" b="0">
                <a:solidFill>
                  <a:srgbClr val="799A39"/>
                </a:solidFill>
                <a:latin typeface="微软雅黑"/>
                <a:ea typeface="微软雅黑"/>
                <a:cs typeface="微软雅黑"/>
              </a:rPr>
              <a:t>State /</a:t>
            </a:r>
          </a:p>
          <a:p xmlns:a="http://schemas.openxmlformats.org/drawingml/2006/main">
            <a:pPr algn="ctr">
              <a:lnSpc>
                <a:spcPct val="104000"/>
              </a:lnSpc>
              <a:spcBef>
                <a:spcPts val="0"/>
              </a:spcBef>
              <a:spcAft>
                <a:spcPts val="0"/>
              </a:spcAft>
              <a:buNone/>
              <a:defRPr sz="1050" b="0">
                <a:solidFill>
                  <a:srgbClr val="799A39"/>
                </a:solidFill>
                <a:latin typeface="微软雅黑"/>
                <a:ea typeface="微软雅黑"/>
                <a:cs typeface="微软雅黑"/>
              </a:defRPr>
            </a:pPr>
            <a:r>
              <a:rPr sz="1050" b="0">
                <a:solidFill>
                  <a:srgbClr val="799A39"/>
                </a:solidFill>
                <a:latin typeface="微软雅黑"/>
                <a:ea typeface="微软雅黑"/>
                <a:cs typeface="微软雅黑"/>
              </a:rPr>
              <a:t>Data</a:t>
            </a:r>
          </a:p>
        </p:txBody>
      </p:sp>
      <p:sp>
        <p:nvSpPr>
          <p:cNvPr id="116" name="diagram-box-1211">
            <a:extLst xmlns:a="http://schemas.openxmlformats.org/drawingml/2006/main">
              <a:ext uri="{FF2B5EF4-FFF2-40B4-BE49-F238E27FC236}">
                <a16:creationId xmlns:a16="http://schemas.microsoft.com/office/drawing/2014/main" id="{0D527E01-358B-48F3-9C16-E90CD12CEBCD}"/>
              </a:ext>
            </a:extLst>
          </p:cNvPr>
          <p:cNvSpPr>
            <a:spLocks xmlns:a="http://schemas.openxmlformats.org/drawingml/2006/main" noGrp="1"/>
          </p:cNvSpPr>
          <p:nvPr/>
        </p:nvSpPr>
        <p:spPr>
          <a:xfrm xmlns:a="http://schemas.openxmlformats.org/drawingml/2006/main">
            <a:off x="9496425" y="5457825"/>
            <a:ext cx="2200275" cy="523875"/>
          </a:xfrm>
          <a:prstGeom xmlns:a="http://schemas.openxmlformats.org/drawingml/2006/main" prst="rect">
            <a:avLst/>
          </a:prstGeom>
          <a:solidFill xmlns:a="http://schemas.openxmlformats.org/drawingml/2006/main">
            <a:srgbClr val="FEF5EE"/>
          </a:solidFill>
          <a:ln xmlns:a="http://schemas.openxmlformats.org/drawingml/2006/main" w="9525">
            <a:solidFill>
              <a:srgbClr val="6F7B83"/>
            </a:solidFill>
          </a:ln>
        </p:spPr>
      </p:sp>
      <p:sp>
        <p:nvSpPr>
          <p:cNvPr id="117" name="diagram-box-1212">
            <a:extLst xmlns:a="http://schemas.openxmlformats.org/drawingml/2006/main">
              <a:ext uri="{FF2B5EF4-FFF2-40B4-BE49-F238E27FC236}">
                <a16:creationId xmlns:a16="http://schemas.microsoft.com/office/drawing/2014/main" id="{6615ACEA-1797-4F6A-AE38-69F57544581D}"/>
              </a:ext>
            </a:extLst>
          </p:cNvPr>
          <p:cNvSpPr>
            <a:spLocks xmlns:a="http://schemas.openxmlformats.org/drawingml/2006/main" noGrp="1"/>
          </p:cNvSpPr>
          <p:nvPr/>
        </p:nvSpPr>
        <p:spPr>
          <a:xfrm xmlns:a="http://schemas.openxmlformats.org/drawingml/2006/main">
            <a:off x="9496425" y="5457825"/>
            <a:ext cx="2200275" cy="304800"/>
          </a:xfrm>
          <a:prstGeom xmlns:a="http://schemas.openxmlformats.org/drawingml/2006/main" prst="rect">
            <a:avLst/>
          </a:prstGeom>
          <a:solidFill xmlns:a="http://schemas.openxmlformats.org/drawingml/2006/main">
            <a:srgbClr val="FBEADB"/>
          </a:solidFill>
          <a:ln xmlns:a="http://schemas.openxmlformats.org/drawingml/2006/main" w="9525">
            <a:solidFill>
              <a:srgbClr val="6F7B83"/>
            </a:solidFill>
          </a:ln>
        </p:spPr>
      </p:sp>
      <p:sp>
        <p:nvSpPr>
          <p:cNvPr id="118" name="revision-text-1213">
            <a:extLst xmlns:a="http://schemas.openxmlformats.org/drawingml/2006/main">
              <a:ext uri="{FF2B5EF4-FFF2-40B4-BE49-F238E27FC236}">
                <a16:creationId xmlns:a16="http://schemas.microsoft.com/office/drawing/2014/main" id="{BECA69F1-F02C-46F1-A759-A69A5DFE8381}"/>
              </a:ext>
            </a:extLst>
          </p:cNvPr>
          <p:cNvSpPr>
            <a:spLocks xmlns:a="http://schemas.openxmlformats.org/drawingml/2006/main" noGrp="1"/>
          </p:cNvSpPr>
          <p:nvPr/>
        </p:nvSpPr>
        <p:spPr>
          <a:xfrm xmlns:a="http://schemas.openxmlformats.org/drawingml/2006/main">
            <a:off x="9572625" y="5486400"/>
            <a:ext cx="2047875"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Physical device</a:t>
            </a:r>
          </a:p>
        </p:txBody>
      </p:sp>
      <p:sp>
        <p:nvSpPr>
          <p:cNvPr id="119" name="revision-text-1214">
            <a:extLst xmlns:a="http://schemas.openxmlformats.org/drawingml/2006/main">
              <a:ext uri="{FF2B5EF4-FFF2-40B4-BE49-F238E27FC236}">
                <a16:creationId xmlns:a16="http://schemas.microsoft.com/office/drawing/2014/main" id="{C93C4A5D-B3D9-4228-A99B-130BEB47248C}"/>
              </a:ext>
            </a:extLst>
          </p:cNvPr>
          <p:cNvSpPr>
            <a:spLocks xmlns:a="http://schemas.openxmlformats.org/drawingml/2006/main" noGrp="1"/>
          </p:cNvSpPr>
          <p:nvPr/>
        </p:nvSpPr>
        <p:spPr>
          <a:xfrm xmlns:a="http://schemas.openxmlformats.org/drawingml/2006/main">
            <a:off x="9563100" y="5762625"/>
            <a:ext cx="2066925"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02" b="0">
                <a:solidFill>
                  <a:srgbClr val="111111"/>
                </a:solidFill>
                <a:latin typeface="微软雅黑"/>
                <a:ea typeface="微软雅黑"/>
                <a:cs typeface="微软雅黑"/>
              </a:defRPr>
            </a:pPr>
            <a:r>
              <a:rPr sz="1102" b="0">
                <a:solidFill>
                  <a:srgbClr val="111111"/>
                </a:solidFill>
                <a:latin typeface="微软雅黑"/>
                <a:ea typeface="微软雅黑"/>
                <a:cs typeface="微软雅黑"/>
              </a:rPr>
              <a:t>Execute and return actual data</a:t>
            </a:r>
          </a:p>
        </p:txBody>
      </p:sp>
      <p:sp>
        <p:nvSpPr>
          <p:cNvPr id="120" name="diagram-line-1215">
            <a:extLst xmlns:a="http://schemas.openxmlformats.org/drawingml/2006/main">
              <a:ext uri="{FF2B5EF4-FFF2-40B4-BE49-F238E27FC236}">
                <a16:creationId xmlns:a16="http://schemas.microsoft.com/office/drawing/2014/main" id="{AAA0B45C-6EE8-4BC6-8639-E0B4312C290E}"/>
              </a:ext>
            </a:extLst>
          </p:cNvPr>
          <p:cNvSpPr>
            <a:spLocks xmlns:a="http://schemas.openxmlformats.org/drawingml/2006/main" noGrp="1"/>
          </p:cNvSpPr>
          <p:nvPr/>
        </p:nvSpPr>
        <p:spPr>
          <a:xfrm xmlns:a="http://schemas.openxmlformats.org/drawingml/2006/main">
            <a:off x="9782175" y="4895850"/>
            <a:ext cx="191" cy="561975"/>
          </a:xfrm>
          <a:custGeom xmlns:a="http://schemas.openxmlformats.org/drawingml/2006/main">
            <a:pathLst>
              <a:path w="191" h="561975">
                <a:moveTo>
                  <a:pt x="0" y="0"/>
                </a:moveTo>
                <a:lnTo>
                  <a:pt x="0" y="561975"/>
                </a:lnTo>
              </a:path>
            </a:pathLst>
          </a:custGeom>
          <a:noFill xmlns:a="http://schemas.openxmlformats.org/drawingml/2006/main"/>
          <a:ln xmlns:a="http://schemas.openxmlformats.org/drawingml/2006/main" w="14288">
            <a:solidFill>
              <a:srgbClr val="28849C"/>
            </a:solidFill>
          </a:ln>
        </p:spPr>
      </p:sp>
      <p:sp>
        <p:nvSpPr>
          <p:cNvPr id="121" name="diagram-poly-1216">
            <a:extLst xmlns:a="http://schemas.openxmlformats.org/drawingml/2006/main">
              <a:ext uri="{FF2B5EF4-FFF2-40B4-BE49-F238E27FC236}">
                <a16:creationId xmlns:a16="http://schemas.microsoft.com/office/drawing/2014/main" id="{AF73977E-3588-4A31-8D29-BE0D405CAFEC}"/>
              </a:ext>
            </a:extLst>
          </p:cNvPr>
          <p:cNvSpPr>
            <a:spLocks xmlns:a="http://schemas.openxmlformats.org/drawingml/2006/main" noGrp="1"/>
          </p:cNvSpPr>
          <p:nvPr/>
        </p:nvSpPr>
        <p:spPr>
          <a:xfrm xmlns:a="http://schemas.openxmlformats.org/drawingml/2006/main">
            <a:off x="9752648" y="5391150"/>
            <a:ext cx="59055" cy="66675"/>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953">
            <a:solidFill>
              <a:srgbClr val="28849C"/>
            </a:solidFill>
          </a:ln>
        </p:spPr>
      </p:sp>
      <p:sp>
        <p:nvSpPr>
          <p:cNvPr id="122" name="revision-text-1217">
            <a:extLst xmlns:a="http://schemas.openxmlformats.org/drawingml/2006/main">
              <a:ext uri="{FF2B5EF4-FFF2-40B4-BE49-F238E27FC236}">
                <a16:creationId xmlns:a16="http://schemas.microsoft.com/office/drawing/2014/main" id="{698E70F5-897C-4A94-9BF9-8B4C5F437859}"/>
              </a:ext>
            </a:extLst>
          </p:cNvPr>
          <p:cNvSpPr>
            <a:spLocks xmlns:a="http://schemas.openxmlformats.org/drawingml/2006/main" noGrp="1"/>
          </p:cNvSpPr>
          <p:nvPr/>
        </p:nvSpPr>
        <p:spPr>
          <a:xfrm xmlns:a="http://schemas.openxmlformats.org/drawingml/2006/main">
            <a:off x="9248775" y="5105400"/>
            <a:ext cx="914400"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32" b="0">
                <a:solidFill>
                  <a:srgbClr val="28849C"/>
                </a:solidFill>
                <a:latin typeface="微软雅黑"/>
                <a:ea typeface="微软雅黑"/>
                <a:cs typeface="微软雅黑"/>
              </a:defRPr>
            </a:pPr>
            <a:r>
              <a:rPr sz="832" b="0">
                <a:solidFill>
                  <a:srgbClr val="28849C"/>
                </a:solidFill>
                <a:latin typeface="微软雅黑"/>
                <a:ea typeface="微软雅黑"/>
                <a:cs typeface="微软雅黑"/>
              </a:rPr>
              <a:t>Device command</a:t>
            </a:r>
          </a:p>
        </p:txBody>
      </p:sp>
      <p:sp>
        <p:nvSpPr>
          <p:cNvPr id="123" name="diagram-line-1218">
            <a:extLst xmlns:a="http://schemas.openxmlformats.org/drawingml/2006/main">
              <a:ext uri="{FF2B5EF4-FFF2-40B4-BE49-F238E27FC236}">
                <a16:creationId xmlns:a16="http://schemas.microsoft.com/office/drawing/2014/main" id="{2F0F0603-9C2C-493B-89E5-F8E58D4565CB}"/>
              </a:ext>
            </a:extLst>
          </p:cNvPr>
          <p:cNvSpPr>
            <a:spLocks xmlns:a="http://schemas.openxmlformats.org/drawingml/2006/main" noGrp="1"/>
          </p:cNvSpPr>
          <p:nvPr/>
        </p:nvSpPr>
        <p:spPr>
          <a:xfrm xmlns:a="http://schemas.openxmlformats.org/drawingml/2006/main">
            <a:off x="11449050" y="4895850"/>
            <a:ext cx="191" cy="561975"/>
          </a:xfrm>
          <a:custGeom xmlns:a="http://schemas.openxmlformats.org/drawingml/2006/main">
            <a:pathLst>
              <a:path w="191" h="561975">
                <a:moveTo>
                  <a:pt x="0" y="561975"/>
                </a:moveTo>
                <a:lnTo>
                  <a:pt x="0" y="0"/>
                </a:lnTo>
              </a:path>
            </a:pathLst>
          </a:custGeom>
          <a:noFill xmlns:a="http://schemas.openxmlformats.org/drawingml/2006/main"/>
          <a:ln xmlns:a="http://schemas.openxmlformats.org/drawingml/2006/main" w="14288">
            <a:solidFill>
              <a:srgbClr val="799A39"/>
            </a:solidFill>
          </a:ln>
        </p:spPr>
      </p:sp>
      <p:sp>
        <p:nvSpPr>
          <p:cNvPr id="124" name="diagram-poly-1219">
            <a:extLst xmlns:a="http://schemas.openxmlformats.org/drawingml/2006/main">
              <a:ext uri="{FF2B5EF4-FFF2-40B4-BE49-F238E27FC236}">
                <a16:creationId xmlns:a16="http://schemas.microsoft.com/office/drawing/2014/main" id="{CFC6D614-E1DB-4269-A320-8AC12B6391E5}"/>
              </a:ext>
            </a:extLst>
          </p:cNvPr>
          <p:cNvSpPr>
            <a:spLocks xmlns:a="http://schemas.openxmlformats.org/drawingml/2006/main" noGrp="1"/>
          </p:cNvSpPr>
          <p:nvPr/>
        </p:nvSpPr>
        <p:spPr>
          <a:xfrm xmlns:a="http://schemas.openxmlformats.org/drawingml/2006/main">
            <a:off x="11419523" y="4895850"/>
            <a:ext cx="59055" cy="66675"/>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953">
            <a:solidFill>
              <a:srgbClr val="799A39"/>
            </a:solidFill>
          </a:ln>
        </p:spPr>
      </p:sp>
      <p:sp>
        <p:nvSpPr>
          <p:cNvPr id="125" name="revision-text-1220">
            <a:extLst xmlns:a="http://schemas.openxmlformats.org/drawingml/2006/main">
              <a:ext uri="{FF2B5EF4-FFF2-40B4-BE49-F238E27FC236}">
                <a16:creationId xmlns:a16="http://schemas.microsoft.com/office/drawing/2014/main" id="{510CA3C4-4D1E-4023-BD1A-F2ADE2573DB3}"/>
              </a:ext>
            </a:extLst>
          </p:cNvPr>
          <p:cNvSpPr>
            <a:spLocks xmlns:a="http://schemas.openxmlformats.org/drawingml/2006/main" noGrp="1"/>
          </p:cNvSpPr>
          <p:nvPr/>
        </p:nvSpPr>
        <p:spPr>
          <a:xfrm xmlns:a="http://schemas.openxmlformats.org/drawingml/2006/main">
            <a:off x="10620375" y="5105400"/>
            <a:ext cx="1143000"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5" b="0">
                <a:solidFill>
                  <a:srgbClr val="799A39"/>
                </a:solidFill>
                <a:latin typeface="微软雅黑"/>
                <a:ea typeface="微软雅黑"/>
                <a:cs typeface="微软雅黑"/>
              </a:defRPr>
            </a:pPr>
            <a:r>
              <a:rPr sz="1125" b="0">
                <a:solidFill>
                  <a:srgbClr val="799A39"/>
                </a:solidFill>
                <a:latin typeface="微软雅黑"/>
                <a:ea typeface="微软雅黑"/>
                <a:cs typeface="微软雅黑"/>
              </a:rPr>
              <a:t>Data / Status</a:t>
            </a:r>
          </a:p>
        </p:txBody>
      </p:sp>
      <p:sp>
        <p:nvSpPr>
          <p:cNvPr id="126" name="revision-text-1221">
            <a:extLst xmlns:a="http://schemas.openxmlformats.org/drawingml/2006/main">
              <a:ext uri="{FF2B5EF4-FFF2-40B4-BE49-F238E27FC236}">
                <a16:creationId xmlns:a16="http://schemas.microsoft.com/office/drawing/2014/main" id="{52BDD474-465D-44F5-95DF-257504C667EB}"/>
              </a:ext>
            </a:extLst>
          </p:cNvPr>
          <p:cNvSpPr>
            <a:spLocks xmlns:a="http://schemas.openxmlformats.org/drawingml/2006/main" noGrp="1"/>
          </p:cNvSpPr>
          <p:nvPr/>
        </p:nvSpPr>
        <p:spPr>
          <a:xfrm xmlns:a="http://schemas.openxmlformats.org/drawingml/2006/main">
            <a:off x="3276600" y="5353050"/>
            <a:ext cx="567690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0" b="0">
                <a:solidFill>
                  <a:srgbClr val="152C40"/>
                </a:solidFill>
                <a:latin typeface="微软雅黑"/>
                <a:ea typeface="微软雅黑"/>
                <a:cs typeface="微软雅黑"/>
              </a:defRPr>
            </a:pPr>
            <a:r>
              <a:rPr sz="1260" b="0">
                <a:solidFill>
                  <a:srgbClr val="152C40"/>
                </a:solidFill>
                <a:latin typeface="微软雅黑"/>
                <a:ea typeface="微软雅黑"/>
                <a:cs typeface="微软雅黑"/>
              </a:rPr>
              <a:t>Simulation feedback uses the same model updates and constraint checks.</a:t>
            </a:r>
          </a:p>
        </p:txBody>
      </p:sp>
      <p:sp>
        <p:nvSpPr>
          <p:cNvPr id="127" name="revision-text-1222">
            <a:extLst xmlns:a="http://schemas.openxmlformats.org/drawingml/2006/main">
              <a:ext uri="{FF2B5EF4-FFF2-40B4-BE49-F238E27FC236}">
                <a16:creationId xmlns:a16="http://schemas.microsoft.com/office/drawing/2014/main" id="{9D87EABB-BCE8-4F22-8017-FD60F002799E}"/>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50" b="1">
                <a:solidFill>
                  <a:srgbClr val="1C3C5C"/>
                </a:solidFill>
                <a:latin typeface="微软雅黑"/>
                <a:ea typeface="微软雅黑"/>
                <a:cs typeface="微软雅黑"/>
              </a:defRPr>
            </a:pPr>
            <a:r>
              <a:rPr sz="1650" b="1">
                <a:solidFill>
                  <a:srgbClr val="1C3C5C"/>
                </a:solidFill>
                <a:latin typeface="微软雅黑"/>
                <a:ea typeface="微软雅黑"/>
                <a:cs typeface="微软雅黑"/>
              </a:rPr>
              <a:t>Refine the plan through simulation; the host then initiates hardware execution after acceptance.</a:t>
            </a:r>
          </a:p>
        </p:txBody>
      </p:sp>
    </p:spTree>
    <p:extLst>
      <p:ext uri="{BB962C8B-B14F-4D97-AF65-F5344CB8AC3E}">
        <p14:creationId xmlns:p14="http://schemas.microsoft.com/office/powerpoint/2010/main" val="79976395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78B76CB-97FC-4E2C-A149-6EF9F147A2D8}"/>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81A1D7E-E0D2-4E2D-955F-DF18ECEFAFE3}"/>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10  Conclusions</a:t>
            </a:r>
          </a:p>
        </p:txBody>
      </p:sp>
      <p:sp>
        <p:nvSpPr>
          <p:cNvPr id="4" name="Rounded Rectangle 3">
            <a:extLst xmlns:a="http://schemas.openxmlformats.org/drawingml/2006/main">
              <a:ext uri="{FF2B5EF4-FFF2-40B4-BE49-F238E27FC236}">
                <a16:creationId xmlns:a16="http://schemas.microsoft.com/office/drawing/2014/main" id="{166E572B-038D-4E01-A818-46FD87866073}"/>
              </a:ext>
            </a:extLst>
          </p:cNvPr>
          <p:cNvSpPr>
            <a:spLocks xmlns:a="http://schemas.openxmlformats.org/drawingml/2006/main" noGrp="1"/>
          </p:cNvSpPr>
          <p:nvPr/>
        </p:nvSpPr>
        <p:spPr>
          <a:xfrm xmlns:a="http://schemas.openxmlformats.org/drawingml/2006/main">
            <a:off x="914400" y="1645920"/>
            <a:ext cx="10332720" cy="3200400"/>
          </a:xfrm>
          <a:prstGeom xmlns:a="http://schemas.openxmlformats.org/drawingml/2006/main" prst="roundRect">
            <a:avLst/>
          </a:prstGeom>
          <a:solidFill xmlns:a="http://schemas.openxmlformats.org/drawingml/2006/main">
            <a:srgbClr val="F5F7FA"/>
          </a:solidFill>
          <a:ln xmlns:a="http://schemas.openxmlformats.org/drawingml/2006/main">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A78421C4-7D50-4698-BAF6-2524F47F0532}"/>
              </a:ext>
            </a:extLst>
          </p:cNvPr>
          <p:cNvSpPr>
            <a:spLocks xmlns:a="http://schemas.openxmlformats.org/drawingml/2006/main" noGrp="1"/>
          </p:cNvSpPr>
          <p:nvPr/>
        </p:nvSpPr>
        <p:spPr>
          <a:xfrm xmlns:a="http://schemas.openxmlformats.org/drawingml/2006/main">
            <a:off x="914400" y="5120640"/>
            <a:ext cx="10332720" cy="45720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200" b="1">
                <a:solidFill>
                  <a:srgbClr val="1A3A5C"/>
                </a:solidFill>
                <a:latin typeface="微软雅黑"/>
                <a:ea typeface="微软雅黑"/>
                <a:cs typeface="微软雅黑"/>
              </a:defRPr>
            </a:pPr>
            <a:r>
              <a:rPr sz="2200" b="1">
                <a:solidFill>
                  <a:srgbClr val="1A3A5C"/>
                </a:solidFill>
                <a:latin typeface="微软雅黑"/>
                <a:ea typeface="微软雅黑"/>
                <a:cs typeface="微软雅黑"/>
              </a:rPr>
              <a:t>Thank you. Questions are welcome.</a:t>
            </a:r>
          </a:p>
        </p:txBody>
      </p:sp>
      <p:sp>
        <p:nvSpPr>
          <p:cNvPr id="7" name="TextBox 6">
            <a:extLst xmlns:a="http://schemas.openxmlformats.org/drawingml/2006/main">
              <a:ext uri="{FF2B5EF4-FFF2-40B4-BE49-F238E27FC236}">
                <a16:creationId xmlns:a16="http://schemas.microsoft.com/office/drawing/2014/main" id="{6422D9E2-31A5-4581-B846-D84940581EE4}"/>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8" name="TextBox 7">
            <a:extLst xmlns:a="http://schemas.openxmlformats.org/drawingml/2006/main">
              <a:ext uri="{FF2B5EF4-FFF2-40B4-BE49-F238E27FC236}">
                <a16:creationId xmlns:a16="http://schemas.microsoft.com/office/drawing/2014/main" id="{059E32F3-F265-472A-AD23-C593FB15F105}"/>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10/10</a:t>
            </a:r>
          </a:p>
        </p:txBody>
      </p:sp>
      <p:sp>
        <p:nvSpPr>
          <p:cNvPr id="9" name="edited-text-30">
            <a:extLst xmlns:a="http://schemas.openxmlformats.org/drawingml/2006/main">
              <a:ext uri="{FF2B5EF4-FFF2-40B4-BE49-F238E27FC236}">
                <a16:creationId xmlns:a16="http://schemas.microsoft.com/office/drawing/2014/main" id="{373307DD-588F-4733-AD09-F96B00FF5728}"/>
              </a:ext>
            </a:extLst>
          </p:cNvPr>
          <p:cNvSpPr>
            <a:spLocks xmlns:a="http://schemas.openxmlformats.org/drawingml/2006/main" noGrp="1"/>
          </p:cNvSpPr>
          <p:nvPr/>
        </p:nvSpPr>
        <p:spPr>
          <a:xfrm xmlns:a="http://schemas.openxmlformats.org/drawingml/2006/main">
            <a:off x="1238250" y="1962150"/>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75" b="1">
                <a:solidFill>
                  <a:srgbClr val="1C3C5C"/>
                </a:solidFill>
                <a:latin typeface="微软雅黑"/>
                <a:ea typeface="微软雅黑"/>
                <a:cs typeface="微软雅黑"/>
              </a:defRPr>
            </a:pPr>
            <a:r>
              <a:rPr sz="1875" b="1">
                <a:solidFill>
                  <a:srgbClr val="1C3C5C"/>
                </a:solidFill>
                <a:latin typeface="微软雅黑"/>
                <a:ea typeface="微软雅黑"/>
                <a:cs typeface="微软雅黑"/>
              </a:rPr>
              <a:t>Unified modeling</a:t>
            </a:r>
          </a:p>
        </p:txBody>
      </p:sp>
      <p:sp>
        <p:nvSpPr>
          <p:cNvPr id="10" name="edited-text-31">
            <a:extLst xmlns:a="http://schemas.openxmlformats.org/drawingml/2006/main">
              <a:ext uri="{FF2B5EF4-FFF2-40B4-BE49-F238E27FC236}">
                <a16:creationId xmlns:a16="http://schemas.microsoft.com/office/drawing/2014/main" id="{B21B31D9-48EA-475D-881D-7684F45CDE2D}"/>
              </a:ext>
            </a:extLst>
          </p:cNvPr>
          <p:cNvSpPr>
            <a:spLocks xmlns:a="http://schemas.openxmlformats.org/drawingml/2006/main" noGrp="1"/>
          </p:cNvSpPr>
          <p:nvPr/>
        </p:nvSpPr>
        <p:spPr>
          <a:xfrm xmlns:a="http://schemas.openxmlformats.org/drawingml/2006/main">
            <a:off x="3838575" y="1971675"/>
            <a:ext cx="710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83" b="0">
                <a:solidFill>
                  <a:srgbClr val="243746"/>
                </a:solidFill>
                <a:latin typeface="微软雅黑"/>
                <a:ea typeface="微软雅黑"/>
                <a:cs typeface="微软雅黑"/>
              </a:defRPr>
            </a:pPr>
            <a:r>
              <a:rPr sz="1583" b="0">
                <a:solidFill>
                  <a:srgbClr val="243746"/>
                </a:solidFill>
                <a:latin typeface="微软雅黑"/>
                <a:ea typeface="微软雅黑"/>
                <a:cs typeface="微软雅黑"/>
              </a:rPr>
              <a:t>Resources, workflows, and constraints describe laboratory task execution.</a:t>
            </a:r>
          </a:p>
        </p:txBody>
      </p:sp>
      <p:sp>
        <p:nvSpPr>
          <p:cNvPr id="11" name="edited-text-32">
            <a:extLst xmlns:a="http://schemas.openxmlformats.org/drawingml/2006/main">
              <a:ext uri="{FF2B5EF4-FFF2-40B4-BE49-F238E27FC236}">
                <a16:creationId xmlns:a16="http://schemas.microsoft.com/office/drawing/2014/main" id="{A963D036-8E1D-4CCA-8223-C6691988D477}"/>
              </a:ext>
            </a:extLst>
          </p:cNvPr>
          <p:cNvSpPr>
            <a:spLocks xmlns:a="http://schemas.openxmlformats.org/drawingml/2006/main" noGrp="1"/>
          </p:cNvSpPr>
          <p:nvPr/>
        </p:nvSpPr>
        <p:spPr>
          <a:xfrm xmlns:a="http://schemas.openxmlformats.org/drawingml/2006/main">
            <a:off x="1238250" y="2828925"/>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75" b="1">
                <a:solidFill>
                  <a:srgbClr val="1C3C5C"/>
                </a:solidFill>
                <a:latin typeface="微软雅黑"/>
                <a:ea typeface="微软雅黑"/>
                <a:cs typeface="微软雅黑"/>
              </a:defRPr>
            </a:pPr>
            <a:r>
              <a:rPr sz="1875" b="1">
                <a:solidFill>
                  <a:srgbClr val="1C3C5C"/>
                </a:solidFill>
                <a:latin typeface="微软雅黑"/>
                <a:ea typeface="微软雅黑"/>
                <a:cs typeface="微软雅黑"/>
              </a:rPr>
              <a:t>Explicit semantics</a:t>
            </a:r>
          </a:p>
        </p:txBody>
      </p:sp>
      <p:sp>
        <p:nvSpPr>
          <p:cNvPr id="12" name="edited-text-33">
            <a:extLst xmlns:a="http://schemas.openxmlformats.org/drawingml/2006/main">
              <a:ext uri="{FF2B5EF4-FFF2-40B4-BE49-F238E27FC236}">
                <a16:creationId xmlns:a16="http://schemas.microsoft.com/office/drawing/2014/main" id="{6326D345-AA6B-4F89-92DF-7F73D02DF2EB}"/>
              </a:ext>
            </a:extLst>
          </p:cNvPr>
          <p:cNvSpPr>
            <a:spLocks xmlns:a="http://schemas.openxmlformats.org/drawingml/2006/main" noGrp="1"/>
          </p:cNvSpPr>
          <p:nvPr/>
        </p:nvSpPr>
        <p:spPr>
          <a:xfrm xmlns:a="http://schemas.openxmlformats.org/drawingml/2006/main">
            <a:off x="3838575" y="2838450"/>
            <a:ext cx="710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90" b="0">
                <a:solidFill>
                  <a:srgbClr val="243746"/>
                </a:solidFill>
                <a:latin typeface="微软雅黑"/>
                <a:ea typeface="微软雅黑"/>
                <a:cs typeface="微软雅黑"/>
              </a:defRPr>
            </a:pPr>
            <a:r>
              <a:rPr sz="1590" b="0">
                <a:solidFill>
                  <a:srgbClr val="243746"/>
                </a:solidFill>
                <a:latin typeface="微软雅黑"/>
                <a:ea typeface="微软雅黑"/>
                <a:cs typeface="微软雅黑"/>
              </a:rPr>
              <a:t>Variable spaces, interfaces, triggers, and state machines define execution.</a:t>
            </a:r>
          </a:p>
        </p:txBody>
      </p:sp>
      <p:sp>
        <p:nvSpPr>
          <p:cNvPr id="13" name="edited-text-34">
            <a:extLst xmlns:a="http://schemas.openxmlformats.org/drawingml/2006/main">
              <a:ext uri="{FF2B5EF4-FFF2-40B4-BE49-F238E27FC236}">
                <a16:creationId xmlns:a16="http://schemas.microsoft.com/office/drawing/2014/main" id="{3628EBED-8AB3-4677-B98A-2EA25F80BAC3}"/>
              </a:ext>
            </a:extLst>
          </p:cNvPr>
          <p:cNvSpPr>
            <a:spLocks xmlns:a="http://schemas.openxmlformats.org/drawingml/2006/main" noGrp="1"/>
          </p:cNvSpPr>
          <p:nvPr/>
        </p:nvSpPr>
        <p:spPr>
          <a:xfrm xmlns:a="http://schemas.openxmlformats.org/drawingml/2006/main">
            <a:off x="1238250" y="3695700"/>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75" b="1">
                <a:solidFill>
                  <a:srgbClr val="1C3C5C"/>
                </a:solidFill>
                <a:latin typeface="微软雅黑"/>
                <a:ea typeface="微软雅黑"/>
                <a:cs typeface="微软雅黑"/>
              </a:defRPr>
            </a:pPr>
            <a:r>
              <a:rPr sz="1875" b="1">
                <a:solidFill>
                  <a:srgbClr val="1C3C5C"/>
                </a:solidFill>
                <a:latin typeface="微软雅黑"/>
                <a:ea typeface="微软雅黑"/>
                <a:cs typeface="微软雅黑"/>
              </a:rPr>
              <a:t>Shared execution</a:t>
            </a:r>
          </a:p>
        </p:txBody>
      </p:sp>
      <p:sp>
        <p:nvSpPr>
          <p:cNvPr id="14" name="edited-text-35">
            <a:extLst xmlns:a="http://schemas.openxmlformats.org/drawingml/2006/main">
              <a:ext uri="{FF2B5EF4-FFF2-40B4-BE49-F238E27FC236}">
                <a16:creationId xmlns:a16="http://schemas.microsoft.com/office/drawing/2014/main" id="{AE041547-F4D5-40C4-9A99-F7C580170051}"/>
              </a:ext>
            </a:extLst>
          </p:cNvPr>
          <p:cNvSpPr>
            <a:spLocks xmlns:a="http://schemas.openxmlformats.org/drawingml/2006/main" noGrp="1"/>
          </p:cNvSpPr>
          <p:nvPr/>
        </p:nvSpPr>
        <p:spPr>
          <a:xfrm xmlns:a="http://schemas.openxmlformats.org/drawingml/2006/main">
            <a:off x="3838575" y="3705225"/>
            <a:ext cx="710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15" b="0">
                <a:solidFill>
                  <a:srgbClr val="243746"/>
                </a:solidFill>
                <a:latin typeface="微软雅黑"/>
                <a:ea typeface="微软雅黑"/>
                <a:cs typeface="微软雅黑"/>
              </a:defRPr>
            </a:pPr>
            <a:r>
              <a:rPr sz="1515" b="0">
                <a:solidFill>
                  <a:srgbClr val="243746"/>
                </a:solidFill>
                <a:latin typeface="微软雅黑"/>
                <a:ea typeface="微软雅黑"/>
                <a:cs typeface="微软雅黑"/>
              </a:rPr>
              <a:t>People, workflows, and LLMs use the same path, with a simulation extension.</a:t>
            </a:r>
          </a:p>
        </p:txBody>
      </p:sp>
      <p:sp>
        <p:nvSpPr>
          <p:cNvPr id="15" name="edited-text-36">
            <a:extLst xmlns:a="http://schemas.openxmlformats.org/drawingml/2006/main">
              <a:ext uri="{FF2B5EF4-FFF2-40B4-BE49-F238E27FC236}">
                <a16:creationId xmlns:a16="http://schemas.microsoft.com/office/drawing/2014/main" id="{0CBA8F36-AB35-474D-8E76-4856F0D05D3F}"/>
              </a:ext>
            </a:extLst>
          </p:cNvPr>
          <p:cNvSpPr>
            <a:spLocks xmlns:a="http://schemas.openxmlformats.org/drawingml/2006/main" noGrp="1"/>
          </p:cNvSpPr>
          <p:nvPr/>
        </p:nvSpPr>
        <p:spPr>
          <a:xfrm xmlns:a="http://schemas.openxmlformats.org/drawingml/2006/main">
            <a:off x="1276350" y="4381500"/>
            <a:ext cx="952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50" b="1">
                <a:solidFill>
                  <a:srgbClr val="1C3C5C"/>
                </a:solidFill>
                <a:latin typeface="微软雅黑"/>
                <a:ea typeface="微软雅黑"/>
                <a:cs typeface="微软雅黑"/>
              </a:defRPr>
            </a:pPr>
            <a:r>
              <a:rPr sz="1650" b="1">
                <a:solidFill>
                  <a:srgbClr val="1C3C5C"/>
                </a:solidFill>
                <a:latin typeface="微软雅黑"/>
                <a:ea typeface="微软雅黑"/>
                <a:cs typeface="微软雅黑"/>
              </a:rPr>
              <a:t>Models describe the laboratory and its tasks; shared semantics drive execution.</a:t>
            </a:r>
          </a:p>
        </p:txBody>
      </p:sp>
    </p:spTree>
    <p:extLst>
      <p:ext uri="{BB962C8B-B14F-4D97-AF65-F5344CB8AC3E}">
        <p14:creationId xmlns:p14="http://schemas.microsoft.com/office/powerpoint/2010/main" val="111353672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2026-09-11T03:07:00.1070000Z</dcterms:created>
  <dcterms:modified xsi:type="dcterms:W3CDTF">2026-09-11T03:07:00.1070000Z</dcterms:modified>
</coreProperties>
</file>